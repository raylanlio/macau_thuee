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tmp" ContentType="image/png"/>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ink/ink1.xml" ContentType="application/inkml+xml"/>
  <Override PartName="/ppt/tags/tag18.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ink/ink2.xml" ContentType="application/inkml+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ags/tag19.xml" ContentType="application/vnd.openxmlformats-officedocument.presentationml.tag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tags/tag20.xml" ContentType="application/vnd.openxmlformats-officedocument.presentationml.tags+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21.xml" ContentType="application/vnd.openxmlformats-officedocument.presentationml.tags+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ink/ink3.xml" ContentType="application/inkml+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tags/tag22.xml" ContentType="application/vnd.openxmlformats-officedocument.presentationml.tags+xml"/>
  <Override PartName="/ppt/notesSlides/notesSlide41.xml" ContentType="application/vnd.openxmlformats-officedocument.presentationml.notesSlide+xml"/>
  <Override PartName="/ppt/tags/tag23.xml" ContentType="application/vnd.openxmlformats-officedocument.presentationml.tags+xml"/>
  <Override PartName="/ppt/notesSlides/notesSlide42.xml" ContentType="application/vnd.openxmlformats-officedocument.presentationml.notesSlide+xml"/>
  <Override PartName="/ppt/tags/tag24.xml" ContentType="application/vnd.openxmlformats-officedocument.presentationml.tags+xml"/>
  <Override PartName="/ppt/notesSlides/notesSlide43.xml" ContentType="application/vnd.openxmlformats-officedocument.presentationml.notesSlide+xml"/>
  <Override PartName="/ppt/ink/ink4.xml" ContentType="application/inkml+xml"/>
  <Override PartName="/ppt/tags/tag25.xml" ContentType="application/vnd.openxmlformats-officedocument.presentationml.tags+xml"/>
  <Override PartName="/ppt/notesSlides/notesSlide44.xml" ContentType="application/vnd.openxmlformats-officedocument.presentationml.notesSlide+xml"/>
  <Override PartName="/ppt/tags/tag26.xml" ContentType="application/vnd.openxmlformats-officedocument.presentationml.tags+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tags/tag27.xml" ContentType="application/vnd.openxmlformats-officedocument.presentationml.tags+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55" r:id="rId1"/>
  </p:sldMasterIdLst>
  <p:notesMasterIdLst>
    <p:notesMasterId r:id="rId135"/>
  </p:notesMasterIdLst>
  <p:sldIdLst>
    <p:sldId id="544" r:id="rId2"/>
    <p:sldId id="1746" r:id="rId3"/>
    <p:sldId id="1724" r:id="rId4"/>
    <p:sldId id="1559" r:id="rId5"/>
    <p:sldId id="1720" r:id="rId6"/>
    <p:sldId id="1781" r:id="rId7"/>
    <p:sldId id="1546" r:id="rId8"/>
    <p:sldId id="1727" r:id="rId9"/>
    <p:sldId id="1728" r:id="rId10"/>
    <p:sldId id="1729" r:id="rId11"/>
    <p:sldId id="1730" r:id="rId12"/>
    <p:sldId id="1736" r:id="rId13"/>
    <p:sldId id="1562" r:id="rId14"/>
    <p:sldId id="1561" r:id="rId15"/>
    <p:sldId id="1563" r:id="rId16"/>
    <p:sldId id="1564" r:id="rId17"/>
    <p:sldId id="1691" r:id="rId18"/>
    <p:sldId id="1545" r:id="rId19"/>
    <p:sldId id="1527" r:id="rId20"/>
    <p:sldId id="1733" r:id="rId21"/>
    <p:sldId id="1734" r:id="rId22"/>
    <p:sldId id="1742" r:id="rId23"/>
    <p:sldId id="1569" r:id="rId24"/>
    <p:sldId id="1735" r:id="rId25"/>
    <p:sldId id="1701" r:id="rId26"/>
    <p:sldId id="1692" r:id="rId27"/>
    <p:sldId id="1713" r:id="rId28"/>
    <p:sldId id="1576" r:id="rId29"/>
    <p:sldId id="1577" r:id="rId30"/>
    <p:sldId id="1694" r:id="rId31"/>
    <p:sldId id="1783" r:id="rId32"/>
    <p:sldId id="1702" r:id="rId33"/>
    <p:sldId id="1579" r:id="rId34"/>
    <p:sldId id="1580" r:id="rId35"/>
    <p:sldId id="1581" r:id="rId36"/>
    <p:sldId id="1583" r:id="rId37"/>
    <p:sldId id="1737" r:id="rId38"/>
    <p:sldId id="1586" r:id="rId39"/>
    <p:sldId id="1587" r:id="rId40"/>
    <p:sldId id="1588" r:id="rId41"/>
    <p:sldId id="1589" r:id="rId42"/>
    <p:sldId id="1590" r:id="rId43"/>
    <p:sldId id="1591" r:id="rId44"/>
    <p:sldId id="1703" r:id="rId45"/>
    <p:sldId id="1593" r:id="rId46"/>
    <p:sldId id="1718" r:id="rId47"/>
    <p:sldId id="1608" r:id="rId48"/>
    <p:sldId id="1784" r:id="rId49"/>
    <p:sldId id="1594" r:id="rId50"/>
    <p:sldId id="1595" r:id="rId51"/>
    <p:sldId id="1596" r:id="rId52"/>
    <p:sldId id="1714" r:id="rId53"/>
    <p:sldId id="1598" r:id="rId54"/>
    <p:sldId id="1599" r:id="rId55"/>
    <p:sldId id="1600" r:id="rId56"/>
    <p:sldId id="1601" r:id="rId57"/>
    <p:sldId id="1602" r:id="rId58"/>
    <p:sldId id="1603" r:id="rId59"/>
    <p:sldId id="1533" r:id="rId60"/>
    <p:sldId id="1741" r:id="rId61"/>
    <p:sldId id="1704" r:id="rId62"/>
    <p:sldId id="1605" r:id="rId63"/>
    <p:sldId id="1606" r:id="rId64"/>
    <p:sldId id="1743" r:id="rId65"/>
    <p:sldId id="1610" r:id="rId66"/>
    <p:sldId id="1616" r:id="rId67"/>
    <p:sldId id="1612" r:id="rId68"/>
    <p:sldId id="1614" r:id="rId69"/>
    <p:sldId id="1613" r:id="rId70"/>
    <p:sldId id="1615" r:id="rId71"/>
    <p:sldId id="1617" r:id="rId72"/>
    <p:sldId id="1618" r:id="rId73"/>
    <p:sldId id="1619" r:id="rId74"/>
    <p:sldId id="1620" r:id="rId75"/>
    <p:sldId id="1621" r:id="rId76"/>
    <p:sldId id="1161" r:id="rId77"/>
    <p:sldId id="1623" r:id="rId78"/>
    <p:sldId id="1624" r:id="rId79"/>
    <p:sldId id="1625" r:id="rId80"/>
    <p:sldId id="1626" r:id="rId81"/>
    <p:sldId id="1627" r:id="rId82"/>
    <p:sldId id="1628" r:id="rId83"/>
    <p:sldId id="1629" r:id="rId84"/>
    <p:sldId id="1707" r:id="rId85"/>
    <p:sldId id="1632" r:id="rId86"/>
    <p:sldId id="1633" r:id="rId87"/>
    <p:sldId id="1634" r:id="rId88"/>
    <p:sldId id="1738" r:id="rId89"/>
    <p:sldId id="1636" r:id="rId90"/>
    <p:sldId id="1637" r:id="rId91"/>
    <p:sldId id="1638" r:id="rId92"/>
    <p:sldId id="1708" r:id="rId93"/>
    <p:sldId id="1640" r:id="rId94"/>
    <p:sldId id="1642" r:id="rId95"/>
    <p:sldId id="1643" r:id="rId96"/>
    <p:sldId id="1645" r:id="rId97"/>
    <p:sldId id="1648" r:id="rId98"/>
    <p:sldId id="1649" r:id="rId99"/>
    <p:sldId id="1650" r:id="rId100"/>
    <p:sldId id="1651" r:id="rId101"/>
    <p:sldId id="1709" r:id="rId102"/>
    <p:sldId id="1654" r:id="rId103"/>
    <p:sldId id="1655" r:id="rId104"/>
    <p:sldId id="1656" r:id="rId105"/>
    <p:sldId id="1658" r:id="rId106"/>
    <p:sldId id="1659" r:id="rId107"/>
    <p:sldId id="1660" r:id="rId108"/>
    <p:sldId id="1661" r:id="rId109"/>
    <p:sldId id="1662" r:id="rId110"/>
    <p:sldId id="1548" r:id="rId111"/>
    <p:sldId id="1663" r:id="rId112"/>
    <p:sldId id="1664" r:id="rId113"/>
    <p:sldId id="1744" r:id="rId114"/>
    <p:sldId id="1665" r:id="rId115"/>
    <p:sldId id="1557" r:id="rId116"/>
    <p:sldId id="1558" r:id="rId117"/>
    <p:sldId id="1740" r:id="rId118"/>
    <p:sldId id="1668" r:id="rId119"/>
    <p:sldId id="1669" r:id="rId120"/>
    <p:sldId id="1670" r:id="rId121"/>
    <p:sldId id="1671" r:id="rId122"/>
    <p:sldId id="1672" r:id="rId123"/>
    <p:sldId id="1673" r:id="rId124"/>
    <p:sldId id="1674" r:id="rId125"/>
    <p:sldId id="1675" r:id="rId126"/>
    <p:sldId id="1676" r:id="rId127"/>
    <p:sldId id="1677" r:id="rId128"/>
    <p:sldId id="1678" r:id="rId129"/>
    <p:sldId id="1679" r:id="rId130"/>
    <p:sldId id="1680" r:id="rId131"/>
    <p:sldId id="1681" r:id="rId132"/>
    <p:sldId id="1682" r:id="rId133"/>
    <p:sldId id="1683" r:id="rId134"/>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302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enxi jia" initials="cj" lastIdx="1" clrIdx="0">
    <p:extLst>
      <p:ext uri="{19B8F6BF-5375-455C-9EA6-DF929625EA0E}">
        <p15:presenceInfo xmlns:p15="http://schemas.microsoft.com/office/powerpoint/2012/main" userId="13b6ffb24fd2fa2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FF"/>
    <a:srgbClr val="102B57"/>
    <a:srgbClr val="3399FF"/>
    <a:srgbClr val="0066CC"/>
    <a:srgbClr val="D7E5BE"/>
    <a:srgbClr val="FDEADA"/>
    <a:srgbClr val="FF0066"/>
    <a:srgbClr val="0000CC"/>
    <a:srgbClr val="0000FF"/>
    <a:srgbClr val="99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4C1A8A3-306A-4EB7-A6B1-4F7E0EB9C5D6}" styleName="中度样式 3 - 强调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919" autoAdjust="0"/>
    <p:restoredTop sz="82877" autoAdjust="0"/>
  </p:normalViewPr>
  <p:slideViewPr>
    <p:cSldViewPr>
      <p:cViewPr>
        <p:scale>
          <a:sx n="125" d="100"/>
          <a:sy n="125" d="100"/>
        </p:scale>
        <p:origin x="448" y="328"/>
      </p:cViewPr>
      <p:guideLst>
        <p:guide orient="horz" pos="2160"/>
        <p:guide pos="3024"/>
      </p:guideLst>
    </p:cSldViewPr>
  </p:slideViewPr>
  <p:outlineViewPr>
    <p:cViewPr>
      <p:scale>
        <a:sx n="33" d="100"/>
        <a:sy n="33" d="100"/>
      </p:scale>
      <p:origin x="0" y="0"/>
    </p:cViewPr>
  </p:outlineViewPr>
  <p:notesTextViewPr>
    <p:cViewPr>
      <p:scale>
        <a:sx n="200" d="100"/>
        <a:sy n="2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viewProps" Target="view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notesMaster" Target="notesMasters/notes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commentAuthors" Target="commentAuthor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E35D79A-EB10-4C13-AF2F-9735DB1E8D6A}" type="doc">
      <dgm:prSet loTypeId="urn:microsoft.com/office/officeart/2005/8/layout/cycle1" loCatId="cycle" qsTypeId="urn:microsoft.com/office/officeart/2005/8/quickstyle/simple1" qsCatId="simple" csTypeId="urn:microsoft.com/office/officeart/2005/8/colors/accent1_2" csCatId="accent1"/>
      <dgm:spPr/>
    </dgm:pt>
    <dgm:pt modelId="{1A38A8DD-AAF1-4A68-8188-CE4801E3ABC1}">
      <dgm:prSet custT="1"/>
      <dgm:spPr>
        <a:xfrm>
          <a:off x="1711015" y="175380"/>
          <a:ext cx="971103" cy="971103"/>
        </a:xfrm>
        <a:prstGeom prst="rect">
          <a:avLst/>
        </a:prstGeom>
        <a:noFill/>
        <a:ln>
          <a:noFill/>
        </a:ln>
        <a:effectLst/>
      </dgm:spPr>
      <dgm: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3100" b="0" i="0" u="none" strike="noStrike" kern="1200" cap="none" normalizeH="0" baseline="0" dirty="0">
              <a:ln>
                <a:noFill/>
              </a:ln>
              <a:solidFill>
                <a:srgbClr val="000000"/>
              </a:solidFill>
              <a:effectLst/>
              <a:latin typeface="Arial" panose="020B0604020202020204"/>
              <a:ea typeface="宋体" charset="-122"/>
              <a:cs typeface="+mn-cs"/>
            </a:rPr>
            <a:t>1000</a:t>
          </a:r>
        </a:p>
      </dgm:t>
    </dgm:pt>
    <dgm:pt modelId="{1E8178C6-7ABF-470B-B9E9-532E3F09EC06}" type="parTrans" cxnId="{CBAAF457-673A-473D-A4F6-AC9E58B36C48}">
      <dgm:prSet/>
      <dgm:spPr/>
      <dgm:t>
        <a:bodyPr/>
        <a:lstStyle/>
        <a:p>
          <a:endParaRPr lang="zh-CN" altLang="en-US">
            <a:solidFill>
              <a:schemeClr val="tx1"/>
            </a:solidFill>
          </a:endParaRPr>
        </a:p>
      </dgm:t>
    </dgm:pt>
    <dgm:pt modelId="{EED7DD0E-96AF-4BF2-87DA-361B55F2F99F}" type="sibTrans" cxnId="{CBAAF457-673A-473D-A4F6-AC9E58B36C48}">
      <dgm:prSet/>
      <dgm:spPr>
        <a:xfrm>
          <a:off x="-226" y="114073"/>
          <a:ext cx="2743652" cy="2743652"/>
        </a:xfrm>
        <a:prstGeom prst="circularArrow">
          <a:avLst>
            <a:gd name="adj1" fmla="val 6902"/>
            <a:gd name="adj2" fmla="val 465342"/>
            <a:gd name="adj3" fmla="val 549458"/>
            <a:gd name="adj4" fmla="val 20585200"/>
            <a:gd name="adj5" fmla="val 8052"/>
          </a:avLst>
        </a:prstGeom>
        <a:solidFill>
          <a:srgbClr val="99CCFF">
            <a:hueOff val="0"/>
            <a:satOff val="0"/>
            <a:lumOff val="0"/>
            <a:alphaOff val="0"/>
          </a:srgbClr>
        </a:solidFill>
        <a:ln w="25400" cap="flat" cmpd="sng" algn="ctr">
          <a:solidFill>
            <a:srgbClr val="FFFFFF">
              <a:hueOff val="0"/>
              <a:satOff val="0"/>
              <a:lumOff val="0"/>
              <a:alphaOff val="0"/>
            </a:srgbClr>
          </a:solidFill>
          <a:prstDash val="solid"/>
        </a:ln>
        <a:effectLst/>
      </dgm:spPr>
      <dgm:t>
        <a:bodyPr/>
        <a:lstStyle/>
        <a:p>
          <a:endParaRPr lang="zh-CN" altLang="en-US">
            <a:solidFill>
              <a:schemeClr val="tx1"/>
            </a:solidFill>
          </a:endParaRPr>
        </a:p>
      </dgm:t>
    </dgm:pt>
    <dgm:pt modelId="{676FCE3F-572C-4308-8649-85C4ED3B4EB7}">
      <dgm:prSet/>
      <dgm:spPr>
        <a:xfrm>
          <a:off x="1711015" y="1825315"/>
          <a:ext cx="971103" cy="971103"/>
        </a:xfrm>
        <a:prstGeom prst="rect">
          <a:avLst/>
        </a:prstGeom>
        <a:noFill/>
        <a:ln>
          <a:noFill/>
        </a:ln>
        <a:effectLst/>
      </dgm:spPr>
      <dgm: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b="0" i="0" u="none" strike="noStrike" cap="none" normalizeH="0" baseline="0" dirty="0">
              <a:ln>
                <a:noFill/>
              </a:ln>
              <a:solidFill>
                <a:srgbClr val="000000"/>
              </a:solidFill>
              <a:effectLst/>
              <a:latin typeface="+mj-lt"/>
              <a:ea typeface="宋体" charset="-122"/>
              <a:cs typeface="+mn-cs"/>
            </a:rPr>
            <a:t>0100</a:t>
          </a:r>
        </a:p>
      </dgm:t>
    </dgm:pt>
    <dgm:pt modelId="{7160E1E8-1E32-4122-A1A5-EF06F0FB2D30}" type="parTrans" cxnId="{0E58D926-225D-4667-8A0B-B18A8919B5B4}">
      <dgm:prSet/>
      <dgm:spPr/>
      <dgm:t>
        <a:bodyPr/>
        <a:lstStyle/>
        <a:p>
          <a:endParaRPr lang="zh-CN" altLang="en-US">
            <a:solidFill>
              <a:schemeClr val="tx1"/>
            </a:solidFill>
          </a:endParaRPr>
        </a:p>
      </dgm:t>
    </dgm:pt>
    <dgm:pt modelId="{1F2EFD58-53E7-4DD5-A656-4596D1B83539}" type="sibTrans" cxnId="{0E58D926-225D-4667-8A0B-B18A8919B5B4}">
      <dgm:prSet/>
      <dgm:spPr>
        <a:xfrm>
          <a:off x="-226" y="114073"/>
          <a:ext cx="2743652" cy="2743652"/>
        </a:xfrm>
        <a:prstGeom prst="circularArrow">
          <a:avLst>
            <a:gd name="adj1" fmla="val 6902"/>
            <a:gd name="adj2" fmla="val 465342"/>
            <a:gd name="adj3" fmla="val 5949458"/>
            <a:gd name="adj4" fmla="val 4385200"/>
            <a:gd name="adj5" fmla="val 8052"/>
          </a:avLst>
        </a:prstGeom>
        <a:solidFill>
          <a:srgbClr val="99CCFF">
            <a:hueOff val="0"/>
            <a:satOff val="0"/>
            <a:lumOff val="0"/>
            <a:alphaOff val="0"/>
          </a:srgbClr>
        </a:solidFill>
        <a:ln w="25400" cap="flat" cmpd="sng" algn="ctr">
          <a:solidFill>
            <a:srgbClr val="FFFFFF">
              <a:hueOff val="0"/>
              <a:satOff val="0"/>
              <a:lumOff val="0"/>
              <a:alphaOff val="0"/>
            </a:srgbClr>
          </a:solidFill>
          <a:prstDash val="solid"/>
        </a:ln>
        <a:effectLst/>
      </dgm:spPr>
      <dgm:t>
        <a:bodyPr/>
        <a:lstStyle/>
        <a:p>
          <a:endParaRPr lang="zh-CN" altLang="en-US">
            <a:solidFill>
              <a:schemeClr val="tx1"/>
            </a:solidFill>
          </a:endParaRPr>
        </a:p>
      </dgm:t>
    </dgm:pt>
    <dgm:pt modelId="{7D19C184-34F4-4ACE-AE9B-B951B975F81C}">
      <dgm:prSet custT="1"/>
      <dgm:spPr>
        <a:xfrm>
          <a:off x="61080" y="1825315"/>
          <a:ext cx="971103" cy="971103"/>
        </a:xfrm>
        <a:prstGeom prst="rect">
          <a:avLst/>
        </a:prstGeom>
        <a:noFill/>
        <a:ln>
          <a:noFill/>
        </a:ln>
        <a:effectLst/>
      </dgm:spPr>
      <dgm: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3100" b="0" i="0" u="none" strike="noStrike" kern="1200" cap="none" normalizeH="0" baseline="0" dirty="0">
              <a:ln>
                <a:noFill/>
              </a:ln>
              <a:solidFill>
                <a:srgbClr val="000000"/>
              </a:solidFill>
              <a:effectLst/>
              <a:latin typeface="Arial" panose="020B0604020202020204"/>
              <a:ea typeface="宋体" charset="-122"/>
              <a:cs typeface="+mn-cs"/>
            </a:rPr>
            <a:t>0010</a:t>
          </a:r>
        </a:p>
      </dgm:t>
    </dgm:pt>
    <dgm:pt modelId="{E25CE26F-2EDD-47FB-87FF-23791471B976}" type="parTrans" cxnId="{69A8429F-6027-44E6-B6B7-E53ED5E263BA}">
      <dgm:prSet/>
      <dgm:spPr/>
      <dgm:t>
        <a:bodyPr/>
        <a:lstStyle/>
        <a:p>
          <a:endParaRPr lang="zh-CN" altLang="en-US">
            <a:solidFill>
              <a:schemeClr val="tx1"/>
            </a:solidFill>
          </a:endParaRPr>
        </a:p>
      </dgm:t>
    </dgm:pt>
    <dgm:pt modelId="{6BD73200-B826-4584-B43A-91D5412F7E6B}" type="sibTrans" cxnId="{69A8429F-6027-44E6-B6B7-E53ED5E263BA}">
      <dgm:prSet/>
      <dgm:spPr>
        <a:xfrm>
          <a:off x="-226" y="114073"/>
          <a:ext cx="2743652" cy="2743652"/>
        </a:xfrm>
        <a:prstGeom prst="circularArrow">
          <a:avLst>
            <a:gd name="adj1" fmla="val 6902"/>
            <a:gd name="adj2" fmla="val 465342"/>
            <a:gd name="adj3" fmla="val 11349458"/>
            <a:gd name="adj4" fmla="val 9785200"/>
            <a:gd name="adj5" fmla="val 8052"/>
          </a:avLst>
        </a:prstGeom>
        <a:solidFill>
          <a:srgbClr val="99CCFF">
            <a:hueOff val="0"/>
            <a:satOff val="0"/>
            <a:lumOff val="0"/>
            <a:alphaOff val="0"/>
          </a:srgbClr>
        </a:solidFill>
        <a:ln w="25400" cap="flat" cmpd="sng" algn="ctr">
          <a:solidFill>
            <a:srgbClr val="FFFFFF">
              <a:hueOff val="0"/>
              <a:satOff val="0"/>
              <a:lumOff val="0"/>
              <a:alphaOff val="0"/>
            </a:srgbClr>
          </a:solidFill>
          <a:prstDash val="solid"/>
        </a:ln>
        <a:effectLst/>
      </dgm:spPr>
      <dgm:t>
        <a:bodyPr/>
        <a:lstStyle/>
        <a:p>
          <a:endParaRPr lang="zh-CN" altLang="en-US">
            <a:solidFill>
              <a:schemeClr val="tx1"/>
            </a:solidFill>
          </a:endParaRPr>
        </a:p>
      </dgm:t>
    </dgm:pt>
    <dgm:pt modelId="{9FEB6853-777B-4211-84AF-98F1E110DF9F}">
      <dgm:prSet custT="1"/>
      <dgm:spPr>
        <a:xfrm>
          <a:off x="61080" y="175380"/>
          <a:ext cx="971103" cy="971103"/>
        </a:xfrm>
        <a:prstGeom prst="rect">
          <a:avLst/>
        </a:prstGeom>
        <a:noFill/>
        <a:ln>
          <a:noFill/>
        </a:ln>
        <a:effectLst/>
      </dgm:spPr>
      <dgm: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3100" b="0" i="0" u="none" strike="noStrike" kern="1200" cap="none" normalizeH="0" baseline="0" dirty="0">
              <a:ln>
                <a:noFill/>
              </a:ln>
              <a:solidFill>
                <a:srgbClr val="000000"/>
              </a:solidFill>
              <a:effectLst/>
              <a:latin typeface="Arial" panose="020B0604020202020204"/>
              <a:ea typeface="宋体" charset="-122"/>
              <a:cs typeface="+mn-cs"/>
            </a:rPr>
            <a:t>0001</a:t>
          </a:r>
        </a:p>
      </dgm:t>
    </dgm:pt>
    <dgm:pt modelId="{9322C7AE-CCB8-43B4-B523-0A7A8E8FFBAB}" type="parTrans" cxnId="{3E21228E-F830-4498-8500-93512EB7090B}">
      <dgm:prSet/>
      <dgm:spPr/>
      <dgm:t>
        <a:bodyPr/>
        <a:lstStyle/>
        <a:p>
          <a:endParaRPr lang="zh-CN" altLang="en-US">
            <a:solidFill>
              <a:schemeClr val="tx1"/>
            </a:solidFill>
          </a:endParaRPr>
        </a:p>
      </dgm:t>
    </dgm:pt>
    <dgm:pt modelId="{EF4D62B4-02B7-407A-8DB3-A554DF2BA8E0}" type="sibTrans" cxnId="{3E21228E-F830-4498-8500-93512EB7090B}">
      <dgm:prSet/>
      <dgm:spPr>
        <a:xfrm>
          <a:off x="-226" y="114073"/>
          <a:ext cx="2743652" cy="2743652"/>
        </a:xfrm>
        <a:prstGeom prst="circularArrow">
          <a:avLst>
            <a:gd name="adj1" fmla="val 6902"/>
            <a:gd name="adj2" fmla="val 465342"/>
            <a:gd name="adj3" fmla="val 16749458"/>
            <a:gd name="adj4" fmla="val 15185200"/>
            <a:gd name="adj5" fmla="val 8052"/>
          </a:avLst>
        </a:prstGeom>
        <a:solidFill>
          <a:srgbClr val="99CCFF">
            <a:hueOff val="0"/>
            <a:satOff val="0"/>
            <a:lumOff val="0"/>
            <a:alphaOff val="0"/>
          </a:srgbClr>
        </a:solidFill>
        <a:ln w="25400" cap="flat" cmpd="sng" algn="ctr">
          <a:solidFill>
            <a:srgbClr val="FFFFFF">
              <a:hueOff val="0"/>
              <a:satOff val="0"/>
              <a:lumOff val="0"/>
              <a:alphaOff val="0"/>
            </a:srgbClr>
          </a:solidFill>
          <a:prstDash val="solid"/>
        </a:ln>
        <a:effectLst/>
      </dgm:spPr>
      <dgm:t>
        <a:bodyPr/>
        <a:lstStyle/>
        <a:p>
          <a:endParaRPr lang="zh-CN" altLang="en-US">
            <a:solidFill>
              <a:schemeClr val="tx1"/>
            </a:solidFill>
          </a:endParaRPr>
        </a:p>
      </dgm:t>
    </dgm:pt>
    <dgm:pt modelId="{55182AFB-1705-4955-BE83-43AB67DB8E7B}" type="pres">
      <dgm:prSet presAssocID="{4E35D79A-EB10-4C13-AF2F-9735DB1E8D6A}" presName="cycle" presStyleCnt="0">
        <dgm:presLayoutVars>
          <dgm:dir/>
          <dgm:resizeHandles val="exact"/>
        </dgm:presLayoutVars>
      </dgm:prSet>
      <dgm:spPr/>
    </dgm:pt>
    <dgm:pt modelId="{A50C857B-EEF0-4AF0-ADA7-B663D8EA6A57}" type="pres">
      <dgm:prSet presAssocID="{1A38A8DD-AAF1-4A68-8188-CE4801E3ABC1}" presName="dummy" presStyleCnt="0"/>
      <dgm:spPr/>
    </dgm:pt>
    <dgm:pt modelId="{75B20E5A-248D-495F-9D59-644D0715C1DF}" type="pres">
      <dgm:prSet presAssocID="{1A38A8DD-AAF1-4A68-8188-CE4801E3ABC1}" presName="node" presStyleLbl="revTx" presStyleIdx="0" presStyleCnt="4">
        <dgm:presLayoutVars>
          <dgm:bulletEnabled val="1"/>
        </dgm:presLayoutVars>
      </dgm:prSet>
      <dgm:spPr/>
    </dgm:pt>
    <dgm:pt modelId="{4B4D11CE-E718-4211-9334-06FA8D004AF5}" type="pres">
      <dgm:prSet presAssocID="{EED7DD0E-96AF-4BF2-87DA-361B55F2F99F}" presName="sibTrans" presStyleLbl="node1" presStyleIdx="0" presStyleCnt="4"/>
      <dgm:spPr/>
    </dgm:pt>
    <dgm:pt modelId="{6ACC78A3-4B5B-421D-B2E2-FC9F40F43942}" type="pres">
      <dgm:prSet presAssocID="{676FCE3F-572C-4308-8649-85C4ED3B4EB7}" presName="dummy" presStyleCnt="0"/>
      <dgm:spPr/>
    </dgm:pt>
    <dgm:pt modelId="{CC5B9981-06CC-4758-81E2-74B74E5E72CE}" type="pres">
      <dgm:prSet presAssocID="{676FCE3F-572C-4308-8649-85C4ED3B4EB7}" presName="node" presStyleLbl="revTx" presStyleIdx="1" presStyleCnt="4">
        <dgm:presLayoutVars>
          <dgm:bulletEnabled val="1"/>
        </dgm:presLayoutVars>
      </dgm:prSet>
      <dgm:spPr/>
    </dgm:pt>
    <dgm:pt modelId="{85258449-71BC-4247-A4AF-2F42F6EB76F9}" type="pres">
      <dgm:prSet presAssocID="{1F2EFD58-53E7-4DD5-A656-4596D1B83539}" presName="sibTrans" presStyleLbl="node1" presStyleIdx="1" presStyleCnt="4"/>
      <dgm:spPr/>
    </dgm:pt>
    <dgm:pt modelId="{50B59A9A-F53C-43C2-8DE5-0F80DA5C8A8B}" type="pres">
      <dgm:prSet presAssocID="{7D19C184-34F4-4ACE-AE9B-B951B975F81C}" presName="dummy" presStyleCnt="0"/>
      <dgm:spPr/>
    </dgm:pt>
    <dgm:pt modelId="{C4E0C3DD-9B60-4C37-A303-C7FA7FBB36A2}" type="pres">
      <dgm:prSet presAssocID="{7D19C184-34F4-4ACE-AE9B-B951B975F81C}" presName="node" presStyleLbl="revTx" presStyleIdx="2" presStyleCnt="4">
        <dgm:presLayoutVars>
          <dgm:bulletEnabled val="1"/>
        </dgm:presLayoutVars>
      </dgm:prSet>
      <dgm:spPr/>
    </dgm:pt>
    <dgm:pt modelId="{5DA73882-25C4-446F-9D63-B8DA1994A1E0}" type="pres">
      <dgm:prSet presAssocID="{6BD73200-B826-4584-B43A-91D5412F7E6B}" presName="sibTrans" presStyleLbl="node1" presStyleIdx="2" presStyleCnt="4"/>
      <dgm:spPr/>
    </dgm:pt>
    <dgm:pt modelId="{5176FB5E-0614-4C1F-B5AB-C3DBB58DDACC}" type="pres">
      <dgm:prSet presAssocID="{9FEB6853-777B-4211-84AF-98F1E110DF9F}" presName="dummy" presStyleCnt="0"/>
      <dgm:spPr/>
    </dgm:pt>
    <dgm:pt modelId="{AAC79961-8BB4-4B05-AE28-E805076E3D72}" type="pres">
      <dgm:prSet presAssocID="{9FEB6853-777B-4211-84AF-98F1E110DF9F}" presName="node" presStyleLbl="revTx" presStyleIdx="3" presStyleCnt="4">
        <dgm:presLayoutVars>
          <dgm:bulletEnabled val="1"/>
        </dgm:presLayoutVars>
      </dgm:prSet>
      <dgm:spPr/>
    </dgm:pt>
    <dgm:pt modelId="{DE632B15-0E57-4C7B-B8A1-0118DAF295FC}" type="pres">
      <dgm:prSet presAssocID="{EF4D62B4-02B7-407A-8DB3-A554DF2BA8E0}" presName="sibTrans" presStyleLbl="node1" presStyleIdx="3" presStyleCnt="4"/>
      <dgm:spPr/>
    </dgm:pt>
  </dgm:ptLst>
  <dgm:cxnLst>
    <dgm:cxn modelId="{0E58D926-225D-4667-8A0B-B18A8919B5B4}" srcId="{4E35D79A-EB10-4C13-AF2F-9735DB1E8D6A}" destId="{676FCE3F-572C-4308-8649-85C4ED3B4EB7}" srcOrd="1" destOrd="0" parTransId="{7160E1E8-1E32-4122-A1A5-EF06F0FB2D30}" sibTransId="{1F2EFD58-53E7-4DD5-A656-4596D1B83539}"/>
    <dgm:cxn modelId="{CBAAF457-673A-473D-A4F6-AC9E58B36C48}" srcId="{4E35D79A-EB10-4C13-AF2F-9735DB1E8D6A}" destId="{1A38A8DD-AAF1-4A68-8188-CE4801E3ABC1}" srcOrd="0" destOrd="0" parTransId="{1E8178C6-7ABF-470B-B9E9-532E3F09EC06}" sibTransId="{EED7DD0E-96AF-4BF2-87DA-361B55F2F99F}"/>
    <dgm:cxn modelId="{66A4B25C-6287-4668-A5FC-06C9DE9862AC}" type="presOf" srcId="{EED7DD0E-96AF-4BF2-87DA-361B55F2F99F}" destId="{4B4D11CE-E718-4211-9334-06FA8D004AF5}" srcOrd="0" destOrd="0" presId="urn:microsoft.com/office/officeart/2005/8/layout/cycle1"/>
    <dgm:cxn modelId="{62E9B983-C66C-4C2A-B6EE-5962CC30E6D4}" type="presOf" srcId="{EF4D62B4-02B7-407A-8DB3-A554DF2BA8E0}" destId="{DE632B15-0E57-4C7B-B8A1-0118DAF295FC}" srcOrd="0" destOrd="0" presId="urn:microsoft.com/office/officeart/2005/8/layout/cycle1"/>
    <dgm:cxn modelId="{3E21228E-F830-4498-8500-93512EB7090B}" srcId="{4E35D79A-EB10-4C13-AF2F-9735DB1E8D6A}" destId="{9FEB6853-777B-4211-84AF-98F1E110DF9F}" srcOrd="3" destOrd="0" parTransId="{9322C7AE-CCB8-43B4-B523-0A7A8E8FFBAB}" sibTransId="{EF4D62B4-02B7-407A-8DB3-A554DF2BA8E0}"/>
    <dgm:cxn modelId="{14D3DA90-DA76-45AD-B07A-D9ED4529F4AE}" type="presOf" srcId="{7D19C184-34F4-4ACE-AE9B-B951B975F81C}" destId="{C4E0C3DD-9B60-4C37-A303-C7FA7FBB36A2}" srcOrd="0" destOrd="0" presId="urn:microsoft.com/office/officeart/2005/8/layout/cycle1"/>
    <dgm:cxn modelId="{CD4B099E-3D29-4286-981D-4AF0B1FE455D}" type="presOf" srcId="{676FCE3F-572C-4308-8649-85C4ED3B4EB7}" destId="{CC5B9981-06CC-4758-81E2-74B74E5E72CE}" srcOrd="0" destOrd="0" presId="urn:microsoft.com/office/officeart/2005/8/layout/cycle1"/>
    <dgm:cxn modelId="{69A8429F-6027-44E6-B6B7-E53ED5E263BA}" srcId="{4E35D79A-EB10-4C13-AF2F-9735DB1E8D6A}" destId="{7D19C184-34F4-4ACE-AE9B-B951B975F81C}" srcOrd="2" destOrd="0" parTransId="{E25CE26F-2EDD-47FB-87FF-23791471B976}" sibTransId="{6BD73200-B826-4584-B43A-91D5412F7E6B}"/>
    <dgm:cxn modelId="{B2B598A6-3502-4A2F-A3DF-FB32070D9116}" type="presOf" srcId="{1F2EFD58-53E7-4DD5-A656-4596D1B83539}" destId="{85258449-71BC-4247-A4AF-2F42F6EB76F9}" srcOrd="0" destOrd="0" presId="urn:microsoft.com/office/officeart/2005/8/layout/cycle1"/>
    <dgm:cxn modelId="{8FBAADB5-3EB5-4185-A4D7-26C4B7BCE62B}" type="presOf" srcId="{9FEB6853-777B-4211-84AF-98F1E110DF9F}" destId="{AAC79961-8BB4-4B05-AE28-E805076E3D72}" srcOrd="0" destOrd="0" presId="urn:microsoft.com/office/officeart/2005/8/layout/cycle1"/>
    <dgm:cxn modelId="{20CBCCBD-098A-4DBE-8822-CDA236D6BC31}" type="presOf" srcId="{1A38A8DD-AAF1-4A68-8188-CE4801E3ABC1}" destId="{75B20E5A-248D-495F-9D59-644D0715C1DF}" srcOrd="0" destOrd="0" presId="urn:microsoft.com/office/officeart/2005/8/layout/cycle1"/>
    <dgm:cxn modelId="{7628E6C4-C48B-45C2-ABF7-C24BFC6097B8}" type="presOf" srcId="{6BD73200-B826-4584-B43A-91D5412F7E6B}" destId="{5DA73882-25C4-446F-9D63-B8DA1994A1E0}" srcOrd="0" destOrd="0" presId="urn:microsoft.com/office/officeart/2005/8/layout/cycle1"/>
    <dgm:cxn modelId="{B740B5DE-9676-4005-99DC-BE7E104A7D58}" type="presOf" srcId="{4E35D79A-EB10-4C13-AF2F-9735DB1E8D6A}" destId="{55182AFB-1705-4955-BE83-43AB67DB8E7B}" srcOrd="0" destOrd="0" presId="urn:microsoft.com/office/officeart/2005/8/layout/cycle1"/>
    <dgm:cxn modelId="{199F8452-96DB-4F37-9DA6-66FE85A3F40C}" type="presParOf" srcId="{55182AFB-1705-4955-BE83-43AB67DB8E7B}" destId="{A50C857B-EEF0-4AF0-ADA7-B663D8EA6A57}" srcOrd="0" destOrd="0" presId="urn:microsoft.com/office/officeart/2005/8/layout/cycle1"/>
    <dgm:cxn modelId="{10DE2356-C0B9-4C5A-9D0B-7BA6E074E6F0}" type="presParOf" srcId="{55182AFB-1705-4955-BE83-43AB67DB8E7B}" destId="{75B20E5A-248D-495F-9D59-644D0715C1DF}" srcOrd="1" destOrd="0" presId="urn:microsoft.com/office/officeart/2005/8/layout/cycle1"/>
    <dgm:cxn modelId="{2F33C5BA-F088-4194-AB99-6AF8D3488028}" type="presParOf" srcId="{55182AFB-1705-4955-BE83-43AB67DB8E7B}" destId="{4B4D11CE-E718-4211-9334-06FA8D004AF5}" srcOrd="2" destOrd="0" presId="urn:microsoft.com/office/officeart/2005/8/layout/cycle1"/>
    <dgm:cxn modelId="{B1FFB23B-60C4-4042-AB7D-1682B7A45A59}" type="presParOf" srcId="{55182AFB-1705-4955-BE83-43AB67DB8E7B}" destId="{6ACC78A3-4B5B-421D-B2E2-FC9F40F43942}" srcOrd="3" destOrd="0" presId="urn:microsoft.com/office/officeart/2005/8/layout/cycle1"/>
    <dgm:cxn modelId="{66EA2FBC-DC52-4681-8DA9-F4EC4AB812CE}" type="presParOf" srcId="{55182AFB-1705-4955-BE83-43AB67DB8E7B}" destId="{CC5B9981-06CC-4758-81E2-74B74E5E72CE}" srcOrd="4" destOrd="0" presId="urn:microsoft.com/office/officeart/2005/8/layout/cycle1"/>
    <dgm:cxn modelId="{09B6ABD1-E663-491D-ACD2-10F7DCA95DA4}" type="presParOf" srcId="{55182AFB-1705-4955-BE83-43AB67DB8E7B}" destId="{85258449-71BC-4247-A4AF-2F42F6EB76F9}" srcOrd="5" destOrd="0" presId="urn:microsoft.com/office/officeart/2005/8/layout/cycle1"/>
    <dgm:cxn modelId="{D948213E-41F2-4949-B19A-B27A2CBE59DD}" type="presParOf" srcId="{55182AFB-1705-4955-BE83-43AB67DB8E7B}" destId="{50B59A9A-F53C-43C2-8DE5-0F80DA5C8A8B}" srcOrd="6" destOrd="0" presId="urn:microsoft.com/office/officeart/2005/8/layout/cycle1"/>
    <dgm:cxn modelId="{3127C5E1-C8F5-41D1-810C-3FC4DC293398}" type="presParOf" srcId="{55182AFB-1705-4955-BE83-43AB67DB8E7B}" destId="{C4E0C3DD-9B60-4C37-A303-C7FA7FBB36A2}" srcOrd="7" destOrd="0" presId="urn:microsoft.com/office/officeart/2005/8/layout/cycle1"/>
    <dgm:cxn modelId="{5B5C85C7-4624-4D66-8FE0-1A6343E628BE}" type="presParOf" srcId="{55182AFB-1705-4955-BE83-43AB67DB8E7B}" destId="{5DA73882-25C4-446F-9D63-B8DA1994A1E0}" srcOrd="8" destOrd="0" presId="urn:microsoft.com/office/officeart/2005/8/layout/cycle1"/>
    <dgm:cxn modelId="{A21E19FA-5184-4128-99E7-9C6AFC5C9E36}" type="presParOf" srcId="{55182AFB-1705-4955-BE83-43AB67DB8E7B}" destId="{5176FB5E-0614-4C1F-B5AB-C3DBB58DDACC}" srcOrd="9" destOrd="0" presId="urn:microsoft.com/office/officeart/2005/8/layout/cycle1"/>
    <dgm:cxn modelId="{4994D4EB-2830-4FBB-9C0E-62A5F63BA78A}" type="presParOf" srcId="{55182AFB-1705-4955-BE83-43AB67DB8E7B}" destId="{AAC79961-8BB4-4B05-AE28-E805076E3D72}" srcOrd="10" destOrd="0" presId="urn:microsoft.com/office/officeart/2005/8/layout/cycle1"/>
    <dgm:cxn modelId="{A4688F1B-4D07-4DBC-B9FF-CDFE821C1695}" type="presParOf" srcId="{55182AFB-1705-4955-BE83-43AB67DB8E7B}" destId="{DE632B15-0E57-4C7B-B8A1-0118DAF295FC}" srcOrd="11" destOrd="0" presId="urn:microsoft.com/office/officeart/2005/8/layout/cycle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52BD868-C4DC-4F7B-9815-C7B0AF55ABF3}" type="doc">
      <dgm:prSet loTypeId="urn:microsoft.com/office/officeart/2005/8/layout/cycle1" loCatId="cycle" qsTypeId="urn:microsoft.com/office/officeart/2005/8/quickstyle/simple1" qsCatId="simple" csTypeId="urn:microsoft.com/office/officeart/2005/8/colors/accent1_2" csCatId="accent1"/>
      <dgm:spPr/>
    </dgm:pt>
    <dgm:pt modelId="{97B8D889-1A72-4542-AFAC-4442E3FC9C0E}">
      <dgm:prSet/>
      <dgm:spPr>
        <a:xfrm>
          <a:off x="1818944" y="307026"/>
          <a:ext cx="1032359" cy="1032359"/>
        </a:xfrm>
        <a:prstGeom prst="rect">
          <a:avLst/>
        </a:prstGeom>
        <a:noFill/>
        <a:ln>
          <a:noFill/>
        </a:ln>
        <a:effectLst/>
      </dgm:spPr>
      <dgm: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b="0" i="0" u="none" strike="noStrike" cap="none" normalizeH="0" baseline="0" dirty="0">
              <a:ln>
                <a:noFill/>
              </a:ln>
              <a:solidFill>
                <a:srgbClr val="9999FF">
                  <a:lumMod val="50000"/>
                </a:srgbClr>
              </a:solidFill>
              <a:effectLst/>
              <a:latin typeface="+mn-lt"/>
              <a:ea typeface="宋体" charset="-122"/>
              <a:cs typeface="+mn-cs"/>
            </a:rPr>
            <a:t>0011</a:t>
          </a:r>
        </a:p>
      </dgm:t>
    </dgm:pt>
    <dgm:pt modelId="{289537F4-DD13-4182-B284-79A99A02EE94}" type="parTrans" cxnId="{6447E297-9C03-4CB0-B1B3-84160DCA92C7}">
      <dgm:prSet/>
      <dgm:spPr/>
      <dgm:t>
        <a:bodyPr/>
        <a:lstStyle/>
        <a:p>
          <a:endParaRPr lang="en-US">
            <a:latin typeface="+mn-lt"/>
          </a:endParaRPr>
        </a:p>
      </dgm:t>
    </dgm:pt>
    <dgm:pt modelId="{34151CCC-A21F-48BD-A911-A52513C53C3B}" type="sibTrans" cxnId="{6447E297-9C03-4CB0-B1B3-84160DCA92C7}">
      <dgm:prSet/>
      <dgm:spPr>
        <a:xfrm>
          <a:off x="-241" y="241852"/>
          <a:ext cx="2916719" cy="2916719"/>
        </a:xfrm>
        <a:prstGeom prst="circularArrow">
          <a:avLst>
            <a:gd name="adj1" fmla="val 6902"/>
            <a:gd name="adj2" fmla="val 465342"/>
            <a:gd name="adj3" fmla="val 549458"/>
            <a:gd name="adj4" fmla="val 20585200"/>
            <a:gd name="adj5" fmla="val 8052"/>
          </a:avLst>
        </a:prstGeom>
        <a:solidFill>
          <a:srgbClr val="99CCFF">
            <a:hueOff val="0"/>
            <a:satOff val="0"/>
            <a:lumOff val="0"/>
            <a:alphaOff val="0"/>
          </a:srgbClr>
        </a:solidFill>
        <a:ln w="25400" cap="flat" cmpd="sng" algn="ctr">
          <a:solidFill>
            <a:srgbClr val="FFFFFF">
              <a:hueOff val="0"/>
              <a:satOff val="0"/>
              <a:lumOff val="0"/>
              <a:alphaOff val="0"/>
            </a:srgbClr>
          </a:solidFill>
          <a:prstDash val="solid"/>
        </a:ln>
        <a:effectLst/>
      </dgm:spPr>
      <dgm:t>
        <a:bodyPr/>
        <a:lstStyle/>
        <a:p>
          <a:endParaRPr lang="en-US">
            <a:latin typeface="+mn-lt"/>
          </a:endParaRPr>
        </a:p>
      </dgm:t>
    </dgm:pt>
    <dgm:pt modelId="{407BC9C0-6545-419D-9624-CC7F1B822152}">
      <dgm:prSet/>
      <dgm:spPr>
        <a:xfrm>
          <a:off x="1818944" y="2061038"/>
          <a:ext cx="1032359" cy="1032359"/>
        </a:xfrm>
        <a:prstGeom prst="rect">
          <a:avLst/>
        </a:prstGeom>
        <a:noFill/>
        <a:ln>
          <a:noFill/>
        </a:ln>
        <a:effectLst/>
      </dgm:spPr>
      <dgm: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b="0" i="0" u="none" strike="noStrike" cap="none" normalizeH="0" baseline="0" dirty="0">
              <a:ln>
                <a:noFill/>
              </a:ln>
              <a:solidFill>
                <a:srgbClr val="9999FF">
                  <a:lumMod val="50000"/>
                </a:srgbClr>
              </a:solidFill>
              <a:effectLst/>
              <a:latin typeface="+mn-lt"/>
              <a:ea typeface="宋体" charset="-122"/>
              <a:cs typeface="+mn-cs"/>
            </a:rPr>
            <a:t>1001</a:t>
          </a:r>
        </a:p>
      </dgm:t>
    </dgm:pt>
    <dgm:pt modelId="{7D25BF4E-F609-4F7B-8010-3469C435B280}" type="parTrans" cxnId="{8484D162-CF00-4806-A602-2B67E4D1BC25}">
      <dgm:prSet/>
      <dgm:spPr/>
      <dgm:t>
        <a:bodyPr/>
        <a:lstStyle/>
        <a:p>
          <a:endParaRPr lang="en-US">
            <a:latin typeface="+mn-lt"/>
          </a:endParaRPr>
        </a:p>
      </dgm:t>
    </dgm:pt>
    <dgm:pt modelId="{7196A1A5-E2D3-4B7F-ABBA-AA4B9596F0BE}" type="sibTrans" cxnId="{8484D162-CF00-4806-A602-2B67E4D1BC25}">
      <dgm:prSet/>
      <dgm:spPr>
        <a:xfrm>
          <a:off x="-241" y="241852"/>
          <a:ext cx="2916719" cy="2916719"/>
        </a:xfrm>
        <a:prstGeom prst="circularArrow">
          <a:avLst>
            <a:gd name="adj1" fmla="val 6902"/>
            <a:gd name="adj2" fmla="val 465342"/>
            <a:gd name="adj3" fmla="val 5949458"/>
            <a:gd name="adj4" fmla="val 4385200"/>
            <a:gd name="adj5" fmla="val 8052"/>
          </a:avLst>
        </a:prstGeom>
        <a:solidFill>
          <a:srgbClr val="99CCFF">
            <a:hueOff val="0"/>
            <a:satOff val="0"/>
            <a:lumOff val="0"/>
            <a:alphaOff val="0"/>
          </a:srgbClr>
        </a:solidFill>
        <a:ln w="25400" cap="flat" cmpd="sng" algn="ctr">
          <a:solidFill>
            <a:srgbClr val="FFFFFF">
              <a:hueOff val="0"/>
              <a:satOff val="0"/>
              <a:lumOff val="0"/>
              <a:alphaOff val="0"/>
            </a:srgbClr>
          </a:solidFill>
          <a:prstDash val="solid"/>
        </a:ln>
        <a:effectLst/>
      </dgm:spPr>
      <dgm:t>
        <a:bodyPr/>
        <a:lstStyle/>
        <a:p>
          <a:endParaRPr lang="en-US">
            <a:latin typeface="+mn-lt"/>
          </a:endParaRPr>
        </a:p>
      </dgm:t>
    </dgm:pt>
    <dgm:pt modelId="{59E004BA-CEDB-446C-890E-195072944F26}">
      <dgm:prSet/>
      <dgm:spPr>
        <a:xfrm>
          <a:off x="64932" y="2061038"/>
          <a:ext cx="1032359" cy="1032359"/>
        </a:xfrm>
        <a:prstGeom prst="rect">
          <a:avLst/>
        </a:prstGeom>
        <a:noFill/>
        <a:ln>
          <a:noFill/>
        </a:ln>
        <a:effectLst/>
      </dgm:spPr>
      <dgm: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b="0" i="0" u="none" strike="noStrike" cap="none" normalizeH="0" baseline="0" dirty="0">
              <a:ln>
                <a:noFill/>
              </a:ln>
              <a:solidFill>
                <a:srgbClr val="9999FF">
                  <a:lumMod val="50000"/>
                </a:srgbClr>
              </a:solidFill>
              <a:effectLst/>
              <a:latin typeface="+mn-lt"/>
              <a:ea typeface="宋体" charset="-122"/>
              <a:cs typeface="+mn-cs"/>
            </a:rPr>
            <a:t>1100</a:t>
          </a:r>
        </a:p>
      </dgm:t>
    </dgm:pt>
    <dgm:pt modelId="{9125125D-759F-4C02-9EC7-85DB36052DB8}" type="parTrans" cxnId="{ACC36A43-40D1-4F10-B0F8-146BF1D91193}">
      <dgm:prSet/>
      <dgm:spPr/>
      <dgm:t>
        <a:bodyPr/>
        <a:lstStyle/>
        <a:p>
          <a:endParaRPr lang="en-US">
            <a:latin typeface="+mn-lt"/>
          </a:endParaRPr>
        </a:p>
      </dgm:t>
    </dgm:pt>
    <dgm:pt modelId="{BD8614F4-9BBC-4697-86EB-AE77ECE55699}" type="sibTrans" cxnId="{ACC36A43-40D1-4F10-B0F8-146BF1D91193}">
      <dgm:prSet/>
      <dgm:spPr>
        <a:xfrm>
          <a:off x="-241" y="241852"/>
          <a:ext cx="2916719" cy="2916719"/>
        </a:xfrm>
        <a:prstGeom prst="circularArrow">
          <a:avLst>
            <a:gd name="adj1" fmla="val 6902"/>
            <a:gd name="adj2" fmla="val 465342"/>
            <a:gd name="adj3" fmla="val 11349458"/>
            <a:gd name="adj4" fmla="val 9785200"/>
            <a:gd name="adj5" fmla="val 8052"/>
          </a:avLst>
        </a:prstGeom>
        <a:solidFill>
          <a:srgbClr val="99CCFF">
            <a:hueOff val="0"/>
            <a:satOff val="0"/>
            <a:lumOff val="0"/>
            <a:alphaOff val="0"/>
          </a:srgbClr>
        </a:solidFill>
        <a:ln w="25400" cap="flat" cmpd="sng" algn="ctr">
          <a:solidFill>
            <a:srgbClr val="FFFFFF">
              <a:hueOff val="0"/>
              <a:satOff val="0"/>
              <a:lumOff val="0"/>
              <a:alphaOff val="0"/>
            </a:srgbClr>
          </a:solidFill>
          <a:prstDash val="solid"/>
        </a:ln>
        <a:effectLst/>
      </dgm:spPr>
      <dgm:t>
        <a:bodyPr/>
        <a:lstStyle/>
        <a:p>
          <a:endParaRPr lang="en-US">
            <a:latin typeface="+mn-lt"/>
          </a:endParaRPr>
        </a:p>
      </dgm:t>
    </dgm:pt>
    <dgm:pt modelId="{F98C7145-58E7-485B-B640-465C4493253F}">
      <dgm:prSet/>
      <dgm:spPr>
        <a:xfrm>
          <a:off x="64932" y="307026"/>
          <a:ext cx="1032359" cy="1032359"/>
        </a:xfrm>
        <a:prstGeom prst="rect">
          <a:avLst/>
        </a:prstGeom>
        <a:noFill/>
        <a:ln>
          <a:noFill/>
        </a:ln>
        <a:effectLst/>
      </dgm:spPr>
      <dgm: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b="0" i="0" u="none" strike="noStrike" cap="none" normalizeH="0" baseline="0" dirty="0">
              <a:ln>
                <a:noFill/>
              </a:ln>
              <a:solidFill>
                <a:srgbClr val="9999FF">
                  <a:lumMod val="50000"/>
                </a:srgbClr>
              </a:solidFill>
              <a:effectLst/>
              <a:latin typeface="+mn-lt"/>
              <a:ea typeface="宋体" charset="-122"/>
              <a:cs typeface="+mn-cs"/>
            </a:rPr>
            <a:t>0110</a:t>
          </a:r>
        </a:p>
      </dgm:t>
    </dgm:pt>
    <dgm:pt modelId="{9D6713D6-3A51-4AD4-A235-B3A3D0F9C9E6}" type="parTrans" cxnId="{8E84F85C-F866-406B-B8F2-ABC8A7D355B6}">
      <dgm:prSet/>
      <dgm:spPr/>
      <dgm:t>
        <a:bodyPr/>
        <a:lstStyle/>
        <a:p>
          <a:endParaRPr lang="en-US">
            <a:latin typeface="+mn-lt"/>
          </a:endParaRPr>
        </a:p>
      </dgm:t>
    </dgm:pt>
    <dgm:pt modelId="{953784C9-60CE-4C1B-98AF-724BBECB7EBF}" type="sibTrans" cxnId="{8E84F85C-F866-406B-B8F2-ABC8A7D355B6}">
      <dgm:prSet/>
      <dgm:spPr>
        <a:xfrm>
          <a:off x="-241" y="241852"/>
          <a:ext cx="2916719" cy="2916719"/>
        </a:xfrm>
        <a:prstGeom prst="circularArrow">
          <a:avLst>
            <a:gd name="adj1" fmla="val 6902"/>
            <a:gd name="adj2" fmla="val 465342"/>
            <a:gd name="adj3" fmla="val 16749458"/>
            <a:gd name="adj4" fmla="val 15185200"/>
            <a:gd name="adj5" fmla="val 8052"/>
          </a:avLst>
        </a:prstGeom>
        <a:solidFill>
          <a:srgbClr val="99CCFF">
            <a:hueOff val="0"/>
            <a:satOff val="0"/>
            <a:lumOff val="0"/>
            <a:alphaOff val="0"/>
          </a:srgbClr>
        </a:solidFill>
        <a:ln w="25400" cap="flat" cmpd="sng" algn="ctr">
          <a:solidFill>
            <a:srgbClr val="FFFFFF">
              <a:hueOff val="0"/>
              <a:satOff val="0"/>
              <a:lumOff val="0"/>
              <a:alphaOff val="0"/>
            </a:srgbClr>
          </a:solidFill>
          <a:prstDash val="solid"/>
        </a:ln>
        <a:effectLst/>
      </dgm:spPr>
      <dgm:t>
        <a:bodyPr/>
        <a:lstStyle/>
        <a:p>
          <a:endParaRPr lang="en-US">
            <a:latin typeface="+mn-lt"/>
          </a:endParaRPr>
        </a:p>
      </dgm:t>
    </dgm:pt>
    <dgm:pt modelId="{BBA75A37-4B6D-4915-AC11-4A4EE47292A9}" type="pres">
      <dgm:prSet presAssocID="{752BD868-C4DC-4F7B-9815-C7B0AF55ABF3}" presName="cycle" presStyleCnt="0">
        <dgm:presLayoutVars>
          <dgm:dir/>
          <dgm:resizeHandles val="exact"/>
        </dgm:presLayoutVars>
      </dgm:prSet>
      <dgm:spPr/>
    </dgm:pt>
    <dgm:pt modelId="{365DA88B-53A3-4A21-8376-B726F30C9DA0}" type="pres">
      <dgm:prSet presAssocID="{97B8D889-1A72-4542-AFAC-4442E3FC9C0E}" presName="dummy" presStyleCnt="0"/>
      <dgm:spPr/>
    </dgm:pt>
    <dgm:pt modelId="{09BB0F69-DE8E-43D9-A5EB-9E2060E412ED}" type="pres">
      <dgm:prSet presAssocID="{97B8D889-1A72-4542-AFAC-4442E3FC9C0E}" presName="node" presStyleLbl="revTx" presStyleIdx="0" presStyleCnt="4">
        <dgm:presLayoutVars>
          <dgm:bulletEnabled val="1"/>
        </dgm:presLayoutVars>
      </dgm:prSet>
      <dgm:spPr/>
    </dgm:pt>
    <dgm:pt modelId="{AE948D5C-79D1-493A-95B9-D629D308F594}" type="pres">
      <dgm:prSet presAssocID="{34151CCC-A21F-48BD-A911-A52513C53C3B}" presName="sibTrans" presStyleLbl="node1" presStyleIdx="0" presStyleCnt="4"/>
      <dgm:spPr/>
    </dgm:pt>
    <dgm:pt modelId="{FD0B6BC6-3BAB-414B-AFEC-9E7C9CB2B8BE}" type="pres">
      <dgm:prSet presAssocID="{407BC9C0-6545-419D-9624-CC7F1B822152}" presName="dummy" presStyleCnt="0"/>
      <dgm:spPr/>
    </dgm:pt>
    <dgm:pt modelId="{03D5AEBA-DE42-403B-AC79-8E3C43F30431}" type="pres">
      <dgm:prSet presAssocID="{407BC9C0-6545-419D-9624-CC7F1B822152}" presName="node" presStyleLbl="revTx" presStyleIdx="1" presStyleCnt="4">
        <dgm:presLayoutVars>
          <dgm:bulletEnabled val="1"/>
        </dgm:presLayoutVars>
      </dgm:prSet>
      <dgm:spPr/>
    </dgm:pt>
    <dgm:pt modelId="{EAE3CC3E-282B-4ABC-9A33-9F02C41E5570}" type="pres">
      <dgm:prSet presAssocID="{7196A1A5-E2D3-4B7F-ABBA-AA4B9596F0BE}" presName="sibTrans" presStyleLbl="node1" presStyleIdx="1" presStyleCnt="4"/>
      <dgm:spPr/>
    </dgm:pt>
    <dgm:pt modelId="{F0CFE234-96A9-4458-93E3-2E9CA75151FE}" type="pres">
      <dgm:prSet presAssocID="{59E004BA-CEDB-446C-890E-195072944F26}" presName="dummy" presStyleCnt="0"/>
      <dgm:spPr/>
    </dgm:pt>
    <dgm:pt modelId="{05A18848-28B7-4226-9980-95E60CBD23BE}" type="pres">
      <dgm:prSet presAssocID="{59E004BA-CEDB-446C-890E-195072944F26}" presName="node" presStyleLbl="revTx" presStyleIdx="2" presStyleCnt="4">
        <dgm:presLayoutVars>
          <dgm:bulletEnabled val="1"/>
        </dgm:presLayoutVars>
      </dgm:prSet>
      <dgm:spPr/>
    </dgm:pt>
    <dgm:pt modelId="{A2D6E032-6CDB-4ED9-B1EA-A90BDDEFB792}" type="pres">
      <dgm:prSet presAssocID="{BD8614F4-9BBC-4697-86EB-AE77ECE55699}" presName="sibTrans" presStyleLbl="node1" presStyleIdx="2" presStyleCnt="4"/>
      <dgm:spPr/>
    </dgm:pt>
    <dgm:pt modelId="{75450AB1-FBCC-4F55-B5A7-1041FDF8803C}" type="pres">
      <dgm:prSet presAssocID="{F98C7145-58E7-485B-B640-465C4493253F}" presName="dummy" presStyleCnt="0"/>
      <dgm:spPr/>
    </dgm:pt>
    <dgm:pt modelId="{76E6C627-56AB-49C4-8EF8-A0E1BFFA1F35}" type="pres">
      <dgm:prSet presAssocID="{F98C7145-58E7-485B-B640-465C4493253F}" presName="node" presStyleLbl="revTx" presStyleIdx="3" presStyleCnt="4">
        <dgm:presLayoutVars>
          <dgm:bulletEnabled val="1"/>
        </dgm:presLayoutVars>
      </dgm:prSet>
      <dgm:spPr/>
    </dgm:pt>
    <dgm:pt modelId="{BFE5A476-5E47-42BD-8D76-CF50F2931F81}" type="pres">
      <dgm:prSet presAssocID="{953784C9-60CE-4C1B-98AF-724BBECB7EBF}" presName="sibTrans" presStyleLbl="node1" presStyleIdx="3" presStyleCnt="4"/>
      <dgm:spPr/>
    </dgm:pt>
  </dgm:ptLst>
  <dgm:cxnLst>
    <dgm:cxn modelId="{A4B0C20F-BFC5-47A0-9D48-AA3CBC572758}" type="presOf" srcId="{7196A1A5-E2D3-4B7F-ABBA-AA4B9596F0BE}" destId="{EAE3CC3E-282B-4ABC-9A33-9F02C41E5570}" srcOrd="0" destOrd="0" presId="urn:microsoft.com/office/officeart/2005/8/layout/cycle1"/>
    <dgm:cxn modelId="{494CF737-67C2-4F05-B46D-454554FD7DA1}" type="presOf" srcId="{BD8614F4-9BBC-4697-86EB-AE77ECE55699}" destId="{A2D6E032-6CDB-4ED9-B1EA-A90BDDEFB792}" srcOrd="0" destOrd="0" presId="urn:microsoft.com/office/officeart/2005/8/layout/cycle1"/>
    <dgm:cxn modelId="{ACC36A43-40D1-4F10-B0F8-146BF1D91193}" srcId="{752BD868-C4DC-4F7B-9815-C7B0AF55ABF3}" destId="{59E004BA-CEDB-446C-890E-195072944F26}" srcOrd="2" destOrd="0" parTransId="{9125125D-759F-4C02-9EC7-85DB36052DB8}" sibTransId="{BD8614F4-9BBC-4697-86EB-AE77ECE55699}"/>
    <dgm:cxn modelId="{8E84F85C-F866-406B-B8F2-ABC8A7D355B6}" srcId="{752BD868-C4DC-4F7B-9815-C7B0AF55ABF3}" destId="{F98C7145-58E7-485B-B640-465C4493253F}" srcOrd="3" destOrd="0" parTransId="{9D6713D6-3A51-4AD4-A235-B3A3D0F9C9E6}" sibTransId="{953784C9-60CE-4C1B-98AF-724BBECB7EBF}"/>
    <dgm:cxn modelId="{8484D162-CF00-4806-A602-2B67E4D1BC25}" srcId="{752BD868-C4DC-4F7B-9815-C7B0AF55ABF3}" destId="{407BC9C0-6545-419D-9624-CC7F1B822152}" srcOrd="1" destOrd="0" parTransId="{7D25BF4E-F609-4F7B-8010-3469C435B280}" sibTransId="{7196A1A5-E2D3-4B7F-ABBA-AA4B9596F0BE}"/>
    <dgm:cxn modelId="{4FD55C6A-A71F-4485-AE58-EAA3652D15B7}" type="presOf" srcId="{34151CCC-A21F-48BD-A911-A52513C53C3B}" destId="{AE948D5C-79D1-493A-95B9-D629D308F594}" srcOrd="0" destOrd="0" presId="urn:microsoft.com/office/officeart/2005/8/layout/cycle1"/>
    <dgm:cxn modelId="{13325D6D-6804-490F-877D-E8FCDAAD758E}" type="presOf" srcId="{953784C9-60CE-4C1B-98AF-724BBECB7EBF}" destId="{BFE5A476-5E47-42BD-8D76-CF50F2931F81}" srcOrd="0" destOrd="0" presId="urn:microsoft.com/office/officeart/2005/8/layout/cycle1"/>
    <dgm:cxn modelId="{750EA17F-5A43-4053-A88D-DC3077878959}" type="presOf" srcId="{407BC9C0-6545-419D-9624-CC7F1B822152}" destId="{03D5AEBA-DE42-403B-AC79-8E3C43F30431}" srcOrd="0" destOrd="0" presId="urn:microsoft.com/office/officeart/2005/8/layout/cycle1"/>
    <dgm:cxn modelId="{6447E297-9C03-4CB0-B1B3-84160DCA92C7}" srcId="{752BD868-C4DC-4F7B-9815-C7B0AF55ABF3}" destId="{97B8D889-1A72-4542-AFAC-4442E3FC9C0E}" srcOrd="0" destOrd="0" parTransId="{289537F4-DD13-4182-B284-79A99A02EE94}" sibTransId="{34151CCC-A21F-48BD-A911-A52513C53C3B}"/>
    <dgm:cxn modelId="{864BE5B0-2AF9-4B3E-A201-D3675A1B1272}" type="presOf" srcId="{F98C7145-58E7-485B-B640-465C4493253F}" destId="{76E6C627-56AB-49C4-8EF8-A0E1BFFA1F35}" srcOrd="0" destOrd="0" presId="urn:microsoft.com/office/officeart/2005/8/layout/cycle1"/>
    <dgm:cxn modelId="{B6FD40C4-2D9B-4567-A627-812E1CBCF05B}" type="presOf" srcId="{752BD868-C4DC-4F7B-9815-C7B0AF55ABF3}" destId="{BBA75A37-4B6D-4915-AC11-4A4EE47292A9}" srcOrd="0" destOrd="0" presId="urn:microsoft.com/office/officeart/2005/8/layout/cycle1"/>
    <dgm:cxn modelId="{AE877DCF-0A2F-461D-A880-FBDA52FF748C}" type="presOf" srcId="{59E004BA-CEDB-446C-890E-195072944F26}" destId="{05A18848-28B7-4226-9980-95E60CBD23BE}" srcOrd="0" destOrd="0" presId="urn:microsoft.com/office/officeart/2005/8/layout/cycle1"/>
    <dgm:cxn modelId="{91ADA1F0-4309-4797-A503-5CCA7019DBE1}" type="presOf" srcId="{97B8D889-1A72-4542-AFAC-4442E3FC9C0E}" destId="{09BB0F69-DE8E-43D9-A5EB-9E2060E412ED}" srcOrd="0" destOrd="0" presId="urn:microsoft.com/office/officeart/2005/8/layout/cycle1"/>
    <dgm:cxn modelId="{0CA99E68-ACB6-4CF1-985C-EE0DB3B7E4A3}" type="presParOf" srcId="{BBA75A37-4B6D-4915-AC11-4A4EE47292A9}" destId="{365DA88B-53A3-4A21-8376-B726F30C9DA0}" srcOrd="0" destOrd="0" presId="urn:microsoft.com/office/officeart/2005/8/layout/cycle1"/>
    <dgm:cxn modelId="{290D7AAF-443C-4DE2-A48B-E80F17B6B1DD}" type="presParOf" srcId="{BBA75A37-4B6D-4915-AC11-4A4EE47292A9}" destId="{09BB0F69-DE8E-43D9-A5EB-9E2060E412ED}" srcOrd="1" destOrd="0" presId="urn:microsoft.com/office/officeart/2005/8/layout/cycle1"/>
    <dgm:cxn modelId="{83F049BE-E00E-44D3-9F09-70DFF08993DD}" type="presParOf" srcId="{BBA75A37-4B6D-4915-AC11-4A4EE47292A9}" destId="{AE948D5C-79D1-493A-95B9-D629D308F594}" srcOrd="2" destOrd="0" presId="urn:microsoft.com/office/officeart/2005/8/layout/cycle1"/>
    <dgm:cxn modelId="{DCD7851B-3764-49CB-BC98-FAB31F54A93A}" type="presParOf" srcId="{BBA75A37-4B6D-4915-AC11-4A4EE47292A9}" destId="{FD0B6BC6-3BAB-414B-AFEC-9E7C9CB2B8BE}" srcOrd="3" destOrd="0" presId="urn:microsoft.com/office/officeart/2005/8/layout/cycle1"/>
    <dgm:cxn modelId="{B1E5CE38-4D0D-459D-B74A-DB62C562AB2A}" type="presParOf" srcId="{BBA75A37-4B6D-4915-AC11-4A4EE47292A9}" destId="{03D5AEBA-DE42-403B-AC79-8E3C43F30431}" srcOrd="4" destOrd="0" presId="urn:microsoft.com/office/officeart/2005/8/layout/cycle1"/>
    <dgm:cxn modelId="{4B09125F-CB0B-4BB7-BEA1-50035ECB8EF5}" type="presParOf" srcId="{BBA75A37-4B6D-4915-AC11-4A4EE47292A9}" destId="{EAE3CC3E-282B-4ABC-9A33-9F02C41E5570}" srcOrd="5" destOrd="0" presId="urn:microsoft.com/office/officeart/2005/8/layout/cycle1"/>
    <dgm:cxn modelId="{BB88D183-00E6-44EA-A9FF-ECCA1173735D}" type="presParOf" srcId="{BBA75A37-4B6D-4915-AC11-4A4EE47292A9}" destId="{F0CFE234-96A9-4458-93E3-2E9CA75151FE}" srcOrd="6" destOrd="0" presId="urn:microsoft.com/office/officeart/2005/8/layout/cycle1"/>
    <dgm:cxn modelId="{3F4EEE51-9A7D-4D37-9057-7378C8757305}" type="presParOf" srcId="{BBA75A37-4B6D-4915-AC11-4A4EE47292A9}" destId="{05A18848-28B7-4226-9980-95E60CBD23BE}" srcOrd="7" destOrd="0" presId="urn:microsoft.com/office/officeart/2005/8/layout/cycle1"/>
    <dgm:cxn modelId="{E304763F-A4BD-48F0-A036-1B6D37EB751F}" type="presParOf" srcId="{BBA75A37-4B6D-4915-AC11-4A4EE47292A9}" destId="{A2D6E032-6CDB-4ED9-B1EA-A90BDDEFB792}" srcOrd="8" destOrd="0" presId="urn:microsoft.com/office/officeart/2005/8/layout/cycle1"/>
    <dgm:cxn modelId="{3C8DB9E7-0389-4060-8786-BFEE639D6599}" type="presParOf" srcId="{BBA75A37-4B6D-4915-AC11-4A4EE47292A9}" destId="{75450AB1-FBCC-4F55-B5A7-1041FDF8803C}" srcOrd="9" destOrd="0" presId="urn:microsoft.com/office/officeart/2005/8/layout/cycle1"/>
    <dgm:cxn modelId="{8E81D392-B128-4213-A31C-968435419B90}" type="presParOf" srcId="{BBA75A37-4B6D-4915-AC11-4A4EE47292A9}" destId="{76E6C627-56AB-49C4-8EF8-A0E1BFFA1F35}" srcOrd="10" destOrd="0" presId="urn:microsoft.com/office/officeart/2005/8/layout/cycle1"/>
    <dgm:cxn modelId="{6A055150-F1B9-4054-80D9-4A2BF61EF058}" type="presParOf" srcId="{BBA75A37-4B6D-4915-AC11-4A4EE47292A9}" destId="{BFE5A476-5E47-42BD-8D76-CF50F2931F81}" srcOrd="11" destOrd="0" presId="urn:microsoft.com/office/officeart/2005/8/layout/cycle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9123495-EA4F-4008-A2F3-B89F4ABE9DD3}" type="doc">
      <dgm:prSet loTypeId="urn:microsoft.com/office/officeart/2005/8/layout/cycle1" loCatId="cycle" qsTypeId="urn:microsoft.com/office/officeart/2005/8/quickstyle/simple1" qsCatId="simple" csTypeId="urn:microsoft.com/office/officeart/2005/8/colors/accent1_2" csCatId="accent1"/>
      <dgm:spPr/>
    </dgm:pt>
    <dgm:pt modelId="{3651ACE9-8CC1-485A-8113-3570C3DBC5E0}">
      <dgm:prSet/>
      <dgm:spPr>
        <a:xfrm>
          <a:off x="1935785" y="217534"/>
          <a:ext cx="1098673" cy="1098673"/>
        </a:xfrm>
        <a:prstGeom prst="rect">
          <a:avLst/>
        </a:prstGeom>
        <a:noFill/>
        <a:ln>
          <a:noFill/>
        </a:ln>
        <a:effectLst/>
      </dgm:spPr>
      <dgm: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b="0" i="0" u="none" strike="noStrike" cap="none" normalizeH="0" baseline="0" dirty="0">
              <a:ln>
                <a:noFill/>
              </a:ln>
              <a:solidFill>
                <a:srgbClr val="9999FF">
                  <a:lumMod val="50000"/>
                </a:srgbClr>
              </a:solidFill>
              <a:effectLst/>
              <a:latin typeface="+mn-lt"/>
              <a:ea typeface="宋体" charset="-122"/>
              <a:cs typeface="+mn-cs"/>
            </a:rPr>
            <a:t>0111</a:t>
          </a:r>
        </a:p>
      </dgm:t>
    </dgm:pt>
    <dgm:pt modelId="{3565800C-3595-486F-B7A1-6324AB812A16}" type="parTrans" cxnId="{E8EC5A4D-6A55-4D32-B04E-7446F569D6DB}">
      <dgm:prSet/>
      <dgm:spPr/>
      <dgm:t>
        <a:bodyPr/>
        <a:lstStyle/>
        <a:p>
          <a:endParaRPr lang="en-US">
            <a:latin typeface="+mn-lt"/>
          </a:endParaRPr>
        </a:p>
      </dgm:t>
    </dgm:pt>
    <dgm:pt modelId="{F6A92ED7-E578-4526-A4AD-71BD05655A49}" type="sibTrans" cxnId="{E8EC5A4D-6A55-4D32-B04E-7446F569D6DB}">
      <dgm:prSet/>
      <dgm:spPr>
        <a:xfrm>
          <a:off x="-256" y="148174"/>
          <a:ext cx="3104076" cy="3104076"/>
        </a:xfrm>
        <a:prstGeom prst="circularArrow">
          <a:avLst>
            <a:gd name="adj1" fmla="val 6902"/>
            <a:gd name="adj2" fmla="val 465342"/>
            <a:gd name="adj3" fmla="val 549458"/>
            <a:gd name="adj4" fmla="val 20585200"/>
            <a:gd name="adj5" fmla="val 8052"/>
          </a:avLst>
        </a:prstGeom>
        <a:solidFill>
          <a:srgbClr val="99CCFF">
            <a:hueOff val="0"/>
            <a:satOff val="0"/>
            <a:lumOff val="0"/>
            <a:alphaOff val="0"/>
          </a:srgbClr>
        </a:solidFill>
        <a:ln w="25400" cap="flat" cmpd="sng" algn="ctr">
          <a:solidFill>
            <a:srgbClr val="FFFFFF">
              <a:hueOff val="0"/>
              <a:satOff val="0"/>
              <a:lumOff val="0"/>
              <a:alphaOff val="0"/>
            </a:srgbClr>
          </a:solidFill>
          <a:prstDash val="solid"/>
        </a:ln>
        <a:effectLst/>
      </dgm:spPr>
      <dgm:t>
        <a:bodyPr/>
        <a:lstStyle/>
        <a:p>
          <a:endParaRPr lang="en-US">
            <a:latin typeface="+mn-lt"/>
          </a:endParaRPr>
        </a:p>
      </dgm:t>
    </dgm:pt>
    <dgm:pt modelId="{F651B471-C7AC-4CCD-9FA3-81152E74E3A0}">
      <dgm:prSet/>
      <dgm:spPr>
        <a:xfrm>
          <a:off x="1935785" y="2084216"/>
          <a:ext cx="1098673" cy="1098673"/>
        </a:xfrm>
        <a:prstGeom prst="rect">
          <a:avLst/>
        </a:prstGeom>
        <a:noFill/>
        <a:ln>
          <a:noFill/>
        </a:ln>
        <a:effectLst/>
      </dgm:spPr>
      <dgm: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b="0" i="0" u="none" strike="noStrike" cap="none" normalizeH="0" baseline="0" dirty="0">
              <a:ln>
                <a:noFill/>
              </a:ln>
              <a:solidFill>
                <a:srgbClr val="9999FF">
                  <a:lumMod val="50000"/>
                </a:srgbClr>
              </a:solidFill>
              <a:effectLst/>
              <a:latin typeface="+mn-lt"/>
              <a:ea typeface="宋体" charset="-122"/>
              <a:cs typeface="+mn-cs"/>
            </a:rPr>
            <a:t>1011</a:t>
          </a:r>
        </a:p>
      </dgm:t>
    </dgm:pt>
    <dgm:pt modelId="{463DCFCC-29F7-4217-87DA-FD317C548259}" type="parTrans" cxnId="{C4E7CEF2-33A1-43C6-9296-1B4ACE6AB04A}">
      <dgm:prSet/>
      <dgm:spPr/>
      <dgm:t>
        <a:bodyPr/>
        <a:lstStyle/>
        <a:p>
          <a:endParaRPr lang="en-US">
            <a:latin typeface="+mn-lt"/>
          </a:endParaRPr>
        </a:p>
      </dgm:t>
    </dgm:pt>
    <dgm:pt modelId="{0D0F8182-54B0-443E-8B1A-336281A80715}" type="sibTrans" cxnId="{C4E7CEF2-33A1-43C6-9296-1B4ACE6AB04A}">
      <dgm:prSet/>
      <dgm:spPr>
        <a:xfrm>
          <a:off x="-256" y="148174"/>
          <a:ext cx="3104076" cy="3104076"/>
        </a:xfrm>
        <a:prstGeom prst="circularArrow">
          <a:avLst>
            <a:gd name="adj1" fmla="val 6902"/>
            <a:gd name="adj2" fmla="val 465342"/>
            <a:gd name="adj3" fmla="val 5949458"/>
            <a:gd name="adj4" fmla="val 4385200"/>
            <a:gd name="adj5" fmla="val 8052"/>
          </a:avLst>
        </a:prstGeom>
        <a:solidFill>
          <a:srgbClr val="99CCFF">
            <a:hueOff val="0"/>
            <a:satOff val="0"/>
            <a:lumOff val="0"/>
            <a:alphaOff val="0"/>
          </a:srgbClr>
        </a:solidFill>
        <a:ln w="25400" cap="flat" cmpd="sng" algn="ctr">
          <a:solidFill>
            <a:srgbClr val="FFFFFF">
              <a:hueOff val="0"/>
              <a:satOff val="0"/>
              <a:lumOff val="0"/>
              <a:alphaOff val="0"/>
            </a:srgbClr>
          </a:solidFill>
          <a:prstDash val="solid"/>
        </a:ln>
        <a:effectLst/>
      </dgm:spPr>
      <dgm:t>
        <a:bodyPr/>
        <a:lstStyle/>
        <a:p>
          <a:endParaRPr lang="en-US">
            <a:latin typeface="+mn-lt"/>
          </a:endParaRPr>
        </a:p>
      </dgm:t>
    </dgm:pt>
    <dgm:pt modelId="{1BCA647D-14FE-4764-9292-6EF0EF71BE55}">
      <dgm:prSet/>
      <dgm:spPr>
        <a:xfrm>
          <a:off x="69103" y="2084216"/>
          <a:ext cx="1098673" cy="1098673"/>
        </a:xfrm>
        <a:prstGeom prst="rect">
          <a:avLst/>
        </a:prstGeom>
        <a:noFill/>
        <a:ln>
          <a:noFill/>
        </a:ln>
        <a:effectLst/>
      </dgm:spPr>
      <dgm: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b="0" i="0" u="none" strike="noStrike" cap="none" normalizeH="0" baseline="0" dirty="0">
              <a:ln>
                <a:noFill/>
              </a:ln>
              <a:solidFill>
                <a:srgbClr val="9999FF">
                  <a:lumMod val="50000"/>
                </a:srgbClr>
              </a:solidFill>
              <a:effectLst/>
              <a:latin typeface="+mn-lt"/>
              <a:ea typeface="宋体" charset="-122"/>
              <a:cs typeface="+mn-cs"/>
            </a:rPr>
            <a:t>1101</a:t>
          </a:r>
        </a:p>
      </dgm:t>
    </dgm:pt>
    <dgm:pt modelId="{A9A8837D-C09A-4150-93AF-3F060424D65E}" type="parTrans" cxnId="{ED03FE1E-5E2D-43A6-AEC8-C1D5E0AD8E84}">
      <dgm:prSet/>
      <dgm:spPr/>
      <dgm:t>
        <a:bodyPr/>
        <a:lstStyle/>
        <a:p>
          <a:endParaRPr lang="en-US">
            <a:latin typeface="+mn-lt"/>
          </a:endParaRPr>
        </a:p>
      </dgm:t>
    </dgm:pt>
    <dgm:pt modelId="{F91A45DC-C8DD-414A-8296-62A389B3F701}" type="sibTrans" cxnId="{ED03FE1E-5E2D-43A6-AEC8-C1D5E0AD8E84}">
      <dgm:prSet/>
      <dgm:spPr>
        <a:xfrm>
          <a:off x="-256" y="148174"/>
          <a:ext cx="3104076" cy="3104076"/>
        </a:xfrm>
        <a:prstGeom prst="circularArrow">
          <a:avLst>
            <a:gd name="adj1" fmla="val 6902"/>
            <a:gd name="adj2" fmla="val 465342"/>
            <a:gd name="adj3" fmla="val 11349458"/>
            <a:gd name="adj4" fmla="val 9785200"/>
            <a:gd name="adj5" fmla="val 8052"/>
          </a:avLst>
        </a:prstGeom>
        <a:solidFill>
          <a:srgbClr val="99CCFF">
            <a:hueOff val="0"/>
            <a:satOff val="0"/>
            <a:lumOff val="0"/>
            <a:alphaOff val="0"/>
          </a:srgbClr>
        </a:solidFill>
        <a:ln w="25400" cap="flat" cmpd="sng" algn="ctr">
          <a:solidFill>
            <a:srgbClr val="FFFFFF">
              <a:hueOff val="0"/>
              <a:satOff val="0"/>
              <a:lumOff val="0"/>
              <a:alphaOff val="0"/>
            </a:srgbClr>
          </a:solidFill>
          <a:prstDash val="solid"/>
        </a:ln>
        <a:effectLst/>
      </dgm:spPr>
      <dgm:t>
        <a:bodyPr/>
        <a:lstStyle/>
        <a:p>
          <a:endParaRPr lang="en-US">
            <a:latin typeface="+mn-lt"/>
          </a:endParaRPr>
        </a:p>
      </dgm:t>
    </dgm:pt>
    <dgm:pt modelId="{B6D34165-77A4-4884-A8F7-5FF463D78413}">
      <dgm:prSet/>
      <dgm:spPr>
        <a:xfrm>
          <a:off x="69103" y="217534"/>
          <a:ext cx="1098673" cy="1098673"/>
        </a:xfrm>
        <a:prstGeom prst="rect">
          <a:avLst/>
        </a:prstGeom>
        <a:noFill/>
        <a:ln>
          <a:noFill/>
        </a:ln>
        <a:effectLst/>
      </dgm:spPr>
      <dgm: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b="0" i="0" u="none" strike="noStrike" cap="none" normalizeH="0" baseline="0" dirty="0">
              <a:ln>
                <a:noFill/>
              </a:ln>
              <a:solidFill>
                <a:srgbClr val="9999FF">
                  <a:lumMod val="50000"/>
                </a:srgbClr>
              </a:solidFill>
              <a:effectLst/>
              <a:latin typeface="+mn-lt"/>
              <a:ea typeface="宋体" charset="-122"/>
              <a:cs typeface="+mn-cs"/>
            </a:rPr>
            <a:t>1110</a:t>
          </a:r>
        </a:p>
      </dgm:t>
    </dgm:pt>
    <dgm:pt modelId="{30BC4827-FA01-43B2-BF70-33223EB7AABA}" type="parTrans" cxnId="{E64CCBFD-2AE5-4CF8-A405-4B3382858B64}">
      <dgm:prSet/>
      <dgm:spPr/>
      <dgm:t>
        <a:bodyPr/>
        <a:lstStyle/>
        <a:p>
          <a:endParaRPr lang="en-US">
            <a:latin typeface="+mn-lt"/>
          </a:endParaRPr>
        </a:p>
      </dgm:t>
    </dgm:pt>
    <dgm:pt modelId="{4EFCF4DC-C878-44A8-B79E-10B60400E8A9}" type="sibTrans" cxnId="{E64CCBFD-2AE5-4CF8-A405-4B3382858B64}">
      <dgm:prSet/>
      <dgm:spPr>
        <a:xfrm>
          <a:off x="-256" y="148174"/>
          <a:ext cx="3104076" cy="3104076"/>
        </a:xfrm>
        <a:prstGeom prst="circularArrow">
          <a:avLst>
            <a:gd name="adj1" fmla="val 6902"/>
            <a:gd name="adj2" fmla="val 465342"/>
            <a:gd name="adj3" fmla="val 16749458"/>
            <a:gd name="adj4" fmla="val 15185200"/>
            <a:gd name="adj5" fmla="val 8052"/>
          </a:avLst>
        </a:prstGeom>
        <a:solidFill>
          <a:srgbClr val="99CCFF">
            <a:hueOff val="0"/>
            <a:satOff val="0"/>
            <a:lumOff val="0"/>
            <a:alphaOff val="0"/>
          </a:srgbClr>
        </a:solidFill>
        <a:ln w="25400" cap="flat" cmpd="sng" algn="ctr">
          <a:solidFill>
            <a:srgbClr val="FFFFFF">
              <a:hueOff val="0"/>
              <a:satOff val="0"/>
              <a:lumOff val="0"/>
              <a:alphaOff val="0"/>
            </a:srgbClr>
          </a:solidFill>
          <a:prstDash val="solid"/>
        </a:ln>
        <a:effectLst/>
      </dgm:spPr>
      <dgm:t>
        <a:bodyPr/>
        <a:lstStyle/>
        <a:p>
          <a:endParaRPr lang="en-US">
            <a:latin typeface="+mn-lt"/>
          </a:endParaRPr>
        </a:p>
      </dgm:t>
    </dgm:pt>
    <dgm:pt modelId="{4F573302-7B6B-4374-B947-6FCBD7497DC4}" type="pres">
      <dgm:prSet presAssocID="{29123495-EA4F-4008-A2F3-B89F4ABE9DD3}" presName="cycle" presStyleCnt="0">
        <dgm:presLayoutVars>
          <dgm:dir/>
          <dgm:resizeHandles val="exact"/>
        </dgm:presLayoutVars>
      </dgm:prSet>
      <dgm:spPr/>
    </dgm:pt>
    <dgm:pt modelId="{4ECE0EDC-17A8-4427-9302-DA6FEF438396}" type="pres">
      <dgm:prSet presAssocID="{3651ACE9-8CC1-485A-8113-3570C3DBC5E0}" presName="dummy" presStyleCnt="0"/>
      <dgm:spPr/>
    </dgm:pt>
    <dgm:pt modelId="{C4A71B17-05A4-4101-9078-95FD718A40ED}" type="pres">
      <dgm:prSet presAssocID="{3651ACE9-8CC1-485A-8113-3570C3DBC5E0}" presName="node" presStyleLbl="revTx" presStyleIdx="0" presStyleCnt="4">
        <dgm:presLayoutVars>
          <dgm:bulletEnabled val="1"/>
        </dgm:presLayoutVars>
      </dgm:prSet>
      <dgm:spPr/>
    </dgm:pt>
    <dgm:pt modelId="{6BC07646-68D2-465A-BA97-55DCFB09CCA6}" type="pres">
      <dgm:prSet presAssocID="{F6A92ED7-E578-4526-A4AD-71BD05655A49}" presName="sibTrans" presStyleLbl="node1" presStyleIdx="0" presStyleCnt="4"/>
      <dgm:spPr/>
    </dgm:pt>
    <dgm:pt modelId="{C151F965-B2EF-41F0-ACF3-7F6E2D074710}" type="pres">
      <dgm:prSet presAssocID="{F651B471-C7AC-4CCD-9FA3-81152E74E3A0}" presName="dummy" presStyleCnt="0"/>
      <dgm:spPr/>
    </dgm:pt>
    <dgm:pt modelId="{7A8AC29C-96D3-4822-8616-75296433C9CE}" type="pres">
      <dgm:prSet presAssocID="{F651B471-C7AC-4CCD-9FA3-81152E74E3A0}" presName="node" presStyleLbl="revTx" presStyleIdx="1" presStyleCnt="4">
        <dgm:presLayoutVars>
          <dgm:bulletEnabled val="1"/>
        </dgm:presLayoutVars>
      </dgm:prSet>
      <dgm:spPr/>
    </dgm:pt>
    <dgm:pt modelId="{EEA11AB5-A171-45EF-B60C-6C8776A45821}" type="pres">
      <dgm:prSet presAssocID="{0D0F8182-54B0-443E-8B1A-336281A80715}" presName="sibTrans" presStyleLbl="node1" presStyleIdx="1" presStyleCnt="4"/>
      <dgm:spPr/>
    </dgm:pt>
    <dgm:pt modelId="{518B7035-16A2-4190-8FD2-3491EADEAE30}" type="pres">
      <dgm:prSet presAssocID="{1BCA647D-14FE-4764-9292-6EF0EF71BE55}" presName="dummy" presStyleCnt="0"/>
      <dgm:spPr/>
    </dgm:pt>
    <dgm:pt modelId="{31FBC6D5-FD2A-4B0E-9E64-FD8EBD0495E7}" type="pres">
      <dgm:prSet presAssocID="{1BCA647D-14FE-4764-9292-6EF0EF71BE55}" presName="node" presStyleLbl="revTx" presStyleIdx="2" presStyleCnt="4">
        <dgm:presLayoutVars>
          <dgm:bulletEnabled val="1"/>
        </dgm:presLayoutVars>
      </dgm:prSet>
      <dgm:spPr/>
    </dgm:pt>
    <dgm:pt modelId="{D8B76E22-C304-43E6-96C8-3D6782288ABE}" type="pres">
      <dgm:prSet presAssocID="{F91A45DC-C8DD-414A-8296-62A389B3F701}" presName="sibTrans" presStyleLbl="node1" presStyleIdx="2" presStyleCnt="4"/>
      <dgm:spPr/>
    </dgm:pt>
    <dgm:pt modelId="{94552566-7A21-46D9-91B8-548BAF6F7F8D}" type="pres">
      <dgm:prSet presAssocID="{B6D34165-77A4-4884-A8F7-5FF463D78413}" presName="dummy" presStyleCnt="0"/>
      <dgm:spPr/>
    </dgm:pt>
    <dgm:pt modelId="{2A86887B-9C56-42DF-A480-B469C669337A}" type="pres">
      <dgm:prSet presAssocID="{B6D34165-77A4-4884-A8F7-5FF463D78413}" presName="node" presStyleLbl="revTx" presStyleIdx="3" presStyleCnt="4">
        <dgm:presLayoutVars>
          <dgm:bulletEnabled val="1"/>
        </dgm:presLayoutVars>
      </dgm:prSet>
      <dgm:spPr/>
    </dgm:pt>
    <dgm:pt modelId="{A6AC64A7-C710-4617-857C-2CCA6A2F9F38}" type="pres">
      <dgm:prSet presAssocID="{4EFCF4DC-C878-44A8-B79E-10B60400E8A9}" presName="sibTrans" presStyleLbl="node1" presStyleIdx="3" presStyleCnt="4"/>
      <dgm:spPr/>
    </dgm:pt>
  </dgm:ptLst>
  <dgm:cxnLst>
    <dgm:cxn modelId="{F5AB9E08-7B5F-4354-BDCF-65CFC8B15D37}" type="presOf" srcId="{4EFCF4DC-C878-44A8-B79E-10B60400E8A9}" destId="{A6AC64A7-C710-4617-857C-2CCA6A2F9F38}" srcOrd="0" destOrd="0" presId="urn:microsoft.com/office/officeart/2005/8/layout/cycle1"/>
    <dgm:cxn modelId="{960B981C-9247-481F-A948-780E703A9D4A}" type="presOf" srcId="{F6A92ED7-E578-4526-A4AD-71BD05655A49}" destId="{6BC07646-68D2-465A-BA97-55DCFB09CCA6}" srcOrd="0" destOrd="0" presId="urn:microsoft.com/office/officeart/2005/8/layout/cycle1"/>
    <dgm:cxn modelId="{ED03FE1E-5E2D-43A6-AEC8-C1D5E0AD8E84}" srcId="{29123495-EA4F-4008-A2F3-B89F4ABE9DD3}" destId="{1BCA647D-14FE-4764-9292-6EF0EF71BE55}" srcOrd="2" destOrd="0" parTransId="{A9A8837D-C09A-4150-93AF-3F060424D65E}" sibTransId="{F91A45DC-C8DD-414A-8296-62A389B3F701}"/>
    <dgm:cxn modelId="{37097025-4F2E-4609-92F7-BD954CC1D856}" type="presOf" srcId="{1BCA647D-14FE-4764-9292-6EF0EF71BE55}" destId="{31FBC6D5-FD2A-4B0E-9E64-FD8EBD0495E7}" srcOrd="0" destOrd="0" presId="urn:microsoft.com/office/officeart/2005/8/layout/cycle1"/>
    <dgm:cxn modelId="{18F10A2A-2F8D-4FEF-812F-5E03687F8639}" type="presOf" srcId="{0D0F8182-54B0-443E-8B1A-336281A80715}" destId="{EEA11AB5-A171-45EF-B60C-6C8776A45821}" srcOrd="0" destOrd="0" presId="urn:microsoft.com/office/officeart/2005/8/layout/cycle1"/>
    <dgm:cxn modelId="{E8EC5A4D-6A55-4D32-B04E-7446F569D6DB}" srcId="{29123495-EA4F-4008-A2F3-B89F4ABE9DD3}" destId="{3651ACE9-8CC1-485A-8113-3570C3DBC5E0}" srcOrd="0" destOrd="0" parTransId="{3565800C-3595-486F-B7A1-6324AB812A16}" sibTransId="{F6A92ED7-E578-4526-A4AD-71BD05655A49}"/>
    <dgm:cxn modelId="{6D05A35E-18A2-4AFD-817E-E8691CEDEA66}" type="presOf" srcId="{3651ACE9-8CC1-485A-8113-3570C3DBC5E0}" destId="{C4A71B17-05A4-4101-9078-95FD718A40ED}" srcOrd="0" destOrd="0" presId="urn:microsoft.com/office/officeart/2005/8/layout/cycle1"/>
    <dgm:cxn modelId="{D90FD893-A9C6-4D7B-B0BF-BABBF0A74071}" type="presOf" srcId="{F91A45DC-C8DD-414A-8296-62A389B3F701}" destId="{D8B76E22-C304-43E6-96C8-3D6782288ABE}" srcOrd="0" destOrd="0" presId="urn:microsoft.com/office/officeart/2005/8/layout/cycle1"/>
    <dgm:cxn modelId="{A12283B9-77B1-489C-9CB1-96AC7D8E0D79}" type="presOf" srcId="{29123495-EA4F-4008-A2F3-B89F4ABE9DD3}" destId="{4F573302-7B6B-4374-B947-6FCBD7497DC4}" srcOrd="0" destOrd="0" presId="urn:microsoft.com/office/officeart/2005/8/layout/cycle1"/>
    <dgm:cxn modelId="{81F392E7-51B8-4D35-B5CF-E4A52FD31E29}" type="presOf" srcId="{B6D34165-77A4-4884-A8F7-5FF463D78413}" destId="{2A86887B-9C56-42DF-A480-B469C669337A}" srcOrd="0" destOrd="0" presId="urn:microsoft.com/office/officeart/2005/8/layout/cycle1"/>
    <dgm:cxn modelId="{D7A301F0-3F1E-420D-9E1E-8CB09ADE7D82}" type="presOf" srcId="{F651B471-C7AC-4CCD-9FA3-81152E74E3A0}" destId="{7A8AC29C-96D3-4822-8616-75296433C9CE}" srcOrd="0" destOrd="0" presId="urn:microsoft.com/office/officeart/2005/8/layout/cycle1"/>
    <dgm:cxn modelId="{C4E7CEF2-33A1-43C6-9296-1B4ACE6AB04A}" srcId="{29123495-EA4F-4008-A2F3-B89F4ABE9DD3}" destId="{F651B471-C7AC-4CCD-9FA3-81152E74E3A0}" srcOrd="1" destOrd="0" parTransId="{463DCFCC-29F7-4217-87DA-FD317C548259}" sibTransId="{0D0F8182-54B0-443E-8B1A-336281A80715}"/>
    <dgm:cxn modelId="{E64CCBFD-2AE5-4CF8-A405-4B3382858B64}" srcId="{29123495-EA4F-4008-A2F3-B89F4ABE9DD3}" destId="{B6D34165-77A4-4884-A8F7-5FF463D78413}" srcOrd="3" destOrd="0" parTransId="{30BC4827-FA01-43B2-BF70-33223EB7AABA}" sibTransId="{4EFCF4DC-C878-44A8-B79E-10B60400E8A9}"/>
    <dgm:cxn modelId="{AB5337ED-4422-406B-860A-6C398086FECE}" type="presParOf" srcId="{4F573302-7B6B-4374-B947-6FCBD7497DC4}" destId="{4ECE0EDC-17A8-4427-9302-DA6FEF438396}" srcOrd="0" destOrd="0" presId="urn:microsoft.com/office/officeart/2005/8/layout/cycle1"/>
    <dgm:cxn modelId="{01DB4049-84F8-411D-BE7F-3A75B137B4D7}" type="presParOf" srcId="{4F573302-7B6B-4374-B947-6FCBD7497DC4}" destId="{C4A71B17-05A4-4101-9078-95FD718A40ED}" srcOrd="1" destOrd="0" presId="urn:microsoft.com/office/officeart/2005/8/layout/cycle1"/>
    <dgm:cxn modelId="{A1377F84-E5FD-4055-AA35-CBF5CF79AB37}" type="presParOf" srcId="{4F573302-7B6B-4374-B947-6FCBD7497DC4}" destId="{6BC07646-68D2-465A-BA97-55DCFB09CCA6}" srcOrd="2" destOrd="0" presId="urn:microsoft.com/office/officeart/2005/8/layout/cycle1"/>
    <dgm:cxn modelId="{AF8B9286-1326-4CAA-BA8F-6DA42932C9EB}" type="presParOf" srcId="{4F573302-7B6B-4374-B947-6FCBD7497DC4}" destId="{C151F965-B2EF-41F0-ACF3-7F6E2D074710}" srcOrd="3" destOrd="0" presId="urn:microsoft.com/office/officeart/2005/8/layout/cycle1"/>
    <dgm:cxn modelId="{D7F6C407-8D14-4BE2-82C7-BFD892F3FDE0}" type="presParOf" srcId="{4F573302-7B6B-4374-B947-6FCBD7497DC4}" destId="{7A8AC29C-96D3-4822-8616-75296433C9CE}" srcOrd="4" destOrd="0" presId="urn:microsoft.com/office/officeart/2005/8/layout/cycle1"/>
    <dgm:cxn modelId="{D6A72ECC-1D09-40A2-83DD-483DE6E04F57}" type="presParOf" srcId="{4F573302-7B6B-4374-B947-6FCBD7497DC4}" destId="{EEA11AB5-A171-45EF-B60C-6C8776A45821}" srcOrd="5" destOrd="0" presId="urn:microsoft.com/office/officeart/2005/8/layout/cycle1"/>
    <dgm:cxn modelId="{69613BDE-8A10-47A9-B046-018D816191F4}" type="presParOf" srcId="{4F573302-7B6B-4374-B947-6FCBD7497DC4}" destId="{518B7035-16A2-4190-8FD2-3491EADEAE30}" srcOrd="6" destOrd="0" presId="urn:microsoft.com/office/officeart/2005/8/layout/cycle1"/>
    <dgm:cxn modelId="{5A52BB44-0F20-4D9F-879E-6DAB25C7C983}" type="presParOf" srcId="{4F573302-7B6B-4374-B947-6FCBD7497DC4}" destId="{31FBC6D5-FD2A-4B0E-9E64-FD8EBD0495E7}" srcOrd="7" destOrd="0" presId="urn:microsoft.com/office/officeart/2005/8/layout/cycle1"/>
    <dgm:cxn modelId="{9D9C2757-7896-4AFE-BED4-018003FA244C}" type="presParOf" srcId="{4F573302-7B6B-4374-B947-6FCBD7497DC4}" destId="{D8B76E22-C304-43E6-96C8-3D6782288ABE}" srcOrd="8" destOrd="0" presId="urn:microsoft.com/office/officeart/2005/8/layout/cycle1"/>
    <dgm:cxn modelId="{F862DC89-41AA-4C6E-8345-B8C908B87178}" type="presParOf" srcId="{4F573302-7B6B-4374-B947-6FCBD7497DC4}" destId="{94552566-7A21-46D9-91B8-548BAF6F7F8D}" srcOrd="9" destOrd="0" presId="urn:microsoft.com/office/officeart/2005/8/layout/cycle1"/>
    <dgm:cxn modelId="{496499FB-52A6-400E-A991-69798433C750}" type="presParOf" srcId="{4F573302-7B6B-4374-B947-6FCBD7497DC4}" destId="{2A86887B-9C56-42DF-A480-B469C669337A}" srcOrd="10" destOrd="0" presId="urn:microsoft.com/office/officeart/2005/8/layout/cycle1"/>
    <dgm:cxn modelId="{89468D1F-4BA4-4FF5-9F57-DD5B8C39BD42}" type="presParOf" srcId="{4F573302-7B6B-4374-B947-6FCBD7497DC4}" destId="{A6AC64A7-C710-4617-857C-2CCA6A2F9F38}" srcOrd="11" destOrd="0" presId="urn:microsoft.com/office/officeart/2005/8/layout/cycle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9123495-EA4F-4008-A2F3-B89F4ABE9DD3}" type="doc">
      <dgm:prSet loTypeId="urn:microsoft.com/office/officeart/2005/8/layout/cycle1" loCatId="cycle" qsTypeId="urn:microsoft.com/office/officeart/2005/8/quickstyle/simple1" qsCatId="simple" csTypeId="urn:microsoft.com/office/officeart/2005/8/colors/accent1_2" csCatId="accent1" phldr="1"/>
      <dgm:spPr/>
    </dgm:pt>
    <dgm:pt modelId="{3651ACE9-8CC1-485A-8113-3570C3DBC5E0}">
      <dgm:prSet custT="1"/>
      <dgm:spPr>
        <a:xfrm>
          <a:off x="1373481" y="46975"/>
          <a:ext cx="748824" cy="748824"/>
        </a:xfrm>
        <a:prstGeom prst="rect">
          <a:avLst/>
        </a:prstGeom>
        <a:noFill/>
        <a:ln>
          <a:noFill/>
        </a:ln>
        <a:effectLs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C00000"/>
              </a:solidFill>
              <a:effectLst/>
              <a:latin typeface="+mn-lt"/>
              <a:ea typeface="宋体" charset="-122"/>
              <a:cs typeface="+mn-cs"/>
            </a:rPr>
            <a:t>0111</a:t>
          </a:r>
        </a:p>
      </dgm:t>
    </dgm:pt>
    <dgm:pt modelId="{3565800C-3595-486F-B7A1-6324AB812A16}" type="parTrans" cxnId="{E8EC5A4D-6A55-4D32-B04E-7446F569D6DB}">
      <dgm:prSet/>
      <dgm:spPr/>
      <dgm:t>
        <a:bodyPr/>
        <a:lstStyle/>
        <a:p>
          <a:endParaRPr lang="en-US">
            <a:solidFill>
              <a:srgbClr val="C00000"/>
            </a:solidFill>
            <a:latin typeface="+mn-lt"/>
          </a:endParaRPr>
        </a:p>
      </dgm:t>
    </dgm:pt>
    <dgm:pt modelId="{F6A92ED7-E578-4526-A4AD-71BD05655A49}" type="sibTrans" cxnId="{E8EC5A4D-6A55-4D32-B04E-7446F569D6DB}">
      <dgm:prSet/>
      <dgm:spPr>
        <a:xfrm>
          <a:off x="52827" y="-487"/>
          <a:ext cx="2116941" cy="2116941"/>
        </a:xfrm>
        <a:prstGeom prst="circularArrow">
          <a:avLst>
            <a:gd name="adj1" fmla="val 6898"/>
            <a:gd name="adj2" fmla="val 465007"/>
            <a:gd name="adj3" fmla="val 550866"/>
            <a:gd name="adj4" fmla="val 20584127"/>
            <a:gd name="adj5" fmla="val 8047"/>
          </a:avLst>
        </a:prstGeom>
        <a:solidFill>
          <a:srgbClr val="99CCFF">
            <a:hueOff val="0"/>
            <a:satOff val="0"/>
            <a:lumOff val="0"/>
            <a:alphaOff val="0"/>
          </a:srgbClr>
        </a:solidFill>
        <a:ln w="25400" cap="flat" cmpd="sng" algn="ctr">
          <a:solidFill>
            <a:srgbClr val="FFFFFF">
              <a:hueOff val="0"/>
              <a:satOff val="0"/>
              <a:lumOff val="0"/>
              <a:alphaOff val="0"/>
            </a:srgbClr>
          </a:solidFill>
          <a:prstDash val="solid"/>
        </a:ln>
        <a:effectLst/>
      </dgm:spPr>
      <dgm:t>
        <a:bodyPr/>
        <a:lstStyle/>
        <a:p>
          <a:endParaRPr lang="en-US">
            <a:solidFill>
              <a:srgbClr val="C00000"/>
            </a:solidFill>
            <a:latin typeface="+mn-lt"/>
          </a:endParaRPr>
        </a:p>
      </dgm:t>
    </dgm:pt>
    <dgm:pt modelId="{F651B471-C7AC-4CCD-9FA3-81152E74E3A0}">
      <dgm:prSet custT="1"/>
      <dgm:spPr>
        <a:xfrm>
          <a:off x="1373481" y="1320166"/>
          <a:ext cx="748824" cy="748824"/>
        </a:xfrm>
        <a:prstGeom prst="rect">
          <a:avLst/>
        </a:prstGeom>
        <a:noFill/>
        <a:ln>
          <a:noFill/>
        </a:ln>
        <a:effectLs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C00000"/>
              </a:solidFill>
              <a:effectLst/>
              <a:latin typeface="+mn-lt"/>
              <a:ea typeface="宋体" charset="-122"/>
              <a:cs typeface="+mn-cs"/>
            </a:rPr>
            <a:t>1011</a:t>
          </a:r>
        </a:p>
      </dgm:t>
    </dgm:pt>
    <dgm:pt modelId="{463DCFCC-29F7-4217-87DA-FD317C548259}" type="parTrans" cxnId="{C4E7CEF2-33A1-43C6-9296-1B4ACE6AB04A}">
      <dgm:prSet/>
      <dgm:spPr/>
      <dgm:t>
        <a:bodyPr/>
        <a:lstStyle/>
        <a:p>
          <a:endParaRPr lang="en-US">
            <a:solidFill>
              <a:srgbClr val="C00000"/>
            </a:solidFill>
            <a:latin typeface="+mn-lt"/>
          </a:endParaRPr>
        </a:p>
      </dgm:t>
    </dgm:pt>
    <dgm:pt modelId="{0D0F8182-54B0-443E-8B1A-336281A80715}" type="sibTrans" cxnId="{C4E7CEF2-33A1-43C6-9296-1B4ACE6AB04A}">
      <dgm:prSet/>
      <dgm:spPr>
        <a:xfrm>
          <a:off x="52827" y="-487"/>
          <a:ext cx="2116941" cy="2116941"/>
        </a:xfrm>
        <a:prstGeom prst="circularArrow">
          <a:avLst>
            <a:gd name="adj1" fmla="val 6898"/>
            <a:gd name="adj2" fmla="val 465007"/>
            <a:gd name="adj3" fmla="val 5950866"/>
            <a:gd name="adj4" fmla="val 4384127"/>
            <a:gd name="adj5" fmla="val 8047"/>
          </a:avLst>
        </a:prstGeom>
        <a:solidFill>
          <a:srgbClr val="99CCFF">
            <a:hueOff val="0"/>
            <a:satOff val="0"/>
            <a:lumOff val="0"/>
            <a:alphaOff val="0"/>
          </a:srgbClr>
        </a:solidFill>
        <a:ln w="25400" cap="flat" cmpd="sng" algn="ctr">
          <a:solidFill>
            <a:srgbClr val="FFFFFF">
              <a:hueOff val="0"/>
              <a:satOff val="0"/>
              <a:lumOff val="0"/>
              <a:alphaOff val="0"/>
            </a:srgbClr>
          </a:solidFill>
          <a:prstDash val="solid"/>
        </a:ln>
        <a:effectLst/>
      </dgm:spPr>
      <dgm:t>
        <a:bodyPr/>
        <a:lstStyle/>
        <a:p>
          <a:endParaRPr lang="en-US">
            <a:solidFill>
              <a:srgbClr val="C00000"/>
            </a:solidFill>
            <a:latin typeface="+mn-lt"/>
          </a:endParaRPr>
        </a:p>
      </dgm:t>
    </dgm:pt>
    <dgm:pt modelId="{1BCA647D-14FE-4764-9292-6EF0EF71BE55}">
      <dgm:prSet custT="1"/>
      <dgm:spPr>
        <a:xfrm>
          <a:off x="100291" y="1320166"/>
          <a:ext cx="748824" cy="748824"/>
        </a:xfrm>
        <a:prstGeom prst="rect">
          <a:avLst/>
        </a:prstGeom>
        <a:noFill/>
        <a:ln>
          <a:noFill/>
        </a:ln>
        <a:effectLs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C00000"/>
              </a:solidFill>
              <a:effectLst/>
              <a:latin typeface="+mn-lt"/>
              <a:ea typeface="宋体" charset="-122"/>
              <a:cs typeface="+mn-cs"/>
            </a:rPr>
            <a:t>1101</a:t>
          </a:r>
        </a:p>
      </dgm:t>
    </dgm:pt>
    <dgm:pt modelId="{A9A8837D-C09A-4150-93AF-3F060424D65E}" type="parTrans" cxnId="{ED03FE1E-5E2D-43A6-AEC8-C1D5E0AD8E84}">
      <dgm:prSet/>
      <dgm:spPr/>
      <dgm:t>
        <a:bodyPr/>
        <a:lstStyle/>
        <a:p>
          <a:endParaRPr lang="en-US">
            <a:solidFill>
              <a:srgbClr val="C00000"/>
            </a:solidFill>
            <a:latin typeface="+mn-lt"/>
          </a:endParaRPr>
        </a:p>
      </dgm:t>
    </dgm:pt>
    <dgm:pt modelId="{F91A45DC-C8DD-414A-8296-62A389B3F701}" type="sibTrans" cxnId="{ED03FE1E-5E2D-43A6-AEC8-C1D5E0AD8E84}">
      <dgm:prSet/>
      <dgm:spPr>
        <a:xfrm>
          <a:off x="52827" y="-487"/>
          <a:ext cx="2116941" cy="2116941"/>
        </a:xfrm>
        <a:prstGeom prst="circularArrow">
          <a:avLst>
            <a:gd name="adj1" fmla="val 6898"/>
            <a:gd name="adj2" fmla="val 465007"/>
            <a:gd name="adj3" fmla="val 11350866"/>
            <a:gd name="adj4" fmla="val 9784127"/>
            <a:gd name="adj5" fmla="val 8047"/>
          </a:avLst>
        </a:prstGeom>
        <a:solidFill>
          <a:srgbClr val="99CCFF">
            <a:hueOff val="0"/>
            <a:satOff val="0"/>
            <a:lumOff val="0"/>
            <a:alphaOff val="0"/>
          </a:srgbClr>
        </a:solidFill>
        <a:ln w="25400" cap="flat" cmpd="sng" algn="ctr">
          <a:solidFill>
            <a:srgbClr val="FFFFFF">
              <a:hueOff val="0"/>
              <a:satOff val="0"/>
              <a:lumOff val="0"/>
              <a:alphaOff val="0"/>
            </a:srgbClr>
          </a:solidFill>
          <a:prstDash val="solid"/>
        </a:ln>
        <a:effectLst/>
      </dgm:spPr>
      <dgm:t>
        <a:bodyPr/>
        <a:lstStyle/>
        <a:p>
          <a:endParaRPr lang="en-US">
            <a:solidFill>
              <a:srgbClr val="C00000"/>
            </a:solidFill>
            <a:latin typeface="+mn-lt"/>
          </a:endParaRPr>
        </a:p>
      </dgm:t>
    </dgm:pt>
    <dgm:pt modelId="{B6D34165-77A4-4884-A8F7-5FF463D78413}">
      <dgm:prSet custT="1"/>
      <dgm:spPr>
        <a:xfrm>
          <a:off x="100291" y="46975"/>
          <a:ext cx="748824" cy="748824"/>
        </a:xfrm>
        <a:prstGeom prst="rect">
          <a:avLst/>
        </a:prstGeom>
        <a:noFill/>
        <a:ln>
          <a:noFill/>
        </a:ln>
        <a:effectLs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C00000"/>
              </a:solidFill>
              <a:effectLst/>
              <a:latin typeface="+mn-lt"/>
              <a:ea typeface="宋体" charset="-122"/>
              <a:cs typeface="+mn-cs"/>
            </a:rPr>
            <a:t>1110</a:t>
          </a:r>
        </a:p>
      </dgm:t>
    </dgm:pt>
    <dgm:pt modelId="{30BC4827-FA01-43B2-BF70-33223EB7AABA}" type="parTrans" cxnId="{E64CCBFD-2AE5-4CF8-A405-4B3382858B64}">
      <dgm:prSet/>
      <dgm:spPr/>
      <dgm:t>
        <a:bodyPr/>
        <a:lstStyle/>
        <a:p>
          <a:endParaRPr lang="en-US">
            <a:solidFill>
              <a:srgbClr val="C00000"/>
            </a:solidFill>
            <a:latin typeface="+mn-lt"/>
          </a:endParaRPr>
        </a:p>
      </dgm:t>
    </dgm:pt>
    <dgm:pt modelId="{4EFCF4DC-C878-44A8-B79E-10B60400E8A9}" type="sibTrans" cxnId="{E64CCBFD-2AE5-4CF8-A405-4B3382858B64}">
      <dgm:prSet/>
      <dgm:spPr>
        <a:xfrm>
          <a:off x="52827" y="-487"/>
          <a:ext cx="2116941" cy="2116941"/>
        </a:xfrm>
        <a:prstGeom prst="circularArrow">
          <a:avLst>
            <a:gd name="adj1" fmla="val 6898"/>
            <a:gd name="adj2" fmla="val 465007"/>
            <a:gd name="adj3" fmla="val 16750866"/>
            <a:gd name="adj4" fmla="val 15184127"/>
            <a:gd name="adj5" fmla="val 8047"/>
          </a:avLst>
        </a:prstGeom>
        <a:solidFill>
          <a:srgbClr val="99CCFF">
            <a:hueOff val="0"/>
            <a:satOff val="0"/>
            <a:lumOff val="0"/>
            <a:alphaOff val="0"/>
          </a:srgbClr>
        </a:solidFill>
        <a:ln w="25400" cap="flat" cmpd="sng" algn="ctr">
          <a:solidFill>
            <a:srgbClr val="FFFFFF">
              <a:hueOff val="0"/>
              <a:satOff val="0"/>
              <a:lumOff val="0"/>
              <a:alphaOff val="0"/>
            </a:srgbClr>
          </a:solidFill>
          <a:prstDash val="solid"/>
        </a:ln>
        <a:effectLst/>
      </dgm:spPr>
      <dgm:t>
        <a:bodyPr/>
        <a:lstStyle/>
        <a:p>
          <a:endParaRPr lang="en-US">
            <a:solidFill>
              <a:srgbClr val="C00000"/>
            </a:solidFill>
            <a:latin typeface="+mn-lt"/>
          </a:endParaRPr>
        </a:p>
      </dgm:t>
    </dgm:pt>
    <dgm:pt modelId="{4F573302-7B6B-4374-B947-6FCBD7497DC4}" type="pres">
      <dgm:prSet presAssocID="{29123495-EA4F-4008-A2F3-B89F4ABE9DD3}" presName="cycle" presStyleCnt="0">
        <dgm:presLayoutVars>
          <dgm:dir/>
          <dgm:resizeHandles val="exact"/>
        </dgm:presLayoutVars>
      </dgm:prSet>
      <dgm:spPr/>
    </dgm:pt>
    <dgm:pt modelId="{4ECE0EDC-17A8-4427-9302-DA6FEF438396}" type="pres">
      <dgm:prSet presAssocID="{3651ACE9-8CC1-485A-8113-3570C3DBC5E0}" presName="dummy" presStyleCnt="0"/>
      <dgm:spPr/>
    </dgm:pt>
    <dgm:pt modelId="{C4A71B17-05A4-4101-9078-95FD718A40ED}" type="pres">
      <dgm:prSet presAssocID="{3651ACE9-8CC1-485A-8113-3570C3DBC5E0}" presName="node" presStyleLbl="revTx" presStyleIdx="0" presStyleCnt="4" custScaleX="126600">
        <dgm:presLayoutVars>
          <dgm:bulletEnabled val="1"/>
        </dgm:presLayoutVars>
      </dgm:prSet>
      <dgm:spPr/>
    </dgm:pt>
    <dgm:pt modelId="{6BC07646-68D2-465A-BA97-55DCFB09CCA6}" type="pres">
      <dgm:prSet presAssocID="{F6A92ED7-E578-4526-A4AD-71BD05655A49}" presName="sibTrans" presStyleLbl="node1" presStyleIdx="0" presStyleCnt="4"/>
      <dgm:spPr/>
    </dgm:pt>
    <dgm:pt modelId="{C151F965-B2EF-41F0-ACF3-7F6E2D074710}" type="pres">
      <dgm:prSet presAssocID="{F651B471-C7AC-4CCD-9FA3-81152E74E3A0}" presName="dummy" presStyleCnt="0"/>
      <dgm:spPr/>
    </dgm:pt>
    <dgm:pt modelId="{7A8AC29C-96D3-4822-8616-75296433C9CE}" type="pres">
      <dgm:prSet presAssocID="{F651B471-C7AC-4CCD-9FA3-81152E74E3A0}" presName="node" presStyleLbl="revTx" presStyleIdx="1" presStyleCnt="4" custScaleX="126600">
        <dgm:presLayoutVars>
          <dgm:bulletEnabled val="1"/>
        </dgm:presLayoutVars>
      </dgm:prSet>
      <dgm:spPr/>
    </dgm:pt>
    <dgm:pt modelId="{EEA11AB5-A171-45EF-B60C-6C8776A45821}" type="pres">
      <dgm:prSet presAssocID="{0D0F8182-54B0-443E-8B1A-336281A80715}" presName="sibTrans" presStyleLbl="node1" presStyleIdx="1" presStyleCnt="4"/>
      <dgm:spPr/>
    </dgm:pt>
    <dgm:pt modelId="{518B7035-16A2-4190-8FD2-3491EADEAE30}" type="pres">
      <dgm:prSet presAssocID="{1BCA647D-14FE-4764-9292-6EF0EF71BE55}" presName="dummy" presStyleCnt="0"/>
      <dgm:spPr/>
    </dgm:pt>
    <dgm:pt modelId="{31FBC6D5-FD2A-4B0E-9E64-FD8EBD0495E7}" type="pres">
      <dgm:prSet presAssocID="{1BCA647D-14FE-4764-9292-6EF0EF71BE55}" presName="node" presStyleLbl="revTx" presStyleIdx="2" presStyleCnt="4" custScaleX="126600">
        <dgm:presLayoutVars>
          <dgm:bulletEnabled val="1"/>
        </dgm:presLayoutVars>
      </dgm:prSet>
      <dgm:spPr/>
    </dgm:pt>
    <dgm:pt modelId="{D8B76E22-C304-43E6-96C8-3D6782288ABE}" type="pres">
      <dgm:prSet presAssocID="{F91A45DC-C8DD-414A-8296-62A389B3F701}" presName="sibTrans" presStyleLbl="node1" presStyleIdx="2" presStyleCnt="4"/>
      <dgm:spPr/>
    </dgm:pt>
    <dgm:pt modelId="{94552566-7A21-46D9-91B8-548BAF6F7F8D}" type="pres">
      <dgm:prSet presAssocID="{B6D34165-77A4-4884-A8F7-5FF463D78413}" presName="dummy" presStyleCnt="0"/>
      <dgm:spPr/>
    </dgm:pt>
    <dgm:pt modelId="{2A86887B-9C56-42DF-A480-B469C669337A}" type="pres">
      <dgm:prSet presAssocID="{B6D34165-77A4-4884-A8F7-5FF463D78413}" presName="node" presStyleLbl="revTx" presStyleIdx="3" presStyleCnt="4" custScaleX="126600">
        <dgm:presLayoutVars>
          <dgm:bulletEnabled val="1"/>
        </dgm:presLayoutVars>
      </dgm:prSet>
      <dgm:spPr/>
    </dgm:pt>
    <dgm:pt modelId="{A6AC64A7-C710-4617-857C-2CCA6A2F9F38}" type="pres">
      <dgm:prSet presAssocID="{4EFCF4DC-C878-44A8-B79E-10B60400E8A9}" presName="sibTrans" presStyleLbl="node1" presStyleIdx="3" presStyleCnt="4"/>
      <dgm:spPr/>
    </dgm:pt>
  </dgm:ptLst>
  <dgm:cxnLst>
    <dgm:cxn modelId="{F5AB9E08-7B5F-4354-BDCF-65CFC8B15D37}" type="presOf" srcId="{4EFCF4DC-C878-44A8-B79E-10B60400E8A9}" destId="{A6AC64A7-C710-4617-857C-2CCA6A2F9F38}" srcOrd="0" destOrd="0" presId="urn:microsoft.com/office/officeart/2005/8/layout/cycle1"/>
    <dgm:cxn modelId="{960B981C-9247-481F-A948-780E703A9D4A}" type="presOf" srcId="{F6A92ED7-E578-4526-A4AD-71BD05655A49}" destId="{6BC07646-68D2-465A-BA97-55DCFB09CCA6}" srcOrd="0" destOrd="0" presId="urn:microsoft.com/office/officeart/2005/8/layout/cycle1"/>
    <dgm:cxn modelId="{ED03FE1E-5E2D-43A6-AEC8-C1D5E0AD8E84}" srcId="{29123495-EA4F-4008-A2F3-B89F4ABE9DD3}" destId="{1BCA647D-14FE-4764-9292-6EF0EF71BE55}" srcOrd="2" destOrd="0" parTransId="{A9A8837D-C09A-4150-93AF-3F060424D65E}" sibTransId="{F91A45DC-C8DD-414A-8296-62A389B3F701}"/>
    <dgm:cxn modelId="{37097025-4F2E-4609-92F7-BD954CC1D856}" type="presOf" srcId="{1BCA647D-14FE-4764-9292-6EF0EF71BE55}" destId="{31FBC6D5-FD2A-4B0E-9E64-FD8EBD0495E7}" srcOrd="0" destOrd="0" presId="urn:microsoft.com/office/officeart/2005/8/layout/cycle1"/>
    <dgm:cxn modelId="{18F10A2A-2F8D-4FEF-812F-5E03687F8639}" type="presOf" srcId="{0D0F8182-54B0-443E-8B1A-336281A80715}" destId="{EEA11AB5-A171-45EF-B60C-6C8776A45821}" srcOrd="0" destOrd="0" presId="urn:microsoft.com/office/officeart/2005/8/layout/cycle1"/>
    <dgm:cxn modelId="{E8EC5A4D-6A55-4D32-B04E-7446F569D6DB}" srcId="{29123495-EA4F-4008-A2F3-B89F4ABE9DD3}" destId="{3651ACE9-8CC1-485A-8113-3570C3DBC5E0}" srcOrd="0" destOrd="0" parTransId="{3565800C-3595-486F-B7A1-6324AB812A16}" sibTransId="{F6A92ED7-E578-4526-A4AD-71BD05655A49}"/>
    <dgm:cxn modelId="{6D05A35E-18A2-4AFD-817E-E8691CEDEA66}" type="presOf" srcId="{3651ACE9-8CC1-485A-8113-3570C3DBC5E0}" destId="{C4A71B17-05A4-4101-9078-95FD718A40ED}" srcOrd="0" destOrd="0" presId="urn:microsoft.com/office/officeart/2005/8/layout/cycle1"/>
    <dgm:cxn modelId="{D90FD893-A9C6-4D7B-B0BF-BABBF0A74071}" type="presOf" srcId="{F91A45DC-C8DD-414A-8296-62A389B3F701}" destId="{D8B76E22-C304-43E6-96C8-3D6782288ABE}" srcOrd="0" destOrd="0" presId="urn:microsoft.com/office/officeart/2005/8/layout/cycle1"/>
    <dgm:cxn modelId="{A12283B9-77B1-489C-9CB1-96AC7D8E0D79}" type="presOf" srcId="{29123495-EA4F-4008-A2F3-B89F4ABE9DD3}" destId="{4F573302-7B6B-4374-B947-6FCBD7497DC4}" srcOrd="0" destOrd="0" presId="urn:microsoft.com/office/officeart/2005/8/layout/cycle1"/>
    <dgm:cxn modelId="{81F392E7-51B8-4D35-B5CF-E4A52FD31E29}" type="presOf" srcId="{B6D34165-77A4-4884-A8F7-5FF463D78413}" destId="{2A86887B-9C56-42DF-A480-B469C669337A}" srcOrd="0" destOrd="0" presId="urn:microsoft.com/office/officeart/2005/8/layout/cycle1"/>
    <dgm:cxn modelId="{D7A301F0-3F1E-420D-9E1E-8CB09ADE7D82}" type="presOf" srcId="{F651B471-C7AC-4CCD-9FA3-81152E74E3A0}" destId="{7A8AC29C-96D3-4822-8616-75296433C9CE}" srcOrd="0" destOrd="0" presId="urn:microsoft.com/office/officeart/2005/8/layout/cycle1"/>
    <dgm:cxn modelId="{C4E7CEF2-33A1-43C6-9296-1B4ACE6AB04A}" srcId="{29123495-EA4F-4008-A2F3-B89F4ABE9DD3}" destId="{F651B471-C7AC-4CCD-9FA3-81152E74E3A0}" srcOrd="1" destOrd="0" parTransId="{463DCFCC-29F7-4217-87DA-FD317C548259}" sibTransId="{0D0F8182-54B0-443E-8B1A-336281A80715}"/>
    <dgm:cxn modelId="{E64CCBFD-2AE5-4CF8-A405-4B3382858B64}" srcId="{29123495-EA4F-4008-A2F3-B89F4ABE9DD3}" destId="{B6D34165-77A4-4884-A8F7-5FF463D78413}" srcOrd="3" destOrd="0" parTransId="{30BC4827-FA01-43B2-BF70-33223EB7AABA}" sibTransId="{4EFCF4DC-C878-44A8-B79E-10B60400E8A9}"/>
    <dgm:cxn modelId="{AB5337ED-4422-406B-860A-6C398086FECE}" type="presParOf" srcId="{4F573302-7B6B-4374-B947-6FCBD7497DC4}" destId="{4ECE0EDC-17A8-4427-9302-DA6FEF438396}" srcOrd="0" destOrd="0" presId="urn:microsoft.com/office/officeart/2005/8/layout/cycle1"/>
    <dgm:cxn modelId="{01DB4049-84F8-411D-BE7F-3A75B137B4D7}" type="presParOf" srcId="{4F573302-7B6B-4374-B947-6FCBD7497DC4}" destId="{C4A71B17-05A4-4101-9078-95FD718A40ED}" srcOrd="1" destOrd="0" presId="urn:microsoft.com/office/officeart/2005/8/layout/cycle1"/>
    <dgm:cxn modelId="{A1377F84-E5FD-4055-AA35-CBF5CF79AB37}" type="presParOf" srcId="{4F573302-7B6B-4374-B947-6FCBD7497DC4}" destId="{6BC07646-68D2-465A-BA97-55DCFB09CCA6}" srcOrd="2" destOrd="0" presId="urn:microsoft.com/office/officeart/2005/8/layout/cycle1"/>
    <dgm:cxn modelId="{AF8B9286-1326-4CAA-BA8F-6DA42932C9EB}" type="presParOf" srcId="{4F573302-7B6B-4374-B947-6FCBD7497DC4}" destId="{C151F965-B2EF-41F0-ACF3-7F6E2D074710}" srcOrd="3" destOrd="0" presId="urn:microsoft.com/office/officeart/2005/8/layout/cycle1"/>
    <dgm:cxn modelId="{D7F6C407-8D14-4BE2-82C7-BFD892F3FDE0}" type="presParOf" srcId="{4F573302-7B6B-4374-B947-6FCBD7497DC4}" destId="{7A8AC29C-96D3-4822-8616-75296433C9CE}" srcOrd="4" destOrd="0" presId="urn:microsoft.com/office/officeart/2005/8/layout/cycle1"/>
    <dgm:cxn modelId="{D6A72ECC-1D09-40A2-83DD-483DE6E04F57}" type="presParOf" srcId="{4F573302-7B6B-4374-B947-6FCBD7497DC4}" destId="{EEA11AB5-A171-45EF-B60C-6C8776A45821}" srcOrd="5" destOrd="0" presId="urn:microsoft.com/office/officeart/2005/8/layout/cycle1"/>
    <dgm:cxn modelId="{69613BDE-8A10-47A9-B046-018D816191F4}" type="presParOf" srcId="{4F573302-7B6B-4374-B947-6FCBD7497DC4}" destId="{518B7035-16A2-4190-8FD2-3491EADEAE30}" srcOrd="6" destOrd="0" presId="urn:microsoft.com/office/officeart/2005/8/layout/cycle1"/>
    <dgm:cxn modelId="{5A52BB44-0F20-4D9F-879E-6DAB25C7C983}" type="presParOf" srcId="{4F573302-7B6B-4374-B947-6FCBD7497DC4}" destId="{31FBC6D5-FD2A-4B0E-9E64-FD8EBD0495E7}" srcOrd="7" destOrd="0" presId="urn:microsoft.com/office/officeart/2005/8/layout/cycle1"/>
    <dgm:cxn modelId="{9D9C2757-7896-4AFE-BED4-018003FA244C}" type="presParOf" srcId="{4F573302-7B6B-4374-B947-6FCBD7497DC4}" destId="{D8B76E22-C304-43E6-96C8-3D6782288ABE}" srcOrd="8" destOrd="0" presId="urn:microsoft.com/office/officeart/2005/8/layout/cycle1"/>
    <dgm:cxn modelId="{F862DC89-41AA-4C6E-8345-B8C908B87178}" type="presParOf" srcId="{4F573302-7B6B-4374-B947-6FCBD7497DC4}" destId="{94552566-7A21-46D9-91B8-548BAF6F7F8D}" srcOrd="9" destOrd="0" presId="urn:microsoft.com/office/officeart/2005/8/layout/cycle1"/>
    <dgm:cxn modelId="{496499FB-52A6-400E-A991-69798433C750}" type="presParOf" srcId="{4F573302-7B6B-4374-B947-6FCBD7497DC4}" destId="{2A86887B-9C56-42DF-A480-B469C669337A}" srcOrd="10" destOrd="0" presId="urn:microsoft.com/office/officeart/2005/8/layout/cycle1"/>
    <dgm:cxn modelId="{89468D1F-4BA4-4FF5-9F57-DD5B8C39BD42}" type="presParOf" srcId="{4F573302-7B6B-4374-B947-6FCBD7497DC4}" destId="{A6AC64A7-C710-4617-857C-2CCA6A2F9F38}" srcOrd="11" destOrd="0" presId="urn:microsoft.com/office/officeart/2005/8/layout/cycle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9123495-EA4F-4008-A2F3-B89F4ABE9DD3}" type="doc">
      <dgm:prSet loTypeId="urn:microsoft.com/office/officeart/2005/8/layout/cycle1" loCatId="cycle" qsTypeId="urn:microsoft.com/office/officeart/2005/8/quickstyle/simple1" qsCatId="simple" csTypeId="urn:microsoft.com/office/officeart/2005/8/colors/accent1_2" csCatId="accent1" phldr="1"/>
      <dgm:spPr/>
    </dgm:pt>
    <dgm:pt modelId="{3651ACE9-8CC1-485A-8113-3570C3DBC5E0}">
      <dgm:prSet custT="1"/>
      <dgm:spPr>
        <a:xfrm>
          <a:off x="1373481" y="46975"/>
          <a:ext cx="748824" cy="748824"/>
        </a:xfrm>
        <a:prstGeom prst="rect">
          <a:avLst/>
        </a:prstGeom>
        <a:noFill/>
        <a:ln>
          <a:noFill/>
        </a:ln>
        <a:effectLs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C00000"/>
              </a:solidFill>
              <a:effectLst/>
              <a:latin typeface="+mn-lt"/>
              <a:ea typeface="宋体" charset="-122"/>
              <a:cs typeface="+mn-cs"/>
            </a:rPr>
            <a:t>0011</a:t>
          </a:r>
        </a:p>
      </dgm:t>
    </dgm:pt>
    <dgm:pt modelId="{3565800C-3595-486F-B7A1-6324AB812A16}" type="parTrans" cxnId="{E8EC5A4D-6A55-4D32-B04E-7446F569D6DB}">
      <dgm:prSet/>
      <dgm:spPr/>
      <dgm:t>
        <a:bodyPr/>
        <a:lstStyle/>
        <a:p>
          <a:endParaRPr lang="en-US">
            <a:solidFill>
              <a:srgbClr val="C00000"/>
            </a:solidFill>
            <a:latin typeface="+mn-lt"/>
          </a:endParaRPr>
        </a:p>
      </dgm:t>
    </dgm:pt>
    <dgm:pt modelId="{F6A92ED7-E578-4526-A4AD-71BD05655A49}" type="sibTrans" cxnId="{E8EC5A4D-6A55-4D32-B04E-7446F569D6DB}">
      <dgm:prSet/>
      <dgm:spPr>
        <a:xfrm>
          <a:off x="52827" y="-487"/>
          <a:ext cx="2116941" cy="2116941"/>
        </a:xfrm>
        <a:prstGeom prst="circularArrow">
          <a:avLst>
            <a:gd name="adj1" fmla="val 6898"/>
            <a:gd name="adj2" fmla="val 465007"/>
            <a:gd name="adj3" fmla="val 550866"/>
            <a:gd name="adj4" fmla="val 20584127"/>
            <a:gd name="adj5" fmla="val 8047"/>
          </a:avLst>
        </a:prstGeom>
        <a:solidFill>
          <a:srgbClr val="99CCFF">
            <a:hueOff val="0"/>
            <a:satOff val="0"/>
            <a:lumOff val="0"/>
            <a:alphaOff val="0"/>
          </a:srgbClr>
        </a:solidFill>
        <a:ln w="25400" cap="flat" cmpd="sng" algn="ctr">
          <a:solidFill>
            <a:srgbClr val="FFFFFF">
              <a:hueOff val="0"/>
              <a:satOff val="0"/>
              <a:lumOff val="0"/>
              <a:alphaOff val="0"/>
            </a:srgbClr>
          </a:solidFill>
          <a:prstDash val="solid"/>
        </a:ln>
        <a:effectLst/>
      </dgm:spPr>
      <dgm:t>
        <a:bodyPr/>
        <a:lstStyle/>
        <a:p>
          <a:endParaRPr lang="en-US">
            <a:solidFill>
              <a:srgbClr val="C00000"/>
            </a:solidFill>
            <a:latin typeface="+mn-lt"/>
          </a:endParaRPr>
        </a:p>
      </dgm:t>
    </dgm:pt>
    <dgm:pt modelId="{F651B471-C7AC-4CCD-9FA3-81152E74E3A0}">
      <dgm:prSet custT="1"/>
      <dgm:spPr>
        <a:xfrm>
          <a:off x="1373481" y="1320166"/>
          <a:ext cx="748824" cy="748824"/>
        </a:xfrm>
        <a:prstGeom prst="rect">
          <a:avLst/>
        </a:prstGeom>
        <a:noFill/>
        <a:ln>
          <a:noFill/>
        </a:ln>
        <a:effectLs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C00000"/>
              </a:solidFill>
              <a:effectLst/>
              <a:latin typeface="+mn-lt"/>
              <a:ea typeface="宋体" charset="-122"/>
              <a:cs typeface="+mn-cs"/>
            </a:rPr>
            <a:t>1001</a:t>
          </a:r>
        </a:p>
      </dgm:t>
    </dgm:pt>
    <dgm:pt modelId="{463DCFCC-29F7-4217-87DA-FD317C548259}" type="parTrans" cxnId="{C4E7CEF2-33A1-43C6-9296-1B4ACE6AB04A}">
      <dgm:prSet/>
      <dgm:spPr/>
      <dgm:t>
        <a:bodyPr/>
        <a:lstStyle/>
        <a:p>
          <a:endParaRPr lang="en-US">
            <a:solidFill>
              <a:srgbClr val="C00000"/>
            </a:solidFill>
            <a:latin typeface="+mn-lt"/>
          </a:endParaRPr>
        </a:p>
      </dgm:t>
    </dgm:pt>
    <dgm:pt modelId="{0D0F8182-54B0-443E-8B1A-336281A80715}" type="sibTrans" cxnId="{C4E7CEF2-33A1-43C6-9296-1B4ACE6AB04A}">
      <dgm:prSet/>
      <dgm:spPr>
        <a:xfrm>
          <a:off x="52827" y="-487"/>
          <a:ext cx="2116941" cy="2116941"/>
        </a:xfrm>
        <a:prstGeom prst="circularArrow">
          <a:avLst>
            <a:gd name="adj1" fmla="val 6898"/>
            <a:gd name="adj2" fmla="val 465007"/>
            <a:gd name="adj3" fmla="val 5950866"/>
            <a:gd name="adj4" fmla="val 4384127"/>
            <a:gd name="adj5" fmla="val 8047"/>
          </a:avLst>
        </a:prstGeom>
        <a:solidFill>
          <a:srgbClr val="99CCFF">
            <a:hueOff val="0"/>
            <a:satOff val="0"/>
            <a:lumOff val="0"/>
            <a:alphaOff val="0"/>
          </a:srgbClr>
        </a:solidFill>
        <a:ln w="25400" cap="flat" cmpd="sng" algn="ctr">
          <a:solidFill>
            <a:srgbClr val="FFFFFF">
              <a:hueOff val="0"/>
              <a:satOff val="0"/>
              <a:lumOff val="0"/>
              <a:alphaOff val="0"/>
            </a:srgbClr>
          </a:solidFill>
          <a:prstDash val="solid"/>
        </a:ln>
        <a:effectLst/>
      </dgm:spPr>
      <dgm:t>
        <a:bodyPr/>
        <a:lstStyle/>
        <a:p>
          <a:endParaRPr lang="en-US">
            <a:solidFill>
              <a:srgbClr val="C00000"/>
            </a:solidFill>
            <a:latin typeface="+mn-lt"/>
          </a:endParaRPr>
        </a:p>
      </dgm:t>
    </dgm:pt>
    <dgm:pt modelId="{1BCA647D-14FE-4764-9292-6EF0EF71BE55}">
      <dgm:prSet custT="1"/>
      <dgm:spPr>
        <a:xfrm>
          <a:off x="100291" y="1320166"/>
          <a:ext cx="748824" cy="748824"/>
        </a:xfrm>
        <a:prstGeom prst="rect">
          <a:avLst/>
        </a:prstGeom>
        <a:noFill/>
        <a:ln>
          <a:noFill/>
        </a:ln>
        <a:effectLs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C00000"/>
              </a:solidFill>
              <a:effectLst/>
              <a:latin typeface="+mn-lt"/>
              <a:ea typeface="宋体" charset="-122"/>
              <a:cs typeface="+mn-cs"/>
            </a:rPr>
            <a:t>1100</a:t>
          </a:r>
        </a:p>
      </dgm:t>
    </dgm:pt>
    <dgm:pt modelId="{A9A8837D-C09A-4150-93AF-3F060424D65E}" type="parTrans" cxnId="{ED03FE1E-5E2D-43A6-AEC8-C1D5E0AD8E84}">
      <dgm:prSet/>
      <dgm:spPr/>
      <dgm:t>
        <a:bodyPr/>
        <a:lstStyle/>
        <a:p>
          <a:endParaRPr lang="en-US">
            <a:solidFill>
              <a:srgbClr val="C00000"/>
            </a:solidFill>
            <a:latin typeface="+mn-lt"/>
          </a:endParaRPr>
        </a:p>
      </dgm:t>
    </dgm:pt>
    <dgm:pt modelId="{F91A45DC-C8DD-414A-8296-62A389B3F701}" type="sibTrans" cxnId="{ED03FE1E-5E2D-43A6-AEC8-C1D5E0AD8E84}">
      <dgm:prSet/>
      <dgm:spPr>
        <a:xfrm>
          <a:off x="52827" y="-487"/>
          <a:ext cx="2116941" cy="2116941"/>
        </a:xfrm>
        <a:prstGeom prst="circularArrow">
          <a:avLst>
            <a:gd name="adj1" fmla="val 6898"/>
            <a:gd name="adj2" fmla="val 465007"/>
            <a:gd name="adj3" fmla="val 11350866"/>
            <a:gd name="adj4" fmla="val 9784127"/>
            <a:gd name="adj5" fmla="val 8047"/>
          </a:avLst>
        </a:prstGeom>
        <a:solidFill>
          <a:srgbClr val="99CCFF">
            <a:hueOff val="0"/>
            <a:satOff val="0"/>
            <a:lumOff val="0"/>
            <a:alphaOff val="0"/>
          </a:srgbClr>
        </a:solidFill>
        <a:ln w="25400" cap="flat" cmpd="sng" algn="ctr">
          <a:solidFill>
            <a:srgbClr val="FFFFFF">
              <a:hueOff val="0"/>
              <a:satOff val="0"/>
              <a:lumOff val="0"/>
              <a:alphaOff val="0"/>
            </a:srgbClr>
          </a:solidFill>
          <a:prstDash val="solid"/>
        </a:ln>
        <a:effectLst/>
      </dgm:spPr>
      <dgm:t>
        <a:bodyPr/>
        <a:lstStyle/>
        <a:p>
          <a:endParaRPr lang="en-US">
            <a:solidFill>
              <a:srgbClr val="C00000"/>
            </a:solidFill>
            <a:latin typeface="+mn-lt"/>
          </a:endParaRPr>
        </a:p>
      </dgm:t>
    </dgm:pt>
    <dgm:pt modelId="{B6D34165-77A4-4884-A8F7-5FF463D78413}">
      <dgm:prSet custT="1"/>
      <dgm:spPr>
        <a:xfrm>
          <a:off x="100291" y="46975"/>
          <a:ext cx="748824" cy="748824"/>
        </a:xfrm>
        <a:prstGeom prst="rect">
          <a:avLst/>
        </a:prstGeom>
        <a:noFill/>
        <a:ln>
          <a:noFill/>
        </a:ln>
        <a:effectLs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C00000"/>
              </a:solidFill>
              <a:effectLst/>
              <a:latin typeface="+mn-lt"/>
              <a:ea typeface="宋体" charset="-122"/>
              <a:cs typeface="+mn-cs"/>
            </a:rPr>
            <a:t>0110</a:t>
          </a:r>
        </a:p>
      </dgm:t>
    </dgm:pt>
    <dgm:pt modelId="{30BC4827-FA01-43B2-BF70-33223EB7AABA}" type="parTrans" cxnId="{E64CCBFD-2AE5-4CF8-A405-4B3382858B64}">
      <dgm:prSet/>
      <dgm:spPr/>
      <dgm:t>
        <a:bodyPr/>
        <a:lstStyle/>
        <a:p>
          <a:endParaRPr lang="en-US">
            <a:solidFill>
              <a:srgbClr val="C00000"/>
            </a:solidFill>
            <a:latin typeface="+mn-lt"/>
          </a:endParaRPr>
        </a:p>
      </dgm:t>
    </dgm:pt>
    <dgm:pt modelId="{4EFCF4DC-C878-44A8-B79E-10B60400E8A9}" type="sibTrans" cxnId="{E64CCBFD-2AE5-4CF8-A405-4B3382858B64}">
      <dgm:prSet/>
      <dgm:spPr>
        <a:xfrm>
          <a:off x="52827" y="-487"/>
          <a:ext cx="2116941" cy="2116941"/>
        </a:xfrm>
        <a:prstGeom prst="circularArrow">
          <a:avLst>
            <a:gd name="adj1" fmla="val 6898"/>
            <a:gd name="adj2" fmla="val 465007"/>
            <a:gd name="adj3" fmla="val 16750866"/>
            <a:gd name="adj4" fmla="val 15184127"/>
            <a:gd name="adj5" fmla="val 8047"/>
          </a:avLst>
        </a:prstGeom>
        <a:solidFill>
          <a:srgbClr val="99CCFF">
            <a:hueOff val="0"/>
            <a:satOff val="0"/>
            <a:lumOff val="0"/>
            <a:alphaOff val="0"/>
          </a:srgbClr>
        </a:solidFill>
        <a:ln w="25400" cap="flat" cmpd="sng" algn="ctr">
          <a:solidFill>
            <a:srgbClr val="FFFFFF">
              <a:hueOff val="0"/>
              <a:satOff val="0"/>
              <a:lumOff val="0"/>
              <a:alphaOff val="0"/>
            </a:srgbClr>
          </a:solidFill>
          <a:prstDash val="solid"/>
        </a:ln>
        <a:effectLst/>
      </dgm:spPr>
      <dgm:t>
        <a:bodyPr/>
        <a:lstStyle/>
        <a:p>
          <a:endParaRPr lang="en-US">
            <a:solidFill>
              <a:srgbClr val="C00000"/>
            </a:solidFill>
            <a:latin typeface="+mn-lt"/>
          </a:endParaRPr>
        </a:p>
      </dgm:t>
    </dgm:pt>
    <dgm:pt modelId="{4F573302-7B6B-4374-B947-6FCBD7497DC4}" type="pres">
      <dgm:prSet presAssocID="{29123495-EA4F-4008-A2F3-B89F4ABE9DD3}" presName="cycle" presStyleCnt="0">
        <dgm:presLayoutVars>
          <dgm:dir/>
          <dgm:resizeHandles val="exact"/>
        </dgm:presLayoutVars>
      </dgm:prSet>
      <dgm:spPr/>
    </dgm:pt>
    <dgm:pt modelId="{4ECE0EDC-17A8-4427-9302-DA6FEF438396}" type="pres">
      <dgm:prSet presAssocID="{3651ACE9-8CC1-485A-8113-3570C3DBC5E0}" presName="dummy" presStyleCnt="0"/>
      <dgm:spPr/>
    </dgm:pt>
    <dgm:pt modelId="{C4A71B17-05A4-4101-9078-95FD718A40ED}" type="pres">
      <dgm:prSet presAssocID="{3651ACE9-8CC1-485A-8113-3570C3DBC5E0}" presName="node" presStyleLbl="revTx" presStyleIdx="0" presStyleCnt="4" custScaleX="126600">
        <dgm:presLayoutVars>
          <dgm:bulletEnabled val="1"/>
        </dgm:presLayoutVars>
      </dgm:prSet>
      <dgm:spPr/>
    </dgm:pt>
    <dgm:pt modelId="{6BC07646-68D2-465A-BA97-55DCFB09CCA6}" type="pres">
      <dgm:prSet presAssocID="{F6A92ED7-E578-4526-A4AD-71BD05655A49}" presName="sibTrans" presStyleLbl="node1" presStyleIdx="0" presStyleCnt="4"/>
      <dgm:spPr/>
    </dgm:pt>
    <dgm:pt modelId="{C151F965-B2EF-41F0-ACF3-7F6E2D074710}" type="pres">
      <dgm:prSet presAssocID="{F651B471-C7AC-4CCD-9FA3-81152E74E3A0}" presName="dummy" presStyleCnt="0"/>
      <dgm:spPr/>
    </dgm:pt>
    <dgm:pt modelId="{7A8AC29C-96D3-4822-8616-75296433C9CE}" type="pres">
      <dgm:prSet presAssocID="{F651B471-C7AC-4CCD-9FA3-81152E74E3A0}" presName="node" presStyleLbl="revTx" presStyleIdx="1" presStyleCnt="4" custScaleX="126600">
        <dgm:presLayoutVars>
          <dgm:bulletEnabled val="1"/>
        </dgm:presLayoutVars>
      </dgm:prSet>
      <dgm:spPr/>
    </dgm:pt>
    <dgm:pt modelId="{EEA11AB5-A171-45EF-B60C-6C8776A45821}" type="pres">
      <dgm:prSet presAssocID="{0D0F8182-54B0-443E-8B1A-336281A80715}" presName="sibTrans" presStyleLbl="node1" presStyleIdx="1" presStyleCnt="4"/>
      <dgm:spPr/>
    </dgm:pt>
    <dgm:pt modelId="{518B7035-16A2-4190-8FD2-3491EADEAE30}" type="pres">
      <dgm:prSet presAssocID="{1BCA647D-14FE-4764-9292-6EF0EF71BE55}" presName="dummy" presStyleCnt="0"/>
      <dgm:spPr/>
    </dgm:pt>
    <dgm:pt modelId="{31FBC6D5-FD2A-4B0E-9E64-FD8EBD0495E7}" type="pres">
      <dgm:prSet presAssocID="{1BCA647D-14FE-4764-9292-6EF0EF71BE55}" presName="node" presStyleLbl="revTx" presStyleIdx="2" presStyleCnt="4" custScaleX="126600">
        <dgm:presLayoutVars>
          <dgm:bulletEnabled val="1"/>
        </dgm:presLayoutVars>
      </dgm:prSet>
      <dgm:spPr/>
    </dgm:pt>
    <dgm:pt modelId="{D8B76E22-C304-43E6-96C8-3D6782288ABE}" type="pres">
      <dgm:prSet presAssocID="{F91A45DC-C8DD-414A-8296-62A389B3F701}" presName="sibTrans" presStyleLbl="node1" presStyleIdx="2" presStyleCnt="4"/>
      <dgm:spPr/>
    </dgm:pt>
    <dgm:pt modelId="{94552566-7A21-46D9-91B8-548BAF6F7F8D}" type="pres">
      <dgm:prSet presAssocID="{B6D34165-77A4-4884-A8F7-5FF463D78413}" presName="dummy" presStyleCnt="0"/>
      <dgm:spPr/>
    </dgm:pt>
    <dgm:pt modelId="{2A86887B-9C56-42DF-A480-B469C669337A}" type="pres">
      <dgm:prSet presAssocID="{B6D34165-77A4-4884-A8F7-5FF463D78413}" presName="node" presStyleLbl="revTx" presStyleIdx="3" presStyleCnt="4" custScaleX="126600">
        <dgm:presLayoutVars>
          <dgm:bulletEnabled val="1"/>
        </dgm:presLayoutVars>
      </dgm:prSet>
      <dgm:spPr/>
    </dgm:pt>
    <dgm:pt modelId="{A6AC64A7-C710-4617-857C-2CCA6A2F9F38}" type="pres">
      <dgm:prSet presAssocID="{4EFCF4DC-C878-44A8-B79E-10B60400E8A9}" presName="sibTrans" presStyleLbl="node1" presStyleIdx="3" presStyleCnt="4"/>
      <dgm:spPr/>
    </dgm:pt>
  </dgm:ptLst>
  <dgm:cxnLst>
    <dgm:cxn modelId="{F5AB9E08-7B5F-4354-BDCF-65CFC8B15D37}" type="presOf" srcId="{4EFCF4DC-C878-44A8-B79E-10B60400E8A9}" destId="{A6AC64A7-C710-4617-857C-2CCA6A2F9F38}" srcOrd="0" destOrd="0" presId="urn:microsoft.com/office/officeart/2005/8/layout/cycle1"/>
    <dgm:cxn modelId="{960B981C-9247-481F-A948-780E703A9D4A}" type="presOf" srcId="{F6A92ED7-E578-4526-A4AD-71BD05655A49}" destId="{6BC07646-68D2-465A-BA97-55DCFB09CCA6}" srcOrd="0" destOrd="0" presId="urn:microsoft.com/office/officeart/2005/8/layout/cycle1"/>
    <dgm:cxn modelId="{ED03FE1E-5E2D-43A6-AEC8-C1D5E0AD8E84}" srcId="{29123495-EA4F-4008-A2F3-B89F4ABE9DD3}" destId="{1BCA647D-14FE-4764-9292-6EF0EF71BE55}" srcOrd="2" destOrd="0" parTransId="{A9A8837D-C09A-4150-93AF-3F060424D65E}" sibTransId="{F91A45DC-C8DD-414A-8296-62A389B3F701}"/>
    <dgm:cxn modelId="{37097025-4F2E-4609-92F7-BD954CC1D856}" type="presOf" srcId="{1BCA647D-14FE-4764-9292-6EF0EF71BE55}" destId="{31FBC6D5-FD2A-4B0E-9E64-FD8EBD0495E7}" srcOrd="0" destOrd="0" presId="urn:microsoft.com/office/officeart/2005/8/layout/cycle1"/>
    <dgm:cxn modelId="{18F10A2A-2F8D-4FEF-812F-5E03687F8639}" type="presOf" srcId="{0D0F8182-54B0-443E-8B1A-336281A80715}" destId="{EEA11AB5-A171-45EF-B60C-6C8776A45821}" srcOrd="0" destOrd="0" presId="urn:microsoft.com/office/officeart/2005/8/layout/cycle1"/>
    <dgm:cxn modelId="{E8EC5A4D-6A55-4D32-B04E-7446F569D6DB}" srcId="{29123495-EA4F-4008-A2F3-B89F4ABE9DD3}" destId="{3651ACE9-8CC1-485A-8113-3570C3DBC5E0}" srcOrd="0" destOrd="0" parTransId="{3565800C-3595-486F-B7A1-6324AB812A16}" sibTransId="{F6A92ED7-E578-4526-A4AD-71BD05655A49}"/>
    <dgm:cxn modelId="{6D05A35E-18A2-4AFD-817E-E8691CEDEA66}" type="presOf" srcId="{3651ACE9-8CC1-485A-8113-3570C3DBC5E0}" destId="{C4A71B17-05A4-4101-9078-95FD718A40ED}" srcOrd="0" destOrd="0" presId="urn:microsoft.com/office/officeart/2005/8/layout/cycle1"/>
    <dgm:cxn modelId="{D90FD893-A9C6-4D7B-B0BF-BABBF0A74071}" type="presOf" srcId="{F91A45DC-C8DD-414A-8296-62A389B3F701}" destId="{D8B76E22-C304-43E6-96C8-3D6782288ABE}" srcOrd="0" destOrd="0" presId="urn:microsoft.com/office/officeart/2005/8/layout/cycle1"/>
    <dgm:cxn modelId="{A12283B9-77B1-489C-9CB1-96AC7D8E0D79}" type="presOf" srcId="{29123495-EA4F-4008-A2F3-B89F4ABE9DD3}" destId="{4F573302-7B6B-4374-B947-6FCBD7497DC4}" srcOrd="0" destOrd="0" presId="urn:microsoft.com/office/officeart/2005/8/layout/cycle1"/>
    <dgm:cxn modelId="{81F392E7-51B8-4D35-B5CF-E4A52FD31E29}" type="presOf" srcId="{B6D34165-77A4-4884-A8F7-5FF463D78413}" destId="{2A86887B-9C56-42DF-A480-B469C669337A}" srcOrd="0" destOrd="0" presId="urn:microsoft.com/office/officeart/2005/8/layout/cycle1"/>
    <dgm:cxn modelId="{D7A301F0-3F1E-420D-9E1E-8CB09ADE7D82}" type="presOf" srcId="{F651B471-C7AC-4CCD-9FA3-81152E74E3A0}" destId="{7A8AC29C-96D3-4822-8616-75296433C9CE}" srcOrd="0" destOrd="0" presId="urn:microsoft.com/office/officeart/2005/8/layout/cycle1"/>
    <dgm:cxn modelId="{C4E7CEF2-33A1-43C6-9296-1B4ACE6AB04A}" srcId="{29123495-EA4F-4008-A2F3-B89F4ABE9DD3}" destId="{F651B471-C7AC-4CCD-9FA3-81152E74E3A0}" srcOrd="1" destOrd="0" parTransId="{463DCFCC-29F7-4217-87DA-FD317C548259}" sibTransId="{0D0F8182-54B0-443E-8B1A-336281A80715}"/>
    <dgm:cxn modelId="{E64CCBFD-2AE5-4CF8-A405-4B3382858B64}" srcId="{29123495-EA4F-4008-A2F3-B89F4ABE9DD3}" destId="{B6D34165-77A4-4884-A8F7-5FF463D78413}" srcOrd="3" destOrd="0" parTransId="{30BC4827-FA01-43B2-BF70-33223EB7AABA}" sibTransId="{4EFCF4DC-C878-44A8-B79E-10B60400E8A9}"/>
    <dgm:cxn modelId="{AB5337ED-4422-406B-860A-6C398086FECE}" type="presParOf" srcId="{4F573302-7B6B-4374-B947-6FCBD7497DC4}" destId="{4ECE0EDC-17A8-4427-9302-DA6FEF438396}" srcOrd="0" destOrd="0" presId="urn:microsoft.com/office/officeart/2005/8/layout/cycle1"/>
    <dgm:cxn modelId="{01DB4049-84F8-411D-BE7F-3A75B137B4D7}" type="presParOf" srcId="{4F573302-7B6B-4374-B947-6FCBD7497DC4}" destId="{C4A71B17-05A4-4101-9078-95FD718A40ED}" srcOrd="1" destOrd="0" presId="urn:microsoft.com/office/officeart/2005/8/layout/cycle1"/>
    <dgm:cxn modelId="{A1377F84-E5FD-4055-AA35-CBF5CF79AB37}" type="presParOf" srcId="{4F573302-7B6B-4374-B947-6FCBD7497DC4}" destId="{6BC07646-68D2-465A-BA97-55DCFB09CCA6}" srcOrd="2" destOrd="0" presId="urn:microsoft.com/office/officeart/2005/8/layout/cycle1"/>
    <dgm:cxn modelId="{AF8B9286-1326-4CAA-BA8F-6DA42932C9EB}" type="presParOf" srcId="{4F573302-7B6B-4374-B947-6FCBD7497DC4}" destId="{C151F965-B2EF-41F0-ACF3-7F6E2D074710}" srcOrd="3" destOrd="0" presId="urn:microsoft.com/office/officeart/2005/8/layout/cycle1"/>
    <dgm:cxn modelId="{D7F6C407-8D14-4BE2-82C7-BFD892F3FDE0}" type="presParOf" srcId="{4F573302-7B6B-4374-B947-6FCBD7497DC4}" destId="{7A8AC29C-96D3-4822-8616-75296433C9CE}" srcOrd="4" destOrd="0" presId="urn:microsoft.com/office/officeart/2005/8/layout/cycle1"/>
    <dgm:cxn modelId="{D6A72ECC-1D09-40A2-83DD-483DE6E04F57}" type="presParOf" srcId="{4F573302-7B6B-4374-B947-6FCBD7497DC4}" destId="{EEA11AB5-A171-45EF-B60C-6C8776A45821}" srcOrd="5" destOrd="0" presId="urn:microsoft.com/office/officeart/2005/8/layout/cycle1"/>
    <dgm:cxn modelId="{69613BDE-8A10-47A9-B046-018D816191F4}" type="presParOf" srcId="{4F573302-7B6B-4374-B947-6FCBD7497DC4}" destId="{518B7035-16A2-4190-8FD2-3491EADEAE30}" srcOrd="6" destOrd="0" presId="urn:microsoft.com/office/officeart/2005/8/layout/cycle1"/>
    <dgm:cxn modelId="{5A52BB44-0F20-4D9F-879E-6DAB25C7C983}" type="presParOf" srcId="{4F573302-7B6B-4374-B947-6FCBD7497DC4}" destId="{31FBC6D5-FD2A-4B0E-9E64-FD8EBD0495E7}" srcOrd="7" destOrd="0" presId="urn:microsoft.com/office/officeart/2005/8/layout/cycle1"/>
    <dgm:cxn modelId="{9D9C2757-7896-4AFE-BED4-018003FA244C}" type="presParOf" srcId="{4F573302-7B6B-4374-B947-6FCBD7497DC4}" destId="{D8B76E22-C304-43E6-96C8-3D6782288ABE}" srcOrd="8" destOrd="0" presId="urn:microsoft.com/office/officeart/2005/8/layout/cycle1"/>
    <dgm:cxn modelId="{F862DC89-41AA-4C6E-8345-B8C908B87178}" type="presParOf" srcId="{4F573302-7B6B-4374-B947-6FCBD7497DC4}" destId="{94552566-7A21-46D9-91B8-548BAF6F7F8D}" srcOrd="9" destOrd="0" presId="urn:microsoft.com/office/officeart/2005/8/layout/cycle1"/>
    <dgm:cxn modelId="{496499FB-52A6-400E-A991-69798433C750}" type="presParOf" srcId="{4F573302-7B6B-4374-B947-6FCBD7497DC4}" destId="{2A86887B-9C56-42DF-A480-B469C669337A}" srcOrd="10" destOrd="0" presId="urn:microsoft.com/office/officeart/2005/8/layout/cycle1"/>
    <dgm:cxn modelId="{89468D1F-4BA4-4FF5-9F57-DD5B8C39BD42}" type="presParOf" srcId="{4F573302-7B6B-4374-B947-6FCBD7497DC4}" destId="{A6AC64A7-C710-4617-857C-2CCA6A2F9F38}" srcOrd="11" destOrd="0" presId="urn:microsoft.com/office/officeart/2005/8/layout/cycle1"/>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B20E5A-248D-495F-9D59-644D0715C1DF}">
      <dsp:nvSpPr>
        <dsp:cNvPr id="0" name=""/>
        <dsp:cNvSpPr/>
      </dsp:nvSpPr>
      <dsp:spPr>
        <a:xfrm>
          <a:off x="1711015" y="175380"/>
          <a:ext cx="971103" cy="9711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9370" tIns="39370" rIns="39370" bIns="39370" numCol="1" spcCol="1270" anchor="ctr" anchorCtr="0">
          <a:no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3100" b="0" i="0" u="none" strike="noStrike" kern="1200" cap="none" normalizeH="0" baseline="0" dirty="0">
              <a:ln>
                <a:noFill/>
              </a:ln>
              <a:solidFill>
                <a:srgbClr val="000000"/>
              </a:solidFill>
              <a:effectLst/>
              <a:latin typeface="Arial" panose="020B0604020202020204"/>
              <a:ea typeface="宋体" charset="-122"/>
              <a:cs typeface="+mn-cs"/>
            </a:rPr>
            <a:t>1000</a:t>
          </a:r>
        </a:p>
      </dsp:txBody>
      <dsp:txXfrm>
        <a:off x="1711015" y="175380"/>
        <a:ext cx="971103" cy="971103"/>
      </dsp:txXfrm>
    </dsp:sp>
    <dsp:sp modelId="{4B4D11CE-E718-4211-9334-06FA8D004AF5}">
      <dsp:nvSpPr>
        <dsp:cNvPr id="0" name=""/>
        <dsp:cNvSpPr/>
      </dsp:nvSpPr>
      <dsp:spPr>
        <a:xfrm>
          <a:off x="-226" y="114073"/>
          <a:ext cx="2743652" cy="2743652"/>
        </a:xfrm>
        <a:prstGeom prst="circularArrow">
          <a:avLst>
            <a:gd name="adj1" fmla="val 6902"/>
            <a:gd name="adj2" fmla="val 465342"/>
            <a:gd name="adj3" fmla="val 549458"/>
            <a:gd name="adj4" fmla="val 20585200"/>
            <a:gd name="adj5" fmla="val 8052"/>
          </a:avLst>
        </a:prstGeom>
        <a:solidFill>
          <a:srgbClr val="99CCFF">
            <a:hueOff val="0"/>
            <a:satOff val="0"/>
            <a:lumOff val="0"/>
            <a:alphaOff val="0"/>
          </a:srgbClr>
        </a:solidFill>
        <a:ln w="25400" cap="flat" cmpd="sng" algn="ctr">
          <a:solidFill>
            <a:srgbClr val="FFFFFF">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sp>
    <dsp:sp modelId="{CC5B9981-06CC-4758-81E2-74B74E5E72CE}">
      <dsp:nvSpPr>
        <dsp:cNvPr id="0" name=""/>
        <dsp:cNvSpPr/>
      </dsp:nvSpPr>
      <dsp:spPr>
        <a:xfrm>
          <a:off x="1711015" y="1825315"/>
          <a:ext cx="971103" cy="9711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9370" tIns="39370" rIns="39370" bIns="39370" numCol="1" spcCol="1270" anchor="ctr" anchorCtr="0">
          <a:no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3100" b="0" i="0" u="none" strike="noStrike" kern="1200" cap="none" normalizeH="0" baseline="0" dirty="0">
              <a:ln>
                <a:noFill/>
              </a:ln>
              <a:solidFill>
                <a:srgbClr val="000000"/>
              </a:solidFill>
              <a:effectLst/>
              <a:latin typeface="+mj-lt"/>
              <a:ea typeface="宋体" charset="-122"/>
              <a:cs typeface="+mn-cs"/>
            </a:rPr>
            <a:t>0100</a:t>
          </a:r>
        </a:p>
      </dsp:txBody>
      <dsp:txXfrm>
        <a:off x="1711015" y="1825315"/>
        <a:ext cx="971103" cy="971103"/>
      </dsp:txXfrm>
    </dsp:sp>
    <dsp:sp modelId="{85258449-71BC-4247-A4AF-2F42F6EB76F9}">
      <dsp:nvSpPr>
        <dsp:cNvPr id="0" name=""/>
        <dsp:cNvSpPr/>
      </dsp:nvSpPr>
      <dsp:spPr>
        <a:xfrm>
          <a:off x="-226" y="114073"/>
          <a:ext cx="2743652" cy="2743652"/>
        </a:xfrm>
        <a:prstGeom prst="circularArrow">
          <a:avLst>
            <a:gd name="adj1" fmla="val 6902"/>
            <a:gd name="adj2" fmla="val 465342"/>
            <a:gd name="adj3" fmla="val 5949458"/>
            <a:gd name="adj4" fmla="val 4385200"/>
            <a:gd name="adj5" fmla="val 8052"/>
          </a:avLst>
        </a:prstGeom>
        <a:solidFill>
          <a:srgbClr val="99CCFF">
            <a:hueOff val="0"/>
            <a:satOff val="0"/>
            <a:lumOff val="0"/>
            <a:alphaOff val="0"/>
          </a:srgbClr>
        </a:solidFill>
        <a:ln w="25400" cap="flat" cmpd="sng" algn="ctr">
          <a:solidFill>
            <a:srgbClr val="FFFFFF">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sp>
    <dsp:sp modelId="{C4E0C3DD-9B60-4C37-A303-C7FA7FBB36A2}">
      <dsp:nvSpPr>
        <dsp:cNvPr id="0" name=""/>
        <dsp:cNvSpPr/>
      </dsp:nvSpPr>
      <dsp:spPr>
        <a:xfrm>
          <a:off x="61080" y="1825315"/>
          <a:ext cx="971103" cy="9711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9370" tIns="39370" rIns="39370" bIns="39370" numCol="1" spcCol="1270" anchor="ctr" anchorCtr="0">
          <a:no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3100" b="0" i="0" u="none" strike="noStrike" kern="1200" cap="none" normalizeH="0" baseline="0" dirty="0">
              <a:ln>
                <a:noFill/>
              </a:ln>
              <a:solidFill>
                <a:srgbClr val="000000"/>
              </a:solidFill>
              <a:effectLst/>
              <a:latin typeface="Arial" panose="020B0604020202020204"/>
              <a:ea typeface="宋体" charset="-122"/>
              <a:cs typeface="+mn-cs"/>
            </a:rPr>
            <a:t>0010</a:t>
          </a:r>
        </a:p>
      </dsp:txBody>
      <dsp:txXfrm>
        <a:off x="61080" y="1825315"/>
        <a:ext cx="971103" cy="971103"/>
      </dsp:txXfrm>
    </dsp:sp>
    <dsp:sp modelId="{5DA73882-25C4-446F-9D63-B8DA1994A1E0}">
      <dsp:nvSpPr>
        <dsp:cNvPr id="0" name=""/>
        <dsp:cNvSpPr/>
      </dsp:nvSpPr>
      <dsp:spPr>
        <a:xfrm>
          <a:off x="-226" y="114073"/>
          <a:ext cx="2743652" cy="2743652"/>
        </a:xfrm>
        <a:prstGeom prst="circularArrow">
          <a:avLst>
            <a:gd name="adj1" fmla="val 6902"/>
            <a:gd name="adj2" fmla="val 465342"/>
            <a:gd name="adj3" fmla="val 11349458"/>
            <a:gd name="adj4" fmla="val 9785200"/>
            <a:gd name="adj5" fmla="val 8052"/>
          </a:avLst>
        </a:prstGeom>
        <a:solidFill>
          <a:srgbClr val="99CCFF">
            <a:hueOff val="0"/>
            <a:satOff val="0"/>
            <a:lumOff val="0"/>
            <a:alphaOff val="0"/>
          </a:srgbClr>
        </a:solidFill>
        <a:ln w="25400" cap="flat" cmpd="sng" algn="ctr">
          <a:solidFill>
            <a:srgbClr val="FFFFFF">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sp>
    <dsp:sp modelId="{AAC79961-8BB4-4B05-AE28-E805076E3D72}">
      <dsp:nvSpPr>
        <dsp:cNvPr id="0" name=""/>
        <dsp:cNvSpPr/>
      </dsp:nvSpPr>
      <dsp:spPr>
        <a:xfrm>
          <a:off x="61080" y="175380"/>
          <a:ext cx="971103" cy="9711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9370" tIns="39370" rIns="39370" bIns="39370" numCol="1" spcCol="1270" anchor="ctr" anchorCtr="0">
          <a:no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3100" b="0" i="0" u="none" strike="noStrike" kern="1200" cap="none" normalizeH="0" baseline="0" dirty="0">
              <a:ln>
                <a:noFill/>
              </a:ln>
              <a:solidFill>
                <a:srgbClr val="000000"/>
              </a:solidFill>
              <a:effectLst/>
              <a:latin typeface="Arial" panose="020B0604020202020204"/>
              <a:ea typeface="宋体" charset="-122"/>
              <a:cs typeface="+mn-cs"/>
            </a:rPr>
            <a:t>0001</a:t>
          </a:r>
        </a:p>
      </dsp:txBody>
      <dsp:txXfrm>
        <a:off x="61080" y="175380"/>
        <a:ext cx="971103" cy="971103"/>
      </dsp:txXfrm>
    </dsp:sp>
    <dsp:sp modelId="{DE632B15-0E57-4C7B-B8A1-0118DAF295FC}">
      <dsp:nvSpPr>
        <dsp:cNvPr id="0" name=""/>
        <dsp:cNvSpPr/>
      </dsp:nvSpPr>
      <dsp:spPr>
        <a:xfrm>
          <a:off x="-226" y="114073"/>
          <a:ext cx="2743652" cy="2743652"/>
        </a:xfrm>
        <a:prstGeom prst="circularArrow">
          <a:avLst>
            <a:gd name="adj1" fmla="val 6902"/>
            <a:gd name="adj2" fmla="val 465342"/>
            <a:gd name="adj3" fmla="val 16749458"/>
            <a:gd name="adj4" fmla="val 15185200"/>
            <a:gd name="adj5" fmla="val 8052"/>
          </a:avLst>
        </a:prstGeom>
        <a:solidFill>
          <a:srgbClr val="99CCFF">
            <a:hueOff val="0"/>
            <a:satOff val="0"/>
            <a:lumOff val="0"/>
            <a:alphaOff val="0"/>
          </a:srgbClr>
        </a:solidFill>
        <a:ln w="25400" cap="flat" cmpd="sng" algn="ctr">
          <a:solidFill>
            <a:srgbClr val="FFFFFF">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BB0F69-DE8E-43D9-A5EB-9E2060E412ED}">
      <dsp:nvSpPr>
        <dsp:cNvPr id="0" name=""/>
        <dsp:cNvSpPr/>
      </dsp:nvSpPr>
      <dsp:spPr>
        <a:xfrm>
          <a:off x="1935785" y="229944"/>
          <a:ext cx="1098673" cy="10986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4450" tIns="44450" rIns="44450" bIns="44450" numCol="1" spcCol="1270" anchor="ctr" anchorCtr="0">
          <a:no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3500" b="0" i="0" u="none" strike="noStrike" kern="1200" cap="none" normalizeH="0" baseline="0" dirty="0">
              <a:ln>
                <a:noFill/>
              </a:ln>
              <a:solidFill>
                <a:srgbClr val="9999FF">
                  <a:lumMod val="50000"/>
                </a:srgbClr>
              </a:solidFill>
              <a:effectLst/>
              <a:latin typeface="+mn-lt"/>
              <a:ea typeface="宋体" charset="-122"/>
              <a:cs typeface="+mn-cs"/>
            </a:rPr>
            <a:t>0011</a:t>
          </a:r>
        </a:p>
      </dsp:txBody>
      <dsp:txXfrm>
        <a:off x="1935785" y="229944"/>
        <a:ext cx="1098673" cy="1098673"/>
      </dsp:txXfrm>
    </dsp:sp>
    <dsp:sp modelId="{AE948D5C-79D1-493A-95B9-D629D308F594}">
      <dsp:nvSpPr>
        <dsp:cNvPr id="0" name=""/>
        <dsp:cNvSpPr/>
      </dsp:nvSpPr>
      <dsp:spPr>
        <a:xfrm>
          <a:off x="-256" y="160584"/>
          <a:ext cx="3104076" cy="3104076"/>
        </a:xfrm>
        <a:prstGeom prst="circularArrow">
          <a:avLst>
            <a:gd name="adj1" fmla="val 6902"/>
            <a:gd name="adj2" fmla="val 465342"/>
            <a:gd name="adj3" fmla="val 549458"/>
            <a:gd name="adj4" fmla="val 20585200"/>
            <a:gd name="adj5" fmla="val 8052"/>
          </a:avLst>
        </a:prstGeom>
        <a:solidFill>
          <a:srgbClr val="99CCFF">
            <a:hueOff val="0"/>
            <a:satOff val="0"/>
            <a:lumOff val="0"/>
            <a:alphaOff val="0"/>
          </a:srgbClr>
        </a:solidFill>
        <a:ln w="25400" cap="flat" cmpd="sng" algn="ctr">
          <a:solidFill>
            <a:srgbClr val="FFFFFF">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sp>
    <dsp:sp modelId="{03D5AEBA-DE42-403B-AC79-8E3C43F30431}">
      <dsp:nvSpPr>
        <dsp:cNvPr id="0" name=""/>
        <dsp:cNvSpPr/>
      </dsp:nvSpPr>
      <dsp:spPr>
        <a:xfrm>
          <a:off x="1935785" y="2096626"/>
          <a:ext cx="1098673" cy="10986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4450" tIns="44450" rIns="44450" bIns="44450" numCol="1" spcCol="1270" anchor="ctr" anchorCtr="0">
          <a:no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3500" b="0" i="0" u="none" strike="noStrike" kern="1200" cap="none" normalizeH="0" baseline="0" dirty="0">
              <a:ln>
                <a:noFill/>
              </a:ln>
              <a:solidFill>
                <a:srgbClr val="9999FF">
                  <a:lumMod val="50000"/>
                </a:srgbClr>
              </a:solidFill>
              <a:effectLst/>
              <a:latin typeface="+mn-lt"/>
              <a:ea typeface="宋体" charset="-122"/>
              <a:cs typeface="+mn-cs"/>
            </a:rPr>
            <a:t>1001</a:t>
          </a:r>
        </a:p>
      </dsp:txBody>
      <dsp:txXfrm>
        <a:off x="1935785" y="2096626"/>
        <a:ext cx="1098673" cy="1098673"/>
      </dsp:txXfrm>
    </dsp:sp>
    <dsp:sp modelId="{EAE3CC3E-282B-4ABC-9A33-9F02C41E5570}">
      <dsp:nvSpPr>
        <dsp:cNvPr id="0" name=""/>
        <dsp:cNvSpPr/>
      </dsp:nvSpPr>
      <dsp:spPr>
        <a:xfrm>
          <a:off x="-256" y="160584"/>
          <a:ext cx="3104076" cy="3104076"/>
        </a:xfrm>
        <a:prstGeom prst="circularArrow">
          <a:avLst>
            <a:gd name="adj1" fmla="val 6902"/>
            <a:gd name="adj2" fmla="val 465342"/>
            <a:gd name="adj3" fmla="val 5949458"/>
            <a:gd name="adj4" fmla="val 4385200"/>
            <a:gd name="adj5" fmla="val 8052"/>
          </a:avLst>
        </a:prstGeom>
        <a:solidFill>
          <a:srgbClr val="99CCFF">
            <a:hueOff val="0"/>
            <a:satOff val="0"/>
            <a:lumOff val="0"/>
            <a:alphaOff val="0"/>
          </a:srgbClr>
        </a:solidFill>
        <a:ln w="25400" cap="flat" cmpd="sng" algn="ctr">
          <a:solidFill>
            <a:srgbClr val="FFFFFF">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sp>
    <dsp:sp modelId="{05A18848-28B7-4226-9980-95E60CBD23BE}">
      <dsp:nvSpPr>
        <dsp:cNvPr id="0" name=""/>
        <dsp:cNvSpPr/>
      </dsp:nvSpPr>
      <dsp:spPr>
        <a:xfrm>
          <a:off x="69103" y="2096626"/>
          <a:ext cx="1098673" cy="10986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4450" tIns="44450" rIns="44450" bIns="44450" numCol="1" spcCol="1270" anchor="ctr" anchorCtr="0">
          <a:no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3500" b="0" i="0" u="none" strike="noStrike" kern="1200" cap="none" normalizeH="0" baseline="0" dirty="0">
              <a:ln>
                <a:noFill/>
              </a:ln>
              <a:solidFill>
                <a:srgbClr val="9999FF">
                  <a:lumMod val="50000"/>
                </a:srgbClr>
              </a:solidFill>
              <a:effectLst/>
              <a:latin typeface="+mn-lt"/>
              <a:ea typeface="宋体" charset="-122"/>
              <a:cs typeface="+mn-cs"/>
            </a:rPr>
            <a:t>1100</a:t>
          </a:r>
        </a:p>
      </dsp:txBody>
      <dsp:txXfrm>
        <a:off x="69103" y="2096626"/>
        <a:ext cx="1098673" cy="1098673"/>
      </dsp:txXfrm>
    </dsp:sp>
    <dsp:sp modelId="{A2D6E032-6CDB-4ED9-B1EA-A90BDDEFB792}">
      <dsp:nvSpPr>
        <dsp:cNvPr id="0" name=""/>
        <dsp:cNvSpPr/>
      </dsp:nvSpPr>
      <dsp:spPr>
        <a:xfrm>
          <a:off x="-256" y="160584"/>
          <a:ext cx="3104076" cy="3104076"/>
        </a:xfrm>
        <a:prstGeom prst="circularArrow">
          <a:avLst>
            <a:gd name="adj1" fmla="val 6902"/>
            <a:gd name="adj2" fmla="val 465342"/>
            <a:gd name="adj3" fmla="val 11349458"/>
            <a:gd name="adj4" fmla="val 9785200"/>
            <a:gd name="adj5" fmla="val 8052"/>
          </a:avLst>
        </a:prstGeom>
        <a:solidFill>
          <a:srgbClr val="99CCFF">
            <a:hueOff val="0"/>
            <a:satOff val="0"/>
            <a:lumOff val="0"/>
            <a:alphaOff val="0"/>
          </a:srgbClr>
        </a:solidFill>
        <a:ln w="25400" cap="flat" cmpd="sng" algn="ctr">
          <a:solidFill>
            <a:srgbClr val="FFFFFF">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sp>
    <dsp:sp modelId="{76E6C627-56AB-49C4-8EF8-A0E1BFFA1F35}">
      <dsp:nvSpPr>
        <dsp:cNvPr id="0" name=""/>
        <dsp:cNvSpPr/>
      </dsp:nvSpPr>
      <dsp:spPr>
        <a:xfrm>
          <a:off x="69103" y="229944"/>
          <a:ext cx="1098673" cy="10986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4450" tIns="44450" rIns="44450" bIns="44450" numCol="1" spcCol="1270" anchor="ctr" anchorCtr="0">
          <a:no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3500" b="0" i="0" u="none" strike="noStrike" kern="1200" cap="none" normalizeH="0" baseline="0" dirty="0">
              <a:ln>
                <a:noFill/>
              </a:ln>
              <a:solidFill>
                <a:srgbClr val="9999FF">
                  <a:lumMod val="50000"/>
                </a:srgbClr>
              </a:solidFill>
              <a:effectLst/>
              <a:latin typeface="+mn-lt"/>
              <a:ea typeface="宋体" charset="-122"/>
              <a:cs typeface="+mn-cs"/>
            </a:rPr>
            <a:t>0110</a:t>
          </a:r>
        </a:p>
      </dsp:txBody>
      <dsp:txXfrm>
        <a:off x="69103" y="229944"/>
        <a:ext cx="1098673" cy="1098673"/>
      </dsp:txXfrm>
    </dsp:sp>
    <dsp:sp modelId="{BFE5A476-5E47-42BD-8D76-CF50F2931F81}">
      <dsp:nvSpPr>
        <dsp:cNvPr id="0" name=""/>
        <dsp:cNvSpPr/>
      </dsp:nvSpPr>
      <dsp:spPr>
        <a:xfrm>
          <a:off x="-256" y="160584"/>
          <a:ext cx="3104076" cy="3104076"/>
        </a:xfrm>
        <a:prstGeom prst="circularArrow">
          <a:avLst>
            <a:gd name="adj1" fmla="val 6902"/>
            <a:gd name="adj2" fmla="val 465342"/>
            <a:gd name="adj3" fmla="val 16749458"/>
            <a:gd name="adj4" fmla="val 15185200"/>
            <a:gd name="adj5" fmla="val 8052"/>
          </a:avLst>
        </a:prstGeom>
        <a:solidFill>
          <a:srgbClr val="99CCFF">
            <a:hueOff val="0"/>
            <a:satOff val="0"/>
            <a:lumOff val="0"/>
            <a:alphaOff val="0"/>
          </a:srgbClr>
        </a:solidFill>
        <a:ln w="25400" cap="flat" cmpd="sng" algn="ctr">
          <a:solidFill>
            <a:srgbClr val="FFFFFF">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A71B17-05A4-4101-9078-95FD718A40ED}">
      <dsp:nvSpPr>
        <dsp:cNvPr id="0" name=""/>
        <dsp:cNvSpPr/>
      </dsp:nvSpPr>
      <dsp:spPr>
        <a:xfrm>
          <a:off x="1935785" y="217534"/>
          <a:ext cx="1098673" cy="10986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3600" b="0" i="0" u="none" strike="noStrike" kern="1200" cap="none" normalizeH="0" baseline="0" dirty="0">
              <a:ln>
                <a:noFill/>
              </a:ln>
              <a:solidFill>
                <a:srgbClr val="9999FF">
                  <a:lumMod val="50000"/>
                </a:srgbClr>
              </a:solidFill>
              <a:effectLst/>
              <a:latin typeface="+mn-lt"/>
              <a:ea typeface="宋体" charset="-122"/>
              <a:cs typeface="+mn-cs"/>
            </a:rPr>
            <a:t>0111</a:t>
          </a:r>
        </a:p>
      </dsp:txBody>
      <dsp:txXfrm>
        <a:off x="1935785" y="217534"/>
        <a:ext cx="1098673" cy="1098673"/>
      </dsp:txXfrm>
    </dsp:sp>
    <dsp:sp modelId="{6BC07646-68D2-465A-BA97-55DCFB09CCA6}">
      <dsp:nvSpPr>
        <dsp:cNvPr id="0" name=""/>
        <dsp:cNvSpPr/>
      </dsp:nvSpPr>
      <dsp:spPr>
        <a:xfrm>
          <a:off x="-256" y="148174"/>
          <a:ext cx="3104076" cy="3104076"/>
        </a:xfrm>
        <a:prstGeom prst="circularArrow">
          <a:avLst>
            <a:gd name="adj1" fmla="val 6902"/>
            <a:gd name="adj2" fmla="val 465342"/>
            <a:gd name="adj3" fmla="val 549458"/>
            <a:gd name="adj4" fmla="val 20585200"/>
            <a:gd name="adj5" fmla="val 8052"/>
          </a:avLst>
        </a:prstGeom>
        <a:solidFill>
          <a:srgbClr val="99CCFF">
            <a:hueOff val="0"/>
            <a:satOff val="0"/>
            <a:lumOff val="0"/>
            <a:alphaOff val="0"/>
          </a:srgbClr>
        </a:solidFill>
        <a:ln w="25400" cap="flat" cmpd="sng" algn="ctr">
          <a:solidFill>
            <a:srgbClr val="FFFFFF">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sp>
    <dsp:sp modelId="{7A8AC29C-96D3-4822-8616-75296433C9CE}">
      <dsp:nvSpPr>
        <dsp:cNvPr id="0" name=""/>
        <dsp:cNvSpPr/>
      </dsp:nvSpPr>
      <dsp:spPr>
        <a:xfrm>
          <a:off x="1935785" y="2084216"/>
          <a:ext cx="1098673" cy="10986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3600" b="0" i="0" u="none" strike="noStrike" kern="1200" cap="none" normalizeH="0" baseline="0" dirty="0">
              <a:ln>
                <a:noFill/>
              </a:ln>
              <a:solidFill>
                <a:srgbClr val="9999FF">
                  <a:lumMod val="50000"/>
                </a:srgbClr>
              </a:solidFill>
              <a:effectLst/>
              <a:latin typeface="+mn-lt"/>
              <a:ea typeface="宋体" charset="-122"/>
              <a:cs typeface="+mn-cs"/>
            </a:rPr>
            <a:t>1011</a:t>
          </a:r>
        </a:p>
      </dsp:txBody>
      <dsp:txXfrm>
        <a:off x="1935785" y="2084216"/>
        <a:ext cx="1098673" cy="1098673"/>
      </dsp:txXfrm>
    </dsp:sp>
    <dsp:sp modelId="{EEA11AB5-A171-45EF-B60C-6C8776A45821}">
      <dsp:nvSpPr>
        <dsp:cNvPr id="0" name=""/>
        <dsp:cNvSpPr/>
      </dsp:nvSpPr>
      <dsp:spPr>
        <a:xfrm>
          <a:off x="-256" y="148174"/>
          <a:ext cx="3104076" cy="3104076"/>
        </a:xfrm>
        <a:prstGeom prst="circularArrow">
          <a:avLst>
            <a:gd name="adj1" fmla="val 6902"/>
            <a:gd name="adj2" fmla="val 465342"/>
            <a:gd name="adj3" fmla="val 5949458"/>
            <a:gd name="adj4" fmla="val 4385200"/>
            <a:gd name="adj5" fmla="val 8052"/>
          </a:avLst>
        </a:prstGeom>
        <a:solidFill>
          <a:srgbClr val="99CCFF">
            <a:hueOff val="0"/>
            <a:satOff val="0"/>
            <a:lumOff val="0"/>
            <a:alphaOff val="0"/>
          </a:srgbClr>
        </a:solidFill>
        <a:ln w="25400" cap="flat" cmpd="sng" algn="ctr">
          <a:solidFill>
            <a:srgbClr val="FFFFFF">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sp>
    <dsp:sp modelId="{31FBC6D5-FD2A-4B0E-9E64-FD8EBD0495E7}">
      <dsp:nvSpPr>
        <dsp:cNvPr id="0" name=""/>
        <dsp:cNvSpPr/>
      </dsp:nvSpPr>
      <dsp:spPr>
        <a:xfrm>
          <a:off x="69103" y="2084216"/>
          <a:ext cx="1098673" cy="10986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3600" b="0" i="0" u="none" strike="noStrike" kern="1200" cap="none" normalizeH="0" baseline="0" dirty="0">
              <a:ln>
                <a:noFill/>
              </a:ln>
              <a:solidFill>
                <a:srgbClr val="9999FF">
                  <a:lumMod val="50000"/>
                </a:srgbClr>
              </a:solidFill>
              <a:effectLst/>
              <a:latin typeface="+mn-lt"/>
              <a:ea typeface="宋体" charset="-122"/>
              <a:cs typeface="+mn-cs"/>
            </a:rPr>
            <a:t>1101</a:t>
          </a:r>
        </a:p>
      </dsp:txBody>
      <dsp:txXfrm>
        <a:off x="69103" y="2084216"/>
        <a:ext cx="1098673" cy="1098673"/>
      </dsp:txXfrm>
    </dsp:sp>
    <dsp:sp modelId="{D8B76E22-C304-43E6-96C8-3D6782288ABE}">
      <dsp:nvSpPr>
        <dsp:cNvPr id="0" name=""/>
        <dsp:cNvSpPr/>
      </dsp:nvSpPr>
      <dsp:spPr>
        <a:xfrm>
          <a:off x="-256" y="148174"/>
          <a:ext cx="3104076" cy="3104076"/>
        </a:xfrm>
        <a:prstGeom prst="circularArrow">
          <a:avLst>
            <a:gd name="adj1" fmla="val 6902"/>
            <a:gd name="adj2" fmla="val 465342"/>
            <a:gd name="adj3" fmla="val 11349458"/>
            <a:gd name="adj4" fmla="val 9785200"/>
            <a:gd name="adj5" fmla="val 8052"/>
          </a:avLst>
        </a:prstGeom>
        <a:solidFill>
          <a:srgbClr val="99CCFF">
            <a:hueOff val="0"/>
            <a:satOff val="0"/>
            <a:lumOff val="0"/>
            <a:alphaOff val="0"/>
          </a:srgbClr>
        </a:solidFill>
        <a:ln w="25400" cap="flat" cmpd="sng" algn="ctr">
          <a:solidFill>
            <a:srgbClr val="FFFFFF">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sp>
    <dsp:sp modelId="{2A86887B-9C56-42DF-A480-B469C669337A}">
      <dsp:nvSpPr>
        <dsp:cNvPr id="0" name=""/>
        <dsp:cNvSpPr/>
      </dsp:nvSpPr>
      <dsp:spPr>
        <a:xfrm>
          <a:off x="69103" y="217534"/>
          <a:ext cx="1098673" cy="10986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3600" b="0" i="0" u="none" strike="noStrike" kern="1200" cap="none" normalizeH="0" baseline="0" dirty="0">
              <a:ln>
                <a:noFill/>
              </a:ln>
              <a:solidFill>
                <a:srgbClr val="9999FF">
                  <a:lumMod val="50000"/>
                </a:srgbClr>
              </a:solidFill>
              <a:effectLst/>
              <a:latin typeface="+mn-lt"/>
              <a:ea typeface="宋体" charset="-122"/>
              <a:cs typeface="+mn-cs"/>
            </a:rPr>
            <a:t>1110</a:t>
          </a:r>
        </a:p>
      </dsp:txBody>
      <dsp:txXfrm>
        <a:off x="69103" y="217534"/>
        <a:ext cx="1098673" cy="1098673"/>
      </dsp:txXfrm>
    </dsp:sp>
    <dsp:sp modelId="{A6AC64A7-C710-4617-857C-2CCA6A2F9F38}">
      <dsp:nvSpPr>
        <dsp:cNvPr id="0" name=""/>
        <dsp:cNvSpPr/>
      </dsp:nvSpPr>
      <dsp:spPr>
        <a:xfrm>
          <a:off x="-256" y="148174"/>
          <a:ext cx="3104076" cy="3104076"/>
        </a:xfrm>
        <a:prstGeom prst="circularArrow">
          <a:avLst>
            <a:gd name="adj1" fmla="val 6902"/>
            <a:gd name="adj2" fmla="val 465342"/>
            <a:gd name="adj3" fmla="val 16749458"/>
            <a:gd name="adj4" fmla="val 15185200"/>
            <a:gd name="adj5" fmla="val 8052"/>
          </a:avLst>
        </a:prstGeom>
        <a:solidFill>
          <a:srgbClr val="99CCFF">
            <a:hueOff val="0"/>
            <a:satOff val="0"/>
            <a:lumOff val="0"/>
            <a:alphaOff val="0"/>
          </a:srgbClr>
        </a:solidFill>
        <a:ln w="25400" cap="flat" cmpd="sng" algn="ctr">
          <a:solidFill>
            <a:srgbClr val="FFFFFF">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A71B17-05A4-4101-9078-95FD718A40ED}">
      <dsp:nvSpPr>
        <dsp:cNvPr id="0" name=""/>
        <dsp:cNvSpPr/>
      </dsp:nvSpPr>
      <dsp:spPr>
        <a:xfrm>
          <a:off x="1201475" y="41019"/>
          <a:ext cx="823193" cy="6502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kern="1200" cap="none" normalizeH="0" baseline="0" dirty="0">
              <a:ln>
                <a:noFill/>
              </a:ln>
              <a:solidFill>
                <a:srgbClr val="C00000"/>
              </a:solidFill>
              <a:effectLst/>
              <a:latin typeface="+mn-lt"/>
              <a:ea typeface="宋体" charset="-122"/>
              <a:cs typeface="+mn-cs"/>
            </a:rPr>
            <a:t>0111</a:t>
          </a:r>
        </a:p>
      </dsp:txBody>
      <dsp:txXfrm>
        <a:off x="1201475" y="41019"/>
        <a:ext cx="823193" cy="650231"/>
      </dsp:txXfrm>
    </dsp:sp>
    <dsp:sp modelId="{6BC07646-68D2-465A-BA97-55DCFB09CCA6}">
      <dsp:nvSpPr>
        <dsp:cNvPr id="0" name=""/>
        <dsp:cNvSpPr/>
      </dsp:nvSpPr>
      <dsp:spPr>
        <a:xfrm>
          <a:off x="141079" y="-212"/>
          <a:ext cx="1838340" cy="1838340"/>
        </a:xfrm>
        <a:prstGeom prst="circularArrow">
          <a:avLst>
            <a:gd name="adj1" fmla="val 6898"/>
            <a:gd name="adj2" fmla="val 465007"/>
            <a:gd name="adj3" fmla="val 550866"/>
            <a:gd name="adj4" fmla="val 20584127"/>
            <a:gd name="adj5" fmla="val 8047"/>
          </a:avLst>
        </a:prstGeom>
        <a:solidFill>
          <a:srgbClr val="99CCFF">
            <a:hueOff val="0"/>
            <a:satOff val="0"/>
            <a:lumOff val="0"/>
            <a:alphaOff val="0"/>
          </a:srgbClr>
        </a:solidFill>
        <a:ln w="25400" cap="flat" cmpd="sng" algn="ctr">
          <a:solidFill>
            <a:srgbClr val="FFFFFF">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sp>
    <dsp:sp modelId="{7A8AC29C-96D3-4822-8616-75296433C9CE}">
      <dsp:nvSpPr>
        <dsp:cNvPr id="0" name=""/>
        <dsp:cNvSpPr/>
      </dsp:nvSpPr>
      <dsp:spPr>
        <a:xfrm>
          <a:off x="1201475" y="1146664"/>
          <a:ext cx="823193" cy="6502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kern="1200" cap="none" normalizeH="0" baseline="0" dirty="0">
              <a:ln>
                <a:noFill/>
              </a:ln>
              <a:solidFill>
                <a:srgbClr val="C00000"/>
              </a:solidFill>
              <a:effectLst/>
              <a:latin typeface="+mn-lt"/>
              <a:ea typeface="宋体" charset="-122"/>
              <a:cs typeface="+mn-cs"/>
            </a:rPr>
            <a:t>1011</a:t>
          </a:r>
        </a:p>
      </dsp:txBody>
      <dsp:txXfrm>
        <a:off x="1201475" y="1146664"/>
        <a:ext cx="823193" cy="650231"/>
      </dsp:txXfrm>
    </dsp:sp>
    <dsp:sp modelId="{EEA11AB5-A171-45EF-B60C-6C8776A45821}">
      <dsp:nvSpPr>
        <dsp:cNvPr id="0" name=""/>
        <dsp:cNvSpPr/>
      </dsp:nvSpPr>
      <dsp:spPr>
        <a:xfrm>
          <a:off x="141079" y="-212"/>
          <a:ext cx="1838340" cy="1838340"/>
        </a:xfrm>
        <a:prstGeom prst="circularArrow">
          <a:avLst>
            <a:gd name="adj1" fmla="val 6898"/>
            <a:gd name="adj2" fmla="val 465007"/>
            <a:gd name="adj3" fmla="val 5950866"/>
            <a:gd name="adj4" fmla="val 4384127"/>
            <a:gd name="adj5" fmla="val 8047"/>
          </a:avLst>
        </a:prstGeom>
        <a:solidFill>
          <a:srgbClr val="99CCFF">
            <a:hueOff val="0"/>
            <a:satOff val="0"/>
            <a:lumOff val="0"/>
            <a:alphaOff val="0"/>
          </a:srgbClr>
        </a:solidFill>
        <a:ln w="25400" cap="flat" cmpd="sng" algn="ctr">
          <a:solidFill>
            <a:srgbClr val="FFFFFF">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sp>
    <dsp:sp modelId="{31FBC6D5-FD2A-4B0E-9E64-FD8EBD0495E7}">
      <dsp:nvSpPr>
        <dsp:cNvPr id="0" name=""/>
        <dsp:cNvSpPr/>
      </dsp:nvSpPr>
      <dsp:spPr>
        <a:xfrm>
          <a:off x="95831" y="1146664"/>
          <a:ext cx="823193" cy="6502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kern="1200" cap="none" normalizeH="0" baseline="0" dirty="0">
              <a:ln>
                <a:noFill/>
              </a:ln>
              <a:solidFill>
                <a:srgbClr val="C00000"/>
              </a:solidFill>
              <a:effectLst/>
              <a:latin typeface="+mn-lt"/>
              <a:ea typeface="宋体" charset="-122"/>
              <a:cs typeface="+mn-cs"/>
            </a:rPr>
            <a:t>1101</a:t>
          </a:r>
        </a:p>
      </dsp:txBody>
      <dsp:txXfrm>
        <a:off x="95831" y="1146664"/>
        <a:ext cx="823193" cy="650231"/>
      </dsp:txXfrm>
    </dsp:sp>
    <dsp:sp modelId="{D8B76E22-C304-43E6-96C8-3D6782288ABE}">
      <dsp:nvSpPr>
        <dsp:cNvPr id="0" name=""/>
        <dsp:cNvSpPr/>
      </dsp:nvSpPr>
      <dsp:spPr>
        <a:xfrm>
          <a:off x="141079" y="-212"/>
          <a:ext cx="1838340" cy="1838340"/>
        </a:xfrm>
        <a:prstGeom prst="circularArrow">
          <a:avLst>
            <a:gd name="adj1" fmla="val 6898"/>
            <a:gd name="adj2" fmla="val 465007"/>
            <a:gd name="adj3" fmla="val 11350866"/>
            <a:gd name="adj4" fmla="val 9784127"/>
            <a:gd name="adj5" fmla="val 8047"/>
          </a:avLst>
        </a:prstGeom>
        <a:solidFill>
          <a:srgbClr val="99CCFF">
            <a:hueOff val="0"/>
            <a:satOff val="0"/>
            <a:lumOff val="0"/>
            <a:alphaOff val="0"/>
          </a:srgbClr>
        </a:solidFill>
        <a:ln w="25400" cap="flat" cmpd="sng" algn="ctr">
          <a:solidFill>
            <a:srgbClr val="FFFFFF">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sp>
    <dsp:sp modelId="{2A86887B-9C56-42DF-A480-B469C669337A}">
      <dsp:nvSpPr>
        <dsp:cNvPr id="0" name=""/>
        <dsp:cNvSpPr/>
      </dsp:nvSpPr>
      <dsp:spPr>
        <a:xfrm>
          <a:off x="95831" y="41019"/>
          <a:ext cx="823193" cy="6502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kern="1200" cap="none" normalizeH="0" baseline="0" dirty="0">
              <a:ln>
                <a:noFill/>
              </a:ln>
              <a:solidFill>
                <a:srgbClr val="C00000"/>
              </a:solidFill>
              <a:effectLst/>
              <a:latin typeface="+mn-lt"/>
              <a:ea typeface="宋体" charset="-122"/>
              <a:cs typeface="+mn-cs"/>
            </a:rPr>
            <a:t>1110</a:t>
          </a:r>
        </a:p>
      </dsp:txBody>
      <dsp:txXfrm>
        <a:off x="95831" y="41019"/>
        <a:ext cx="823193" cy="650231"/>
      </dsp:txXfrm>
    </dsp:sp>
    <dsp:sp modelId="{A6AC64A7-C710-4617-857C-2CCA6A2F9F38}">
      <dsp:nvSpPr>
        <dsp:cNvPr id="0" name=""/>
        <dsp:cNvSpPr/>
      </dsp:nvSpPr>
      <dsp:spPr>
        <a:xfrm>
          <a:off x="141079" y="-212"/>
          <a:ext cx="1838340" cy="1838340"/>
        </a:xfrm>
        <a:prstGeom prst="circularArrow">
          <a:avLst>
            <a:gd name="adj1" fmla="val 6898"/>
            <a:gd name="adj2" fmla="val 465007"/>
            <a:gd name="adj3" fmla="val 16750866"/>
            <a:gd name="adj4" fmla="val 15184127"/>
            <a:gd name="adj5" fmla="val 8047"/>
          </a:avLst>
        </a:prstGeom>
        <a:solidFill>
          <a:srgbClr val="99CCFF">
            <a:hueOff val="0"/>
            <a:satOff val="0"/>
            <a:lumOff val="0"/>
            <a:alphaOff val="0"/>
          </a:srgbClr>
        </a:solidFill>
        <a:ln w="25400" cap="flat" cmpd="sng" algn="ctr">
          <a:solidFill>
            <a:srgbClr val="FFFFFF">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A71B17-05A4-4101-9078-95FD718A40ED}">
      <dsp:nvSpPr>
        <dsp:cNvPr id="0" name=""/>
        <dsp:cNvSpPr/>
      </dsp:nvSpPr>
      <dsp:spPr>
        <a:xfrm>
          <a:off x="1201475" y="41019"/>
          <a:ext cx="823193" cy="6502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kern="1200" cap="none" normalizeH="0" baseline="0" dirty="0">
              <a:ln>
                <a:noFill/>
              </a:ln>
              <a:solidFill>
                <a:srgbClr val="C00000"/>
              </a:solidFill>
              <a:effectLst/>
              <a:latin typeface="+mn-lt"/>
              <a:ea typeface="宋体" charset="-122"/>
              <a:cs typeface="+mn-cs"/>
            </a:rPr>
            <a:t>0011</a:t>
          </a:r>
        </a:p>
      </dsp:txBody>
      <dsp:txXfrm>
        <a:off x="1201475" y="41019"/>
        <a:ext cx="823193" cy="650231"/>
      </dsp:txXfrm>
    </dsp:sp>
    <dsp:sp modelId="{6BC07646-68D2-465A-BA97-55DCFB09CCA6}">
      <dsp:nvSpPr>
        <dsp:cNvPr id="0" name=""/>
        <dsp:cNvSpPr/>
      </dsp:nvSpPr>
      <dsp:spPr>
        <a:xfrm>
          <a:off x="141079" y="-212"/>
          <a:ext cx="1838340" cy="1838340"/>
        </a:xfrm>
        <a:prstGeom prst="circularArrow">
          <a:avLst>
            <a:gd name="adj1" fmla="val 6898"/>
            <a:gd name="adj2" fmla="val 465007"/>
            <a:gd name="adj3" fmla="val 550866"/>
            <a:gd name="adj4" fmla="val 20584127"/>
            <a:gd name="adj5" fmla="val 8047"/>
          </a:avLst>
        </a:prstGeom>
        <a:solidFill>
          <a:srgbClr val="99CCFF">
            <a:hueOff val="0"/>
            <a:satOff val="0"/>
            <a:lumOff val="0"/>
            <a:alphaOff val="0"/>
          </a:srgbClr>
        </a:solidFill>
        <a:ln w="25400" cap="flat" cmpd="sng" algn="ctr">
          <a:solidFill>
            <a:srgbClr val="FFFFFF">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sp>
    <dsp:sp modelId="{7A8AC29C-96D3-4822-8616-75296433C9CE}">
      <dsp:nvSpPr>
        <dsp:cNvPr id="0" name=""/>
        <dsp:cNvSpPr/>
      </dsp:nvSpPr>
      <dsp:spPr>
        <a:xfrm>
          <a:off x="1201475" y="1146664"/>
          <a:ext cx="823193" cy="6502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kern="1200" cap="none" normalizeH="0" baseline="0" dirty="0">
              <a:ln>
                <a:noFill/>
              </a:ln>
              <a:solidFill>
                <a:srgbClr val="C00000"/>
              </a:solidFill>
              <a:effectLst/>
              <a:latin typeface="+mn-lt"/>
              <a:ea typeface="宋体" charset="-122"/>
              <a:cs typeface="+mn-cs"/>
            </a:rPr>
            <a:t>1001</a:t>
          </a:r>
        </a:p>
      </dsp:txBody>
      <dsp:txXfrm>
        <a:off x="1201475" y="1146664"/>
        <a:ext cx="823193" cy="650231"/>
      </dsp:txXfrm>
    </dsp:sp>
    <dsp:sp modelId="{EEA11AB5-A171-45EF-B60C-6C8776A45821}">
      <dsp:nvSpPr>
        <dsp:cNvPr id="0" name=""/>
        <dsp:cNvSpPr/>
      </dsp:nvSpPr>
      <dsp:spPr>
        <a:xfrm>
          <a:off x="141079" y="-212"/>
          <a:ext cx="1838340" cy="1838340"/>
        </a:xfrm>
        <a:prstGeom prst="circularArrow">
          <a:avLst>
            <a:gd name="adj1" fmla="val 6898"/>
            <a:gd name="adj2" fmla="val 465007"/>
            <a:gd name="adj3" fmla="val 5950866"/>
            <a:gd name="adj4" fmla="val 4384127"/>
            <a:gd name="adj5" fmla="val 8047"/>
          </a:avLst>
        </a:prstGeom>
        <a:solidFill>
          <a:srgbClr val="99CCFF">
            <a:hueOff val="0"/>
            <a:satOff val="0"/>
            <a:lumOff val="0"/>
            <a:alphaOff val="0"/>
          </a:srgbClr>
        </a:solidFill>
        <a:ln w="25400" cap="flat" cmpd="sng" algn="ctr">
          <a:solidFill>
            <a:srgbClr val="FFFFFF">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sp>
    <dsp:sp modelId="{31FBC6D5-FD2A-4B0E-9E64-FD8EBD0495E7}">
      <dsp:nvSpPr>
        <dsp:cNvPr id="0" name=""/>
        <dsp:cNvSpPr/>
      </dsp:nvSpPr>
      <dsp:spPr>
        <a:xfrm>
          <a:off x="95831" y="1146664"/>
          <a:ext cx="823193" cy="6502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kern="1200" cap="none" normalizeH="0" baseline="0" dirty="0">
              <a:ln>
                <a:noFill/>
              </a:ln>
              <a:solidFill>
                <a:srgbClr val="C00000"/>
              </a:solidFill>
              <a:effectLst/>
              <a:latin typeface="+mn-lt"/>
              <a:ea typeface="宋体" charset="-122"/>
              <a:cs typeface="+mn-cs"/>
            </a:rPr>
            <a:t>1100</a:t>
          </a:r>
        </a:p>
      </dsp:txBody>
      <dsp:txXfrm>
        <a:off x="95831" y="1146664"/>
        <a:ext cx="823193" cy="650231"/>
      </dsp:txXfrm>
    </dsp:sp>
    <dsp:sp modelId="{D8B76E22-C304-43E6-96C8-3D6782288ABE}">
      <dsp:nvSpPr>
        <dsp:cNvPr id="0" name=""/>
        <dsp:cNvSpPr/>
      </dsp:nvSpPr>
      <dsp:spPr>
        <a:xfrm>
          <a:off x="141079" y="-212"/>
          <a:ext cx="1838340" cy="1838340"/>
        </a:xfrm>
        <a:prstGeom prst="circularArrow">
          <a:avLst>
            <a:gd name="adj1" fmla="val 6898"/>
            <a:gd name="adj2" fmla="val 465007"/>
            <a:gd name="adj3" fmla="val 11350866"/>
            <a:gd name="adj4" fmla="val 9784127"/>
            <a:gd name="adj5" fmla="val 8047"/>
          </a:avLst>
        </a:prstGeom>
        <a:solidFill>
          <a:srgbClr val="99CCFF">
            <a:hueOff val="0"/>
            <a:satOff val="0"/>
            <a:lumOff val="0"/>
            <a:alphaOff val="0"/>
          </a:srgbClr>
        </a:solidFill>
        <a:ln w="25400" cap="flat" cmpd="sng" algn="ctr">
          <a:solidFill>
            <a:srgbClr val="FFFFFF">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sp>
    <dsp:sp modelId="{2A86887B-9C56-42DF-A480-B469C669337A}">
      <dsp:nvSpPr>
        <dsp:cNvPr id="0" name=""/>
        <dsp:cNvSpPr/>
      </dsp:nvSpPr>
      <dsp:spPr>
        <a:xfrm>
          <a:off x="95831" y="41019"/>
          <a:ext cx="823193" cy="6502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kern="1200" cap="none" normalizeH="0" baseline="0" dirty="0">
              <a:ln>
                <a:noFill/>
              </a:ln>
              <a:solidFill>
                <a:srgbClr val="C00000"/>
              </a:solidFill>
              <a:effectLst/>
              <a:latin typeface="+mn-lt"/>
              <a:ea typeface="宋体" charset="-122"/>
              <a:cs typeface="+mn-cs"/>
            </a:rPr>
            <a:t>0110</a:t>
          </a:r>
        </a:p>
      </dsp:txBody>
      <dsp:txXfrm>
        <a:off x="95831" y="41019"/>
        <a:ext cx="823193" cy="650231"/>
      </dsp:txXfrm>
    </dsp:sp>
    <dsp:sp modelId="{A6AC64A7-C710-4617-857C-2CCA6A2F9F38}">
      <dsp:nvSpPr>
        <dsp:cNvPr id="0" name=""/>
        <dsp:cNvSpPr/>
      </dsp:nvSpPr>
      <dsp:spPr>
        <a:xfrm>
          <a:off x="141079" y="-212"/>
          <a:ext cx="1838340" cy="1838340"/>
        </a:xfrm>
        <a:prstGeom prst="circularArrow">
          <a:avLst>
            <a:gd name="adj1" fmla="val 6898"/>
            <a:gd name="adj2" fmla="val 465007"/>
            <a:gd name="adj3" fmla="val 16750866"/>
            <a:gd name="adj4" fmla="val 15184127"/>
            <a:gd name="adj5" fmla="val 8047"/>
          </a:avLst>
        </a:prstGeom>
        <a:solidFill>
          <a:srgbClr val="99CCFF">
            <a:hueOff val="0"/>
            <a:satOff val="0"/>
            <a:lumOff val="0"/>
            <a:alphaOff val="0"/>
          </a:srgbClr>
        </a:solidFill>
        <a:ln w="25400" cap="flat" cmpd="sng" algn="ctr">
          <a:solidFill>
            <a:srgbClr val="FFFFFF">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409.58749" units="1/cm"/>
          <inkml:channelProperty channel="Y" name="resolution" value="728.15558" units="1/cm"/>
          <inkml:channelProperty channel="F" name="resolution" value="0" units="1/dev"/>
          <inkml:channelProperty channel="T" name="resolution" value="1" units="1/dev"/>
        </inkml:channelProperties>
      </inkml:inkSource>
      <inkml:timestamp xml:id="ts0" timeString="2023-03-21T11:52:49.523"/>
    </inkml:context>
    <inkml:brush xml:id="br0">
      <inkml:brushProperty name="width" value="0.05292" units="cm"/>
      <inkml:brushProperty name="height" value="0.05292" units="cm"/>
      <inkml:brushProperty name="color" value="#FF0000"/>
    </inkml:brush>
  </inkml:definitions>
  <inkml:trace contextRef="#ctx0" brushRef="#br0">19828 18240 555 0,'0'0'0'0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3-22T12:10:36.067"/>
    </inkml:context>
    <inkml:brush xml:id="br0">
      <inkml:brushProperty name="width" value="0.05292" units="cm"/>
      <inkml:brushProperty name="height" value="0.05292" units="cm"/>
      <inkml:brushProperty name="color" value="#FF0000"/>
    </inkml:brush>
  </inkml:definitions>
  <inkml:trace contextRef="#ctx0" brushRef="#br0">17399 3828 24575,'0'0'0</inkml:trace>
</inkml:ink>
</file>

<file path=ppt/ink/ink3.xml><?xml version="1.0" encoding="utf-8"?>
<inkml:ink xmlns:inkml="http://www.w3.org/2003/InkML">
  <inkml:definitions>
    <inkml:context xml:id="ctx0">
      <inkml:inkSource xml:id="inkSrc0">
        <inkml:traceFormat>
          <inkml:channel name="X" type="integer" max="3840" units="cm"/>
          <inkml:channel name="Y" type="integer" max="1200" units="cm"/>
          <inkml:channel name="T" type="integer" max="2.14748E9" units="dev"/>
        </inkml:traceFormat>
        <inkml:channelProperties>
          <inkml:channelProperty channel="X" name="resolution" value="74.13127" units="1/cm"/>
          <inkml:channelProperty channel="Y" name="resolution" value="37.03704" units="1/cm"/>
          <inkml:channelProperty channel="T" name="resolution" value="1" units="1/dev"/>
        </inkml:channelProperties>
      </inkml:inkSource>
      <inkml:timestamp xml:id="ts0" timeString="2023-03-13T05:55:12.541"/>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70DD7DBB-CF81-4E81-927A-68FD99352566}" emma:medium="tactile" emma:mode="ink">
          <msink:context xmlns:msink="http://schemas.microsoft.com/ink/2010/main" type="writingRegion" rotatedBoundingBox="26416,6160 26431,6160 26431,6175 26416,6175"/>
        </emma:interpretation>
      </emma:emma>
    </inkml:annotationXML>
    <inkml:traceGroup>
      <inkml:annotationXML>
        <emma:emma xmlns:emma="http://www.w3.org/2003/04/emma" version="1.0">
          <emma:interpretation id="{B4CDE734-FCEE-460F-B2C9-7547DC582E4C}" emma:medium="tactile" emma:mode="ink">
            <msink:context xmlns:msink="http://schemas.microsoft.com/ink/2010/main" type="paragraph" rotatedBoundingBox="26416,6160 26431,6160 26431,6175 26416,6175" alignmentLevel="1"/>
          </emma:interpretation>
        </emma:emma>
      </inkml:annotationXML>
      <inkml:traceGroup>
        <inkml:annotationXML>
          <emma:emma xmlns:emma="http://www.w3.org/2003/04/emma" version="1.0">
            <emma:interpretation id="{3F5EBD85-495D-41D2-9B31-08F4C0727BD2}" emma:medium="tactile" emma:mode="ink">
              <msink:context xmlns:msink="http://schemas.microsoft.com/ink/2010/main" type="line" rotatedBoundingBox="26416,6160 26431,6160 26431,6175 26416,6175"/>
            </emma:interpretation>
          </emma:emma>
        </inkml:annotationXML>
        <inkml:traceGroup>
          <inkml:annotationXML>
            <emma:emma xmlns:emma="http://www.w3.org/2003/04/emma" version="1.0">
              <emma:interpretation id="{F834C955-5EF8-459B-B2A5-53A81F7C43CA}" emma:medium="tactile" emma:mode="ink">
                <msink:context xmlns:msink="http://schemas.microsoft.com/ink/2010/main" type="inkWord" rotatedBoundingBox="26416,6160 26431,6160 26431,6175 26416,6175"/>
              </emma:interpretation>
              <emma:one-of disjunction-type="recognition" id="oneOf0">
                <emma:interpretation id="interp0" emma:lang="" emma:confidence="1">
                  <emma:literal/>
                </emma:interpretation>
              </emma:one-of>
            </emma:emma>
          </inkml:annotationXML>
          <inkml:trace contextRef="#ctx0" brushRef="#br0">26416 6160 0</inkml:trace>
        </inkml:traceGroup>
      </inkml:traceGroup>
    </inkml:traceGroup>
  </inkml:traceGroup>
</inkml:ink>
</file>

<file path=ppt/ink/ink4.xml><?xml version="1.0" encoding="utf-8"?>
<inkml:ink xmlns:inkml="http://www.w3.org/2003/InkML">
  <inkml:definitions>
    <inkml:context xml:id="ctx0">
      <inkml:inkSource xml:id="inkSrc0">
        <inkml:traceFormat>
          <inkml:channel name="X" type="integer" max="3840" units="cm"/>
          <inkml:channel name="Y" type="integer" max="1200" units="cm"/>
          <inkml:channel name="T" type="integer" max="2.14748E9" units="dev"/>
        </inkml:traceFormat>
        <inkml:channelProperties>
          <inkml:channelProperty channel="X" name="resolution" value="74.13127" units="1/cm"/>
          <inkml:channelProperty channel="Y" name="resolution" value="37.03704" units="1/cm"/>
          <inkml:channelProperty channel="T" name="resolution" value="1" units="1/dev"/>
        </inkml:channelProperties>
      </inkml:inkSource>
      <inkml:timestamp xml:id="ts0" timeString="2022-03-21T10:32:18.293"/>
    </inkml:context>
    <inkml:brush xml:id="br0">
      <inkml:brushProperty name="width" value="0.05" units="cm"/>
      <inkml:brushProperty name="height" value="0.05" units="cm"/>
      <inkml:brushProperty name="fitToCurve" value="1"/>
    </inkml:brush>
  </inkml:definitions>
  <inkml:trace contextRef="#ctx0" brushRef="#br0">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b="0">
                <a:solidFill>
                  <a:schemeClr val="tx1"/>
                </a:solidFill>
                <a:latin typeface="Arial" charset="0"/>
                <a:ea typeface="宋体" pitchFamily="2" charset="-122"/>
              </a:defRPr>
            </a:lvl1pPr>
          </a:lstStyle>
          <a:p>
            <a:pPr>
              <a:defRPr/>
            </a:pPr>
            <a:endParaRPr lang="en-US" altLang="zh-CN"/>
          </a:p>
        </p:txBody>
      </p:sp>
      <p:sp>
        <p:nvSpPr>
          <p:cNvPr id="512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solidFill>
                  <a:schemeClr val="tx1"/>
                </a:solidFill>
                <a:latin typeface="Arial" charset="0"/>
                <a:ea typeface="宋体" pitchFamily="2" charset="-122"/>
              </a:defRPr>
            </a:lvl1pPr>
          </a:lstStyle>
          <a:p>
            <a:pPr>
              <a:defRPr/>
            </a:pPr>
            <a:endParaRPr lang="en-US" altLang="zh-CN"/>
          </a:p>
        </p:txBody>
      </p:sp>
      <p:sp>
        <p:nvSpPr>
          <p:cNvPr id="131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512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512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b="0">
                <a:solidFill>
                  <a:schemeClr val="tx1"/>
                </a:solidFill>
                <a:latin typeface="Arial" charset="0"/>
                <a:ea typeface="宋体" pitchFamily="2" charset="-122"/>
              </a:defRPr>
            </a:lvl1pPr>
          </a:lstStyle>
          <a:p>
            <a:pPr>
              <a:defRPr/>
            </a:pPr>
            <a:endParaRPr lang="en-US" altLang="zh-CN"/>
          </a:p>
        </p:txBody>
      </p:sp>
      <p:sp>
        <p:nvSpPr>
          <p:cNvPr id="512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solidFill>
                  <a:schemeClr val="tx1"/>
                </a:solidFill>
                <a:latin typeface="Arial" charset="0"/>
                <a:ea typeface="宋体" pitchFamily="2" charset="-122"/>
              </a:defRPr>
            </a:lvl1pPr>
          </a:lstStyle>
          <a:p>
            <a:pPr>
              <a:defRPr/>
            </a:pPr>
            <a:fld id="{0AA2CDFD-9B59-41E7-8533-07012B16544E}" type="slidenum">
              <a:rPr lang="en-US" altLang="zh-CN"/>
              <a:pPr>
                <a:defRPr/>
              </a:pPr>
              <a:t>‹#›</a:t>
            </a:fld>
            <a:endParaRPr lang="en-US" altLang="zh-CN"/>
          </a:p>
        </p:txBody>
      </p:sp>
    </p:spTree>
    <p:extLst>
      <p:ext uri="{BB962C8B-B14F-4D97-AF65-F5344CB8AC3E}">
        <p14:creationId xmlns:p14="http://schemas.microsoft.com/office/powerpoint/2010/main" val="401946787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pPr>
              <a:defRPr/>
            </a:pPr>
            <a:fld id="{0AA2CDFD-9B59-41E7-8533-07012B16544E}" type="slidenum">
              <a:rPr lang="en-US" altLang="zh-CN" smtClean="0"/>
              <a:pPr>
                <a:defRPr/>
              </a:pPr>
              <a:t>1</a:t>
            </a:fld>
            <a:endParaRPr lang="en-US" altLang="zh-CN"/>
          </a:p>
        </p:txBody>
      </p:sp>
    </p:spTree>
    <p:extLst>
      <p:ext uri="{BB962C8B-B14F-4D97-AF65-F5344CB8AC3E}">
        <p14:creationId xmlns:p14="http://schemas.microsoft.com/office/powerpoint/2010/main" val="40352394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2188" y="768350"/>
            <a:ext cx="5114925" cy="3836988"/>
          </a:xfrm>
        </p:spPr>
      </p:sp>
      <p:sp>
        <p:nvSpPr>
          <p:cNvPr id="3" name="Notes Placeholder 2"/>
          <p:cNvSpPr>
            <a:spLocks noGrp="1"/>
          </p:cNvSpPr>
          <p:nvPr>
            <p:ph type="body" idx="1"/>
          </p:nvPr>
        </p:nvSpPr>
        <p:spPr/>
        <p:txBody>
          <a:bodyPr/>
          <a:lstStyle/>
          <a:p>
            <a:endParaRPr lang="en-CN" sz="1200" dirty="0"/>
          </a:p>
        </p:txBody>
      </p:sp>
      <p:sp>
        <p:nvSpPr>
          <p:cNvPr id="4" name="Slide Number Placeholder 3"/>
          <p:cNvSpPr>
            <a:spLocks noGrp="1"/>
          </p:cNvSpPr>
          <p:nvPr>
            <p:ph type="sldNum" sz="quarter" idx="5"/>
          </p:nvPr>
        </p:nvSpPr>
        <p:spPr/>
        <p:txBody>
          <a:bodyPr/>
          <a:lstStyle/>
          <a:p>
            <a:pPr>
              <a:defRPr/>
            </a:pPr>
            <a:fld id="{6143918E-A2CB-491E-8B36-A1C0952C99F6}" type="slidenum">
              <a:rPr lang="zh-CN" altLang="en-US" smtClean="0"/>
              <a:pPr>
                <a:defRPr/>
              </a:pPr>
              <a:t>3</a:t>
            </a:fld>
            <a:endParaRPr lang="en-US" altLang="zh-CN"/>
          </a:p>
        </p:txBody>
      </p:sp>
    </p:spTree>
    <p:extLst>
      <p:ext uri="{BB962C8B-B14F-4D97-AF65-F5344CB8AC3E}">
        <p14:creationId xmlns:p14="http://schemas.microsoft.com/office/powerpoint/2010/main" val="35996268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下一页</a:t>
            </a:r>
            <a:r>
              <a:rPr lang="en-US" altLang="zh-CN" dirty="0"/>
              <a:t>63</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AA2CDFD-9B59-41E7-8533-07012B16544E}" type="slidenum">
              <a:rPr kumimoji="0" lang="en-US" altLang="zh-CN" sz="1200" b="0" i="0" u="none" strike="noStrike" kern="1200" cap="none" spc="0" normalizeH="0" baseline="0" noProof="0" smtClean="0">
                <a:ln>
                  <a:noFill/>
                </a:ln>
                <a:solidFill>
                  <a:srgbClr val="000000"/>
                </a:solidFill>
                <a:effectLst/>
                <a:uLnTx/>
                <a:uFillTx/>
                <a:latin typeface="Arial"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zh-CN" sz="12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Tree>
    <p:extLst>
      <p:ext uri="{BB962C8B-B14F-4D97-AF65-F5344CB8AC3E}">
        <p14:creationId xmlns:p14="http://schemas.microsoft.com/office/powerpoint/2010/main" val="2475866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7</a:t>
            </a:fld>
            <a:endParaRPr lang="en-US" altLang="zh-CN" dirty="0"/>
          </a:p>
        </p:txBody>
      </p:sp>
    </p:spTree>
    <p:extLst>
      <p:ext uri="{BB962C8B-B14F-4D97-AF65-F5344CB8AC3E}">
        <p14:creationId xmlns:p14="http://schemas.microsoft.com/office/powerpoint/2010/main" val="8393793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我们以一个米利型时序电路为例来分析。如果是摩尔型，则函数</a:t>
            </a:r>
            <a:r>
              <a:rPr lang="en-US" altLang="zh-CN" dirty="0"/>
              <a:t>h</a:t>
            </a:r>
            <a:r>
              <a:rPr lang="zh-CN" altLang="en-US" dirty="0"/>
              <a:t>应该与</a:t>
            </a:r>
            <a:r>
              <a:rPr lang="en-US" altLang="zh-CN" dirty="0"/>
              <a:t>x</a:t>
            </a:r>
            <a:r>
              <a:rPr lang="zh-CN" altLang="en-US" dirty="0"/>
              <a:t>无关</a:t>
            </a:r>
          </a:p>
        </p:txBody>
      </p:sp>
      <p:sp>
        <p:nvSpPr>
          <p:cNvPr id="4" name="灯片编号占位符 3"/>
          <p:cNvSpPr>
            <a:spLocks noGrp="1"/>
          </p:cNvSpPr>
          <p:nvPr>
            <p:ph type="sldNum" sz="quarter" idx="10"/>
          </p:nvPr>
        </p:nvSpPr>
        <p:spPr/>
        <p:txBody>
          <a:bodyPr/>
          <a:lstStyle/>
          <a:p>
            <a:pPr>
              <a:defRPr/>
            </a:pPr>
            <a:fld id="{0AA2CDFD-9B59-41E7-8533-07012B16544E}" type="slidenum">
              <a:rPr lang="en-US" altLang="zh-CN" smtClean="0"/>
              <a:pPr>
                <a:defRPr/>
              </a:pPr>
              <a:t>8</a:t>
            </a:fld>
            <a:endParaRPr lang="en-US" altLang="zh-CN"/>
          </a:p>
        </p:txBody>
      </p:sp>
    </p:spTree>
    <p:extLst>
      <p:ext uri="{BB962C8B-B14F-4D97-AF65-F5344CB8AC3E}">
        <p14:creationId xmlns:p14="http://schemas.microsoft.com/office/powerpoint/2010/main" val="20923439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首先我们分析每一个寄存器的输入逻辑，得到激励方程</a:t>
            </a:r>
            <a:endParaRPr lang="en-US" altLang="zh-CN" dirty="0"/>
          </a:p>
          <a:p>
            <a:r>
              <a:rPr lang="zh-CN" altLang="en-US" dirty="0"/>
              <a:t>然后我们分析输出逻辑，这里，输出除了和寄存器的状态有关，还连接着外部输入，所以是米利型的电路</a:t>
            </a:r>
          </a:p>
        </p:txBody>
      </p:sp>
      <p:sp>
        <p:nvSpPr>
          <p:cNvPr id="4" name="灯片编号占位符 3"/>
          <p:cNvSpPr>
            <a:spLocks noGrp="1"/>
          </p:cNvSpPr>
          <p:nvPr>
            <p:ph type="sldNum" sz="quarter" idx="10"/>
          </p:nvPr>
        </p:nvSpPr>
        <p:spPr/>
        <p:txBody>
          <a:bodyPr/>
          <a:lstStyle/>
          <a:p>
            <a:pPr>
              <a:defRPr/>
            </a:pPr>
            <a:fld id="{0AA2CDFD-9B59-41E7-8533-07012B16544E}" type="slidenum">
              <a:rPr lang="en-US" altLang="zh-CN" smtClean="0"/>
              <a:pPr>
                <a:defRPr/>
              </a:pPr>
              <a:t>9</a:t>
            </a:fld>
            <a:endParaRPr lang="en-US" altLang="zh-CN"/>
          </a:p>
        </p:txBody>
      </p:sp>
    </p:spTree>
    <p:extLst>
      <p:ext uri="{BB962C8B-B14F-4D97-AF65-F5344CB8AC3E}">
        <p14:creationId xmlns:p14="http://schemas.microsoft.com/office/powerpoint/2010/main" val="13424758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状态寄存器的不同值的组合我们视作不同状态，用不同的字母来表示</a:t>
            </a:r>
          </a:p>
        </p:txBody>
      </p:sp>
      <p:sp>
        <p:nvSpPr>
          <p:cNvPr id="4" name="灯片编号占位符 3"/>
          <p:cNvSpPr>
            <a:spLocks noGrp="1"/>
          </p:cNvSpPr>
          <p:nvPr>
            <p:ph type="sldNum" sz="quarter" idx="10"/>
          </p:nvPr>
        </p:nvSpPr>
        <p:spPr/>
        <p:txBody>
          <a:bodyPr/>
          <a:lstStyle/>
          <a:p>
            <a:pPr>
              <a:defRPr/>
            </a:pPr>
            <a:fld id="{0AA2CDFD-9B59-41E7-8533-07012B16544E}" type="slidenum">
              <a:rPr lang="en-US" altLang="zh-CN" smtClean="0"/>
              <a:pPr>
                <a:defRPr/>
              </a:pPr>
              <a:t>10</a:t>
            </a:fld>
            <a:endParaRPr lang="en-US" altLang="zh-CN"/>
          </a:p>
        </p:txBody>
      </p:sp>
    </p:spTree>
    <p:extLst>
      <p:ext uri="{BB962C8B-B14F-4D97-AF65-F5344CB8AC3E}">
        <p14:creationId xmlns:p14="http://schemas.microsoft.com/office/powerpoint/2010/main" val="32812281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于是我们可以画出状态转移图</a:t>
            </a:r>
          </a:p>
        </p:txBody>
      </p:sp>
      <p:sp>
        <p:nvSpPr>
          <p:cNvPr id="4" name="灯片编号占位符 3"/>
          <p:cNvSpPr>
            <a:spLocks noGrp="1"/>
          </p:cNvSpPr>
          <p:nvPr>
            <p:ph type="sldNum" sz="quarter" idx="10"/>
          </p:nvPr>
        </p:nvSpPr>
        <p:spPr/>
        <p:txBody>
          <a:bodyPr/>
          <a:lstStyle/>
          <a:p>
            <a:pPr>
              <a:defRPr/>
            </a:pPr>
            <a:fld id="{0AA2CDFD-9B59-41E7-8533-07012B16544E}" type="slidenum">
              <a:rPr lang="en-US" altLang="zh-CN" smtClean="0"/>
              <a:pPr>
                <a:defRPr/>
              </a:pPr>
              <a:t>11</a:t>
            </a:fld>
            <a:endParaRPr lang="en-US" altLang="zh-CN"/>
          </a:p>
        </p:txBody>
      </p:sp>
    </p:spTree>
    <p:extLst>
      <p:ext uri="{BB962C8B-B14F-4D97-AF65-F5344CB8AC3E}">
        <p14:creationId xmlns:p14="http://schemas.microsoft.com/office/powerpoint/2010/main" val="1805971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米利机与摩尔机的不同点</a:t>
            </a:r>
          </a:p>
        </p:txBody>
      </p:sp>
      <p:sp>
        <p:nvSpPr>
          <p:cNvPr id="4" name="灯片编号占位符 3"/>
          <p:cNvSpPr>
            <a:spLocks noGrp="1"/>
          </p:cNvSpPr>
          <p:nvPr>
            <p:ph type="sldNum" sz="quarter" idx="10"/>
          </p:nvPr>
        </p:nvSpPr>
        <p:spPr/>
        <p:txBody>
          <a:bodyPr/>
          <a:lstStyle/>
          <a:p>
            <a:pPr>
              <a:defRPr/>
            </a:pPr>
            <a:fld id="{0AA2CDFD-9B59-41E7-8533-07012B16544E}" type="slidenum">
              <a:rPr lang="en-US" altLang="zh-CN" smtClean="0"/>
              <a:pPr>
                <a:defRPr/>
              </a:pPr>
              <a:t>12</a:t>
            </a:fld>
            <a:endParaRPr lang="en-US" altLang="zh-CN"/>
          </a:p>
        </p:txBody>
      </p:sp>
    </p:spTree>
    <p:extLst>
      <p:ext uri="{BB962C8B-B14F-4D97-AF65-F5344CB8AC3E}">
        <p14:creationId xmlns:p14="http://schemas.microsoft.com/office/powerpoint/2010/main" val="11522619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AA2CDFD-9B59-41E7-8533-07012B16544E}" type="slidenum">
              <a:rPr lang="en-US" altLang="zh-CN" smtClean="0"/>
              <a:pPr>
                <a:defRPr/>
              </a:pPr>
              <a:t>16</a:t>
            </a:fld>
            <a:endParaRPr lang="en-US" altLang="zh-CN"/>
          </a:p>
        </p:txBody>
      </p:sp>
    </p:spTree>
    <p:extLst>
      <p:ext uri="{BB962C8B-B14F-4D97-AF65-F5344CB8AC3E}">
        <p14:creationId xmlns:p14="http://schemas.microsoft.com/office/powerpoint/2010/main" val="8192839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建立时间：采样前从寄存器输入变化到采样的时间大于</a:t>
            </a:r>
            <a:r>
              <a:rPr lang="en-US" altLang="zh-CN" dirty="0" err="1"/>
              <a:t>tsu</a:t>
            </a:r>
            <a:endParaRPr lang="en-US" altLang="zh-CN" dirty="0"/>
          </a:p>
          <a:p>
            <a:r>
              <a:rPr lang="zh-CN" altLang="en-US" dirty="0"/>
              <a:t>这要求路径上的组合逻辑延时不能太长</a:t>
            </a:r>
            <a:endParaRPr lang="en-US" altLang="zh-CN" dirty="0"/>
          </a:p>
          <a:p>
            <a:r>
              <a:rPr lang="zh-CN" altLang="en-US" dirty="0"/>
              <a:t>通常在功能确定之后，这意味着电路的时钟频率不能太高</a:t>
            </a:r>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AA2CDFD-9B59-41E7-8533-07012B16544E}" type="slidenum">
              <a:rPr kumimoji="0" lang="en-US" altLang="zh-CN" sz="1200" b="0" i="0" u="none" strike="noStrike" kern="1200" cap="none" spc="0" normalizeH="0" baseline="0" noProof="0" smtClean="0">
                <a:ln>
                  <a:noFill/>
                </a:ln>
                <a:solidFill>
                  <a:srgbClr val="000000"/>
                </a:solidFill>
                <a:effectLst/>
                <a:uLnTx/>
                <a:uFillTx/>
                <a:latin typeface="Arial"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zh-CN" sz="12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Tree>
    <p:extLst>
      <p:ext uri="{BB962C8B-B14F-4D97-AF65-F5344CB8AC3E}">
        <p14:creationId xmlns:p14="http://schemas.microsoft.com/office/powerpoint/2010/main" val="25331912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保持时间：采样后输入数据的维持时间要大于</a:t>
            </a:r>
            <a:r>
              <a:rPr lang="en-US" altLang="zh-CN" dirty="0" err="1"/>
              <a:t>th</a:t>
            </a:r>
            <a:endParaRPr lang="en-US" altLang="zh-CN" dirty="0"/>
          </a:p>
          <a:p>
            <a:r>
              <a:rPr lang="zh-CN" altLang="en-US" dirty="0"/>
              <a:t>保持时间要求寄存器和组合逻辑的延时不能太短，信号不能变化太快</a:t>
            </a:r>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AA2CDFD-9B59-41E7-8533-07012B16544E}" type="slidenum">
              <a:rPr kumimoji="0" lang="en-US" altLang="zh-CN" sz="1200" b="0" i="0" u="none" strike="noStrike" kern="1200" cap="none" spc="0" normalizeH="0" baseline="0" noProof="0" smtClean="0">
                <a:ln>
                  <a:noFill/>
                </a:ln>
                <a:solidFill>
                  <a:srgbClr val="000000"/>
                </a:solidFill>
                <a:effectLst/>
                <a:uLnTx/>
                <a:uFillTx/>
                <a:latin typeface="Arial"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zh-CN" sz="12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Tree>
    <p:extLst>
      <p:ext uri="{BB962C8B-B14F-4D97-AF65-F5344CB8AC3E}">
        <p14:creationId xmlns:p14="http://schemas.microsoft.com/office/powerpoint/2010/main" val="25371890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AD591-BAC9-729F-B95A-6711F861D5A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BDD0032-9BB9-F175-162E-3089C4E3A60A}"/>
              </a:ext>
            </a:extLst>
          </p:cNvPr>
          <p:cNvSpPr>
            <a:spLocks noGrp="1" noRot="1" noChangeAspect="1"/>
          </p:cNvSpPr>
          <p:nvPr>
            <p:ph type="sldImg"/>
          </p:nvPr>
        </p:nvSpPr>
        <p:spPr>
          <a:xfrm>
            <a:off x="992188" y="768350"/>
            <a:ext cx="5114925" cy="3836988"/>
          </a:xfrm>
        </p:spPr>
      </p:sp>
      <p:sp>
        <p:nvSpPr>
          <p:cNvPr id="3" name="备注占位符 2">
            <a:extLst>
              <a:ext uri="{FF2B5EF4-FFF2-40B4-BE49-F238E27FC236}">
                <a16:creationId xmlns:a16="http://schemas.microsoft.com/office/drawing/2014/main" id="{77A2CA41-74C9-69BC-F7D3-6BA37B651B8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862B1E2-3952-0F0E-07C1-FDB94FCF145B}"/>
              </a:ext>
            </a:extLst>
          </p:cNvPr>
          <p:cNvSpPr>
            <a:spLocks noGrp="1"/>
          </p:cNvSpPr>
          <p:nvPr>
            <p:ph type="sldNum" sz="quarter" idx="10"/>
          </p:nvPr>
        </p:nvSpPr>
        <p:spPr/>
        <p:txBody>
          <a:bodyPr/>
          <a:lstStyle/>
          <a:p>
            <a:pPr>
              <a:defRPr/>
            </a:pPr>
            <a:fld id="{6143918E-A2CB-491E-8B36-A1C0952C99F6}" type="slidenum">
              <a:rPr lang="zh-CN" altLang="en-US" smtClean="0"/>
              <a:pPr>
                <a:defRPr/>
              </a:pPr>
              <a:t>22</a:t>
            </a:fld>
            <a:endParaRPr lang="en-US" altLang="zh-CN" dirty="0"/>
          </a:p>
        </p:txBody>
      </p:sp>
    </p:spTree>
    <p:extLst>
      <p:ext uri="{BB962C8B-B14F-4D97-AF65-F5344CB8AC3E}">
        <p14:creationId xmlns:p14="http://schemas.microsoft.com/office/powerpoint/2010/main" val="16371042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通过函数与真值表的类别，展开讲解，核心难题“状态爆炸”</a:t>
            </a:r>
          </a:p>
        </p:txBody>
      </p:sp>
      <p:sp>
        <p:nvSpPr>
          <p:cNvPr id="4" name="灯片编号占位符 3"/>
          <p:cNvSpPr>
            <a:spLocks noGrp="1"/>
          </p:cNvSpPr>
          <p:nvPr>
            <p:ph type="sldNum" sz="quarter" idx="10"/>
          </p:nvPr>
        </p:nvSpPr>
        <p:spPr/>
        <p:txBody>
          <a:bodyPr/>
          <a:lstStyle/>
          <a:p>
            <a:pPr>
              <a:defRPr/>
            </a:pPr>
            <a:fld id="{0AA2CDFD-9B59-41E7-8533-07012B16544E}" type="slidenum">
              <a:rPr lang="en-US" altLang="zh-CN" smtClean="0"/>
              <a:pPr>
                <a:defRPr/>
              </a:pPr>
              <a:t>23</a:t>
            </a:fld>
            <a:endParaRPr lang="en-US" altLang="zh-CN"/>
          </a:p>
        </p:txBody>
      </p:sp>
    </p:spTree>
    <p:extLst>
      <p:ext uri="{BB962C8B-B14F-4D97-AF65-F5344CB8AC3E}">
        <p14:creationId xmlns:p14="http://schemas.microsoft.com/office/powerpoint/2010/main" val="33427196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同步时序电路的设计基本流程，可以简单读一遍</a:t>
            </a:r>
          </a:p>
        </p:txBody>
      </p:sp>
      <p:sp>
        <p:nvSpPr>
          <p:cNvPr id="4" name="灯片编号占位符 3"/>
          <p:cNvSpPr>
            <a:spLocks noGrp="1"/>
          </p:cNvSpPr>
          <p:nvPr>
            <p:ph type="sldNum" sz="quarter" idx="10"/>
          </p:nvPr>
        </p:nvSpPr>
        <p:spPr/>
        <p:txBody>
          <a:bodyPr/>
          <a:lstStyle/>
          <a:p>
            <a:pPr>
              <a:defRPr/>
            </a:pPr>
            <a:fld id="{0AA2CDFD-9B59-41E7-8533-07012B16544E}" type="slidenum">
              <a:rPr lang="en-US" altLang="zh-CN" smtClean="0"/>
              <a:pPr>
                <a:defRPr/>
              </a:pPr>
              <a:t>24</a:t>
            </a:fld>
            <a:endParaRPr lang="en-US" altLang="zh-CN"/>
          </a:p>
        </p:txBody>
      </p:sp>
    </p:spTree>
    <p:extLst>
      <p:ext uri="{BB962C8B-B14F-4D97-AF65-F5344CB8AC3E}">
        <p14:creationId xmlns:p14="http://schemas.microsoft.com/office/powerpoint/2010/main" val="11384276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X,y</a:t>
            </a:r>
            <a:r>
              <a:rPr lang="zh-CN" altLang="en-US" dirty="0"/>
              <a:t>是加法器的两个单比特输入，</a:t>
            </a:r>
            <a:r>
              <a:rPr lang="en-US" altLang="zh-CN" dirty="0"/>
              <a:t>z</a:t>
            </a:r>
            <a:r>
              <a:rPr lang="zh-CN" altLang="en-US" dirty="0"/>
              <a:t>是输出（和），还需要记住状态：是否有进位。</a:t>
            </a:r>
          </a:p>
        </p:txBody>
      </p:sp>
      <p:sp>
        <p:nvSpPr>
          <p:cNvPr id="4" name="灯片编号占位符 3"/>
          <p:cNvSpPr>
            <a:spLocks noGrp="1"/>
          </p:cNvSpPr>
          <p:nvPr>
            <p:ph type="sldNum" sz="quarter" idx="10"/>
          </p:nvPr>
        </p:nvSpPr>
        <p:spPr/>
        <p:txBody>
          <a:bodyPr/>
          <a:lstStyle/>
          <a:p>
            <a:pPr>
              <a:defRPr/>
            </a:pPr>
            <a:fld id="{0AA2CDFD-9B59-41E7-8533-07012B16544E}" type="slidenum">
              <a:rPr lang="en-US" altLang="zh-CN" smtClean="0"/>
              <a:pPr>
                <a:defRPr/>
              </a:pPr>
              <a:t>25</a:t>
            </a:fld>
            <a:endParaRPr lang="en-US" altLang="zh-CN"/>
          </a:p>
        </p:txBody>
      </p:sp>
    </p:spTree>
    <p:extLst>
      <p:ext uri="{BB962C8B-B14F-4D97-AF65-F5344CB8AC3E}">
        <p14:creationId xmlns:p14="http://schemas.microsoft.com/office/powerpoint/2010/main" val="14459788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X,y</a:t>
            </a:r>
            <a:r>
              <a:rPr lang="zh-CN" altLang="en-US" dirty="0"/>
              <a:t>是加法器的两个单比特输入，</a:t>
            </a:r>
            <a:r>
              <a:rPr lang="en-US" altLang="zh-CN" dirty="0"/>
              <a:t>z</a:t>
            </a:r>
            <a:r>
              <a:rPr lang="zh-CN" altLang="en-US" dirty="0"/>
              <a:t>是输出（和），还需要记住状态：是否有进位。</a:t>
            </a:r>
          </a:p>
        </p:txBody>
      </p:sp>
      <p:sp>
        <p:nvSpPr>
          <p:cNvPr id="4" name="灯片编号占位符 3"/>
          <p:cNvSpPr>
            <a:spLocks noGrp="1"/>
          </p:cNvSpPr>
          <p:nvPr>
            <p:ph type="sldNum" sz="quarter" idx="10"/>
          </p:nvPr>
        </p:nvSpPr>
        <p:spPr/>
        <p:txBody>
          <a:bodyPr/>
          <a:lstStyle/>
          <a:p>
            <a:pPr>
              <a:defRPr/>
            </a:pPr>
            <a:fld id="{0AA2CDFD-9B59-41E7-8533-07012B16544E}" type="slidenum">
              <a:rPr lang="en-US" altLang="zh-CN" smtClean="0"/>
              <a:pPr>
                <a:defRPr/>
              </a:pPr>
              <a:t>26</a:t>
            </a:fld>
            <a:endParaRPr lang="en-US" altLang="zh-CN"/>
          </a:p>
        </p:txBody>
      </p:sp>
    </p:spTree>
    <p:extLst>
      <p:ext uri="{BB962C8B-B14F-4D97-AF65-F5344CB8AC3E}">
        <p14:creationId xmlns:p14="http://schemas.microsoft.com/office/powerpoint/2010/main" val="7003974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米利机的示例设计，米利机的输出与当前状态和输入都有关，因此输出和状态变化是异步的。</a:t>
            </a:r>
            <a:endParaRPr lang="en-US" altLang="zh-CN" dirty="0"/>
          </a:p>
          <a:p>
            <a:endParaRPr lang="en-US" altLang="zh-CN" dirty="0"/>
          </a:p>
          <a:p>
            <a:r>
              <a:rPr lang="en-US" altLang="zh-CN" dirty="0"/>
              <a:t>Z</a:t>
            </a:r>
            <a:r>
              <a:rPr lang="zh-CN" altLang="en-US" dirty="0"/>
              <a:t>是和，</a:t>
            </a:r>
            <a:r>
              <a:rPr lang="en-US" altLang="zh-CN" dirty="0"/>
              <a:t>A</a:t>
            </a:r>
            <a:r>
              <a:rPr lang="zh-CN" altLang="en-US" dirty="0"/>
              <a:t>状态表示之前的运算没有进位；</a:t>
            </a:r>
            <a:r>
              <a:rPr lang="en-US" altLang="zh-CN" dirty="0"/>
              <a:t>B</a:t>
            </a:r>
            <a:r>
              <a:rPr lang="zh-CN" altLang="en-US" dirty="0"/>
              <a:t>状态表示之前的运算有进位，</a:t>
            </a:r>
            <a:r>
              <a:rPr lang="en-US" altLang="zh-CN" dirty="0"/>
              <a:t>x</a:t>
            </a:r>
            <a:r>
              <a:rPr lang="zh-CN" altLang="en-US" dirty="0"/>
              <a:t>、</a:t>
            </a:r>
            <a:r>
              <a:rPr lang="en-US" altLang="zh-CN" dirty="0"/>
              <a:t>y</a:t>
            </a:r>
            <a:r>
              <a:rPr lang="zh-CN" altLang="en-US" dirty="0"/>
              <a:t>求和后还要</a:t>
            </a:r>
            <a:r>
              <a:rPr lang="en-US" altLang="zh-CN" dirty="0"/>
              <a:t>+1</a:t>
            </a:r>
            <a:r>
              <a:rPr lang="zh-CN" altLang="en-US" dirty="0"/>
              <a:t>。</a:t>
            </a:r>
            <a:endParaRPr lang="en-US" altLang="zh-CN" dirty="0"/>
          </a:p>
        </p:txBody>
      </p:sp>
      <p:sp>
        <p:nvSpPr>
          <p:cNvPr id="4" name="灯片编号占位符 3"/>
          <p:cNvSpPr>
            <a:spLocks noGrp="1"/>
          </p:cNvSpPr>
          <p:nvPr>
            <p:ph type="sldNum" sz="quarter" idx="10"/>
          </p:nvPr>
        </p:nvSpPr>
        <p:spPr/>
        <p:txBody>
          <a:bodyPr/>
          <a:lstStyle/>
          <a:p>
            <a:pPr>
              <a:defRPr/>
            </a:pPr>
            <a:fld id="{0AA2CDFD-9B59-41E7-8533-07012B16544E}" type="slidenum">
              <a:rPr lang="en-US" altLang="zh-CN" smtClean="0"/>
              <a:pPr>
                <a:defRPr/>
              </a:pPr>
              <a:t>27</a:t>
            </a:fld>
            <a:endParaRPr lang="en-US" altLang="zh-CN"/>
          </a:p>
        </p:txBody>
      </p:sp>
    </p:spTree>
    <p:extLst>
      <p:ext uri="{BB962C8B-B14F-4D97-AF65-F5344CB8AC3E}">
        <p14:creationId xmlns:p14="http://schemas.microsoft.com/office/powerpoint/2010/main" val="1358039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Step1</a:t>
            </a:r>
            <a:r>
              <a:rPr lang="zh-CN" altLang="en-US" dirty="0"/>
              <a:t>的第二个示例：设计序列检测器，可简单解释一下例题的题意，就是验证一下接收到的四个比特是不是需要的比特序列。</a:t>
            </a:r>
          </a:p>
        </p:txBody>
      </p:sp>
      <p:sp>
        <p:nvSpPr>
          <p:cNvPr id="4" name="灯片编号占位符 3"/>
          <p:cNvSpPr>
            <a:spLocks noGrp="1"/>
          </p:cNvSpPr>
          <p:nvPr>
            <p:ph type="sldNum" sz="quarter" idx="10"/>
          </p:nvPr>
        </p:nvSpPr>
        <p:spPr/>
        <p:txBody>
          <a:bodyPr/>
          <a:lstStyle/>
          <a:p>
            <a:pPr>
              <a:defRPr/>
            </a:pPr>
            <a:fld id="{0AA2CDFD-9B59-41E7-8533-07012B16544E}" type="slidenum">
              <a:rPr lang="en-US" altLang="zh-CN" smtClean="0"/>
              <a:pPr>
                <a:defRPr/>
              </a:pPr>
              <a:t>28</a:t>
            </a:fld>
            <a:endParaRPr lang="en-US" altLang="zh-CN"/>
          </a:p>
        </p:txBody>
      </p:sp>
    </p:spTree>
    <p:extLst>
      <p:ext uri="{BB962C8B-B14F-4D97-AF65-F5344CB8AC3E}">
        <p14:creationId xmlns:p14="http://schemas.microsoft.com/office/powerpoint/2010/main" val="13840209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按照题意定义有限状态机的状态</a:t>
            </a:r>
          </a:p>
        </p:txBody>
      </p:sp>
      <p:sp>
        <p:nvSpPr>
          <p:cNvPr id="4" name="灯片编号占位符 3"/>
          <p:cNvSpPr>
            <a:spLocks noGrp="1"/>
          </p:cNvSpPr>
          <p:nvPr>
            <p:ph type="sldNum" sz="quarter" idx="10"/>
          </p:nvPr>
        </p:nvSpPr>
        <p:spPr/>
        <p:txBody>
          <a:bodyPr/>
          <a:lstStyle/>
          <a:p>
            <a:pPr>
              <a:defRPr/>
            </a:pPr>
            <a:fld id="{0AA2CDFD-9B59-41E7-8533-07012B16544E}" type="slidenum">
              <a:rPr lang="en-US" altLang="zh-CN" smtClean="0"/>
              <a:pPr>
                <a:defRPr/>
              </a:pPr>
              <a:t>29</a:t>
            </a:fld>
            <a:endParaRPr lang="en-US" altLang="zh-CN"/>
          </a:p>
        </p:txBody>
      </p:sp>
    </p:spTree>
    <p:extLst>
      <p:ext uri="{BB962C8B-B14F-4D97-AF65-F5344CB8AC3E}">
        <p14:creationId xmlns:p14="http://schemas.microsoft.com/office/powerpoint/2010/main" val="34438556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按照题意定义有限状态机的状态</a:t>
            </a:r>
          </a:p>
        </p:txBody>
      </p:sp>
      <p:sp>
        <p:nvSpPr>
          <p:cNvPr id="4" name="灯片编号占位符 3"/>
          <p:cNvSpPr>
            <a:spLocks noGrp="1"/>
          </p:cNvSpPr>
          <p:nvPr>
            <p:ph type="sldNum" sz="quarter" idx="10"/>
          </p:nvPr>
        </p:nvSpPr>
        <p:spPr/>
        <p:txBody>
          <a:bodyPr/>
          <a:lstStyle/>
          <a:p>
            <a:pPr>
              <a:defRPr/>
            </a:pPr>
            <a:fld id="{0AA2CDFD-9B59-41E7-8533-07012B16544E}" type="slidenum">
              <a:rPr lang="en-US" altLang="zh-CN" smtClean="0"/>
              <a:pPr>
                <a:defRPr/>
              </a:pPr>
              <a:t>30</a:t>
            </a:fld>
            <a:endParaRPr lang="en-US" altLang="zh-CN"/>
          </a:p>
        </p:txBody>
      </p:sp>
    </p:spTree>
    <p:extLst>
      <p:ext uri="{BB962C8B-B14F-4D97-AF65-F5344CB8AC3E}">
        <p14:creationId xmlns:p14="http://schemas.microsoft.com/office/powerpoint/2010/main" val="10943716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同步时序电路的设计基本流程，可以简单读一遍</a:t>
            </a:r>
          </a:p>
        </p:txBody>
      </p:sp>
      <p:sp>
        <p:nvSpPr>
          <p:cNvPr id="4" name="灯片编号占位符 3"/>
          <p:cNvSpPr>
            <a:spLocks noGrp="1"/>
          </p:cNvSpPr>
          <p:nvPr>
            <p:ph type="sldNum" sz="quarter" idx="10"/>
          </p:nvPr>
        </p:nvSpPr>
        <p:spPr/>
        <p:txBody>
          <a:bodyPr/>
          <a:lstStyle/>
          <a:p>
            <a:pPr>
              <a:defRPr/>
            </a:pPr>
            <a:fld id="{0AA2CDFD-9B59-41E7-8533-07012B16544E}" type="slidenum">
              <a:rPr lang="en-US" altLang="zh-CN" smtClean="0"/>
              <a:pPr>
                <a:defRPr/>
              </a:pPr>
              <a:t>31</a:t>
            </a:fld>
            <a:endParaRPr lang="en-US" altLang="zh-CN"/>
          </a:p>
        </p:txBody>
      </p:sp>
    </p:spTree>
    <p:extLst>
      <p:ext uri="{BB962C8B-B14F-4D97-AF65-F5344CB8AC3E}">
        <p14:creationId xmlns:p14="http://schemas.microsoft.com/office/powerpoint/2010/main" val="31088539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同步时序电路的设计基本流程，可以简单读一遍</a:t>
            </a:r>
          </a:p>
        </p:txBody>
      </p:sp>
      <p:sp>
        <p:nvSpPr>
          <p:cNvPr id="4" name="灯片编号占位符 3"/>
          <p:cNvSpPr>
            <a:spLocks noGrp="1"/>
          </p:cNvSpPr>
          <p:nvPr>
            <p:ph type="sldNum" sz="quarter" idx="10"/>
          </p:nvPr>
        </p:nvSpPr>
        <p:spPr/>
        <p:txBody>
          <a:bodyPr/>
          <a:lstStyle/>
          <a:p>
            <a:pPr>
              <a:defRPr/>
            </a:pPr>
            <a:fld id="{0AA2CDFD-9B59-41E7-8533-07012B16544E}" type="slidenum">
              <a:rPr lang="en-US" altLang="zh-CN" smtClean="0"/>
              <a:pPr>
                <a:defRPr/>
              </a:pPr>
              <a:t>32</a:t>
            </a:fld>
            <a:endParaRPr lang="en-US" altLang="zh-CN"/>
          </a:p>
        </p:txBody>
      </p:sp>
    </p:spTree>
    <p:extLst>
      <p:ext uri="{BB962C8B-B14F-4D97-AF65-F5344CB8AC3E}">
        <p14:creationId xmlns:p14="http://schemas.microsoft.com/office/powerpoint/2010/main" val="24764238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Step2</a:t>
            </a:r>
            <a:r>
              <a:rPr lang="zh-CN" altLang="en-US" dirty="0"/>
              <a:t>：状态化简的基本过程，简单读一遍。。。</a:t>
            </a:r>
          </a:p>
        </p:txBody>
      </p:sp>
      <p:sp>
        <p:nvSpPr>
          <p:cNvPr id="4" name="灯片编号占位符 3"/>
          <p:cNvSpPr>
            <a:spLocks noGrp="1"/>
          </p:cNvSpPr>
          <p:nvPr>
            <p:ph type="sldNum" sz="quarter" idx="10"/>
          </p:nvPr>
        </p:nvSpPr>
        <p:spPr/>
        <p:txBody>
          <a:bodyPr/>
          <a:lstStyle/>
          <a:p>
            <a:pPr>
              <a:defRPr/>
            </a:pPr>
            <a:fld id="{0AA2CDFD-9B59-41E7-8533-07012B16544E}" type="slidenum">
              <a:rPr lang="en-US" altLang="zh-CN" smtClean="0"/>
              <a:pPr>
                <a:defRPr/>
              </a:pPr>
              <a:t>33</a:t>
            </a:fld>
            <a:endParaRPr lang="en-US" altLang="zh-CN"/>
          </a:p>
        </p:txBody>
      </p:sp>
    </p:spTree>
    <p:extLst>
      <p:ext uri="{BB962C8B-B14F-4D97-AF65-F5344CB8AC3E}">
        <p14:creationId xmlns:p14="http://schemas.microsoft.com/office/powerpoint/2010/main" val="29434608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读，然后下面的示例过一遍做法</a:t>
            </a:r>
          </a:p>
        </p:txBody>
      </p:sp>
      <p:sp>
        <p:nvSpPr>
          <p:cNvPr id="4" name="灯片编号占位符 3"/>
          <p:cNvSpPr>
            <a:spLocks noGrp="1"/>
          </p:cNvSpPr>
          <p:nvPr>
            <p:ph type="sldNum" sz="quarter" idx="10"/>
          </p:nvPr>
        </p:nvSpPr>
        <p:spPr/>
        <p:txBody>
          <a:bodyPr/>
          <a:lstStyle/>
          <a:p>
            <a:pPr>
              <a:defRPr/>
            </a:pPr>
            <a:fld id="{0AA2CDFD-9B59-41E7-8533-07012B16544E}" type="slidenum">
              <a:rPr lang="en-US" altLang="zh-CN" smtClean="0"/>
              <a:pPr>
                <a:defRPr/>
              </a:pPr>
              <a:t>35</a:t>
            </a:fld>
            <a:endParaRPr lang="en-US" altLang="zh-CN"/>
          </a:p>
        </p:txBody>
      </p:sp>
    </p:spTree>
    <p:extLst>
      <p:ext uri="{BB962C8B-B14F-4D97-AF65-F5344CB8AC3E}">
        <p14:creationId xmlns:p14="http://schemas.microsoft.com/office/powerpoint/2010/main" val="12775083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行匹配技术示例</a:t>
            </a:r>
          </a:p>
        </p:txBody>
      </p:sp>
      <p:sp>
        <p:nvSpPr>
          <p:cNvPr id="4" name="灯片编号占位符 3"/>
          <p:cNvSpPr>
            <a:spLocks noGrp="1"/>
          </p:cNvSpPr>
          <p:nvPr>
            <p:ph type="sldNum" sz="quarter" idx="10"/>
          </p:nvPr>
        </p:nvSpPr>
        <p:spPr/>
        <p:txBody>
          <a:bodyPr/>
          <a:lstStyle/>
          <a:p>
            <a:pPr>
              <a:defRPr/>
            </a:pPr>
            <a:fld id="{0AA2CDFD-9B59-41E7-8533-07012B16544E}" type="slidenum">
              <a:rPr lang="en-US" altLang="zh-CN" smtClean="0"/>
              <a:pPr>
                <a:defRPr/>
              </a:pPr>
              <a:t>36</a:t>
            </a:fld>
            <a:endParaRPr lang="en-US" altLang="zh-CN"/>
          </a:p>
        </p:txBody>
      </p:sp>
    </p:spTree>
    <p:extLst>
      <p:ext uri="{BB962C8B-B14F-4D97-AF65-F5344CB8AC3E}">
        <p14:creationId xmlns:p14="http://schemas.microsoft.com/office/powerpoint/2010/main" val="21221481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行匹配技术示例</a:t>
            </a:r>
          </a:p>
        </p:txBody>
      </p:sp>
      <p:sp>
        <p:nvSpPr>
          <p:cNvPr id="4" name="灯片编号占位符 3"/>
          <p:cNvSpPr>
            <a:spLocks noGrp="1"/>
          </p:cNvSpPr>
          <p:nvPr>
            <p:ph type="sldNum" sz="quarter" idx="10"/>
          </p:nvPr>
        </p:nvSpPr>
        <p:spPr/>
        <p:txBody>
          <a:bodyPr/>
          <a:lstStyle/>
          <a:p>
            <a:pPr>
              <a:defRPr/>
            </a:pPr>
            <a:fld id="{0AA2CDFD-9B59-41E7-8533-07012B16544E}" type="slidenum">
              <a:rPr lang="en-US" altLang="zh-CN" smtClean="0"/>
              <a:pPr>
                <a:defRPr/>
              </a:pPr>
              <a:t>37</a:t>
            </a:fld>
            <a:endParaRPr lang="en-US" altLang="zh-CN"/>
          </a:p>
        </p:txBody>
      </p:sp>
    </p:spTree>
    <p:extLst>
      <p:ext uri="{BB962C8B-B14F-4D97-AF65-F5344CB8AC3E}">
        <p14:creationId xmlns:p14="http://schemas.microsoft.com/office/powerpoint/2010/main" val="211773948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行匹配技术存在的问题：无法每次都找到最简结果</a:t>
            </a:r>
            <a:r>
              <a:rPr lang="en-US" altLang="zh-CN" dirty="0"/>
              <a:t>-&gt;</a:t>
            </a:r>
            <a:r>
              <a:rPr lang="zh-CN" altLang="en-US" dirty="0"/>
              <a:t>引入蕴含表技术</a:t>
            </a:r>
          </a:p>
        </p:txBody>
      </p:sp>
      <p:sp>
        <p:nvSpPr>
          <p:cNvPr id="4" name="灯片编号占位符 3"/>
          <p:cNvSpPr>
            <a:spLocks noGrp="1"/>
          </p:cNvSpPr>
          <p:nvPr>
            <p:ph type="sldNum" sz="quarter" idx="10"/>
          </p:nvPr>
        </p:nvSpPr>
        <p:spPr/>
        <p:txBody>
          <a:bodyPr/>
          <a:lstStyle/>
          <a:p>
            <a:pPr>
              <a:defRPr/>
            </a:pPr>
            <a:fld id="{0AA2CDFD-9B59-41E7-8533-07012B16544E}" type="slidenum">
              <a:rPr lang="en-US" altLang="zh-CN" smtClean="0"/>
              <a:pPr>
                <a:defRPr/>
              </a:pPr>
              <a:t>38</a:t>
            </a:fld>
            <a:endParaRPr lang="en-US" altLang="zh-CN"/>
          </a:p>
        </p:txBody>
      </p:sp>
    </p:spTree>
    <p:extLst>
      <p:ext uri="{BB962C8B-B14F-4D97-AF65-F5344CB8AC3E}">
        <p14:creationId xmlns:p14="http://schemas.microsoft.com/office/powerpoint/2010/main" val="346322867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同步时序电路的设计基本流程，可以简单读一遍</a:t>
            </a:r>
          </a:p>
        </p:txBody>
      </p:sp>
      <p:sp>
        <p:nvSpPr>
          <p:cNvPr id="4" name="灯片编号占位符 3"/>
          <p:cNvSpPr>
            <a:spLocks noGrp="1"/>
          </p:cNvSpPr>
          <p:nvPr>
            <p:ph type="sldNum" sz="quarter" idx="10"/>
          </p:nvPr>
        </p:nvSpPr>
        <p:spPr/>
        <p:txBody>
          <a:bodyPr/>
          <a:lstStyle/>
          <a:p>
            <a:pPr>
              <a:defRPr/>
            </a:pPr>
            <a:fld id="{0AA2CDFD-9B59-41E7-8533-07012B16544E}" type="slidenum">
              <a:rPr lang="en-US" altLang="zh-CN" smtClean="0"/>
              <a:pPr>
                <a:defRPr/>
              </a:pPr>
              <a:t>44</a:t>
            </a:fld>
            <a:endParaRPr lang="en-US" altLang="zh-CN"/>
          </a:p>
        </p:txBody>
      </p:sp>
    </p:spTree>
    <p:extLst>
      <p:ext uri="{BB962C8B-B14F-4D97-AF65-F5344CB8AC3E}">
        <p14:creationId xmlns:p14="http://schemas.microsoft.com/office/powerpoint/2010/main" val="40064256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Step3</a:t>
            </a:r>
            <a:r>
              <a:rPr lang="zh-CN" altLang="en-US" dirty="0"/>
              <a:t>：状态分配，状态编码、编码比特数要求等</a:t>
            </a:r>
          </a:p>
        </p:txBody>
      </p:sp>
      <p:sp>
        <p:nvSpPr>
          <p:cNvPr id="4" name="灯片编号占位符 3"/>
          <p:cNvSpPr>
            <a:spLocks noGrp="1"/>
          </p:cNvSpPr>
          <p:nvPr>
            <p:ph type="sldNum" sz="quarter" idx="10"/>
          </p:nvPr>
        </p:nvSpPr>
        <p:spPr/>
        <p:txBody>
          <a:bodyPr/>
          <a:lstStyle/>
          <a:p>
            <a:pPr>
              <a:defRPr/>
            </a:pPr>
            <a:fld id="{0AA2CDFD-9B59-41E7-8533-07012B16544E}" type="slidenum">
              <a:rPr lang="en-US" altLang="zh-CN" smtClean="0"/>
              <a:pPr>
                <a:defRPr/>
              </a:pPr>
              <a:t>45</a:t>
            </a:fld>
            <a:endParaRPr lang="en-US" altLang="zh-CN"/>
          </a:p>
        </p:txBody>
      </p:sp>
    </p:spTree>
    <p:extLst>
      <p:ext uri="{BB962C8B-B14F-4D97-AF65-F5344CB8AC3E}">
        <p14:creationId xmlns:p14="http://schemas.microsoft.com/office/powerpoint/2010/main" val="30936446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几种常见的状态分配方法</a:t>
            </a:r>
          </a:p>
        </p:txBody>
      </p:sp>
      <p:sp>
        <p:nvSpPr>
          <p:cNvPr id="4" name="灯片编号占位符 3"/>
          <p:cNvSpPr>
            <a:spLocks noGrp="1"/>
          </p:cNvSpPr>
          <p:nvPr>
            <p:ph type="sldNum" sz="quarter" idx="10"/>
          </p:nvPr>
        </p:nvSpPr>
        <p:spPr/>
        <p:txBody>
          <a:bodyPr/>
          <a:lstStyle/>
          <a:p>
            <a:pPr>
              <a:defRPr/>
            </a:pPr>
            <a:fld id="{0AA2CDFD-9B59-41E7-8533-07012B16544E}" type="slidenum">
              <a:rPr lang="en-US" altLang="zh-CN" smtClean="0"/>
              <a:pPr>
                <a:defRPr/>
              </a:pPr>
              <a:t>46</a:t>
            </a:fld>
            <a:endParaRPr lang="en-US" altLang="zh-CN"/>
          </a:p>
        </p:txBody>
      </p:sp>
    </p:spTree>
    <p:extLst>
      <p:ext uri="{BB962C8B-B14F-4D97-AF65-F5344CB8AC3E}">
        <p14:creationId xmlns:p14="http://schemas.microsoft.com/office/powerpoint/2010/main" val="322213181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单点编码：</a:t>
            </a:r>
            <a:r>
              <a:rPr lang="en-US" altLang="zh-CN" dirty="0"/>
              <a:t>n</a:t>
            </a:r>
            <a:r>
              <a:rPr lang="zh-CN" altLang="en-US" dirty="0"/>
              <a:t>个状态就用</a:t>
            </a:r>
            <a:r>
              <a:rPr lang="en-US" altLang="zh-CN" dirty="0"/>
              <a:t>n</a:t>
            </a:r>
            <a:r>
              <a:rPr lang="zh-CN" altLang="en-US" dirty="0"/>
              <a:t>比特编码，每一个状态用一个</a:t>
            </a:r>
            <a:r>
              <a:rPr lang="en-US" altLang="zh-CN" dirty="0"/>
              <a:t>n</a:t>
            </a:r>
            <a:r>
              <a:rPr lang="zh-CN" altLang="en-US" dirty="0"/>
              <a:t>位二进制表示，并且只有一位被置为</a:t>
            </a:r>
            <a:r>
              <a:rPr lang="en-US" altLang="zh-CN" dirty="0"/>
              <a:t>1.</a:t>
            </a:r>
            <a:endParaRPr lang="zh-CN" altLang="en-US" dirty="0"/>
          </a:p>
        </p:txBody>
      </p:sp>
      <p:sp>
        <p:nvSpPr>
          <p:cNvPr id="4" name="灯片编号占位符 3"/>
          <p:cNvSpPr>
            <a:spLocks noGrp="1"/>
          </p:cNvSpPr>
          <p:nvPr>
            <p:ph type="sldNum" sz="quarter" idx="10"/>
          </p:nvPr>
        </p:nvSpPr>
        <p:spPr/>
        <p:txBody>
          <a:bodyPr/>
          <a:lstStyle/>
          <a:p>
            <a:pPr>
              <a:defRPr/>
            </a:pPr>
            <a:fld id="{0AA2CDFD-9B59-41E7-8533-07012B16544E}" type="slidenum">
              <a:rPr lang="en-US" altLang="zh-CN" smtClean="0"/>
              <a:pPr>
                <a:defRPr/>
              </a:pPr>
              <a:t>47</a:t>
            </a:fld>
            <a:endParaRPr lang="en-US" altLang="zh-CN"/>
          </a:p>
        </p:txBody>
      </p:sp>
    </p:spTree>
    <p:extLst>
      <p:ext uri="{BB962C8B-B14F-4D97-AF65-F5344CB8AC3E}">
        <p14:creationId xmlns:p14="http://schemas.microsoft.com/office/powerpoint/2010/main" val="186887889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Step3</a:t>
            </a:r>
            <a:r>
              <a:rPr lang="zh-CN" altLang="en-US" dirty="0"/>
              <a:t>：状态分配，状态编码、编码比特数要求等</a:t>
            </a:r>
          </a:p>
        </p:txBody>
      </p:sp>
      <p:sp>
        <p:nvSpPr>
          <p:cNvPr id="4" name="灯片编号占位符 3"/>
          <p:cNvSpPr>
            <a:spLocks noGrp="1"/>
          </p:cNvSpPr>
          <p:nvPr>
            <p:ph type="sldNum" sz="quarter" idx="10"/>
          </p:nvPr>
        </p:nvSpPr>
        <p:spPr/>
        <p:txBody>
          <a:bodyPr/>
          <a:lstStyle/>
          <a:p>
            <a:pPr>
              <a:defRPr/>
            </a:pPr>
            <a:fld id="{0AA2CDFD-9B59-41E7-8533-07012B16544E}" type="slidenum">
              <a:rPr lang="en-US" altLang="zh-CN" smtClean="0"/>
              <a:pPr>
                <a:defRPr/>
              </a:pPr>
              <a:t>48</a:t>
            </a:fld>
            <a:endParaRPr lang="en-US" altLang="zh-CN"/>
          </a:p>
        </p:txBody>
      </p:sp>
    </p:spTree>
    <p:extLst>
      <p:ext uri="{BB962C8B-B14F-4D97-AF65-F5344CB8AC3E}">
        <p14:creationId xmlns:p14="http://schemas.microsoft.com/office/powerpoint/2010/main" val="3879818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几种常见的状态分配方法</a:t>
            </a:r>
          </a:p>
        </p:txBody>
      </p:sp>
      <p:sp>
        <p:nvSpPr>
          <p:cNvPr id="4" name="灯片编号占位符 3"/>
          <p:cNvSpPr>
            <a:spLocks noGrp="1"/>
          </p:cNvSpPr>
          <p:nvPr>
            <p:ph type="sldNum" sz="quarter" idx="10"/>
          </p:nvPr>
        </p:nvSpPr>
        <p:spPr/>
        <p:txBody>
          <a:bodyPr/>
          <a:lstStyle/>
          <a:p>
            <a:pPr>
              <a:defRPr/>
            </a:pPr>
            <a:fld id="{0AA2CDFD-9B59-41E7-8533-07012B16544E}" type="slidenum">
              <a:rPr lang="en-US" altLang="zh-CN" smtClean="0"/>
              <a:pPr>
                <a:defRPr/>
              </a:pPr>
              <a:t>49</a:t>
            </a:fld>
            <a:endParaRPr lang="en-US" altLang="zh-CN"/>
          </a:p>
        </p:txBody>
      </p:sp>
    </p:spTree>
    <p:extLst>
      <p:ext uri="{BB962C8B-B14F-4D97-AF65-F5344CB8AC3E}">
        <p14:creationId xmlns:p14="http://schemas.microsoft.com/office/powerpoint/2010/main" val="150325362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顺序编码的示例</a:t>
            </a:r>
          </a:p>
        </p:txBody>
      </p:sp>
      <p:sp>
        <p:nvSpPr>
          <p:cNvPr id="4" name="灯片编号占位符 3"/>
          <p:cNvSpPr>
            <a:spLocks noGrp="1"/>
          </p:cNvSpPr>
          <p:nvPr>
            <p:ph type="sldNum" sz="quarter" idx="10"/>
          </p:nvPr>
        </p:nvSpPr>
        <p:spPr/>
        <p:txBody>
          <a:bodyPr/>
          <a:lstStyle/>
          <a:p>
            <a:pPr>
              <a:defRPr/>
            </a:pPr>
            <a:fld id="{0AA2CDFD-9B59-41E7-8533-07012B16544E}" type="slidenum">
              <a:rPr lang="en-US" altLang="zh-CN" smtClean="0"/>
              <a:pPr>
                <a:defRPr/>
              </a:pPr>
              <a:t>50</a:t>
            </a:fld>
            <a:endParaRPr lang="en-US" altLang="zh-CN"/>
          </a:p>
        </p:txBody>
      </p:sp>
    </p:spTree>
    <p:extLst>
      <p:ext uri="{BB962C8B-B14F-4D97-AF65-F5344CB8AC3E}">
        <p14:creationId xmlns:p14="http://schemas.microsoft.com/office/powerpoint/2010/main" val="1636215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状态编码基于次态和输入</a:t>
            </a:r>
            <a:r>
              <a:rPr lang="en-US" altLang="zh-CN" dirty="0"/>
              <a:t>\</a:t>
            </a:r>
            <a:r>
              <a:rPr lang="zh-CN" altLang="en-US" dirty="0"/>
              <a:t>输出的三种准则：最高优先级、中等优先级和最低优先级，简称基于准则的分配方法</a:t>
            </a:r>
          </a:p>
        </p:txBody>
      </p:sp>
      <p:sp>
        <p:nvSpPr>
          <p:cNvPr id="4" name="灯片编号占位符 3"/>
          <p:cNvSpPr>
            <a:spLocks noGrp="1"/>
          </p:cNvSpPr>
          <p:nvPr>
            <p:ph type="sldNum" sz="quarter" idx="10"/>
          </p:nvPr>
        </p:nvSpPr>
        <p:spPr/>
        <p:txBody>
          <a:bodyPr/>
          <a:lstStyle/>
          <a:p>
            <a:pPr>
              <a:defRPr/>
            </a:pPr>
            <a:fld id="{0AA2CDFD-9B59-41E7-8533-07012B16544E}" type="slidenum">
              <a:rPr lang="en-US" altLang="zh-CN" smtClean="0"/>
              <a:pPr>
                <a:defRPr/>
              </a:pPr>
              <a:t>51</a:t>
            </a:fld>
            <a:endParaRPr lang="en-US" altLang="zh-CN"/>
          </a:p>
        </p:txBody>
      </p:sp>
    </p:spTree>
    <p:extLst>
      <p:ext uri="{BB962C8B-B14F-4D97-AF65-F5344CB8AC3E}">
        <p14:creationId xmlns:p14="http://schemas.microsoft.com/office/powerpoint/2010/main" val="35929608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CN" altLang="zh-CN" dirty="0"/>
              <a:t>B/G</a:t>
            </a:r>
            <a:r>
              <a:rPr lang="zh-CN" altLang="en-CN" dirty="0"/>
              <a:t>有两个</a:t>
            </a:r>
            <a:r>
              <a:rPr lang="zh-CN" altLang="en-US" dirty="0"/>
              <a:t>相同的</a:t>
            </a:r>
            <a:r>
              <a:rPr lang="zh-CN" altLang="en-CN" dirty="0"/>
              <a:t>次态</a:t>
            </a:r>
            <a:r>
              <a:rPr lang="zh-CN" altLang="en-US" dirty="0"/>
              <a:t>；</a:t>
            </a:r>
            <a:r>
              <a:rPr lang="en-US" altLang="zh-CN" dirty="0"/>
              <a:t>C/F</a:t>
            </a:r>
            <a:r>
              <a:rPr lang="zh-CN" altLang="en-US" dirty="0"/>
              <a:t>有一个；</a:t>
            </a:r>
            <a:r>
              <a:rPr lang="zh-CN" altLang="en-CN" dirty="0"/>
              <a:t>与之类推</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en-US" sz="1200" dirty="0"/>
              <a:t>状态编码</a:t>
            </a:r>
            <a:r>
              <a:rPr kumimoji="1" lang="zh-CN" altLang="en-US" sz="1200" dirty="0">
                <a:solidFill>
                  <a:srgbClr val="C00000"/>
                </a:solidFill>
              </a:rPr>
              <a:t>相邻</a:t>
            </a:r>
            <a:r>
              <a:rPr kumimoji="1" lang="zh-CN" altLang="en-US" sz="1200" dirty="0"/>
              <a:t>，则在</a:t>
            </a:r>
            <a:r>
              <a:rPr kumimoji="1" lang="zh-CN" altLang="en-US" sz="1200" dirty="0">
                <a:solidFill>
                  <a:srgbClr val="C00000"/>
                </a:solidFill>
              </a:rPr>
              <a:t>次态卡诺图</a:t>
            </a:r>
            <a:r>
              <a:rPr kumimoji="1" lang="zh-CN" altLang="en-US" sz="1200" dirty="0"/>
              <a:t>中相邻，</a:t>
            </a:r>
            <a:r>
              <a:rPr kumimoji="1" lang="zh-CN" altLang="en-CN" sz="1200" dirty="0"/>
              <a:t>容易化简</a:t>
            </a:r>
            <a:endParaRPr lang="en-US" altLang="zh-CN" sz="1200" dirty="0"/>
          </a:p>
          <a:p>
            <a:endParaRPr lang="zh-CN" altLang="en-US" dirty="0"/>
          </a:p>
        </p:txBody>
      </p:sp>
      <p:sp>
        <p:nvSpPr>
          <p:cNvPr id="4" name="灯片编号占位符 3"/>
          <p:cNvSpPr>
            <a:spLocks noGrp="1"/>
          </p:cNvSpPr>
          <p:nvPr>
            <p:ph type="sldNum" sz="quarter" idx="10"/>
          </p:nvPr>
        </p:nvSpPr>
        <p:spPr/>
        <p:txBody>
          <a:bodyPr/>
          <a:lstStyle/>
          <a:p>
            <a:pPr>
              <a:defRPr/>
            </a:pPr>
            <a:fld id="{0AA2CDFD-9B59-41E7-8533-07012B16544E}" type="slidenum">
              <a:rPr lang="en-US" altLang="zh-CN" smtClean="0"/>
              <a:pPr>
                <a:defRPr/>
              </a:pPr>
              <a:t>52</a:t>
            </a:fld>
            <a:endParaRPr lang="en-US" altLang="zh-CN"/>
          </a:p>
        </p:txBody>
      </p:sp>
    </p:spTree>
    <p:extLst>
      <p:ext uri="{BB962C8B-B14F-4D97-AF65-F5344CB8AC3E}">
        <p14:creationId xmlns:p14="http://schemas.microsoft.com/office/powerpoint/2010/main" val="343582731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CN" altLang="zh-CN" dirty="0"/>
              <a:t>A/B</a:t>
            </a:r>
            <a:r>
              <a:rPr lang="zh-CN" altLang="en-CN" dirty="0"/>
              <a:t>同时是</a:t>
            </a:r>
            <a:r>
              <a:rPr lang="zh-CN" altLang="en-US" dirty="0"/>
              <a:t>一个状态的次态</a:t>
            </a:r>
            <a:endParaRPr lang="en-US" altLang="zh-CN" dirty="0"/>
          </a:p>
          <a:p>
            <a:r>
              <a:rPr lang="en-US" altLang="zh-CN" dirty="0"/>
              <a:t>B/C</a:t>
            </a:r>
            <a:r>
              <a:rPr lang="zh-CN" altLang="en-US" dirty="0"/>
              <a:t>同时是</a:t>
            </a:r>
            <a:r>
              <a:rPr lang="en-US" altLang="zh-CN" dirty="0"/>
              <a:t>3</a:t>
            </a:r>
            <a:r>
              <a:rPr lang="zh-CN" altLang="en-US" dirty="0"/>
              <a:t>个状态的次态</a:t>
            </a:r>
          </a:p>
          <a:p>
            <a:endParaRPr lang="zh-CN" altLang="en-US" dirty="0"/>
          </a:p>
        </p:txBody>
      </p:sp>
      <p:sp>
        <p:nvSpPr>
          <p:cNvPr id="4" name="灯片编号占位符 3"/>
          <p:cNvSpPr>
            <a:spLocks noGrp="1"/>
          </p:cNvSpPr>
          <p:nvPr>
            <p:ph type="sldNum" sz="quarter" idx="10"/>
          </p:nvPr>
        </p:nvSpPr>
        <p:spPr/>
        <p:txBody>
          <a:bodyPr/>
          <a:lstStyle/>
          <a:p>
            <a:pPr>
              <a:defRPr/>
            </a:pPr>
            <a:fld id="{0AA2CDFD-9B59-41E7-8533-07012B16544E}" type="slidenum">
              <a:rPr lang="en-US" altLang="zh-CN" smtClean="0"/>
              <a:pPr>
                <a:defRPr/>
              </a:pPr>
              <a:t>53</a:t>
            </a:fld>
            <a:endParaRPr lang="en-US" altLang="zh-CN"/>
          </a:p>
        </p:txBody>
      </p:sp>
    </p:spTree>
    <p:extLst>
      <p:ext uri="{BB962C8B-B14F-4D97-AF65-F5344CB8AC3E}">
        <p14:creationId xmlns:p14="http://schemas.microsoft.com/office/powerpoint/2010/main" val="292595570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状态编码基于次态和输入</a:t>
            </a:r>
            <a:r>
              <a:rPr lang="en-US" altLang="zh-CN" dirty="0"/>
              <a:t>\</a:t>
            </a:r>
            <a:r>
              <a:rPr lang="zh-CN" altLang="en-US" dirty="0"/>
              <a:t>输出的三种准则：最高优先级、中等优先级和最低优先级，简称基于准则的分配方法</a:t>
            </a:r>
          </a:p>
        </p:txBody>
      </p:sp>
      <p:sp>
        <p:nvSpPr>
          <p:cNvPr id="4" name="灯片编号占位符 3"/>
          <p:cNvSpPr>
            <a:spLocks noGrp="1"/>
          </p:cNvSpPr>
          <p:nvPr>
            <p:ph type="sldNum" sz="quarter" idx="10"/>
          </p:nvPr>
        </p:nvSpPr>
        <p:spPr/>
        <p:txBody>
          <a:bodyPr/>
          <a:lstStyle/>
          <a:p>
            <a:pPr>
              <a:defRPr/>
            </a:pPr>
            <a:fld id="{0AA2CDFD-9B59-41E7-8533-07012B16544E}" type="slidenum">
              <a:rPr lang="en-US" altLang="zh-CN" smtClean="0"/>
              <a:pPr>
                <a:defRPr/>
              </a:pPr>
              <a:t>54</a:t>
            </a:fld>
            <a:endParaRPr lang="en-US" altLang="zh-CN"/>
          </a:p>
        </p:txBody>
      </p:sp>
    </p:spTree>
    <p:extLst>
      <p:ext uri="{BB962C8B-B14F-4D97-AF65-F5344CB8AC3E}">
        <p14:creationId xmlns:p14="http://schemas.microsoft.com/office/powerpoint/2010/main" val="337271393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状态编码基于次态和输入</a:t>
            </a:r>
            <a:r>
              <a:rPr lang="en-US" altLang="zh-CN" dirty="0"/>
              <a:t>\</a:t>
            </a:r>
            <a:r>
              <a:rPr lang="zh-CN" altLang="en-US" dirty="0"/>
              <a:t>输出的三种准则：最高优先级、中等优先级和最低优先级，简称基于准则的分配方法</a:t>
            </a:r>
          </a:p>
        </p:txBody>
      </p:sp>
      <p:sp>
        <p:nvSpPr>
          <p:cNvPr id="4" name="灯片编号占位符 3"/>
          <p:cNvSpPr>
            <a:spLocks noGrp="1"/>
          </p:cNvSpPr>
          <p:nvPr>
            <p:ph type="sldNum" sz="quarter" idx="10"/>
          </p:nvPr>
        </p:nvSpPr>
        <p:spPr/>
        <p:txBody>
          <a:bodyPr/>
          <a:lstStyle/>
          <a:p>
            <a:pPr>
              <a:defRPr/>
            </a:pPr>
            <a:fld id="{0AA2CDFD-9B59-41E7-8533-07012B16544E}" type="slidenum">
              <a:rPr lang="en-US" altLang="zh-CN" smtClean="0"/>
              <a:pPr>
                <a:defRPr/>
              </a:pPr>
              <a:t>55</a:t>
            </a:fld>
            <a:endParaRPr lang="en-US" altLang="zh-CN"/>
          </a:p>
        </p:txBody>
      </p:sp>
    </p:spTree>
    <p:extLst>
      <p:ext uri="{BB962C8B-B14F-4D97-AF65-F5344CB8AC3E}">
        <p14:creationId xmlns:p14="http://schemas.microsoft.com/office/powerpoint/2010/main" val="229736409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基于准则的激励方程结果</a:t>
            </a:r>
            <a:endParaRPr lang="en-US" altLang="zh-CN" dirty="0"/>
          </a:p>
          <a:p>
            <a:endParaRPr lang="en-US" altLang="zh-CN" dirty="0"/>
          </a:p>
          <a:p>
            <a:pPr eaLnBrk="1" hangingPunct="1"/>
            <a:r>
              <a:rPr lang="zh-CN" altLang="en-US" sz="2800" dirty="0"/>
              <a:t>最高优先级</a:t>
            </a:r>
            <a:endParaRPr lang="en-US" altLang="zh-CN" sz="2800" dirty="0"/>
          </a:p>
          <a:p>
            <a:pPr lvl="1" eaLnBrk="1" hangingPunct="1"/>
            <a:r>
              <a:rPr lang="zh-CN" altLang="en-US" sz="2400" dirty="0"/>
              <a:t>在给定的输入转换条件下，具有相同次态的状态应该具有相邻的状态编码</a:t>
            </a:r>
            <a:endParaRPr lang="en-US" altLang="zh-CN" sz="2400" dirty="0"/>
          </a:p>
          <a:p>
            <a:pPr eaLnBrk="1" hangingPunct="1"/>
            <a:r>
              <a:rPr lang="zh-CN" altLang="en-US" sz="2800" dirty="0"/>
              <a:t>中等优先级</a:t>
            </a:r>
            <a:endParaRPr lang="en-US" altLang="zh-CN" sz="2800" dirty="0"/>
          </a:p>
          <a:p>
            <a:pPr lvl="1" eaLnBrk="1" hangingPunct="1"/>
            <a:r>
              <a:rPr lang="zh-CN" altLang="en-US" sz="2400" dirty="0"/>
              <a:t>同一状态的次态应该具有相邻的状态编码</a:t>
            </a:r>
            <a:endParaRPr lang="en-US" altLang="zh-CN" sz="2400" dirty="0"/>
          </a:p>
          <a:p>
            <a:pPr eaLnBrk="1" hangingPunct="1"/>
            <a:r>
              <a:rPr lang="zh-CN" altLang="en-US" sz="2800" dirty="0"/>
              <a:t>最低优先级</a:t>
            </a:r>
            <a:endParaRPr lang="en-US" altLang="zh-CN" sz="2800" dirty="0"/>
          </a:p>
          <a:p>
            <a:pPr lvl="1" eaLnBrk="1" hangingPunct="1"/>
            <a:r>
              <a:rPr lang="zh-CN" altLang="en-US" sz="2400" dirty="0"/>
              <a:t>在给定的输入下，具有相同输出的状态应具有相邻的状态编码</a:t>
            </a:r>
            <a:endParaRPr lang="en-US" altLang="zh-CN" sz="2400" dirty="0"/>
          </a:p>
          <a:p>
            <a:endParaRPr lang="zh-CN" altLang="en-US" dirty="0"/>
          </a:p>
        </p:txBody>
      </p:sp>
      <p:sp>
        <p:nvSpPr>
          <p:cNvPr id="4" name="灯片编号占位符 3"/>
          <p:cNvSpPr>
            <a:spLocks noGrp="1"/>
          </p:cNvSpPr>
          <p:nvPr>
            <p:ph type="sldNum" sz="quarter" idx="10"/>
          </p:nvPr>
        </p:nvSpPr>
        <p:spPr/>
        <p:txBody>
          <a:bodyPr/>
          <a:lstStyle/>
          <a:p>
            <a:pPr>
              <a:defRPr/>
            </a:pPr>
            <a:fld id="{0AA2CDFD-9B59-41E7-8533-07012B16544E}" type="slidenum">
              <a:rPr lang="en-US" altLang="zh-CN" smtClean="0"/>
              <a:pPr>
                <a:defRPr/>
              </a:pPr>
              <a:t>56</a:t>
            </a:fld>
            <a:endParaRPr lang="en-US" altLang="zh-CN"/>
          </a:p>
        </p:txBody>
      </p:sp>
    </p:spTree>
    <p:extLst>
      <p:ext uri="{BB962C8B-B14F-4D97-AF65-F5344CB8AC3E}">
        <p14:creationId xmlns:p14="http://schemas.microsoft.com/office/powerpoint/2010/main" val="39024931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基于准则的激励方程结果</a:t>
            </a:r>
            <a:endParaRPr lang="en-US" altLang="zh-CN" dirty="0"/>
          </a:p>
          <a:p>
            <a:endParaRPr lang="en-US" altLang="zh-CN" dirty="0"/>
          </a:p>
          <a:p>
            <a:pPr eaLnBrk="1" hangingPunct="1"/>
            <a:r>
              <a:rPr lang="zh-CN" altLang="en-US" sz="2800" dirty="0"/>
              <a:t>最高优先级</a:t>
            </a:r>
            <a:endParaRPr lang="en-US" altLang="zh-CN" sz="2800" dirty="0"/>
          </a:p>
          <a:p>
            <a:pPr lvl="1" eaLnBrk="1" hangingPunct="1"/>
            <a:r>
              <a:rPr lang="zh-CN" altLang="en-US" sz="2400" dirty="0"/>
              <a:t>在给定的输入转换条件下，具有相同次态的状态应该具有相邻的状态编码</a:t>
            </a:r>
            <a:endParaRPr lang="en-US" altLang="zh-CN" sz="2400" dirty="0"/>
          </a:p>
          <a:p>
            <a:pPr eaLnBrk="1" hangingPunct="1"/>
            <a:r>
              <a:rPr lang="zh-CN" altLang="en-US" sz="2800" dirty="0"/>
              <a:t>中等优先级</a:t>
            </a:r>
            <a:endParaRPr lang="en-US" altLang="zh-CN" sz="2800" dirty="0"/>
          </a:p>
          <a:p>
            <a:pPr lvl="1" eaLnBrk="1" hangingPunct="1"/>
            <a:r>
              <a:rPr lang="zh-CN" altLang="en-US" sz="2400" dirty="0"/>
              <a:t>同一状态的次态应该具有相邻的状态编码</a:t>
            </a:r>
            <a:endParaRPr lang="en-US" altLang="zh-CN" sz="2400" dirty="0"/>
          </a:p>
          <a:p>
            <a:pPr eaLnBrk="1" hangingPunct="1"/>
            <a:r>
              <a:rPr lang="zh-CN" altLang="en-US" sz="2800" dirty="0"/>
              <a:t>最低优先级</a:t>
            </a:r>
            <a:endParaRPr lang="en-US" altLang="zh-CN" sz="2800" dirty="0"/>
          </a:p>
          <a:p>
            <a:pPr lvl="1" eaLnBrk="1" hangingPunct="1"/>
            <a:r>
              <a:rPr lang="zh-CN" altLang="en-US" sz="2400" dirty="0"/>
              <a:t>在给定的输入下，具有相同输出的状态应具有相邻的状态编码</a:t>
            </a:r>
            <a:endParaRPr lang="en-US" altLang="zh-CN" sz="2400" dirty="0"/>
          </a:p>
          <a:p>
            <a:endParaRPr lang="zh-CN" altLang="en-US" dirty="0"/>
          </a:p>
        </p:txBody>
      </p:sp>
      <p:sp>
        <p:nvSpPr>
          <p:cNvPr id="4" name="灯片编号占位符 3"/>
          <p:cNvSpPr>
            <a:spLocks noGrp="1"/>
          </p:cNvSpPr>
          <p:nvPr>
            <p:ph type="sldNum" sz="quarter" idx="10"/>
          </p:nvPr>
        </p:nvSpPr>
        <p:spPr/>
        <p:txBody>
          <a:bodyPr/>
          <a:lstStyle/>
          <a:p>
            <a:pPr>
              <a:defRPr/>
            </a:pPr>
            <a:fld id="{0AA2CDFD-9B59-41E7-8533-07012B16544E}" type="slidenum">
              <a:rPr lang="en-US" altLang="zh-CN" smtClean="0"/>
              <a:pPr>
                <a:defRPr/>
              </a:pPr>
              <a:t>57</a:t>
            </a:fld>
            <a:endParaRPr lang="en-US" altLang="zh-CN"/>
          </a:p>
        </p:txBody>
      </p:sp>
    </p:spTree>
    <p:extLst>
      <p:ext uri="{BB962C8B-B14F-4D97-AF65-F5344CB8AC3E}">
        <p14:creationId xmlns:p14="http://schemas.microsoft.com/office/powerpoint/2010/main" val="398871374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基于准则的激励方程结果</a:t>
            </a:r>
            <a:endParaRPr lang="en-US" altLang="zh-CN" dirty="0"/>
          </a:p>
          <a:p>
            <a:endParaRPr lang="en-US" altLang="zh-CN" dirty="0"/>
          </a:p>
          <a:p>
            <a:pPr eaLnBrk="1" hangingPunct="1"/>
            <a:r>
              <a:rPr lang="zh-CN" altLang="en-US" sz="2800" dirty="0"/>
              <a:t>最高优先级</a:t>
            </a:r>
            <a:endParaRPr lang="en-US" altLang="zh-CN" sz="2800" dirty="0"/>
          </a:p>
          <a:p>
            <a:pPr lvl="1" eaLnBrk="1" hangingPunct="1"/>
            <a:r>
              <a:rPr lang="zh-CN" altLang="en-US" sz="2400" dirty="0"/>
              <a:t>在给定的输入转换条件下，具有相同次态的状态应该具有相邻的状态编码</a:t>
            </a:r>
            <a:endParaRPr lang="en-US" altLang="zh-CN" sz="2400" dirty="0"/>
          </a:p>
          <a:p>
            <a:pPr eaLnBrk="1" hangingPunct="1"/>
            <a:r>
              <a:rPr lang="zh-CN" altLang="en-US" sz="2800" dirty="0"/>
              <a:t>中等优先级</a:t>
            </a:r>
            <a:endParaRPr lang="en-US" altLang="zh-CN" sz="2800" dirty="0"/>
          </a:p>
          <a:p>
            <a:pPr lvl="1" eaLnBrk="1" hangingPunct="1"/>
            <a:r>
              <a:rPr lang="zh-CN" altLang="en-US" sz="2400" dirty="0"/>
              <a:t>同一状态的次态应该具有相邻的状态编码</a:t>
            </a:r>
            <a:endParaRPr lang="en-US" altLang="zh-CN" sz="2400" dirty="0"/>
          </a:p>
          <a:p>
            <a:pPr eaLnBrk="1" hangingPunct="1"/>
            <a:r>
              <a:rPr lang="zh-CN" altLang="en-US" sz="2800" dirty="0"/>
              <a:t>最低优先级</a:t>
            </a:r>
            <a:endParaRPr lang="en-US" altLang="zh-CN" sz="2800" dirty="0"/>
          </a:p>
          <a:p>
            <a:pPr lvl="1" eaLnBrk="1" hangingPunct="1"/>
            <a:r>
              <a:rPr lang="zh-CN" altLang="en-US" sz="2400" dirty="0"/>
              <a:t>在给定的输入下，具有相同输出的状态应具有相邻的状态编码</a:t>
            </a:r>
            <a:endParaRPr lang="en-US" altLang="zh-CN" sz="2400" dirty="0"/>
          </a:p>
          <a:p>
            <a:endParaRPr lang="zh-CN" altLang="en-US" dirty="0"/>
          </a:p>
        </p:txBody>
      </p:sp>
      <p:sp>
        <p:nvSpPr>
          <p:cNvPr id="4" name="灯片编号占位符 3"/>
          <p:cNvSpPr>
            <a:spLocks noGrp="1"/>
          </p:cNvSpPr>
          <p:nvPr>
            <p:ph type="sldNum" sz="quarter" idx="10"/>
          </p:nvPr>
        </p:nvSpPr>
        <p:spPr/>
        <p:txBody>
          <a:bodyPr/>
          <a:lstStyle/>
          <a:p>
            <a:pPr>
              <a:defRPr/>
            </a:pPr>
            <a:fld id="{0AA2CDFD-9B59-41E7-8533-07012B16544E}" type="slidenum">
              <a:rPr lang="en-US" altLang="zh-CN" smtClean="0"/>
              <a:pPr>
                <a:defRPr/>
              </a:pPr>
              <a:t>58</a:t>
            </a:fld>
            <a:endParaRPr lang="en-US" altLang="zh-CN"/>
          </a:p>
        </p:txBody>
      </p:sp>
    </p:spTree>
    <p:extLst>
      <p:ext uri="{BB962C8B-B14F-4D97-AF65-F5344CB8AC3E}">
        <p14:creationId xmlns:p14="http://schemas.microsoft.com/office/powerpoint/2010/main" val="109385375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基于准则的激励方程结果</a:t>
            </a:r>
            <a:endParaRPr lang="en-US" altLang="zh-CN" dirty="0"/>
          </a:p>
          <a:p>
            <a:endParaRPr lang="en-US" altLang="zh-CN" dirty="0"/>
          </a:p>
          <a:p>
            <a:pPr eaLnBrk="1" hangingPunct="1"/>
            <a:r>
              <a:rPr lang="zh-CN" altLang="en-US" sz="2800" dirty="0"/>
              <a:t>最高优先级</a:t>
            </a:r>
            <a:endParaRPr lang="en-US" altLang="zh-CN" sz="2800" dirty="0"/>
          </a:p>
          <a:p>
            <a:pPr lvl="1" eaLnBrk="1" hangingPunct="1"/>
            <a:r>
              <a:rPr lang="zh-CN" altLang="en-US" sz="2400" dirty="0"/>
              <a:t>在给定的输入转换条件下，具有相同次态的状态应该具有相邻的状态编码</a:t>
            </a:r>
            <a:endParaRPr lang="en-US" altLang="zh-CN" sz="2400" dirty="0"/>
          </a:p>
          <a:p>
            <a:pPr eaLnBrk="1" hangingPunct="1"/>
            <a:r>
              <a:rPr lang="zh-CN" altLang="en-US" sz="2800" dirty="0"/>
              <a:t>中等优先级</a:t>
            </a:r>
            <a:endParaRPr lang="en-US" altLang="zh-CN" sz="2800" dirty="0"/>
          </a:p>
          <a:p>
            <a:pPr lvl="1" eaLnBrk="1" hangingPunct="1"/>
            <a:r>
              <a:rPr lang="zh-CN" altLang="en-US" sz="2400" dirty="0"/>
              <a:t>同一状态的次态应该具有相邻的状态编码</a:t>
            </a:r>
            <a:endParaRPr lang="en-US" altLang="zh-CN" sz="2400" dirty="0"/>
          </a:p>
          <a:p>
            <a:pPr eaLnBrk="1" hangingPunct="1"/>
            <a:r>
              <a:rPr lang="zh-CN" altLang="en-US" sz="2800" dirty="0"/>
              <a:t>最低优先级</a:t>
            </a:r>
            <a:endParaRPr lang="en-US" altLang="zh-CN" sz="2800" dirty="0"/>
          </a:p>
          <a:p>
            <a:pPr lvl="1" eaLnBrk="1" hangingPunct="1"/>
            <a:r>
              <a:rPr lang="zh-CN" altLang="en-US" sz="2400" dirty="0"/>
              <a:t>在给定的输入下，具有相同输出的状态应具有相邻的状态编码</a:t>
            </a:r>
            <a:endParaRPr lang="en-US" altLang="zh-CN" sz="2400" dirty="0"/>
          </a:p>
          <a:p>
            <a:endParaRPr lang="zh-CN" altLang="en-US" dirty="0"/>
          </a:p>
        </p:txBody>
      </p:sp>
      <p:sp>
        <p:nvSpPr>
          <p:cNvPr id="4" name="灯片编号占位符 3"/>
          <p:cNvSpPr>
            <a:spLocks noGrp="1"/>
          </p:cNvSpPr>
          <p:nvPr>
            <p:ph type="sldNum" sz="quarter" idx="10"/>
          </p:nvPr>
        </p:nvSpPr>
        <p:spPr/>
        <p:txBody>
          <a:bodyPr/>
          <a:lstStyle/>
          <a:p>
            <a:pPr>
              <a:defRPr/>
            </a:pPr>
            <a:fld id="{0AA2CDFD-9B59-41E7-8533-07012B16544E}" type="slidenum">
              <a:rPr lang="en-US" altLang="zh-CN" smtClean="0"/>
              <a:pPr>
                <a:defRPr/>
              </a:pPr>
              <a:t>59</a:t>
            </a:fld>
            <a:endParaRPr lang="en-US" altLang="zh-CN"/>
          </a:p>
        </p:txBody>
      </p:sp>
    </p:spTree>
    <p:extLst>
      <p:ext uri="{BB962C8B-B14F-4D97-AF65-F5344CB8AC3E}">
        <p14:creationId xmlns:p14="http://schemas.microsoft.com/office/powerpoint/2010/main" val="396357333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AA2CDFD-9B59-41E7-8533-07012B16544E}" type="slidenum">
              <a:rPr lang="en-US" altLang="zh-CN" smtClean="0"/>
              <a:pPr>
                <a:defRPr/>
              </a:pPr>
              <a:t>60</a:t>
            </a:fld>
            <a:endParaRPr lang="en-US" altLang="zh-CN"/>
          </a:p>
        </p:txBody>
      </p:sp>
    </p:spTree>
    <p:extLst>
      <p:ext uri="{BB962C8B-B14F-4D97-AF65-F5344CB8AC3E}">
        <p14:creationId xmlns:p14="http://schemas.microsoft.com/office/powerpoint/2010/main" val="381222262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同步时序电路的设计基本流程，可以简单读一遍</a:t>
            </a:r>
          </a:p>
        </p:txBody>
      </p:sp>
      <p:sp>
        <p:nvSpPr>
          <p:cNvPr id="4" name="灯片编号占位符 3"/>
          <p:cNvSpPr>
            <a:spLocks noGrp="1"/>
          </p:cNvSpPr>
          <p:nvPr>
            <p:ph type="sldNum" sz="quarter" idx="10"/>
          </p:nvPr>
        </p:nvSpPr>
        <p:spPr/>
        <p:txBody>
          <a:bodyPr/>
          <a:lstStyle/>
          <a:p>
            <a:pPr>
              <a:defRPr/>
            </a:pPr>
            <a:fld id="{0AA2CDFD-9B59-41E7-8533-07012B16544E}" type="slidenum">
              <a:rPr lang="en-US" altLang="zh-CN" smtClean="0"/>
              <a:pPr>
                <a:defRPr/>
              </a:pPr>
              <a:t>61</a:t>
            </a:fld>
            <a:endParaRPr lang="en-US" altLang="zh-CN"/>
          </a:p>
        </p:txBody>
      </p:sp>
    </p:spTree>
    <p:extLst>
      <p:ext uri="{BB962C8B-B14F-4D97-AF65-F5344CB8AC3E}">
        <p14:creationId xmlns:p14="http://schemas.microsoft.com/office/powerpoint/2010/main" val="422725881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由次态方程和我们采用的触发器的转移方程，得到激励方程</a:t>
            </a:r>
          </a:p>
        </p:txBody>
      </p:sp>
      <p:sp>
        <p:nvSpPr>
          <p:cNvPr id="4" name="灯片编号占位符 3"/>
          <p:cNvSpPr>
            <a:spLocks noGrp="1"/>
          </p:cNvSpPr>
          <p:nvPr>
            <p:ph type="sldNum" sz="quarter" idx="10"/>
          </p:nvPr>
        </p:nvSpPr>
        <p:spPr/>
        <p:txBody>
          <a:bodyPr/>
          <a:lstStyle/>
          <a:p>
            <a:pPr>
              <a:defRPr/>
            </a:pPr>
            <a:fld id="{0AA2CDFD-9B59-41E7-8533-07012B16544E}" type="slidenum">
              <a:rPr lang="en-US" altLang="zh-CN" smtClean="0"/>
              <a:pPr>
                <a:defRPr/>
              </a:pPr>
              <a:t>62</a:t>
            </a:fld>
            <a:endParaRPr lang="en-US" altLang="zh-CN"/>
          </a:p>
        </p:txBody>
      </p:sp>
    </p:spTree>
    <p:extLst>
      <p:ext uri="{BB962C8B-B14F-4D97-AF65-F5344CB8AC3E}">
        <p14:creationId xmlns:p14="http://schemas.microsoft.com/office/powerpoint/2010/main" val="362270389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画逻辑电路图示例，可以稍微解释（复习？）一下怎么根据激励方程画逻辑电路。</a:t>
            </a:r>
          </a:p>
        </p:txBody>
      </p:sp>
      <p:sp>
        <p:nvSpPr>
          <p:cNvPr id="4" name="灯片编号占位符 3"/>
          <p:cNvSpPr>
            <a:spLocks noGrp="1"/>
          </p:cNvSpPr>
          <p:nvPr>
            <p:ph type="sldNum" sz="quarter" idx="10"/>
          </p:nvPr>
        </p:nvSpPr>
        <p:spPr/>
        <p:txBody>
          <a:bodyPr/>
          <a:lstStyle/>
          <a:p>
            <a:pPr>
              <a:defRPr/>
            </a:pPr>
            <a:fld id="{0AA2CDFD-9B59-41E7-8533-07012B16544E}" type="slidenum">
              <a:rPr lang="en-US" altLang="zh-CN" smtClean="0"/>
              <a:pPr>
                <a:defRPr/>
              </a:pPr>
              <a:t>63</a:t>
            </a:fld>
            <a:endParaRPr lang="en-US" altLang="zh-CN"/>
          </a:p>
        </p:txBody>
      </p:sp>
    </p:spTree>
    <p:extLst>
      <p:ext uri="{BB962C8B-B14F-4D97-AF65-F5344CB8AC3E}">
        <p14:creationId xmlns:p14="http://schemas.microsoft.com/office/powerpoint/2010/main" val="15466981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1DEAD-CA62-57F0-AFBD-67F62D8462F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BBC94F9-4810-27CF-97EA-1A5FAC8929D1}"/>
              </a:ext>
            </a:extLst>
          </p:cNvPr>
          <p:cNvSpPr>
            <a:spLocks noGrp="1" noRot="1" noChangeAspect="1"/>
          </p:cNvSpPr>
          <p:nvPr>
            <p:ph type="sldImg"/>
          </p:nvPr>
        </p:nvSpPr>
        <p:spPr>
          <a:xfrm>
            <a:off x="992188" y="768350"/>
            <a:ext cx="5114925" cy="3836988"/>
          </a:xfrm>
        </p:spPr>
      </p:sp>
      <p:sp>
        <p:nvSpPr>
          <p:cNvPr id="3" name="备注占位符 2">
            <a:extLst>
              <a:ext uri="{FF2B5EF4-FFF2-40B4-BE49-F238E27FC236}">
                <a16:creationId xmlns:a16="http://schemas.microsoft.com/office/drawing/2014/main" id="{27DB8E4D-784E-0659-E8C8-D2FE48846CC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421D20D-FCFE-3CF0-EB00-8C9280E27A97}"/>
              </a:ext>
            </a:extLst>
          </p:cNvPr>
          <p:cNvSpPr>
            <a:spLocks noGrp="1"/>
          </p:cNvSpPr>
          <p:nvPr>
            <p:ph type="sldNum" sz="quarter" idx="10"/>
          </p:nvPr>
        </p:nvSpPr>
        <p:spPr/>
        <p:txBody>
          <a:bodyPr/>
          <a:lstStyle/>
          <a:p>
            <a:pPr>
              <a:defRPr/>
            </a:pPr>
            <a:fld id="{6143918E-A2CB-491E-8B36-A1C0952C99F6}" type="slidenum">
              <a:rPr lang="zh-CN" altLang="en-US" smtClean="0"/>
              <a:pPr>
                <a:defRPr/>
              </a:pPr>
              <a:t>64</a:t>
            </a:fld>
            <a:endParaRPr lang="en-US" altLang="zh-CN" dirty="0"/>
          </a:p>
        </p:txBody>
      </p:sp>
    </p:spTree>
    <p:extLst>
      <p:ext uri="{BB962C8B-B14F-4D97-AF65-F5344CB8AC3E}">
        <p14:creationId xmlns:p14="http://schemas.microsoft.com/office/powerpoint/2010/main" val="7878695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典型的时序逻辑电路举例：寄存器和计数器</a:t>
            </a:r>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AA2CDFD-9B59-41E7-8533-07012B16544E}" type="slidenum">
              <a:rPr kumimoji="0" lang="en-US" altLang="zh-CN" sz="1200" b="0" i="0" u="none" strike="noStrike" kern="1200" cap="none" spc="0" normalizeH="0" baseline="0" noProof="0" smtClean="0">
                <a:ln>
                  <a:noFill/>
                </a:ln>
                <a:solidFill>
                  <a:srgbClr val="000000"/>
                </a:solidFill>
                <a:effectLst/>
                <a:uLnTx/>
                <a:uFillTx/>
                <a:latin typeface="Arial"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65</a:t>
            </a:fld>
            <a:endParaRPr kumimoji="0" lang="en-US" altLang="zh-CN" sz="12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Tree>
    <p:extLst>
      <p:ext uri="{BB962C8B-B14F-4D97-AF65-F5344CB8AC3E}">
        <p14:creationId xmlns:p14="http://schemas.microsoft.com/office/powerpoint/2010/main" val="68705727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移位寄存器定义及分类</a:t>
            </a:r>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AA2CDFD-9B59-41E7-8533-07012B16544E}" type="slidenum">
              <a:rPr kumimoji="0" lang="en-US" altLang="zh-CN" sz="1200" b="0" i="0" u="none" strike="noStrike" kern="1200" cap="none" spc="0" normalizeH="0" baseline="0" noProof="0" smtClean="0">
                <a:ln>
                  <a:noFill/>
                </a:ln>
                <a:solidFill>
                  <a:srgbClr val="000000"/>
                </a:solidFill>
                <a:effectLst/>
                <a:uLnTx/>
                <a:uFillTx/>
                <a:latin typeface="Arial"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66</a:t>
            </a:fld>
            <a:endParaRPr kumimoji="0" lang="en-US" altLang="zh-CN" sz="12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Tree>
    <p:extLst>
      <p:ext uri="{BB962C8B-B14F-4D97-AF65-F5344CB8AC3E}">
        <p14:creationId xmlns:p14="http://schemas.microsoft.com/office/powerpoint/2010/main" val="116200309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0AA2CDFD-9B59-41E7-8533-07012B16544E}" type="slidenum">
              <a:rPr lang="en-US" altLang="zh-CN" smtClean="0"/>
              <a:pPr>
                <a:defRPr/>
              </a:pPr>
              <a:t>68</a:t>
            </a:fld>
            <a:endParaRPr lang="en-US" altLang="zh-CN"/>
          </a:p>
        </p:txBody>
      </p:sp>
    </p:spTree>
    <p:extLst>
      <p:ext uri="{BB962C8B-B14F-4D97-AF65-F5344CB8AC3E}">
        <p14:creationId xmlns:p14="http://schemas.microsoft.com/office/powerpoint/2010/main" val="428678670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0AA2CDFD-9B59-41E7-8533-07012B16544E}" type="slidenum">
              <a:rPr lang="en-US" altLang="zh-CN" smtClean="0"/>
              <a:pPr>
                <a:defRPr/>
              </a:pPr>
              <a:t>69</a:t>
            </a:fld>
            <a:endParaRPr lang="en-US" altLang="zh-CN"/>
          </a:p>
        </p:txBody>
      </p:sp>
    </p:spTree>
    <p:extLst>
      <p:ext uri="{BB962C8B-B14F-4D97-AF65-F5344CB8AC3E}">
        <p14:creationId xmlns:p14="http://schemas.microsoft.com/office/powerpoint/2010/main" val="250046173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跟着</a:t>
            </a:r>
            <a:r>
              <a:rPr lang="en-US" altLang="zh-CN" dirty="0" err="1"/>
              <a:t>ppt</a:t>
            </a:r>
            <a:r>
              <a:rPr lang="zh-CN" altLang="en-US" dirty="0"/>
              <a:t>动画解释一下过程</a:t>
            </a:r>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AA2CDFD-9B59-41E7-8533-07012B16544E}" type="slidenum">
              <a:rPr kumimoji="0" lang="en-US" altLang="zh-CN" sz="1200" b="0" i="0" u="none" strike="noStrike" kern="1200" cap="none" spc="0" normalizeH="0" baseline="0" noProof="0" smtClean="0">
                <a:ln>
                  <a:noFill/>
                </a:ln>
                <a:solidFill>
                  <a:srgbClr val="000000"/>
                </a:solidFill>
                <a:effectLst/>
                <a:uLnTx/>
                <a:uFillTx/>
                <a:latin typeface="Arial"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71</a:t>
            </a:fld>
            <a:endParaRPr kumimoji="0" lang="en-US" altLang="zh-CN" sz="12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Tree>
    <p:extLst>
      <p:ext uri="{BB962C8B-B14F-4D97-AF65-F5344CB8AC3E}">
        <p14:creationId xmlns:p14="http://schemas.microsoft.com/office/powerpoint/2010/main" val="13761859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4</a:t>
            </a:r>
            <a:r>
              <a:rPr lang="zh-CN" altLang="en-US" dirty="0"/>
              <a:t>位并行输入并行输出的寄存器示意图。</a:t>
            </a:r>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AA2CDFD-9B59-41E7-8533-07012B16544E}" type="slidenum">
              <a:rPr kumimoji="0" lang="en-US" altLang="zh-CN" sz="1200" b="0" i="0" u="none" strike="noStrike" kern="1200" cap="none" spc="0" normalizeH="0" baseline="0" noProof="0" smtClean="0">
                <a:ln>
                  <a:noFill/>
                </a:ln>
                <a:solidFill>
                  <a:srgbClr val="000000"/>
                </a:solidFill>
                <a:effectLst/>
                <a:uLnTx/>
                <a:uFillTx/>
                <a:latin typeface="Arial"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74</a:t>
            </a:fld>
            <a:endParaRPr kumimoji="0" lang="en-US" altLang="zh-CN" sz="12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Tree>
    <p:extLst>
      <p:ext uri="{BB962C8B-B14F-4D97-AF65-F5344CB8AC3E}">
        <p14:creationId xmlns:p14="http://schemas.microsoft.com/office/powerpoint/2010/main" val="46065077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串行和并行输入的特点</a:t>
            </a:r>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AA2CDFD-9B59-41E7-8533-07012B16544E}" type="slidenum">
              <a:rPr kumimoji="0" lang="en-US" altLang="zh-CN" sz="1200" b="0" i="0" u="none" strike="noStrike" kern="1200" cap="none" spc="0" normalizeH="0" baseline="0" noProof="0" smtClean="0">
                <a:ln>
                  <a:noFill/>
                </a:ln>
                <a:solidFill>
                  <a:srgbClr val="000000"/>
                </a:solidFill>
                <a:effectLst/>
                <a:uLnTx/>
                <a:uFillTx/>
                <a:latin typeface="Arial"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76</a:t>
            </a:fld>
            <a:endParaRPr kumimoji="0" lang="en-US" altLang="zh-CN" sz="12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Tree>
    <p:extLst>
      <p:ext uri="{BB962C8B-B14F-4D97-AF65-F5344CB8AC3E}">
        <p14:creationId xmlns:p14="http://schemas.microsoft.com/office/powerpoint/2010/main" val="195508588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双向移位</a:t>
            </a:r>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AA2CDFD-9B59-41E7-8533-07012B16544E}" type="slidenum">
              <a:rPr kumimoji="0" lang="en-US" altLang="zh-CN" sz="1200" b="0" i="0" u="none" strike="noStrike" kern="1200" cap="none" spc="0" normalizeH="0" baseline="0" noProof="0" smtClean="0">
                <a:ln>
                  <a:noFill/>
                </a:ln>
                <a:solidFill>
                  <a:srgbClr val="000000"/>
                </a:solidFill>
                <a:effectLst/>
                <a:uLnTx/>
                <a:uFillTx/>
                <a:latin typeface="Arial"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77</a:t>
            </a:fld>
            <a:endParaRPr kumimoji="0" lang="en-US" altLang="zh-CN" sz="12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Tree>
    <p:extLst>
      <p:ext uri="{BB962C8B-B14F-4D97-AF65-F5344CB8AC3E}">
        <p14:creationId xmlns:p14="http://schemas.microsoft.com/office/powerpoint/2010/main" val="356648144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跟着动画介绍一下过程</a:t>
            </a:r>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AA2CDFD-9B59-41E7-8533-07012B16544E}" type="slidenum">
              <a:rPr kumimoji="0" lang="en-US" altLang="zh-CN" sz="1200" b="0" i="0" u="none" strike="noStrike" kern="1200" cap="none" spc="0" normalizeH="0" baseline="0" noProof="0" smtClean="0">
                <a:ln>
                  <a:noFill/>
                </a:ln>
                <a:solidFill>
                  <a:srgbClr val="000000"/>
                </a:solidFill>
                <a:effectLst/>
                <a:uLnTx/>
                <a:uFillTx/>
                <a:latin typeface="Arial"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79</a:t>
            </a:fld>
            <a:endParaRPr kumimoji="0" lang="en-US" altLang="zh-CN" sz="12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Tree>
    <p:extLst>
      <p:ext uri="{BB962C8B-B14F-4D97-AF65-F5344CB8AC3E}">
        <p14:creationId xmlns:p14="http://schemas.microsoft.com/office/powerpoint/2010/main" val="26783237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AA2CDFD-9B59-41E7-8533-07012B16544E}" type="slidenum">
              <a:rPr kumimoji="0" lang="en-US" altLang="zh-CN" sz="1200" b="0" i="0" u="none" strike="noStrike" kern="1200" cap="none" spc="0" normalizeH="0" baseline="0" noProof="0" smtClean="0">
                <a:ln>
                  <a:noFill/>
                </a:ln>
                <a:solidFill>
                  <a:srgbClr val="000000"/>
                </a:solidFill>
                <a:effectLst/>
                <a:uLnTx/>
                <a:uFillTx/>
                <a:latin typeface="Arial"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82</a:t>
            </a:fld>
            <a:endParaRPr kumimoji="0" lang="en-US" altLang="zh-CN" sz="12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Tree>
    <p:extLst>
      <p:ext uri="{BB962C8B-B14F-4D97-AF65-F5344CB8AC3E}">
        <p14:creationId xmlns:p14="http://schemas.microsoft.com/office/powerpoint/2010/main" val="247698062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0AA2CDFD-9B59-41E7-8533-07012B16544E}" type="slidenum">
              <a:rPr lang="en-US" altLang="zh-CN" smtClean="0"/>
              <a:pPr>
                <a:defRPr/>
              </a:pPr>
              <a:t>85</a:t>
            </a:fld>
            <a:endParaRPr lang="en-US" altLang="zh-CN"/>
          </a:p>
        </p:txBody>
      </p:sp>
    </p:spTree>
    <p:extLst>
      <p:ext uri="{BB962C8B-B14F-4D97-AF65-F5344CB8AC3E}">
        <p14:creationId xmlns:p14="http://schemas.microsoft.com/office/powerpoint/2010/main" val="155237448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右边是次态表和输出表，对于输出</a:t>
            </a:r>
            <a:r>
              <a:rPr kumimoji="1" lang="en-US" altLang="zh-CN" dirty="0"/>
              <a:t>Z</a:t>
            </a:r>
            <a:r>
              <a:rPr kumimoji="1" lang="zh-CN" altLang="en-US" dirty="0"/>
              <a:t>有两种化简方式</a:t>
            </a:r>
            <a:r>
              <a:rPr kumimoji="1" lang="en-US" altLang="zh-CN" dirty="0"/>
              <a:t>AB, AC’</a:t>
            </a:r>
            <a:endParaRPr kumimoji="1" lang="zh-CN" altLang="en-US" dirty="0"/>
          </a:p>
        </p:txBody>
      </p:sp>
      <p:sp>
        <p:nvSpPr>
          <p:cNvPr id="4" name="幻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AA2CDFD-9B59-41E7-8533-07012B16544E}" type="slidenum">
              <a:rPr kumimoji="0" lang="en-US" altLang="zh-CN" sz="1200" b="0" i="0" u="none" strike="noStrike" kern="1200" cap="none" spc="0" normalizeH="0" baseline="0" noProof="0" smtClean="0">
                <a:ln>
                  <a:noFill/>
                </a:ln>
                <a:solidFill>
                  <a:srgbClr val="000000"/>
                </a:solidFill>
                <a:effectLst/>
                <a:uLnTx/>
                <a:uFillTx/>
                <a:latin typeface="Arial"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86</a:t>
            </a:fld>
            <a:endParaRPr kumimoji="0" lang="en-US" altLang="zh-CN" sz="12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Tree>
    <p:extLst>
      <p:ext uri="{BB962C8B-B14F-4D97-AF65-F5344CB8AC3E}">
        <p14:creationId xmlns:p14="http://schemas.microsoft.com/office/powerpoint/2010/main" val="425356589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右边是次态表和输出表，对于输出</a:t>
            </a:r>
            <a:r>
              <a:rPr kumimoji="1" lang="en-US" altLang="zh-CN" dirty="0"/>
              <a:t>Z</a:t>
            </a:r>
            <a:r>
              <a:rPr kumimoji="1" lang="zh-CN" altLang="en-US" dirty="0"/>
              <a:t>有两种化简方式</a:t>
            </a:r>
            <a:r>
              <a:rPr kumimoji="1" lang="en-US" altLang="zh-CN" dirty="0"/>
              <a:t>AB, AC’</a:t>
            </a:r>
            <a:endParaRPr kumimoji="1" lang="zh-CN" altLang="en-US" dirty="0"/>
          </a:p>
        </p:txBody>
      </p:sp>
      <p:sp>
        <p:nvSpPr>
          <p:cNvPr id="4" name="幻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AA2CDFD-9B59-41E7-8533-07012B16544E}" type="slidenum">
              <a:rPr kumimoji="0" lang="en-US" altLang="zh-CN" sz="1200" b="0" i="0" u="none" strike="noStrike" kern="1200" cap="none" spc="0" normalizeH="0" baseline="0" noProof="0" smtClean="0">
                <a:ln>
                  <a:noFill/>
                </a:ln>
                <a:solidFill>
                  <a:srgbClr val="000000"/>
                </a:solidFill>
                <a:effectLst/>
                <a:uLnTx/>
                <a:uFillTx/>
                <a:latin typeface="Arial"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87</a:t>
            </a:fld>
            <a:endParaRPr kumimoji="0" lang="en-US" altLang="zh-CN" sz="12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Tree>
    <p:extLst>
      <p:ext uri="{BB962C8B-B14F-4D97-AF65-F5344CB8AC3E}">
        <p14:creationId xmlns:p14="http://schemas.microsoft.com/office/powerpoint/2010/main" val="218430503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画出逻辑电路图的方法很简单，仍然是每个状态</a:t>
            </a:r>
            <a:r>
              <a:rPr kumimoji="1" lang="en-US" altLang="zh-CN" dirty="0"/>
              <a:t>bit</a:t>
            </a:r>
            <a:r>
              <a:rPr kumimoji="1" lang="zh-CN" altLang="en-US" dirty="0"/>
              <a:t>对应一个</a:t>
            </a:r>
            <a:r>
              <a:rPr kumimoji="1" lang="en-US" altLang="zh-CN" dirty="0"/>
              <a:t>D</a:t>
            </a:r>
            <a:r>
              <a:rPr kumimoji="1" lang="zh-CN" altLang="en-US" dirty="0"/>
              <a:t>触发器，按照次态、输出方程用逻辑门连线即可。</a:t>
            </a:r>
          </a:p>
        </p:txBody>
      </p:sp>
      <p:sp>
        <p:nvSpPr>
          <p:cNvPr id="4" name="幻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AA2CDFD-9B59-41E7-8533-07012B16544E}" type="slidenum">
              <a:rPr kumimoji="0" lang="en-US" altLang="zh-CN" sz="1200" b="0" i="0" u="none" strike="noStrike" kern="1200" cap="none" spc="0" normalizeH="0" baseline="0" noProof="0" smtClean="0">
                <a:ln>
                  <a:noFill/>
                </a:ln>
                <a:solidFill>
                  <a:srgbClr val="000000"/>
                </a:solidFill>
                <a:effectLst/>
                <a:uLnTx/>
                <a:uFillTx/>
                <a:latin typeface="Arial"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88</a:t>
            </a:fld>
            <a:endParaRPr kumimoji="0" lang="en-US" altLang="zh-CN" sz="12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Tree>
    <p:extLst>
      <p:ext uri="{BB962C8B-B14F-4D97-AF65-F5344CB8AC3E}">
        <p14:creationId xmlns:p14="http://schemas.microsoft.com/office/powerpoint/2010/main" val="108905201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AA2CDFD-9B59-41E7-8533-07012B16544E}" type="slidenum">
              <a:rPr kumimoji="0" lang="en-US" altLang="zh-CN" sz="1200" b="0" i="0" u="none" strike="noStrike" kern="1200" cap="none" spc="0" normalizeH="0" baseline="0" noProof="0" smtClean="0">
                <a:ln>
                  <a:noFill/>
                </a:ln>
                <a:solidFill>
                  <a:srgbClr val="000000"/>
                </a:solidFill>
                <a:effectLst/>
                <a:uLnTx/>
                <a:uFillTx/>
                <a:latin typeface="Arial"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91</a:t>
            </a:fld>
            <a:endParaRPr kumimoji="0" lang="en-US" altLang="zh-CN" sz="12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Tree>
    <p:extLst>
      <p:ext uri="{BB962C8B-B14F-4D97-AF65-F5344CB8AC3E}">
        <p14:creationId xmlns:p14="http://schemas.microsoft.com/office/powerpoint/2010/main" val="202373679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AA2CDFD-9B59-41E7-8533-07012B16544E}" type="slidenum">
              <a:rPr kumimoji="0" lang="en-US" altLang="zh-CN" sz="1200" b="0" i="0" u="none" strike="noStrike" kern="1200" cap="none" spc="0" normalizeH="0" baseline="0" noProof="0" smtClean="0">
                <a:ln>
                  <a:noFill/>
                </a:ln>
                <a:solidFill>
                  <a:srgbClr val="000000"/>
                </a:solidFill>
                <a:effectLst/>
                <a:uLnTx/>
                <a:uFillTx/>
                <a:latin typeface="Arial"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93</a:t>
            </a:fld>
            <a:endParaRPr kumimoji="0" lang="en-US" altLang="zh-CN" sz="12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Tree>
    <p:extLst>
      <p:ext uri="{BB962C8B-B14F-4D97-AF65-F5344CB8AC3E}">
        <p14:creationId xmlns:p14="http://schemas.microsoft.com/office/powerpoint/2010/main" val="286832346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AA2CDFD-9B59-41E7-8533-07012B16544E}" type="slidenum">
              <a:rPr kumimoji="0" lang="en-US" altLang="zh-CN" sz="1200" b="0" i="0" u="none" strike="noStrike" kern="1200" cap="none" spc="0" normalizeH="0" baseline="0" noProof="0" smtClean="0">
                <a:ln>
                  <a:noFill/>
                </a:ln>
                <a:solidFill>
                  <a:srgbClr val="000000"/>
                </a:solidFill>
                <a:effectLst/>
                <a:uLnTx/>
                <a:uFillTx/>
                <a:latin typeface="Arial"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95</a:t>
            </a:fld>
            <a:endParaRPr kumimoji="0" lang="en-US" altLang="zh-CN" sz="12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Tree>
    <p:extLst>
      <p:ext uri="{BB962C8B-B14F-4D97-AF65-F5344CB8AC3E}">
        <p14:creationId xmlns:p14="http://schemas.microsoft.com/office/powerpoint/2010/main" val="280492094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0AA2CDFD-9B59-41E7-8533-07012B16544E}" type="slidenum">
              <a:rPr lang="en-US" altLang="zh-CN" smtClean="0"/>
              <a:pPr>
                <a:defRPr/>
              </a:pPr>
              <a:t>96</a:t>
            </a:fld>
            <a:endParaRPr lang="en-US" altLang="zh-CN"/>
          </a:p>
        </p:txBody>
      </p:sp>
    </p:spTree>
    <p:extLst>
      <p:ext uri="{BB962C8B-B14F-4D97-AF65-F5344CB8AC3E}">
        <p14:creationId xmlns:p14="http://schemas.microsoft.com/office/powerpoint/2010/main" val="75404158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AA2CDFD-9B59-41E7-8533-07012B16544E}" type="slidenum">
              <a:rPr kumimoji="0" lang="en-US" altLang="zh-CN" sz="1200" b="0" i="0" u="none" strike="noStrike" kern="1200" cap="none" spc="0" normalizeH="0" baseline="0" noProof="0" smtClean="0">
                <a:ln>
                  <a:noFill/>
                </a:ln>
                <a:solidFill>
                  <a:srgbClr val="000000"/>
                </a:solidFill>
                <a:effectLst/>
                <a:uLnTx/>
                <a:uFillTx/>
                <a:latin typeface="Arial"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97</a:t>
            </a:fld>
            <a:endParaRPr kumimoji="0" lang="en-US" altLang="zh-CN" sz="12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Tree>
    <p:extLst>
      <p:ext uri="{BB962C8B-B14F-4D97-AF65-F5344CB8AC3E}">
        <p14:creationId xmlns:p14="http://schemas.microsoft.com/office/powerpoint/2010/main" val="241440344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扭环形计数器可以只用</a:t>
            </a:r>
            <a:r>
              <a:rPr kumimoji="1" lang="en-US" altLang="zh-CN" dirty="0"/>
              <a:t>4</a:t>
            </a:r>
            <a:r>
              <a:rPr kumimoji="1" lang="zh-CN" altLang="en-US" dirty="0"/>
              <a:t>触发器实现模</a:t>
            </a:r>
            <a:r>
              <a:rPr kumimoji="1" lang="en-US" altLang="zh-CN" dirty="0"/>
              <a:t>8,</a:t>
            </a:r>
            <a:r>
              <a:rPr kumimoji="1" lang="en-US" altLang="zh-CN" baseline="0" dirty="0"/>
              <a:t> </a:t>
            </a:r>
            <a:r>
              <a:rPr kumimoji="1" lang="zh-CN" altLang="en-US" baseline="0" dirty="0"/>
              <a:t>只有</a:t>
            </a:r>
            <a:r>
              <a:rPr kumimoji="1" lang="en-US" altLang="zh-CN" baseline="0" dirty="0"/>
              <a:t>8</a:t>
            </a:r>
            <a:r>
              <a:rPr kumimoji="1" lang="zh-CN" altLang="en-US" baseline="0" dirty="0"/>
              <a:t>个无用状态</a:t>
            </a:r>
            <a:endParaRPr kumimoji="1" lang="zh-CN" altLang="en-US" dirty="0"/>
          </a:p>
        </p:txBody>
      </p:sp>
      <p:sp>
        <p:nvSpPr>
          <p:cNvPr id="4" name="幻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AA2CDFD-9B59-41E7-8533-07012B16544E}" type="slidenum">
              <a:rPr kumimoji="0" lang="en-US" altLang="zh-CN" sz="1200" b="0" i="0" u="none" strike="noStrike" kern="1200" cap="none" spc="0" normalizeH="0" baseline="0" noProof="0" smtClean="0">
                <a:ln>
                  <a:noFill/>
                </a:ln>
                <a:solidFill>
                  <a:srgbClr val="000000"/>
                </a:solidFill>
                <a:effectLst/>
                <a:uLnTx/>
                <a:uFillTx/>
                <a:latin typeface="Arial"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98</a:t>
            </a:fld>
            <a:endParaRPr kumimoji="0" lang="en-US" altLang="zh-CN" sz="12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Tree>
    <p:extLst>
      <p:ext uri="{BB962C8B-B14F-4D97-AF65-F5344CB8AC3E}">
        <p14:creationId xmlns:p14="http://schemas.microsoft.com/office/powerpoint/2010/main" val="420986147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用上一级的状态</a:t>
            </a:r>
            <a:r>
              <a:rPr kumimoji="1" lang="en-US" altLang="zh-CN" dirty="0"/>
              <a:t>1-&gt;0</a:t>
            </a:r>
            <a:r>
              <a:rPr kumimoji="1" lang="zh-CN" altLang="en-US" dirty="0"/>
              <a:t>翻转触发下一级触发器改变状态</a:t>
            </a:r>
            <a:r>
              <a:rPr kumimoji="1" lang="en-US" altLang="zh-CN" dirty="0"/>
              <a:t>.</a:t>
            </a:r>
            <a:endParaRPr kumimoji="1" lang="zh-CN" altLang="en-US" dirty="0"/>
          </a:p>
        </p:txBody>
      </p:sp>
      <p:sp>
        <p:nvSpPr>
          <p:cNvPr id="4" name="幻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AA2CDFD-9B59-41E7-8533-07012B16544E}" type="slidenum">
              <a:rPr kumimoji="0" lang="en-US" altLang="zh-CN" sz="1200" b="0" i="0" u="none" strike="noStrike" kern="1200" cap="none" spc="0" normalizeH="0" baseline="0" noProof="0" smtClean="0">
                <a:ln>
                  <a:noFill/>
                </a:ln>
                <a:solidFill>
                  <a:srgbClr val="000000"/>
                </a:solidFill>
                <a:effectLst/>
                <a:uLnTx/>
                <a:uFillTx/>
                <a:latin typeface="Arial"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102</a:t>
            </a:fld>
            <a:endParaRPr kumimoji="0" lang="en-US" altLang="zh-CN" sz="12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Tree>
    <p:extLst>
      <p:ext uri="{BB962C8B-B14F-4D97-AF65-F5344CB8AC3E}">
        <p14:creationId xmlns:p14="http://schemas.microsoft.com/office/powerpoint/2010/main" val="67567646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用上一级的状态</a:t>
            </a:r>
            <a:r>
              <a:rPr kumimoji="1" lang="en-US" altLang="zh-CN" dirty="0"/>
              <a:t>1-&gt;0</a:t>
            </a:r>
            <a:r>
              <a:rPr kumimoji="1" lang="zh-CN" altLang="en-US" dirty="0"/>
              <a:t>翻转触发下一级触发器改变状态</a:t>
            </a:r>
            <a:r>
              <a:rPr kumimoji="1" lang="en-US" altLang="zh-CN" dirty="0"/>
              <a:t>.</a:t>
            </a:r>
            <a:endParaRPr kumimoji="1" lang="zh-CN" altLang="en-US" dirty="0"/>
          </a:p>
        </p:txBody>
      </p:sp>
      <p:sp>
        <p:nvSpPr>
          <p:cNvPr id="4" name="幻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AA2CDFD-9B59-41E7-8533-07012B16544E}" type="slidenum">
              <a:rPr kumimoji="0" lang="en-US" altLang="zh-CN" sz="1200" b="0" i="0" u="none" strike="noStrike" kern="1200" cap="none" spc="0" normalizeH="0" baseline="0" noProof="0" smtClean="0">
                <a:ln>
                  <a:noFill/>
                </a:ln>
                <a:solidFill>
                  <a:srgbClr val="000000"/>
                </a:solidFill>
                <a:effectLst/>
                <a:uLnTx/>
                <a:uFillTx/>
                <a:latin typeface="Arial"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103</a:t>
            </a:fld>
            <a:endParaRPr kumimoji="0" lang="en-US" altLang="zh-CN" sz="12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Tree>
    <p:extLst>
      <p:ext uri="{BB962C8B-B14F-4D97-AF65-F5344CB8AC3E}">
        <p14:creationId xmlns:p14="http://schemas.microsoft.com/office/powerpoint/2010/main" val="376672128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用上一级的状态</a:t>
            </a:r>
            <a:r>
              <a:rPr kumimoji="1" lang="en-US" altLang="zh-CN" dirty="0"/>
              <a:t>1-&gt;0</a:t>
            </a:r>
            <a:r>
              <a:rPr kumimoji="1" lang="zh-CN" altLang="en-US" dirty="0"/>
              <a:t>翻转触发下一级触发器改变状态</a:t>
            </a:r>
            <a:r>
              <a:rPr kumimoji="1" lang="en-US" altLang="zh-CN" dirty="0"/>
              <a:t>.</a:t>
            </a:r>
            <a:endParaRPr kumimoji="1" lang="zh-CN" altLang="en-US" dirty="0"/>
          </a:p>
        </p:txBody>
      </p:sp>
      <p:sp>
        <p:nvSpPr>
          <p:cNvPr id="4" name="幻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AA2CDFD-9B59-41E7-8533-07012B16544E}" type="slidenum">
              <a:rPr kumimoji="0" lang="en-US" altLang="zh-CN" sz="1200" b="0" i="0" u="none" strike="noStrike" kern="1200" cap="none" spc="0" normalizeH="0" baseline="0" noProof="0" smtClean="0">
                <a:ln>
                  <a:noFill/>
                </a:ln>
                <a:solidFill>
                  <a:srgbClr val="000000"/>
                </a:solidFill>
                <a:effectLst/>
                <a:uLnTx/>
                <a:uFillTx/>
                <a:latin typeface="Arial"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104</a:t>
            </a:fld>
            <a:endParaRPr kumimoji="0" lang="en-US" altLang="zh-CN" sz="12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Tree>
    <p:extLst>
      <p:ext uri="{BB962C8B-B14F-4D97-AF65-F5344CB8AC3E}">
        <p14:creationId xmlns:p14="http://schemas.microsoft.com/office/powerpoint/2010/main" val="260576999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用上一级的状态</a:t>
            </a:r>
            <a:r>
              <a:rPr kumimoji="1" lang="en-US" altLang="zh-CN" dirty="0"/>
              <a:t>1-&gt;0</a:t>
            </a:r>
            <a:r>
              <a:rPr kumimoji="1" lang="zh-CN" altLang="en-US" dirty="0"/>
              <a:t>翻转触发下一级触发器改变状态</a:t>
            </a:r>
            <a:r>
              <a:rPr kumimoji="1" lang="en-US" altLang="zh-CN" dirty="0"/>
              <a:t>.</a:t>
            </a:r>
            <a:endParaRPr kumimoji="1" lang="zh-CN" altLang="en-US" dirty="0"/>
          </a:p>
        </p:txBody>
      </p:sp>
      <p:sp>
        <p:nvSpPr>
          <p:cNvPr id="4" name="幻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AA2CDFD-9B59-41E7-8533-07012B16544E}" type="slidenum">
              <a:rPr kumimoji="0" lang="en-US" altLang="zh-CN" sz="1200" b="0" i="0" u="none" strike="noStrike" kern="1200" cap="none" spc="0" normalizeH="0" baseline="0" noProof="0" smtClean="0">
                <a:ln>
                  <a:noFill/>
                </a:ln>
                <a:solidFill>
                  <a:srgbClr val="000000"/>
                </a:solidFill>
                <a:effectLst/>
                <a:uLnTx/>
                <a:uFillTx/>
                <a:latin typeface="Arial"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105</a:t>
            </a:fld>
            <a:endParaRPr kumimoji="0" lang="en-US" altLang="zh-CN" sz="12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Tree>
    <p:extLst>
      <p:ext uri="{BB962C8B-B14F-4D97-AF65-F5344CB8AC3E}">
        <p14:creationId xmlns:p14="http://schemas.microsoft.com/office/powerpoint/2010/main" val="136737941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用上一级的状态</a:t>
            </a:r>
            <a:r>
              <a:rPr kumimoji="1" lang="en-US" altLang="zh-CN" dirty="0"/>
              <a:t>1-&gt;0</a:t>
            </a:r>
            <a:r>
              <a:rPr kumimoji="1" lang="zh-CN" altLang="en-US" dirty="0"/>
              <a:t>翻转触发下一级触发器改变状态</a:t>
            </a:r>
            <a:r>
              <a:rPr kumimoji="1" lang="en-US" altLang="zh-CN" dirty="0"/>
              <a:t>.</a:t>
            </a:r>
            <a:endParaRPr kumimoji="1" lang="zh-CN" altLang="en-US" dirty="0"/>
          </a:p>
        </p:txBody>
      </p:sp>
      <p:sp>
        <p:nvSpPr>
          <p:cNvPr id="4" name="幻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AA2CDFD-9B59-41E7-8533-07012B16544E}" type="slidenum">
              <a:rPr kumimoji="0" lang="en-US" altLang="zh-CN" sz="1200" b="0" i="0" u="none" strike="noStrike" kern="1200" cap="none" spc="0" normalizeH="0" baseline="0" noProof="0" smtClean="0">
                <a:ln>
                  <a:noFill/>
                </a:ln>
                <a:solidFill>
                  <a:srgbClr val="000000"/>
                </a:solidFill>
                <a:effectLst/>
                <a:uLnTx/>
                <a:uFillTx/>
                <a:latin typeface="Arial"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106</a:t>
            </a:fld>
            <a:endParaRPr kumimoji="0" lang="en-US" altLang="zh-CN" sz="12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Tree>
    <p:extLst>
      <p:ext uri="{BB962C8B-B14F-4D97-AF65-F5344CB8AC3E}">
        <p14:creationId xmlns:p14="http://schemas.microsoft.com/office/powerpoint/2010/main" val="265050285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用上一级的状态</a:t>
            </a:r>
            <a:r>
              <a:rPr kumimoji="1" lang="en-US" altLang="zh-CN" dirty="0"/>
              <a:t>1-&gt;0</a:t>
            </a:r>
            <a:r>
              <a:rPr kumimoji="1" lang="zh-CN" altLang="en-US" dirty="0"/>
              <a:t>翻转触发下一级触发器改变状态</a:t>
            </a:r>
            <a:r>
              <a:rPr kumimoji="1" lang="en-US" altLang="zh-CN" dirty="0"/>
              <a:t>.</a:t>
            </a:r>
            <a:endParaRPr kumimoji="1" lang="zh-CN" altLang="en-US" dirty="0"/>
          </a:p>
        </p:txBody>
      </p:sp>
      <p:sp>
        <p:nvSpPr>
          <p:cNvPr id="4" name="幻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AA2CDFD-9B59-41E7-8533-07012B16544E}" type="slidenum">
              <a:rPr kumimoji="0" lang="en-US" altLang="zh-CN" sz="1200" b="0" i="0" u="none" strike="noStrike" kern="1200" cap="none" spc="0" normalizeH="0" baseline="0" noProof="0" smtClean="0">
                <a:ln>
                  <a:noFill/>
                </a:ln>
                <a:solidFill>
                  <a:srgbClr val="000000"/>
                </a:solidFill>
                <a:effectLst/>
                <a:uLnTx/>
                <a:uFillTx/>
                <a:latin typeface="Arial"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107</a:t>
            </a:fld>
            <a:endParaRPr kumimoji="0" lang="en-US" altLang="zh-CN" sz="12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Tree>
    <p:extLst>
      <p:ext uri="{BB962C8B-B14F-4D97-AF65-F5344CB8AC3E}">
        <p14:creationId xmlns:p14="http://schemas.microsoft.com/office/powerpoint/2010/main" val="230530838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AA2CDFD-9B59-41E7-8533-07012B16544E}" type="slidenum">
              <a:rPr lang="en-US" altLang="zh-CN" smtClean="0"/>
              <a:pPr>
                <a:defRPr/>
              </a:pPr>
              <a:t>110</a:t>
            </a:fld>
            <a:endParaRPr lang="en-US" altLang="zh-CN"/>
          </a:p>
        </p:txBody>
      </p:sp>
    </p:spTree>
    <p:extLst>
      <p:ext uri="{BB962C8B-B14F-4D97-AF65-F5344CB8AC3E}">
        <p14:creationId xmlns:p14="http://schemas.microsoft.com/office/powerpoint/2010/main" val="1435718567"/>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大扇入门延时随扇入成平方增长</a:t>
            </a:r>
          </a:p>
        </p:txBody>
      </p:sp>
      <p:sp>
        <p:nvSpPr>
          <p:cNvPr id="4" name="幻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AA2CDFD-9B59-41E7-8533-07012B16544E}" type="slidenum">
              <a:rPr kumimoji="0" lang="en-US" altLang="zh-CN" sz="1200" b="0" i="0" u="none" strike="noStrike" kern="1200" cap="none" spc="0" normalizeH="0" baseline="0" noProof="0" smtClean="0">
                <a:ln>
                  <a:noFill/>
                </a:ln>
                <a:solidFill>
                  <a:srgbClr val="000000"/>
                </a:solidFill>
                <a:effectLst/>
                <a:uLnTx/>
                <a:uFillTx/>
                <a:latin typeface="Arial"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111</a:t>
            </a:fld>
            <a:endParaRPr kumimoji="0" lang="en-US" altLang="zh-CN" sz="12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Tree>
    <p:extLst>
      <p:ext uri="{BB962C8B-B14F-4D97-AF65-F5344CB8AC3E}">
        <p14:creationId xmlns:p14="http://schemas.microsoft.com/office/powerpoint/2010/main" val="1504238807"/>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0AA2CDFD-9B59-41E7-8533-07012B16544E}" type="slidenum">
              <a:rPr lang="en-US" altLang="zh-CN" smtClean="0"/>
              <a:pPr>
                <a:defRPr/>
              </a:pPr>
              <a:t>115</a:t>
            </a:fld>
            <a:endParaRPr lang="en-US" altLang="zh-CN"/>
          </a:p>
        </p:txBody>
      </p:sp>
    </p:spTree>
    <p:extLst>
      <p:ext uri="{BB962C8B-B14F-4D97-AF65-F5344CB8AC3E}">
        <p14:creationId xmlns:p14="http://schemas.microsoft.com/office/powerpoint/2010/main" val="922322102"/>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CN" altLang="zh-CN" dirty="0"/>
              <a:t>B/G</a:t>
            </a:r>
            <a:r>
              <a:rPr lang="zh-CN" altLang="en-CN" dirty="0"/>
              <a:t>有两个</a:t>
            </a:r>
            <a:r>
              <a:rPr lang="zh-CN" altLang="en-US" dirty="0"/>
              <a:t>相同的</a:t>
            </a:r>
            <a:r>
              <a:rPr lang="zh-CN" altLang="en-CN" dirty="0"/>
              <a:t>次态</a:t>
            </a:r>
            <a:r>
              <a:rPr lang="zh-CN" altLang="en-US" dirty="0"/>
              <a:t>；</a:t>
            </a:r>
            <a:r>
              <a:rPr lang="en-US" altLang="zh-CN" dirty="0"/>
              <a:t>C/F</a:t>
            </a:r>
            <a:r>
              <a:rPr lang="zh-CN" altLang="en-US" dirty="0"/>
              <a:t>有一个；</a:t>
            </a:r>
            <a:r>
              <a:rPr lang="zh-CN" altLang="en-CN" dirty="0"/>
              <a:t>与之类推</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en-US" sz="1200" dirty="0"/>
              <a:t>状态编码</a:t>
            </a:r>
            <a:r>
              <a:rPr kumimoji="1" lang="zh-CN" altLang="en-US" sz="1200" dirty="0">
                <a:solidFill>
                  <a:srgbClr val="C00000"/>
                </a:solidFill>
              </a:rPr>
              <a:t>相邻</a:t>
            </a:r>
            <a:r>
              <a:rPr kumimoji="1" lang="zh-CN" altLang="en-US" sz="1200" dirty="0"/>
              <a:t>，则在</a:t>
            </a:r>
            <a:r>
              <a:rPr kumimoji="1" lang="zh-CN" altLang="en-US" sz="1200" dirty="0">
                <a:solidFill>
                  <a:srgbClr val="C00000"/>
                </a:solidFill>
              </a:rPr>
              <a:t>次态卡诺图</a:t>
            </a:r>
            <a:r>
              <a:rPr kumimoji="1" lang="zh-CN" altLang="en-US" sz="1200" dirty="0"/>
              <a:t>中相邻，</a:t>
            </a:r>
            <a:r>
              <a:rPr kumimoji="1" lang="zh-CN" altLang="en-CN" sz="1200" dirty="0"/>
              <a:t>容易化简</a:t>
            </a:r>
            <a:endParaRPr lang="en-US" altLang="zh-CN" sz="1200" dirty="0"/>
          </a:p>
          <a:p>
            <a:endParaRPr lang="zh-CN" altLang="en-US" dirty="0"/>
          </a:p>
        </p:txBody>
      </p:sp>
      <p:sp>
        <p:nvSpPr>
          <p:cNvPr id="4" name="灯片编号占位符 3"/>
          <p:cNvSpPr>
            <a:spLocks noGrp="1"/>
          </p:cNvSpPr>
          <p:nvPr>
            <p:ph type="sldNum" sz="quarter" idx="10"/>
          </p:nvPr>
        </p:nvSpPr>
        <p:spPr/>
        <p:txBody>
          <a:bodyPr/>
          <a:lstStyle/>
          <a:p>
            <a:pPr>
              <a:defRPr/>
            </a:pPr>
            <a:fld id="{0AA2CDFD-9B59-41E7-8533-07012B16544E}" type="slidenum">
              <a:rPr lang="en-US" altLang="zh-CN" smtClean="0"/>
              <a:pPr>
                <a:defRPr/>
              </a:pPr>
              <a:t>117</a:t>
            </a:fld>
            <a:endParaRPr lang="en-US" altLang="zh-CN"/>
          </a:p>
        </p:txBody>
      </p:sp>
    </p:spTree>
    <p:extLst>
      <p:ext uri="{BB962C8B-B14F-4D97-AF65-F5344CB8AC3E}">
        <p14:creationId xmlns:p14="http://schemas.microsoft.com/office/powerpoint/2010/main" val="92180857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提出问题，怎么确定这几个状态是否是等价的？引出蕴含表技术</a:t>
            </a:r>
          </a:p>
        </p:txBody>
      </p:sp>
      <p:sp>
        <p:nvSpPr>
          <p:cNvPr id="4" name="灯片编号占位符 3"/>
          <p:cNvSpPr>
            <a:spLocks noGrp="1"/>
          </p:cNvSpPr>
          <p:nvPr>
            <p:ph type="sldNum" sz="quarter" idx="10"/>
          </p:nvPr>
        </p:nvSpPr>
        <p:spPr/>
        <p:txBody>
          <a:bodyPr/>
          <a:lstStyle/>
          <a:p>
            <a:pPr>
              <a:defRPr/>
            </a:pPr>
            <a:fld id="{0AA2CDFD-9B59-41E7-8533-07012B16544E}" type="slidenum">
              <a:rPr lang="en-US" altLang="zh-CN" smtClean="0"/>
              <a:pPr>
                <a:defRPr/>
              </a:pPr>
              <a:t>118</a:t>
            </a:fld>
            <a:endParaRPr lang="en-US" altLang="zh-CN"/>
          </a:p>
        </p:txBody>
      </p:sp>
    </p:spTree>
    <p:extLst>
      <p:ext uri="{BB962C8B-B14F-4D97-AF65-F5344CB8AC3E}">
        <p14:creationId xmlns:p14="http://schemas.microsoft.com/office/powerpoint/2010/main" val="56913471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蕴含表技术的示例</a:t>
            </a:r>
          </a:p>
        </p:txBody>
      </p:sp>
      <p:sp>
        <p:nvSpPr>
          <p:cNvPr id="4" name="灯片编号占位符 3"/>
          <p:cNvSpPr>
            <a:spLocks noGrp="1"/>
          </p:cNvSpPr>
          <p:nvPr>
            <p:ph type="sldNum" sz="quarter" idx="10"/>
          </p:nvPr>
        </p:nvSpPr>
        <p:spPr/>
        <p:txBody>
          <a:bodyPr/>
          <a:lstStyle/>
          <a:p>
            <a:pPr>
              <a:defRPr/>
            </a:pPr>
            <a:fld id="{0AA2CDFD-9B59-41E7-8533-07012B16544E}" type="slidenum">
              <a:rPr lang="en-US" altLang="zh-CN" smtClean="0"/>
              <a:pPr>
                <a:defRPr/>
              </a:pPr>
              <a:t>119</a:t>
            </a:fld>
            <a:endParaRPr lang="en-US" altLang="zh-CN"/>
          </a:p>
        </p:txBody>
      </p:sp>
    </p:spTree>
    <p:extLst>
      <p:ext uri="{BB962C8B-B14F-4D97-AF65-F5344CB8AC3E}">
        <p14:creationId xmlns:p14="http://schemas.microsoft.com/office/powerpoint/2010/main" val="12216129"/>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蕴含表技术的示例</a:t>
            </a:r>
          </a:p>
        </p:txBody>
      </p:sp>
      <p:sp>
        <p:nvSpPr>
          <p:cNvPr id="4" name="灯片编号占位符 3"/>
          <p:cNvSpPr>
            <a:spLocks noGrp="1"/>
          </p:cNvSpPr>
          <p:nvPr>
            <p:ph type="sldNum" sz="quarter" idx="10"/>
          </p:nvPr>
        </p:nvSpPr>
        <p:spPr/>
        <p:txBody>
          <a:bodyPr/>
          <a:lstStyle/>
          <a:p>
            <a:pPr>
              <a:defRPr/>
            </a:pPr>
            <a:fld id="{0AA2CDFD-9B59-41E7-8533-07012B16544E}" type="slidenum">
              <a:rPr lang="en-US" altLang="zh-CN" smtClean="0"/>
              <a:pPr>
                <a:defRPr/>
              </a:pPr>
              <a:t>120</a:t>
            </a:fld>
            <a:endParaRPr lang="en-US" altLang="zh-CN"/>
          </a:p>
        </p:txBody>
      </p:sp>
    </p:spTree>
    <p:extLst>
      <p:ext uri="{BB962C8B-B14F-4D97-AF65-F5344CB8AC3E}">
        <p14:creationId xmlns:p14="http://schemas.microsoft.com/office/powerpoint/2010/main" val="3163697453"/>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蕴含表技术的示例</a:t>
            </a:r>
          </a:p>
        </p:txBody>
      </p:sp>
      <p:sp>
        <p:nvSpPr>
          <p:cNvPr id="4" name="灯片编号占位符 3"/>
          <p:cNvSpPr>
            <a:spLocks noGrp="1"/>
          </p:cNvSpPr>
          <p:nvPr>
            <p:ph type="sldNum" sz="quarter" idx="10"/>
          </p:nvPr>
        </p:nvSpPr>
        <p:spPr/>
        <p:txBody>
          <a:bodyPr/>
          <a:lstStyle/>
          <a:p>
            <a:pPr>
              <a:defRPr/>
            </a:pPr>
            <a:fld id="{0AA2CDFD-9B59-41E7-8533-07012B16544E}" type="slidenum">
              <a:rPr lang="en-US" altLang="zh-CN" smtClean="0"/>
              <a:pPr>
                <a:defRPr/>
              </a:pPr>
              <a:t>121</a:t>
            </a:fld>
            <a:endParaRPr lang="en-US" altLang="zh-CN"/>
          </a:p>
        </p:txBody>
      </p:sp>
    </p:spTree>
    <p:extLst>
      <p:ext uri="{BB962C8B-B14F-4D97-AF65-F5344CB8AC3E}">
        <p14:creationId xmlns:p14="http://schemas.microsoft.com/office/powerpoint/2010/main" val="2573819645"/>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蕴含表技术的示例</a:t>
            </a:r>
          </a:p>
        </p:txBody>
      </p:sp>
      <p:sp>
        <p:nvSpPr>
          <p:cNvPr id="4" name="灯片编号占位符 3"/>
          <p:cNvSpPr>
            <a:spLocks noGrp="1"/>
          </p:cNvSpPr>
          <p:nvPr>
            <p:ph type="sldNum" sz="quarter" idx="10"/>
          </p:nvPr>
        </p:nvSpPr>
        <p:spPr/>
        <p:txBody>
          <a:bodyPr/>
          <a:lstStyle/>
          <a:p>
            <a:pPr>
              <a:defRPr/>
            </a:pPr>
            <a:fld id="{0AA2CDFD-9B59-41E7-8533-07012B16544E}" type="slidenum">
              <a:rPr lang="en-US" altLang="zh-CN" smtClean="0"/>
              <a:pPr>
                <a:defRPr/>
              </a:pPr>
              <a:t>122</a:t>
            </a:fld>
            <a:endParaRPr lang="en-US" altLang="zh-CN"/>
          </a:p>
        </p:txBody>
      </p:sp>
    </p:spTree>
    <p:extLst>
      <p:ext uri="{BB962C8B-B14F-4D97-AF65-F5344CB8AC3E}">
        <p14:creationId xmlns:p14="http://schemas.microsoft.com/office/powerpoint/2010/main" val="2341050303"/>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解释下例题大意。</a:t>
            </a:r>
          </a:p>
        </p:txBody>
      </p:sp>
      <p:sp>
        <p:nvSpPr>
          <p:cNvPr id="4" name="灯片编号占位符 3"/>
          <p:cNvSpPr>
            <a:spLocks noGrp="1"/>
          </p:cNvSpPr>
          <p:nvPr>
            <p:ph type="sldNum" sz="quarter" idx="10"/>
          </p:nvPr>
        </p:nvSpPr>
        <p:spPr/>
        <p:txBody>
          <a:bodyPr/>
          <a:lstStyle/>
          <a:p>
            <a:pPr>
              <a:defRPr/>
            </a:pPr>
            <a:fld id="{0AA2CDFD-9B59-41E7-8533-07012B16544E}" type="slidenum">
              <a:rPr lang="en-US" altLang="zh-CN" smtClean="0"/>
              <a:pPr>
                <a:defRPr/>
              </a:pPr>
              <a:t>123</a:t>
            </a:fld>
            <a:endParaRPr lang="en-US" altLang="zh-CN"/>
          </a:p>
        </p:txBody>
      </p:sp>
    </p:spTree>
    <p:extLst>
      <p:ext uri="{BB962C8B-B14F-4D97-AF65-F5344CB8AC3E}">
        <p14:creationId xmlns:p14="http://schemas.microsoft.com/office/powerpoint/2010/main" val="126727724"/>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交通灯控制器的功能分析</a:t>
            </a:r>
          </a:p>
        </p:txBody>
      </p:sp>
      <p:sp>
        <p:nvSpPr>
          <p:cNvPr id="4" name="灯片编号占位符 3"/>
          <p:cNvSpPr>
            <a:spLocks noGrp="1"/>
          </p:cNvSpPr>
          <p:nvPr>
            <p:ph type="sldNum" sz="quarter" idx="10"/>
          </p:nvPr>
        </p:nvSpPr>
        <p:spPr/>
        <p:txBody>
          <a:bodyPr/>
          <a:lstStyle/>
          <a:p>
            <a:pPr>
              <a:defRPr/>
            </a:pPr>
            <a:fld id="{0AA2CDFD-9B59-41E7-8533-07012B16544E}" type="slidenum">
              <a:rPr lang="en-US" altLang="zh-CN" smtClean="0"/>
              <a:pPr>
                <a:defRPr/>
              </a:pPr>
              <a:t>124</a:t>
            </a:fld>
            <a:endParaRPr lang="en-US" altLang="zh-CN"/>
          </a:p>
        </p:txBody>
      </p:sp>
    </p:spTree>
    <p:extLst>
      <p:ext uri="{BB962C8B-B14F-4D97-AF65-F5344CB8AC3E}">
        <p14:creationId xmlns:p14="http://schemas.microsoft.com/office/powerpoint/2010/main" val="341321493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a:t>
            </a:r>
            <a:r>
              <a:rPr lang="zh-CN" altLang="en-US" dirty="0"/>
              <a:t>：</a:t>
            </a:r>
            <a:r>
              <a:rPr lang="en-US" altLang="zh-CN" dirty="0"/>
              <a:t>Car</a:t>
            </a:r>
            <a:r>
              <a:rPr lang="zh-CN" altLang="en-US" dirty="0"/>
              <a:t>，</a:t>
            </a:r>
            <a:r>
              <a:rPr lang="en-US" altLang="zh-CN" dirty="0"/>
              <a:t>STEP1</a:t>
            </a:r>
            <a:r>
              <a:rPr lang="zh-CN" altLang="en-US" dirty="0"/>
              <a:t>的输入输出定义</a:t>
            </a:r>
          </a:p>
        </p:txBody>
      </p:sp>
      <p:sp>
        <p:nvSpPr>
          <p:cNvPr id="4" name="灯片编号占位符 3"/>
          <p:cNvSpPr>
            <a:spLocks noGrp="1"/>
          </p:cNvSpPr>
          <p:nvPr>
            <p:ph type="sldNum" sz="quarter" idx="10"/>
          </p:nvPr>
        </p:nvSpPr>
        <p:spPr/>
        <p:txBody>
          <a:bodyPr/>
          <a:lstStyle/>
          <a:p>
            <a:pPr>
              <a:defRPr/>
            </a:pPr>
            <a:fld id="{0AA2CDFD-9B59-41E7-8533-07012B16544E}" type="slidenum">
              <a:rPr lang="en-US" altLang="zh-CN" smtClean="0"/>
              <a:pPr>
                <a:defRPr/>
              </a:pPr>
              <a:t>125</a:t>
            </a:fld>
            <a:endParaRPr lang="en-US" altLang="zh-CN"/>
          </a:p>
        </p:txBody>
      </p:sp>
    </p:spTree>
    <p:extLst>
      <p:ext uri="{BB962C8B-B14F-4D97-AF65-F5344CB8AC3E}">
        <p14:creationId xmlns:p14="http://schemas.microsoft.com/office/powerpoint/2010/main" val="3368368709"/>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1" eaLnBrk="1" hangingPunct="1"/>
            <a:r>
              <a:rPr lang="zh-CN" altLang="en-US" sz="2400" dirty="0"/>
              <a:t>输入：</a:t>
            </a:r>
            <a:r>
              <a:rPr lang="en-US" altLang="zh-CN" sz="2400" dirty="0"/>
              <a:t>Reset: </a:t>
            </a:r>
            <a:r>
              <a:rPr lang="zh-CN" altLang="en-US" sz="2400" dirty="0"/>
              <a:t>控制器是否回到初始状态</a:t>
            </a:r>
            <a:endParaRPr lang="en-US" altLang="zh-CN" sz="2400" dirty="0"/>
          </a:p>
          <a:p>
            <a:pPr lvl="1" eaLnBrk="1" hangingPunct="1"/>
            <a:r>
              <a:rPr lang="en-US" altLang="zh-CN" sz="2400" dirty="0"/>
              <a:t>C: </a:t>
            </a:r>
            <a:r>
              <a:rPr lang="zh-CN" altLang="en-US" sz="2400" dirty="0"/>
              <a:t>农场路上是否探测到车辆</a:t>
            </a:r>
            <a:endParaRPr lang="en-US" altLang="zh-CN" sz="2400" dirty="0"/>
          </a:p>
          <a:p>
            <a:pPr lvl="1" eaLnBrk="1" hangingPunct="1"/>
            <a:r>
              <a:rPr lang="en-US" altLang="zh-CN" sz="2400" dirty="0"/>
              <a:t>TS: </a:t>
            </a:r>
            <a:r>
              <a:rPr lang="zh-CN" altLang="en-US" sz="2400" dirty="0"/>
              <a:t>是否到达短时间间隔</a:t>
            </a:r>
            <a:endParaRPr lang="en-US" altLang="zh-CN" sz="2400" dirty="0"/>
          </a:p>
          <a:p>
            <a:pPr lvl="1" eaLnBrk="1" hangingPunct="1"/>
            <a:r>
              <a:rPr lang="en-US" altLang="zh-CN" sz="2400" dirty="0"/>
              <a:t>TL:</a:t>
            </a:r>
            <a:r>
              <a:rPr lang="zh-CN" altLang="en-US" sz="2400" dirty="0"/>
              <a:t>是否到达长时间间隔</a:t>
            </a:r>
            <a:endParaRPr lang="en-US" altLang="zh-CN" sz="2400" dirty="0"/>
          </a:p>
          <a:p>
            <a:pPr lvl="1" eaLnBrk="1" hangingPunct="1"/>
            <a:r>
              <a:rPr lang="zh-CN" altLang="en-US" sz="2400" dirty="0"/>
              <a:t>输出：</a:t>
            </a:r>
            <a:r>
              <a:rPr lang="en-US" altLang="zh-CN" sz="2400" dirty="0"/>
              <a:t>ST: </a:t>
            </a:r>
            <a:r>
              <a:rPr lang="zh-CN" altLang="en-US" sz="2400" dirty="0"/>
              <a:t>复位定时器，开始长时间间隔和短时间间隔的计时</a:t>
            </a:r>
            <a:endParaRPr lang="en-US" altLang="zh-CN" sz="2400" dirty="0"/>
          </a:p>
          <a:p>
            <a:pPr lvl="1" eaLnBrk="1" hangingPunct="1"/>
            <a:r>
              <a:rPr lang="en-US" altLang="zh-CN" sz="2400" dirty="0"/>
              <a:t>H</a:t>
            </a:r>
            <a:r>
              <a:rPr lang="en-US" altLang="zh-CN" sz="2400" baseline="-25000" dirty="0"/>
              <a:t>1</a:t>
            </a:r>
            <a:r>
              <a:rPr lang="en-US" altLang="zh-CN" sz="2400" dirty="0"/>
              <a:t>H</a:t>
            </a:r>
            <a:r>
              <a:rPr lang="en-US" altLang="zh-CN" sz="2400" baseline="-25000" dirty="0"/>
              <a:t>0</a:t>
            </a:r>
            <a:r>
              <a:rPr lang="en-US" altLang="zh-CN" sz="2400" dirty="0"/>
              <a:t>:</a:t>
            </a:r>
            <a:r>
              <a:rPr lang="zh-CN" altLang="en-US" sz="2400" dirty="0"/>
              <a:t>高速路上的交通灯显示</a:t>
            </a:r>
            <a:endParaRPr lang="en-US" altLang="zh-CN" sz="2400" dirty="0"/>
          </a:p>
          <a:p>
            <a:pPr lvl="1" eaLnBrk="1" hangingPunct="1"/>
            <a:r>
              <a:rPr lang="en-US" altLang="zh-CN" sz="2400" dirty="0"/>
              <a:t>F</a:t>
            </a:r>
            <a:r>
              <a:rPr lang="en-US" altLang="zh-CN" sz="2400" baseline="-25000" dirty="0"/>
              <a:t>1</a:t>
            </a:r>
            <a:r>
              <a:rPr lang="en-US" altLang="zh-CN" sz="2400" dirty="0"/>
              <a:t>F</a:t>
            </a:r>
            <a:r>
              <a:rPr lang="en-US" altLang="zh-CN" sz="2400" baseline="-25000" dirty="0"/>
              <a:t>0</a:t>
            </a:r>
            <a:r>
              <a:rPr lang="en-US" altLang="zh-CN" sz="2400" dirty="0"/>
              <a:t>:</a:t>
            </a:r>
            <a:r>
              <a:rPr lang="zh-CN" altLang="en-US" sz="2400" dirty="0"/>
              <a:t>农场路上的交通灯显示</a:t>
            </a:r>
            <a:endParaRPr lang="en-US" altLang="zh-CN" sz="2400" i="1" dirty="0"/>
          </a:p>
          <a:p>
            <a:pPr lvl="1" eaLnBrk="1" hangingPunct="1"/>
            <a:endParaRPr lang="en-US" altLang="zh-CN" sz="2400" dirty="0"/>
          </a:p>
          <a:p>
            <a:endParaRPr lang="zh-CN" altLang="en-US" dirty="0"/>
          </a:p>
        </p:txBody>
      </p:sp>
      <p:sp>
        <p:nvSpPr>
          <p:cNvPr id="4" name="灯片编号占位符 3"/>
          <p:cNvSpPr>
            <a:spLocks noGrp="1"/>
          </p:cNvSpPr>
          <p:nvPr>
            <p:ph type="sldNum" sz="quarter" idx="10"/>
          </p:nvPr>
        </p:nvSpPr>
        <p:spPr/>
        <p:txBody>
          <a:bodyPr/>
          <a:lstStyle/>
          <a:p>
            <a:pPr>
              <a:defRPr/>
            </a:pPr>
            <a:fld id="{0AA2CDFD-9B59-41E7-8533-07012B16544E}" type="slidenum">
              <a:rPr lang="en-US" altLang="zh-CN" smtClean="0"/>
              <a:pPr>
                <a:defRPr/>
              </a:pPr>
              <a:t>126</a:t>
            </a:fld>
            <a:endParaRPr lang="en-US" altLang="zh-CN"/>
          </a:p>
        </p:txBody>
      </p:sp>
    </p:spTree>
    <p:extLst>
      <p:ext uri="{BB962C8B-B14F-4D97-AF65-F5344CB8AC3E}">
        <p14:creationId xmlns:p14="http://schemas.microsoft.com/office/powerpoint/2010/main" val="1026155247"/>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状态化简后的结果</a:t>
            </a:r>
          </a:p>
        </p:txBody>
      </p:sp>
      <p:sp>
        <p:nvSpPr>
          <p:cNvPr id="4" name="灯片编号占位符 3"/>
          <p:cNvSpPr>
            <a:spLocks noGrp="1"/>
          </p:cNvSpPr>
          <p:nvPr>
            <p:ph type="sldNum" sz="quarter" idx="10"/>
          </p:nvPr>
        </p:nvSpPr>
        <p:spPr/>
        <p:txBody>
          <a:bodyPr/>
          <a:lstStyle/>
          <a:p>
            <a:pPr>
              <a:defRPr/>
            </a:pPr>
            <a:fld id="{0AA2CDFD-9B59-41E7-8533-07012B16544E}" type="slidenum">
              <a:rPr lang="en-US" altLang="zh-CN" smtClean="0"/>
              <a:pPr>
                <a:defRPr/>
              </a:pPr>
              <a:t>127</a:t>
            </a:fld>
            <a:endParaRPr lang="en-US" altLang="zh-CN"/>
          </a:p>
        </p:txBody>
      </p:sp>
    </p:spTree>
    <p:extLst>
      <p:ext uri="{BB962C8B-B14F-4D97-AF65-F5344CB8AC3E}">
        <p14:creationId xmlns:p14="http://schemas.microsoft.com/office/powerpoint/2010/main" val="1373918916"/>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根据状态化简结果进行单点编码</a:t>
            </a:r>
          </a:p>
        </p:txBody>
      </p:sp>
      <p:sp>
        <p:nvSpPr>
          <p:cNvPr id="4" name="灯片编号占位符 3"/>
          <p:cNvSpPr>
            <a:spLocks noGrp="1"/>
          </p:cNvSpPr>
          <p:nvPr>
            <p:ph type="sldNum" sz="quarter" idx="10"/>
          </p:nvPr>
        </p:nvSpPr>
        <p:spPr/>
        <p:txBody>
          <a:bodyPr/>
          <a:lstStyle/>
          <a:p>
            <a:pPr>
              <a:defRPr/>
            </a:pPr>
            <a:fld id="{0AA2CDFD-9B59-41E7-8533-07012B16544E}" type="slidenum">
              <a:rPr lang="en-US" altLang="zh-CN" smtClean="0"/>
              <a:pPr>
                <a:defRPr/>
              </a:pPr>
              <a:t>128</a:t>
            </a:fld>
            <a:endParaRPr lang="en-US" altLang="zh-CN"/>
          </a:p>
        </p:txBody>
      </p:sp>
    </p:spTree>
    <p:extLst>
      <p:ext uri="{BB962C8B-B14F-4D97-AF65-F5344CB8AC3E}">
        <p14:creationId xmlns:p14="http://schemas.microsoft.com/office/powerpoint/2010/main" val="3074610089"/>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根据编码表得到次态方程和输出方程。</a:t>
            </a:r>
          </a:p>
        </p:txBody>
      </p:sp>
      <p:sp>
        <p:nvSpPr>
          <p:cNvPr id="4" name="灯片编号占位符 3"/>
          <p:cNvSpPr>
            <a:spLocks noGrp="1"/>
          </p:cNvSpPr>
          <p:nvPr>
            <p:ph type="sldNum" sz="quarter" idx="10"/>
          </p:nvPr>
        </p:nvSpPr>
        <p:spPr/>
        <p:txBody>
          <a:bodyPr/>
          <a:lstStyle/>
          <a:p>
            <a:pPr>
              <a:defRPr/>
            </a:pPr>
            <a:fld id="{0AA2CDFD-9B59-41E7-8533-07012B16544E}" type="slidenum">
              <a:rPr lang="en-US" altLang="zh-CN" smtClean="0"/>
              <a:pPr>
                <a:defRPr/>
              </a:pPr>
              <a:t>129</a:t>
            </a:fld>
            <a:endParaRPr lang="en-US" altLang="zh-CN"/>
          </a:p>
        </p:txBody>
      </p:sp>
    </p:spTree>
    <p:extLst>
      <p:ext uri="{BB962C8B-B14F-4D97-AF65-F5344CB8AC3E}">
        <p14:creationId xmlns:p14="http://schemas.microsoft.com/office/powerpoint/2010/main" val="201857634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fld id="{301A54F4-70B2-404D-BB48-9D70BC3E840C}" type="datetime1">
              <a:rPr lang="en-US" smtClean="0">
                <a:solidFill>
                  <a:prstClr val="black"/>
                </a:solidFill>
              </a:rPr>
              <a:t>3/26/24</a:t>
            </a:fld>
            <a:endParaRPr lang="en-US" dirty="0">
              <a:solidFill>
                <a:prstClr val="black"/>
              </a:solidFill>
            </a:endParaRPr>
          </a:p>
        </p:txBody>
      </p:sp>
      <p:sp>
        <p:nvSpPr>
          <p:cNvPr id="5" name="页脚占位符 4"/>
          <p:cNvSpPr>
            <a:spLocks noGrp="1"/>
          </p:cNvSpPr>
          <p:nvPr>
            <p:ph type="ftr" sz="quarter" idx="11"/>
          </p:nvPr>
        </p:nvSpPr>
        <p:spPr/>
        <p:txBody>
          <a:bodyPr/>
          <a:lstStyle>
            <a:lvl1pPr>
              <a:defRPr/>
            </a:lvl1pPr>
          </a:lstStyle>
          <a:p>
            <a:endParaRPr lang="en-US" dirty="0">
              <a:solidFill>
                <a:prstClr val="black"/>
              </a:solidFill>
            </a:endParaRPr>
          </a:p>
        </p:txBody>
      </p:sp>
      <p:sp>
        <p:nvSpPr>
          <p:cNvPr id="6" name="灯片编号占位符 5"/>
          <p:cNvSpPr>
            <a:spLocks noGrp="1"/>
          </p:cNvSpPr>
          <p:nvPr>
            <p:ph type="sldNum" sz="quarter" idx="12"/>
          </p:nvPr>
        </p:nvSpPr>
        <p:spPr/>
        <p:txBody>
          <a:bodyPr/>
          <a:lstStyle>
            <a:lvl1pPr>
              <a:defRPr/>
            </a:lvl1pPr>
          </a:lstStyle>
          <a:p>
            <a:fld id="{52A7351D-8884-438E-9298-BA860FD4FA20}" type="slidenum">
              <a:rPr lang="en-US" smtClean="0">
                <a:solidFill>
                  <a:prstClr val="black"/>
                </a:solidFill>
              </a:rPr>
              <a:pPr/>
              <a:t>‹#›</a:t>
            </a:fld>
            <a:endParaRPr lang="en-US">
              <a:solidFill>
                <a:prstClr val="black"/>
              </a:solidFill>
            </a:endParaRPr>
          </a:p>
        </p:txBody>
      </p:sp>
      <p:pic>
        <p:nvPicPr>
          <p:cNvPr id="7" name="图片 6">
            <a:extLst>
              <a:ext uri="{FF2B5EF4-FFF2-40B4-BE49-F238E27FC236}">
                <a16:creationId xmlns:a16="http://schemas.microsoft.com/office/drawing/2014/main" id="{6E7CAA49-07A7-DCAB-AAB1-003313D53973}"/>
              </a:ext>
            </a:extLst>
          </p:cNvPr>
          <p:cNvPicPr>
            <a:picLocks noChangeAspect="1"/>
          </p:cNvPicPr>
          <p:nvPr userDrawn="1"/>
        </p:nvPicPr>
        <p:blipFill rotWithShape="1">
          <a:blip r:embed="rId2"/>
          <a:srcRect r="84159"/>
          <a:stretch/>
        </p:blipFill>
        <p:spPr>
          <a:xfrm>
            <a:off x="0" y="0"/>
            <a:ext cx="1340427" cy="1357258"/>
          </a:xfrm>
          <a:prstGeom prst="rect">
            <a:avLst/>
          </a:prstGeom>
        </p:spPr>
      </p:pic>
      <p:pic>
        <p:nvPicPr>
          <p:cNvPr id="8" name="图片 7">
            <a:extLst>
              <a:ext uri="{FF2B5EF4-FFF2-40B4-BE49-F238E27FC236}">
                <a16:creationId xmlns:a16="http://schemas.microsoft.com/office/drawing/2014/main" id="{391F801D-1D36-A19F-988B-3F9EF99B8172}"/>
              </a:ext>
            </a:extLst>
          </p:cNvPr>
          <p:cNvPicPr>
            <a:picLocks noChangeAspect="1"/>
          </p:cNvPicPr>
          <p:nvPr userDrawn="1"/>
        </p:nvPicPr>
        <p:blipFill rotWithShape="1">
          <a:blip r:embed="rId2"/>
          <a:srcRect l="17445" r="66386"/>
          <a:stretch/>
        </p:blipFill>
        <p:spPr>
          <a:xfrm>
            <a:off x="7775848" y="0"/>
            <a:ext cx="1368152" cy="1357258"/>
          </a:xfrm>
          <a:prstGeom prst="rect">
            <a:avLst/>
          </a:prstGeom>
        </p:spPr>
      </p:pic>
    </p:spTree>
    <p:extLst>
      <p:ext uri="{BB962C8B-B14F-4D97-AF65-F5344CB8AC3E}">
        <p14:creationId xmlns:p14="http://schemas.microsoft.com/office/powerpoint/2010/main" val="1865782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4000"/>
            </a:lvl1pPr>
          </a:lstStyle>
          <a:p>
            <a:r>
              <a:rPr lang="zh-CN" altLang="en-US"/>
              <a:t>单击此处编辑母版标题样式</a:t>
            </a:r>
          </a:p>
        </p:txBody>
      </p:sp>
      <p:sp>
        <p:nvSpPr>
          <p:cNvPr id="3" name="内容占位符 2"/>
          <p:cNvSpPr>
            <a:spLocks noGrp="1"/>
          </p:cNvSpPr>
          <p:nvPr>
            <p:ph idx="1"/>
          </p:nvPr>
        </p:nvSpPr>
        <p:spPr>
          <a:xfrm>
            <a:off x="457200" y="1551432"/>
            <a:ext cx="8229600" cy="452596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CCF3A8A5-1607-3C4C-A76C-781F9FF724DC}" type="datetime1">
              <a:rPr lang="en-US" smtClean="0">
                <a:solidFill>
                  <a:prstClr val="black"/>
                </a:solidFill>
              </a:rPr>
              <a:t>3/26/24</a:t>
            </a:fld>
            <a:endParaRPr lang="en-US" dirty="0">
              <a:solidFill>
                <a:prstClr val="black"/>
              </a:solidFill>
            </a:endParaRPr>
          </a:p>
        </p:txBody>
      </p:sp>
      <p:sp>
        <p:nvSpPr>
          <p:cNvPr id="5" name="页脚占位符 4"/>
          <p:cNvSpPr>
            <a:spLocks noGrp="1"/>
          </p:cNvSpPr>
          <p:nvPr>
            <p:ph type="ftr" sz="quarter" idx="11"/>
          </p:nvPr>
        </p:nvSpPr>
        <p:spPr/>
        <p:txBody>
          <a:bodyPr/>
          <a:lstStyle>
            <a:lvl1pPr>
              <a:defRPr/>
            </a:lvl1pPr>
          </a:lstStyle>
          <a:p>
            <a:endParaRPr lang="en-US" dirty="0">
              <a:solidFill>
                <a:prstClr val="black"/>
              </a:solidFill>
            </a:endParaRPr>
          </a:p>
        </p:txBody>
      </p:sp>
      <p:sp>
        <p:nvSpPr>
          <p:cNvPr id="6" name="灯片编号占位符 5"/>
          <p:cNvSpPr>
            <a:spLocks noGrp="1"/>
          </p:cNvSpPr>
          <p:nvPr>
            <p:ph type="sldNum" sz="quarter" idx="12"/>
          </p:nvPr>
        </p:nvSpPr>
        <p:spPr/>
        <p:txBody>
          <a:bodyPr/>
          <a:lstStyle>
            <a:lvl1pPr>
              <a:defRPr/>
            </a:lvl1pPr>
          </a:lstStyle>
          <a:p>
            <a:fld id="{176ACFD1-D213-4B9C-817B-45486DBF105A}"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25170071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fld id="{B27AE1DB-F4EE-A442-9A93-46BFA9F0C692}" type="datetime1">
              <a:rPr lang="en-US" smtClean="0">
                <a:solidFill>
                  <a:prstClr val="black"/>
                </a:solidFill>
              </a:rPr>
              <a:t>3/26/24</a:t>
            </a:fld>
            <a:endParaRPr lang="en-US" dirty="0">
              <a:solidFill>
                <a:prstClr val="black"/>
              </a:solidFill>
            </a:endParaRPr>
          </a:p>
        </p:txBody>
      </p:sp>
      <p:sp>
        <p:nvSpPr>
          <p:cNvPr id="5" name="页脚占位符 4"/>
          <p:cNvSpPr>
            <a:spLocks noGrp="1"/>
          </p:cNvSpPr>
          <p:nvPr>
            <p:ph type="ftr" sz="quarter" idx="11"/>
          </p:nvPr>
        </p:nvSpPr>
        <p:spPr/>
        <p:txBody>
          <a:bodyPr/>
          <a:lstStyle>
            <a:lvl1pPr>
              <a:defRPr/>
            </a:lvl1pPr>
          </a:lstStyle>
          <a:p>
            <a:endParaRPr lang="en-US" dirty="0">
              <a:solidFill>
                <a:prstClr val="black"/>
              </a:solidFill>
            </a:endParaRPr>
          </a:p>
        </p:txBody>
      </p:sp>
      <p:sp>
        <p:nvSpPr>
          <p:cNvPr id="6" name="灯片编号占位符 5"/>
          <p:cNvSpPr>
            <a:spLocks noGrp="1"/>
          </p:cNvSpPr>
          <p:nvPr>
            <p:ph type="sldNum" sz="quarter" idx="12"/>
          </p:nvPr>
        </p:nvSpPr>
        <p:spPr/>
        <p:txBody>
          <a:bodyPr/>
          <a:lstStyle>
            <a:lvl1pPr>
              <a:defRPr/>
            </a:lvl1pPr>
          </a:lstStyle>
          <a:p>
            <a:fld id="{52A7351D-8884-438E-9298-BA860FD4FA20}"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40622156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lvl1pPr>
              <a:defRPr/>
            </a:lvl1pPr>
          </a:lstStyle>
          <a:p>
            <a:pPr>
              <a:defRPr/>
            </a:pPr>
            <a:endParaRPr lang="en-US" altLang="zh-CN"/>
          </a:p>
        </p:txBody>
      </p:sp>
      <p:sp>
        <p:nvSpPr>
          <p:cNvPr id="6" name="页脚占位符 5"/>
          <p:cNvSpPr>
            <a:spLocks noGrp="1"/>
          </p:cNvSpPr>
          <p:nvPr>
            <p:ph type="ftr" sz="quarter" idx="11"/>
          </p:nvPr>
        </p:nvSpPr>
        <p:spPr/>
        <p:txBody>
          <a:bodyPr/>
          <a:lstStyle>
            <a:lvl1pPr>
              <a:defRPr/>
            </a:lvl1pPr>
          </a:lstStyle>
          <a:p>
            <a:pPr>
              <a:defRPr/>
            </a:pPr>
            <a:endParaRPr lang="en-US" altLang="zh-CN"/>
          </a:p>
        </p:txBody>
      </p:sp>
      <p:sp>
        <p:nvSpPr>
          <p:cNvPr id="7" name="灯片编号占位符 6"/>
          <p:cNvSpPr>
            <a:spLocks noGrp="1"/>
          </p:cNvSpPr>
          <p:nvPr>
            <p:ph type="sldNum" sz="quarter" idx="12"/>
          </p:nvPr>
        </p:nvSpPr>
        <p:spPr/>
        <p:txBody>
          <a:bodyPr/>
          <a:lstStyle>
            <a:lvl1pPr>
              <a:defRPr/>
            </a:lvl1pPr>
          </a:lstStyle>
          <a:p>
            <a:pPr>
              <a:defRPr/>
            </a:pPr>
            <a:fld id="{22B21E6A-63F2-479C-B5EE-DDDF4AF1FCB7}" type="slidenum">
              <a:rPr lang="en-US" altLang="zh-CN" smtClean="0"/>
              <a:pPr>
                <a:defRPr/>
              </a:pPr>
              <a:t>‹#›</a:t>
            </a:fld>
            <a:endParaRPr lang="en-US" altLang="zh-CN" dirty="0"/>
          </a:p>
        </p:txBody>
      </p:sp>
    </p:spTree>
    <p:extLst>
      <p:ext uri="{BB962C8B-B14F-4D97-AF65-F5344CB8AC3E}">
        <p14:creationId xmlns:p14="http://schemas.microsoft.com/office/powerpoint/2010/main" val="4155846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lvl1pPr>
              <a:defRPr/>
            </a:lvl1pPr>
          </a:lstStyle>
          <a:p>
            <a:fld id="{0FDF4DF1-E3CD-4264-B734-415B1F436240}" type="datetimeFigureOut">
              <a:rPr lang="zh-CN" altLang="en-US" smtClean="0"/>
              <a:t>2024/3/26</a:t>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176ACFD1-D213-4B9C-817B-45486DBF105A}" type="slidenum">
              <a:rPr lang="en-US" smtClean="0"/>
              <a:pPr/>
              <a:t>‹#›</a:t>
            </a:fld>
            <a:endParaRPr lang="en-US"/>
          </a:p>
        </p:txBody>
      </p:sp>
    </p:spTree>
    <p:extLst>
      <p:ext uri="{BB962C8B-B14F-4D97-AF65-F5344CB8AC3E}">
        <p14:creationId xmlns:p14="http://schemas.microsoft.com/office/powerpoint/2010/main" val="3924284304"/>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fld id="{426BFA2B-AF22-B84B-B4FD-9178850CA7C4}" type="datetime1">
              <a:rPr lang="en-US" smtClean="0">
                <a:solidFill>
                  <a:prstClr val="black"/>
                </a:solidFill>
              </a:rPr>
              <a:t>3/26/24</a:t>
            </a:fld>
            <a:endParaRPr lang="en-US" dirty="0">
              <a:solidFill>
                <a:prstClr val="black"/>
              </a:solidFill>
            </a:endParaRPr>
          </a:p>
        </p:txBody>
      </p:sp>
      <p:sp>
        <p:nvSpPr>
          <p:cNvPr id="4" name="页脚占位符 3"/>
          <p:cNvSpPr>
            <a:spLocks noGrp="1"/>
          </p:cNvSpPr>
          <p:nvPr>
            <p:ph type="ftr" sz="quarter" idx="11"/>
          </p:nvPr>
        </p:nvSpPr>
        <p:spPr/>
        <p:txBody>
          <a:bodyPr/>
          <a:lstStyle>
            <a:lvl1pPr>
              <a:defRPr/>
            </a:lvl1pPr>
          </a:lstStyle>
          <a:p>
            <a:endParaRPr lang="en-US" dirty="0">
              <a:solidFill>
                <a:prstClr val="black"/>
              </a:solidFill>
            </a:endParaRPr>
          </a:p>
        </p:txBody>
      </p:sp>
      <p:sp>
        <p:nvSpPr>
          <p:cNvPr id="5" name="灯片编号占位符 4"/>
          <p:cNvSpPr>
            <a:spLocks noGrp="1"/>
          </p:cNvSpPr>
          <p:nvPr>
            <p:ph type="sldNum" sz="quarter" idx="12"/>
          </p:nvPr>
        </p:nvSpPr>
        <p:spPr/>
        <p:txBody>
          <a:bodyPr/>
          <a:lstStyle>
            <a:lvl1pPr>
              <a:defRPr/>
            </a:lvl1pPr>
          </a:lstStyle>
          <a:p>
            <a:fld id="{176ACFD1-D213-4B9C-817B-45486DBF105A}"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31582210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pPr>
              <a:defRPr/>
            </a:pPr>
            <a:endParaRPr lang="en-US" altLang="zh-CN"/>
          </a:p>
        </p:txBody>
      </p:sp>
      <p:sp>
        <p:nvSpPr>
          <p:cNvPr id="3" name="页脚占位符 2"/>
          <p:cNvSpPr>
            <a:spLocks noGrp="1"/>
          </p:cNvSpPr>
          <p:nvPr>
            <p:ph type="ftr" sz="quarter" idx="11"/>
          </p:nvPr>
        </p:nvSpPr>
        <p:spPr/>
        <p:txBody>
          <a:bodyPr/>
          <a:lstStyle>
            <a:lvl1pPr>
              <a:defRPr/>
            </a:lvl1pPr>
          </a:lstStyle>
          <a:p>
            <a:pPr>
              <a:defRPr/>
            </a:pPr>
            <a:endParaRPr lang="en-US" altLang="zh-CN"/>
          </a:p>
        </p:txBody>
      </p:sp>
      <p:sp>
        <p:nvSpPr>
          <p:cNvPr id="4" name="灯片编号占位符 3"/>
          <p:cNvSpPr>
            <a:spLocks noGrp="1"/>
          </p:cNvSpPr>
          <p:nvPr>
            <p:ph type="sldNum" sz="quarter" idx="12"/>
          </p:nvPr>
        </p:nvSpPr>
        <p:spPr/>
        <p:txBody>
          <a:bodyPr/>
          <a:lstStyle>
            <a:lvl1pPr>
              <a:defRPr/>
            </a:lvl1pPr>
          </a:lstStyle>
          <a:p>
            <a:pPr>
              <a:defRPr/>
            </a:pPr>
            <a:fld id="{F4D70389-FA9C-4BDC-B415-DE6D7E91F49C}" type="slidenum">
              <a:rPr lang="en-US" altLang="zh-CN" smtClean="0"/>
              <a:pPr>
                <a:defRPr/>
              </a:pPr>
              <a:t>‹#›</a:t>
            </a:fld>
            <a:endParaRPr lang="en-US" altLang="zh-CN" dirty="0"/>
          </a:p>
        </p:txBody>
      </p:sp>
    </p:spTree>
    <p:extLst>
      <p:ext uri="{BB962C8B-B14F-4D97-AF65-F5344CB8AC3E}">
        <p14:creationId xmlns:p14="http://schemas.microsoft.com/office/powerpoint/2010/main" val="1463597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fld id="{0FDF4DF1-E3CD-4264-B734-415B1F436240}" type="datetimeFigureOut">
              <a:rPr lang="zh-CN" altLang="en-US" smtClean="0"/>
              <a:t>2024/3/26</a:t>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176ACFD1-D213-4B9C-817B-45486DBF105A}" type="slidenum">
              <a:rPr lang="en-US" smtClean="0"/>
              <a:pPr/>
              <a:t>‹#›</a:t>
            </a:fld>
            <a:endParaRPr lang="en-US"/>
          </a:p>
        </p:txBody>
      </p:sp>
    </p:spTree>
    <p:extLst>
      <p:ext uri="{BB962C8B-B14F-4D97-AF65-F5344CB8AC3E}">
        <p14:creationId xmlns:p14="http://schemas.microsoft.com/office/powerpoint/2010/main" val="1041244135"/>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fld id="{0FDF4DF1-E3CD-4264-B734-415B1F436240}" type="datetimeFigureOut">
              <a:rPr lang="zh-CN" altLang="en-US" smtClean="0"/>
              <a:t>2024/3/26</a:t>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176ACFD1-D213-4B9C-817B-45486DBF105A}" type="slidenum">
              <a:rPr lang="en-US" smtClean="0"/>
              <a:pPr/>
              <a:t>‹#›</a:t>
            </a:fld>
            <a:endParaRPr lang="en-US"/>
          </a:p>
        </p:txBody>
      </p:sp>
    </p:spTree>
    <p:extLst>
      <p:ext uri="{BB962C8B-B14F-4D97-AF65-F5344CB8AC3E}">
        <p14:creationId xmlns:p14="http://schemas.microsoft.com/office/powerpoint/2010/main" val="237505000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lvl1pPr>
              <a:defRPr/>
            </a:lvl1pPr>
          </a:lstStyle>
          <a:p>
            <a:fld id="{0FDF4DF1-E3CD-4264-B734-415B1F436240}" type="datetimeFigureOut">
              <a:rPr lang="zh-CN" altLang="en-US" smtClean="0"/>
              <a:t>2024/3/26</a:t>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176ACFD1-D213-4B9C-817B-45486DBF105A}" type="slidenum">
              <a:rPr lang="en-US" smtClean="0"/>
              <a:pPr/>
              <a:t>‹#›</a:t>
            </a:fld>
            <a:endParaRPr lang="en-US"/>
          </a:p>
        </p:txBody>
      </p:sp>
    </p:spTree>
    <p:extLst>
      <p:ext uri="{BB962C8B-B14F-4D97-AF65-F5344CB8AC3E}">
        <p14:creationId xmlns:p14="http://schemas.microsoft.com/office/powerpoint/2010/main" val="4202819669"/>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lvl1pPr>
              <a:defRPr/>
            </a:lvl1pPr>
          </a:lstStyle>
          <a:p>
            <a:fld id="{0FDF4DF1-E3CD-4264-B734-415B1F436240}" type="datetimeFigureOut">
              <a:rPr lang="zh-CN" altLang="en-US" smtClean="0"/>
              <a:t>2024/3/26</a:t>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176ACFD1-D213-4B9C-817B-45486DBF105A}" type="slidenum">
              <a:rPr lang="en-US" smtClean="0"/>
              <a:pPr/>
              <a:t>‹#›</a:t>
            </a:fld>
            <a:endParaRPr lang="en-US"/>
          </a:p>
        </p:txBody>
      </p:sp>
    </p:spTree>
    <p:extLst>
      <p:ext uri="{BB962C8B-B14F-4D97-AF65-F5344CB8AC3E}">
        <p14:creationId xmlns:p14="http://schemas.microsoft.com/office/powerpoint/2010/main" val="2963516698"/>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自定义版式">
    <p:bg>
      <p:bgPr>
        <a:solidFill>
          <a:schemeClr val="bg1"/>
        </a:solidFill>
        <a:effectLst/>
      </p:bgPr>
    </p:bg>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11864615-4AA1-A2F4-562F-F0D556311080}"/>
              </a:ext>
            </a:extLst>
          </p:cNvPr>
          <p:cNvSpPr>
            <a:spLocks noGrp="1"/>
          </p:cNvSpPr>
          <p:nvPr>
            <p:ph type="sldNum" sz="quarter" idx="12"/>
          </p:nvPr>
        </p:nvSpPr>
        <p:spPr>
          <a:xfrm>
            <a:off x="6553200" y="6245225"/>
            <a:ext cx="2133600" cy="476250"/>
          </a:xfrm>
        </p:spPr>
        <p:txBody>
          <a:bodyPr/>
          <a:lstStyle>
            <a:lvl1pPr>
              <a:defRPr/>
            </a:lvl1pPr>
          </a:lstStyle>
          <a:p>
            <a:fld id="{176ACFD1-D213-4B9C-817B-45486DBF105A}"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2996686671"/>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85800" y="115888"/>
            <a:ext cx="5470525" cy="936625"/>
          </a:xfrm>
        </p:spPr>
        <p:txBody>
          <a:bodyPr/>
          <a:lstStyle/>
          <a:p>
            <a:r>
              <a:rPr lang="zh-CN" altLang="en-US"/>
              <a:t>单击此处编辑母版标题样式</a:t>
            </a:r>
          </a:p>
        </p:txBody>
      </p:sp>
      <p:sp>
        <p:nvSpPr>
          <p:cNvPr id="3" name="表格占位符 2"/>
          <p:cNvSpPr>
            <a:spLocks noGrp="1"/>
          </p:cNvSpPr>
          <p:nvPr>
            <p:ph type="tbl" idx="1"/>
          </p:nvPr>
        </p:nvSpPr>
        <p:spPr>
          <a:xfrm>
            <a:off x="457200" y="1447800"/>
            <a:ext cx="8229600" cy="4716463"/>
          </a:xfrm>
        </p:spPr>
        <p:txBody>
          <a:bodyPr/>
          <a:lstStyle/>
          <a:p>
            <a:pPr lvl="0"/>
            <a:r>
              <a:rPr lang="zh-CN" altLang="en-US" noProof="0"/>
              <a:t>单击图标添加表格</a:t>
            </a:r>
          </a:p>
        </p:txBody>
      </p:sp>
      <p:sp>
        <p:nvSpPr>
          <p:cNvPr id="4" name="Rectangle 4"/>
          <p:cNvSpPr>
            <a:spLocks noGrp="1" noChangeArrowheads="1"/>
          </p:cNvSpPr>
          <p:nvPr>
            <p:ph type="dt" sz="half" idx="10"/>
          </p:nvPr>
        </p:nvSpPr>
        <p:spPr>
          <a:ln/>
        </p:spPr>
        <p:txBody>
          <a:bodyPr/>
          <a:lstStyle>
            <a:lvl1pPr>
              <a:defRPr/>
            </a:lvl1pPr>
          </a:lstStyle>
          <a:p>
            <a:fld id="{0FDF4DF1-E3CD-4264-B734-415B1F436240}" type="datetimeFigureOut">
              <a:rPr lang="zh-CN" altLang="en-US" smtClean="0"/>
              <a:t>2024/3/26</a:t>
            </a:fld>
            <a:endParaRPr lang="zh-CN" altLang="en-US"/>
          </a:p>
        </p:txBody>
      </p:sp>
      <p:sp>
        <p:nvSpPr>
          <p:cNvPr id="5" name="Rectangle 6"/>
          <p:cNvSpPr>
            <a:spLocks noGrp="1" noChangeArrowheads="1"/>
          </p:cNvSpPr>
          <p:nvPr>
            <p:ph type="sldNum" sz="quarter" idx="11"/>
          </p:nvPr>
        </p:nvSpPr>
        <p:spPr>
          <a:ln/>
        </p:spPr>
        <p:txBody>
          <a:bodyPr/>
          <a:lstStyle>
            <a:lvl1pPr>
              <a:defRPr/>
            </a:lvl1pPr>
          </a:lstStyle>
          <a:p>
            <a:fld id="{176ACFD1-D213-4B9C-817B-45486DBF105A}" type="slidenum">
              <a:rPr lang="en-US" smtClean="0"/>
              <a:pPr/>
              <a:t>‹#›</a:t>
            </a:fld>
            <a:endParaRPr lang="en-US"/>
          </a:p>
        </p:txBody>
      </p:sp>
    </p:spTree>
    <p:extLst>
      <p:ext uri="{BB962C8B-B14F-4D97-AF65-F5344CB8AC3E}">
        <p14:creationId xmlns:p14="http://schemas.microsoft.com/office/powerpoint/2010/main" val="461995833"/>
      </p:ext>
    </p:extLst>
  </p:cSld>
  <p:clrMapOvr>
    <a:masterClrMapping/>
  </p:clrMapOvr>
  <p:transition>
    <p:wipe dir="r"/>
  </p:transition>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195263" y="228600"/>
            <a:ext cx="8015287" cy="914400"/>
          </a:xfrm>
        </p:spPr>
        <p:txBody>
          <a:bodyPr/>
          <a:lstStyle/>
          <a:p>
            <a:r>
              <a:rPr lang="zh-CN" altLang="en-US"/>
              <a:t>单击此处编辑母版标题样式</a:t>
            </a:r>
          </a:p>
        </p:txBody>
      </p:sp>
      <p:sp>
        <p:nvSpPr>
          <p:cNvPr id="3" name="内容占位符 2"/>
          <p:cNvSpPr>
            <a:spLocks noGrp="1"/>
          </p:cNvSpPr>
          <p:nvPr>
            <p:ph sz="half" idx="1"/>
          </p:nvPr>
        </p:nvSpPr>
        <p:spPr>
          <a:xfrm>
            <a:off x="457200" y="1447800"/>
            <a:ext cx="3962400" cy="50292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quarter" idx="2"/>
          </p:nvPr>
        </p:nvSpPr>
        <p:spPr>
          <a:xfrm>
            <a:off x="4572000" y="1447800"/>
            <a:ext cx="3962400" cy="24384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内容占位符 4"/>
          <p:cNvSpPr>
            <a:spLocks noGrp="1"/>
          </p:cNvSpPr>
          <p:nvPr>
            <p:ph sz="quarter" idx="3"/>
          </p:nvPr>
        </p:nvSpPr>
        <p:spPr>
          <a:xfrm>
            <a:off x="4572000" y="4038600"/>
            <a:ext cx="3962400" cy="24384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Rectangle 8"/>
          <p:cNvSpPr>
            <a:spLocks noGrp="1" noChangeArrowheads="1"/>
          </p:cNvSpPr>
          <p:nvPr>
            <p:ph type="dt" sz="half" idx="10"/>
          </p:nvPr>
        </p:nvSpPr>
        <p:spPr>
          <a:ln/>
        </p:spPr>
        <p:txBody>
          <a:bodyPr/>
          <a:lstStyle>
            <a:lvl1pPr>
              <a:defRPr/>
            </a:lvl1pPr>
          </a:lstStyle>
          <a:p>
            <a:fld id="{0FDF4DF1-E3CD-4264-B734-415B1F436240}" type="datetimeFigureOut">
              <a:rPr lang="zh-CN" altLang="en-US" smtClean="0"/>
              <a:t>2024/3/26</a:t>
            </a:fld>
            <a:endParaRPr lang="zh-CN" altLang="en-US"/>
          </a:p>
        </p:txBody>
      </p:sp>
      <p:sp>
        <p:nvSpPr>
          <p:cNvPr id="7" name="Rectangle 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endParaRPr lang="zh-CN" altLang="en-US"/>
          </a:p>
        </p:txBody>
      </p:sp>
      <p:sp>
        <p:nvSpPr>
          <p:cNvPr id="8" name="Rectangle 10"/>
          <p:cNvSpPr>
            <a:spLocks noGrp="1" noChangeArrowheads="1"/>
          </p:cNvSpPr>
          <p:nvPr>
            <p:ph type="sldNum" sz="quarter" idx="12"/>
          </p:nvPr>
        </p:nvSpPr>
        <p:spPr>
          <a:ln/>
        </p:spPr>
        <p:txBody>
          <a:bodyPr/>
          <a:lstStyle>
            <a:lvl1pPr>
              <a:defRPr/>
            </a:lvl1pPr>
          </a:lstStyle>
          <a:p>
            <a:fld id="{176ACFD1-D213-4B9C-817B-45486DBF105A}" type="slidenum">
              <a:rPr lang="en-US" smtClean="0"/>
              <a:pPr/>
              <a:t>‹#›</a:t>
            </a:fld>
            <a:endParaRPr lang="en-US"/>
          </a:p>
        </p:txBody>
      </p:sp>
    </p:spTree>
    <p:extLst>
      <p:ext uri="{BB962C8B-B14F-4D97-AF65-F5344CB8AC3E}">
        <p14:creationId xmlns:p14="http://schemas.microsoft.com/office/powerpoint/2010/main" val="1388332177"/>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115888"/>
            <a:ext cx="5470525" cy="936625"/>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447800"/>
            <a:ext cx="4038600" cy="471646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4648200" y="1447800"/>
            <a:ext cx="4038600" cy="471646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Rectangle 4"/>
          <p:cNvSpPr>
            <a:spLocks noGrp="1" noChangeArrowheads="1"/>
          </p:cNvSpPr>
          <p:nvPr>
            <p:ph type="dt" sz="half" idx="10"/>
          </p:nvPr>
        </p:nvSpPr>
        <p:spPr>
          <a:ln/>
        </p:spPr>
        <p:txBody>
          <a:bodyPr/>
          <a:lstStyle>
            <a:lvl1pPr>
              <a:defRPr/>
            </a:lvl1pPr>
          </a:lstStyle>
          <a:p>
            <a:fld id="{0FDF4DF1-E3CD-4264-B734-415B1F436240}" type="datetimeFigureOut">
              <a:rPr lang="zh-CN" altLang="en-US" smtClean="0"/>
              <a:t>2024/3/26</a:t>
            </a:fld>
            <a:endParaRPr lang="zh-CN" altLang="en-US"/>
          </a:p>
        </p:txBody>
      </p:sp>
      <p:sp>
        <p:nvSpPr>
          <p:cNvPr id="6" name="Rectangle 6"/>
          <p:cNvSpPr>
            <a:spLocks noGrp="1" noChangeArrowheads="1"/>
          </p:cNvSpPr>
          <p:nvPr>
            <p:ph type="sldNum" sz="quarter" idx="11"/>
          </p:nvPr>
        </p:nvSpPr>
        <p:spPr>
          <a:ln/>
        </p:spPr>
        <p:txBody>
          <a:bodyPr/>
          <a:lstStyle>
            <a:lvl1pPr>
              <a:defRPr/>
            </a:lvl1pPr>
          </a:lstStyle>
          <a:p>
            <a:fld id="{176ACFD1-D213-4B9C-817B-45486DBF105A}" type="slidenum">
              <a:rPr lang="en-US" smtClean="0"/>
              <a:pPr/>
              <a:t>‹#›</a:t>
            </a:fld>
            <a:endParaRPr lang="en-US"/>
          </a:p>
        </p:txBody>
      </p:sp>
    </p:spTree>
    <p:extLst>
      <p:ext uri="{BB962C8B-B14F-4D97-AF65-F5344CB8AC3E}">
        <p14:creationId xmlns:p14="http://schemas.microsoft.com/office/powerpoint/2010/main" val="1196718592"/>
      </p:ext>
    </p:extLst>
  </p:cSld>
  <p:clrMapOvr>
    <a:masterClrMapping/>
  </p:clrMapOvr>
  <p:transition>
    <p:wipe dir="r"/>
  </p:transition>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136525"/>
            <a:ext cx="8229600" cy="1143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sp>
        <p:nvSpPr>
          <p:cNvPr id="1027" name="Rectangle 3"/>
          <p:cNvSpPr>
            <a:spLocks noGrp="1" noChangeArrowheads="1"/>
          </p:cNvSpPr>
          <p:nvPr>
            <p:ph type="body" idx="1"/>
          </p:nvPr>
        </p:nvSpPr>
        <p:spPr bwMode="auto">
          <a:xfrm>
            <a:off x="457200" y="1368552"/>
            <a:ext cx="8229600"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b="1">
                <a:ea typeface="黑体" panose="02010609060101010101" pitchFamily="49" charset="-122"/>
              </a:defRPr>
            </a:lvl1pPr>
          </a:lstStyle>
          <a:p>
            <a:fld id="{0FDF4DF1-E3CD-4264-B734-415B1F436240}" type="datetimeFigureOut">
              <a:rPr lang="zh-CN" altLang="en-US" smtClean="0"/>
              <a:t>2024/3/26</a:t>
            </a:fld>
            <a:endParaRPr lang="zh-CN" alt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b="1">
                <a:ea typeface="黑体" panose="02010609060101010101" pitchFamily="49" charset="-122"/>
              </a:defRPr>
            </a:lvl1pPr>
          </a:lstStyle>
          <a:p>
            <a:endParaRPr lang="zh-CN" alt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b="1">
                <a:ea typeface="黑体" panose="02010609060101010101" pitchFamily="49" charset="-122"/>
              </a:defRPr>
            </a:lvl1pPr>
          </a:lstStyle>
          <a:p>
            <a:fld id="{176ACFD1-D213-4B9C-817B-45486DBF105A}" type="slidenum">
              <a:rPr lang="en-US" smtClean="0"/>
              <a:pPr/>
              <a:t>‹#›</a:t>
            </a:fld>
            <a:endParaRPr lang="en-US"/>
          </a:p>
        </p:txBody>
      </p:sp>
      <p:grpSp>
        <p:nvGrpSpPr>
          <p:cNvPr id="1031" name="Group 7"/>
          <p:cNvGrpSpPr>
            <a:grpSpLocks/>
          </p:cNvGrpSpPr>
          <p:nvPr/>
        </p:nvGrpSpPr>
        <p:grpSpPr bwMode="auto">
          <a:xfrm>
            <a:off x="684213" y="1110456"/>
            <a:ext cx="8459787" cy="152400"/>
            <a:chOff x="431" y="799"/>
            <a:chExt cx="5329" cy="96"/>
          </a:xfrm>
        </p:grpSpPr>
        <p:sp>
          <p:nvSpPr>
            <p:cNvPr id="1032" name="Rectangle 8"/>
            <p:cNvSpPr>
              <a:spLocks noChangeArrowheads="1"/>
            </p:cNvSpPr>
            <p:nvPr/>
          </p:nvSpPr>
          <p:spPr bwMode="auto">
            <a:xfrm>
              <a:off x="431" y="799"/>
              <a:ext cx="1488" cy="96"/>
            </a:xfrm>
            <a:prstGeom prst="rect">
              <a:avLst/>
            </a:prstGeom>
            <a:solidFill>
              <a:srgbClr val="FF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dirty="0">
                <a:ea typeface="黑体" panose="02010609060101010101" pitchFamily="49" charset="-122"/>
              </a:endParaRPr>
            </a:p>
          </p:txBody>
        </p:sp>
        <p:sp>
          <p:nvSpPr>
            <p:cNvPr id="1033" name="Rectangle 9"/>
            <p:cNvSpPr>
              <a:spLocks noChangeArrowheads="1"/>
            </p:cNvSpPr>
            <p:nvPr/>
          </p:nvSpPr>
          <p:spPr bwMode="auto">
            <a:xfrm>
              <a:off x="1920" y="799"/>
              <a:ext cx="3840" cy="96"/>
            </a:xfrm>
            <a:prstGeom prst="rect">
              <a:avLst/>
            </a:prstGeom>
            <a:solidFill>
              <a:schemeClr val="accent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endParaRPr kumimoji="1" lang="zh-CN" altLang="zh-CN" sz="2400" b="1" dirty="0">
                <a:solidFill>
                  <a:schemeClr val="accent2"/>
                </a:solidFill>
                <a:latin typeface="Times New Roman" pitchFamily="18" charset="0"/>
                <a:ea typeface="黑体" panose="02010609060101010101" pitchFamily="49" charset="-122"/>
              </a:endParaRPr>
            </a:p>
          </p:txBody>
        </p:sp>
      </p:grpSp>
    </p:spTree>
    <p:extLst>
      <p:ext uri="{BB962C8B-B14F-4D97-AF65-F5344CB8AC3E}">
        <p14:creationId xmlns:p14="http://schemas.microsoft.com/office/powerpoint/2010/main" val="2801788661"/>
      </p:ext>
    </p:extLst>
  </p:cSld>
  <p:clrMap bg1="lt1" tx1="dk1" bg2="lt2" tx2="dk2" accent1="accent1" accent2="accent2" accent3="accent3" accent4="accent4" accent5="accent5" accent6="accent6" hlink="hlink" folHlink="folHlink"/>
  <p:sldLayoutIdLst>
    <p:sldLayoutId id="2147484156" r:id="rId1"/>
    <p:sldLayoutId id="2147484157" r:id="rId2"/>
    <p:sldLayoutId id="2147484158" r:id="rId3"/>
    <p:sldLayoutId id="2147484159" r:id="rId4"/>
    <p:sldLayoutId id="2147484160" r:id="rId5"/>
    <p:sldLayoutId id="2147484161" r:id="rId6"/>
    <p:sldLayoutId id="2147484162" r:id="rId7"/>
    <p:sldLayoutId id="2147484163" r:id="rId8"/>
    <p:sldLayoutId id="2147484164" r:id="rId9"/>
    <p:sldLayoutId id="2147484165" r:id="rId10"/>
    <p:sldLayoutId id="2147484166" r:id="rId11"/>
    <p:sldLayoutId id="2147484167" r:id="rId12"/>
    <p:sldLayoutId id="2147484168" r:id="rId13"/>
    <p:sldLayoutId id="2147484169" r:id="rId14"/>
    <p:sldLayoutId id="2147484170" r:id="rId15"/>
  </p:sldLayoutIdLst>
  <p:hf hdr="0" ftr="0" dt="0"/>
  <p:txStyles>
    <p:title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p:titleStyle>
    <p:bodyStyle>
      <a:lvl1pPr marL="342900" indent="-342900" algn="l" rtl="0" eaLnBrk="1" fontAlgn="base" hangingPunct="1">
        <a:spcBef>
          <a:spcPct val="20000"/>
        </a:spcBef>
        <a:spcAft>
          <a:spcPct val="0"/>
        </a:spcAft>
        <a:buChar char="•"/>
        <a:defRPr sz="3200" b="1">
          <a:solidFill>
            <a:schemeClr val="tx1"/>
          </a:solidFill>
          <a:latin typeface="+mn-lt"/>
          <a:ea typeface="黑体" panose="02010609060101010101" pitchFamily="49" charset="-122"/>
          <a:cs typeface="+mn-cs"/>
        </a:defRPr>
      </a:lvl1pPr>
      <a:lvl2pPr marL="742950" indent="-285750" algn="l" rtl="0" eaLnBrk="1" fontAlgn="base" hangingPunct="1">
        <a:spcBef>
          <a:spcPct val="20000"/>
        </a:spcBef>
        <a:spcAft>
          <a:spcPct val="0"/>
        </a:spcAft>
        <a:buChar char="–"/>
        <a:defRPr sz="2800" b="1">
          <a:solidFill>
            <a:schemeClr val="tx1"/>
          </a:solidFill>
          <a:latin typeface="+mn-lt"/>
          <a:ea typeface="黑体" panose="02010609060101010101" pitchFamily="49" charset="-122"/>
        </a:defRPr>
      </a:lvl2pPr>
      <a:lvl3pPr marL="1143000" indent="-228600" algn="l" rtl="0" eaLnBrk="1" fontAlgn="base" hangingPunct="1">
        <a:spcBef>
          <a:spcPct val="20000"/>
        </a:spcBef>
        <a:spcAft>
          <a:spcPct val="0"/>
        </a:spcAft>
        <a:buChar char="•"/>
        <a:defRPr sz="2400" b="1">
          <a:solidFill>
            <a:schemeClr val="tx1"/>
          </a:solidFill>
          <a:latin typeface="+mn-lt"/>
          <a:ea typeface="黑体" panose="02010609060101010101" pitchFamily="49" charset="-122"/>
        </a:defRPr>
      </a:lvl3pPr>
      <a:lvl4pPr marL="1600200" indent="-228600" algn="l" rtl="0" eaLnBrk="1" fontAlgn="base" hangingPunct="1">
        <a:spcBef>
          <a:spcPct val="20000"/>
        </a:spcBef>
        <a:spcAft>
          <a:spcPct val="0"/>
        </a:spcAft>
        <a:buChar char="–"/>
        <a:defRPr sz="2000" b="1">
          <a:solidFill>
            <a:schemeClr val="tx1"/>
          </a:solidFill>
          <a:latin typeface="+mn-lt"/>
          <a:ea typeface="黑体" panose="02010609060101010101" pitchFamily="49" charset="-122"/>
        </a:defRPr>
      </a:lvl4pPr>
      <a:lvl5pPr marL="2057400" indent="-228600" algn="l" rtl="0" eaLnBrk="1" fontAlgn="base" hangingPunct="1">
        <a:spcBef>
          <a:spcPct val="20000"/>
        </a:spcBef>
        <a:spcAft>
          <a:spcPct val="0"/>
        </a:spcAft>
        <a:buChar char="»"/>
        <a:defRPr sz="2000" b="1">
          <a:solidFill>
            <a:schemeClr val="tx1"/>
          </a:solidFill>
          <a:latin typeface="+mn-lt"/>
          <a:ea typeface="黑体" panose="02010609060101010101" pitchFamily="49" charset="-122"/>
        </a:defRPr>
      </a:lvl5pPr>
      <a:lvl6pPr marL="2514600" indent="-228600" algn="l" rtl="0" eaLnBrk="1" fontAlgn="base" hangingPunct="1">
        <a:spcBef>
          <a:spcPct val="20000"/>
        </a:spcBef>
        <a:spcAft>
          <a:spcPct val="0"/>
        </a:spcAft>
        <a:buChar char="»"/>
        <a:defRPr sz="2000" b="1">
          <a:solidFill>
            <a:schemeClr val="tx1"/>
          </a:solidFill>
          <a:latin typeface="+mn-lt"/>
          <a:ea typeface="+mn-ea"/>
        </a:defRPr>
      </a:lvl6pPr>
      <a:lvl7pPr marL="2971800" indent="-228600" algn="l" rtl="0" eaLnBrk="1" fontAlgn="base" hangingPunct="1">
        <a:spcBef>
          <a:spcPct val="20000"/>
        </a:spcBef>
        <a:spcAft>
          <a:spcPct val="0"/>
        </a:spcAft>
        <a:buChar char="»"/>
        <a:defRPr sz="2000" b="1">
          <a:solidFill>
            <a:schemeClr val="tx1"/>
          </a:solidFill>
          <a:latin typeface="+mn-lt"/>
          <a:ea typeface="+mn-ea"/>
        </a:defRPr>
      </a:lvl7pPr>
      <a:lvl8pPr marL="3429000" indent="-228600" algn="l" rtl="0" eaLnBrk="1" fontAlgn="base" hangingPunct="1">
        <a:spcBef>
          <a:spcPct val="20000"/>
        </a:spcBef>
        <a:spcAft>
          <a:spcPct val="0"/>
        </a:spcAft>
        <a:buChar char="»"/>
        <a:defRPr sz="2000" b="1">
          <a:solidFill>
            <a:schemeClr val="tx1"/>
          </a:solidFill>
          <a:latin typeface="+mn-lt"/>
          <a:ea typeface="+mn-ea"/>
        </a:defRPr>
      </a:lvl8pPr>
      <a:lvl9pPr marL="3886200" indent="-228600" algn="l" rtl="0" eaLnBrk="1" fontAlgn="base" hangingPunct="1">
        <a:spcBef>
          <a:spcPct val="20000"/>
        </a:spcBef>
        <a:spcAft>
          <a:spcPct val="0"/>
        </a:spcAft>
        <a:buChar char="»"/>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8.png"/><Relationship Id="rId7"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3.emf"/><Relationship Id="rId4" Type="http://schemas.openxmlformats.org/officeDocument/2006/relationships/image" Target="../media/image4.png"/><Relationship Id="rId9"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6.emf"/><Relationship Id="rId7" Type="http://schemas.openxmlformats.org/officeDocument/2006/relationships/image" Target="../media/image8.emf"/><Relationship Id="rId2" Type="http://schemas.openxmlformats.org/officeDocument/2006/relationships/oleObject" Target="../embeddings/oleObject3.bin"/><Relationship Id="rId1" Type="http://schemas.openxmlformats.org/officeDocument/2006/relationships/slideLayout" Target="../slideLayouts/slideLayout7.xml"/><Relationship Id="rId6" Type="http://schemas.openxmlformats.org/officeDocument/2006/relationships/oleObject" Target="../embeddings/oleObject5.bin"/><Relationship Id="rId5" Type="http://schemas.openxmlformats.org/officeDocument/2006/relationships/image" Target="../media/image7.wmf"/><Relationship Id="rId4" Type="http://schemas.openxmlformats.org/officeDocument/2006/relationships/oleObject" Target="../embeddings/oleObject4.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10.png"/><Relationship Id="rId4" Type="http://schemas.openxmlformats.org/officeDocument/2006/relationships/image" Target="../media/image61.png"/></Relationships>
</file>

<file path=ppt/slides/_rels/slide19.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slideLayout" Target="../slideLayouts/slideLayout12.xml"/><Relationship Id="rId3" Type="http://schemas.openxmlformats.org/officeDocument/2006/relationships/tags" Target="../tags/tag3.xml"/><Relationship Id="rId21" Type="http://schemas.openxmlformats.org/officeDocument/2006/relationships/customXml" Target="../ink/ink1.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image" Target="../media/image21.emf"/><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image" Target="../media/image22.tmp"/><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image" Target="../media/image30.png"/><Relationship Id="rId10" Type="http://schemas.openxmlformats.org/officeDocument/2006/relationships/tags" Target="../tags/tag10.xml"/><Relationship Id="rId19" Type="http://schemas.openxmlformats.org/officeDocument/2006/relationships/oleObject" Target="../embeddings/oleObject6.bin"/><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tags" Target="../tags/tag18.xml"/><Relationship Id="rId4" Type="http://schemas.openxmlformats.org/officeDocument/2006/relationships/image" Target="../media/image21.emf"/></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microsoft.com/office/2007/relationships/hdphoto" Target="../media/hdphoto1.wdp"/><Relationship Id="rId4" Type="http://schemas.openxmlformats.org/officeDocument/2006/relationships/image" Target="../media/image24.png"/></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microsoft.com/office/2007/relationships/hdphoto" Target="../media/hdphoto2.wdp"/><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43.png"/></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25.emf"/></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oleObject" Target="../embeddings/oleObject9.bin"/><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28.wm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7.xml"/><Relationship Id="rId1" Type="http://schemas.openxmlformats.org/officeDocument/2006/relationships/tags" Target="../tags/tag19.xml"/><Relationship Id="rId5" Type="http://schemas.openxmlformats.org/officeDocument/2006/relationships/image" Target="../media/image30.emf"/><Relationship Id="rId4" Type="http://schemas.openxmlformats.org/officeDocument/2006/relationships/image" Target="../media/image29.emf"/></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7.xml"/><Relationship Id="rId1" Type="http://schemas.openxmlformats.org/officeDocument/2006/relationships/tags" Target="../tags/tag20.xml"/><Relationship Id="rId5" Type="http://schemas.openxmlformats.org/officeDocument/2006/relationships/image" Target="../media/image31.wmf"/><Relationship Id="rId4" Type="http://schemas.openxmlformats.org/officeDocument/2006/relationships/oleObject" Target="../embeddings/oleObject11.bin"/></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7.xml"/><Relationship Id="rId1" Type="http://schemas.openxmlformats.org/officeDocument/2006/relationships/tags" Target="../tags/tag2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customXml" Target="../ink/ink3.xml"/><Relationship Id="rId7" Type="http://schemas.openxmlformats.org/officeDocument/2006/relationships/image" Target="../media/image450.emf"/><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7.xml"/><Relationship Id="rId1" Type="http://schemas.openxmlformats.org/officeDocument/2006/relationships/tags" Target="../tags/tag22.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7.xml"/><Relationship Id="rId1" Type="http://schemas.openxmlformats.org/officeDocument/2006/relationships/tags" Target="../tags/tag23.xml"/></Relationships>
</file>

<file path=ppt/slides/_rels/slide58.xml.rels><?xml version="1.0" encoding="UTF-8" standalone="yes"?>
<Relationships xmlns="http://schemas.openxmlformats.org/package/2006/relationships"><Relationship Id="rId8" Type="http://schemas.openxmlformats.org/officeDocument/2006/relationships/oleObject" Target="../embeddings/oleObject14.bin"/><Relationship Id="rId3" Type="http://schemas.openxmlformats.org/officeDocument/2006/relationships/notesSlide" Target="../notesSlides/notesSlide43.xml"/><Relationship Id="rId7" Type="http://schemas.openxmlformats.org/officeDocument/2006/relationships/image" Target="../media/image33.wmf"/><Relationship Id="rId12" Type="http://schemas.openxmlformats.org/officeDocument/2006/relationships/customXml" Target="../ink/ink4.xml"/><Relationship Id="rId2" Type="http://schemas.openxmlformats.org/officeDocument/2006/relationships/slideLayout" Target="../slideLayouts/slideLayout7.xml"/><Relationship Id="rId16" Type="http://schemas.openxmlformats.org/officeDocument/2006/relationships/image" Target="../media/image60.emf"/><Relationship Id="rId1" Type="http://schemas.openxmlformats.org/officeDocument/2006/relationships/tags" Target="../tags/tag24.xml"/><Relationship Id="rId6" Type="http://schemas.openxmlformats.org/officeDocument/2006/relationships/oleObject" Target="../embeddings/oleObject13.bin"/><Relationship Id="rId11" Type="http://schemas.openxmlformats.org/officeDocument/2006/relationships/image" Target="../media/image35.wmf"/><Relationship Id="rId5" Type="http://schemas.openxmlformats.org/officeDocument/2006/relationships/image" Target="../media/image32.wmf"/><Relationship Id="rId10" Type="http://schemas.openxmlformats.org/officeDocument/2006/relationships/oleObject" Target="../embeddings/oleObject15.bin"/><Relationship Id="rId4" Type="http://schemas.openxmlformats.org/officeDocument/2006/relationships/oleObject" Target="../embeddings/oleObject12.bin"/><Relationship Id="rId9" Type="http://schemas.openxmlformats.org/officeDocument/2006/relationships/image" Target="../media/image34.wmf"/></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7.xml"/><Relationship Id="rId1" Type="http://schemas.openxmlformats.org/officeDocument/2006/relationships/tags" Target="../tags/tag25.xml"/><Relationship Id="rId6" Type="http://schemas.openxmlformats.org/officeDocument/2006/relationships/image" Target="../media/image36.emf"/><Relationship Id="rId5" Type="http://schemas.openxmlformats.org/officeDocument/2006/relationships/image" Target="../media/image35.wmf"/><Relationship Id="rId4" Type="http://schemas.openxmlformats.org/officeDocument/2006/relationships/oleObject" Target="../embeddings/oleObject16.bin"/></Relationships>
</file>

<file path=ppt/slides/_rels/slide60.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notesSlide" Target="../notesSlides/notesSlide45.xml"/><Relationship Id="rId7" Type="http://schemas.openxmlformats.org/officeDocument/2006/relationships/image" Target="../media/image49.png"/><Relationship Id="rId2" Type="http://schemas.openxmlformats.org/officeDocument/2006/relationships/slideLayout" Target="../slideLayouts/slideLayout7.xml"/><Relationship Id="rId1" Type="http://schemas.openxmlformats.org/officeDocument/2006/relationships/tags" Target="../tags/tag26.xml"/><Relationship Id="rId6" Type="http://schemas.openxmlformats.org/officeDocument/2006/relationships/image" Target="../media/image37.png"/><Relationship Id="rId11" Type="http://schemas.openxmlformats.org/officeDocument/2006/relationships/image" Target="../media/image41.png"/><Relationship Id="rId5" Type="http://schemas.openxmlformats.org/officeDocument/2006/relationships/image" Target="../media/image47.png"/><Relationship Id="rId10" Type="http://schemas.openxmlformats.org/officeDocument/2006/relationships/image" Target="../media/image40.png"/><Relationship Id="rId4" Type="http://schemas.openxmlformats.org/officeDocument/2006/relationships/image" Target="../media/image36.emf"/><Relationship Id="rId9" Type="http://schemas.openxmlformats.org/officeDocument/2006/relationships/image" Target="../media/image39.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8" Type="http://schemas.openxmlformats.org/officeDocument/2006/relationships/oleObject" Target="../embeddings/oleObject19.bin"/><Relationship Id="rId13" Type="http://schemas.openxmlformats.org/officeDocument/2006/relationships/image" Target="../media/image45.wmf"/><Relationship Id="rId18" Type="http://schemas.openxmlformats.org/officeDocument/2006/relationships/oleObject" Target="../embeddings/oleObject24.bin"/><Relationship Id="rId3" Type="http://schemas.openxmlformats.org/officeDocument/2006/relationships/notesSlide" Target="../notesSlides/notesSlide47.xml"/><Relationship Id="rId21" Type="http://schemas.openxmlformats.org/officeDocument/2006/relationships/image" Target="../media/image48.wmf"/><Relationship Id="rId7" Type="http://schemas.openxmlformats.org/officeDocument/2006/relationships/image" Target="../media/image42.wmf"/><Relationship Id="rId12" Type="http://schemas.openxmlformats.org/officeDocument/2006/relationships/oleObject" Target="../embeddings/oleObject21.bin"/><Relationship Id="rId17" Type="http://schemas.openxmlformats.org/officeDocument/2006/relationships/image" Target="../media/image46.wmf"/><Relationship Id="rId2" Type="http://schemas.openxmlformats.org/officeDocument/2006/relationships/slideLayout" Target="../slideLayouts/slideLayout7.xml"/><Relationship Id="rId16" Type="http://schemas.openxmlformats.org/officeDocument/2006/relationships/oleObject" Target="../embeddings/oleObject23.bin"/><Relationship Id="rId20" Type="http://schemas.openxmlformats.org/officeDocument/2006/relationships/oleObject" Target="../embeddings/oleObject25.bin"/><Relationship Id="rId1" Type="http://schemas.openxmlformats.org/officeDocument/2006/relationships/tags" Target="../tags/tag27.xml"/><Relationship Id="rId6" Type="http://schemas.openxmlformats.org/officeDocument/2006/relationships/oleObject" Target="../embeddings/oleObject18.bin"/><Relationship Id="rId11" Type="http://schemas.openxmlformats.org/officeDocument/2006/relationships/image" Target="../media/image44.wmf"/><Relationship Id="rId5" Type="http://schemas.openxmlformats.org/officeDocument/2006/relationships/image" Target="../media/image41.wmf"/><Relationship Id="rId15" Type="http://schemas.openxmlformats.org/officeDocument/2006/relationships/image" Target="../media/image32.wmf"/><Relationship Id="rId10" Type="http://schemas.openxmlformats.org/officeDocument/2006/relationships/oleObject" Target="../embeddings/oleObject20.bin"/><Relationship Id="rId19" Type="http://schemas.openxmlformats.org/officeDocument/2006/relationships/image" Target="../media/image47.wmf"/><Relationship Id="rId4" Type="http://schemas.openxmlformats.org/officeDocument/2006/relationships/oleObject" Target="../embeddings/oleObject17.bin"/><Relationship Id="rId9" Type="http://schemas.openxmlformats.org/officeDocument/2006/relationships/image" Target="../media/image43.wmf"/><Relationship Id="rId14" Type="http://schemas.openxmlformats.org/officeDocument/2006/relationships/oleObject" Target="../embeddings/oleObject22.bin"/></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notesSlide" Target="../notesSlides/notesSlide48.xml"/><Relationship Id="rId1" Type="http://schemas.openxmlformats.org/officeDocument/2006/relationships/slideLayout" Target="../slideLayouts/slideLayout7.xml"/><Relationship Id="rId4" Type="http://schemas.openxmlformats.org/officeDocument/2006/relationships/image" Target="../media/image49.emf"/></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50.emf"/><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image" Target="../media/image52.emf"/><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54.emf"/><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notesSlide" Target="../notesSlides/notesSlide64.xml"/><Relationship Id="rId1" Type="http://schemas.openxmlformats.org/officeDocument/2006/relationships/slideLayout" Target="../slideLayouts/slideLayout7.xml"/><Relationship Id="rId4" Type="http://schemas.openxmlformats.org/officeDocument/2006/relationships/image" Target="../media/image55.emf"/></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3" Type="http://schemas.openxmlformats.org/officeDocument/2006/relationships/image" Target="../media/image56.emf"/><Relationship Id="rId2" Type="http://schemas.openxmlformats.org/officeDocument/2006/relationships/notesSlide" Target="../notesSlides/notesSlide65.xml"/><Relationship Id="rId1" Type="http://schemas.openxmlformats.org/officeDocument/2006/relationships/slideLayout" Target="../slideLayouts/slideLayout7.xml"/><Relationship Id="rId4" Type="http://schemas.openxmlformats.org/officeDocument/2006/relationships/image" Target="../media/image57.emf"/></Relationships>
</file>

<file path=ppt/slides/_rels/slide9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58.emf"/><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5.xml.rels><?xml version="1.0" encoding="UTF-8" standalone="yes"?>
<Relationships xmlns="http://schemas.openxmlformats.org/package/2006/relationships"><Relationship Id="rId8" Type="http://schemas.openxmlformats.org/officeDocument/2006/relationships/diagramData" Target="../diagrams/data3.xml"/><Relationship Id="rId3" Type="http://schemas.openxmlformats.org/officeDocument/2006/relationships/diagramData" Target="../diagrams/data2.xml"/><Relationship Id="rId7" Type="http://schemas.microsoft.com/office/2007/relationships/diagramDrawing" Target="../diagrams/drawing2.xml"/><Relationship Id="rId12" Type="http://schemas.microsoft.com/office/2007/relationships/diagramDrawing" Target="../diagrams/drawing3.xml"/><Relationship Id="rId2" Type="http://schemas.openxmlformats.org/officeDocument/2006/relationships/notesSlide" Target="../notesSlides/notesSlide66.xml"/><Relationship Id="rId1" Type="http://schemas.openxmlformats.org/officeDocument/2006/relationships/slideLayout" Target="../slideLayouts/slideLayout7.xml"/><Relationship Id="rId6" Type="http://schemas.openxmlformats.org/officeDocument/2006/relationships/diagramColors" Target="../diagrams/colors2.xml"/><Relationship Id="rId11" Type="http://schemas.openxmlformats.org/officeDocument/2006/relationships/diagramColors" Target="../diagrams/colors3.xml"/><Relationship Id="rId5" Type="http://schemas.openxmlformats.org/officeDocument/2006/relationships/diagramQuickStyle" Target="../diagrams/quickStyle2.xml"/><Relationship Id="rId10" Type="http://schemas.openxmlformats.org/officeDocument/2006/relationships/diagramQuickStyle" Target="../diagrams/quickStyle3.xml"/><Relationship Id="rId4" Type="http://schemas.openxmlformats.org/officeDocument/2006/relationships/diagramLayout" Target="../diagrams/layout2.xml"/><Relationship Id="rId9" Type="http://schemas.openxmlformats.org/officeDocument/2006/relationships/diagramLayout" Target="../diagrams/layout3.xml"/></Relationships>
</file>

<file path=ppt/slides/_rels/slide96.xml.rels><?xml version="1.0" encoding="UTF-8" standalone="yes"?>
<Relationships xmlns="http://schemas.openxmlformats.org/package/2006/relationships"><Relationship Id="rId8" Type="http://schemas.openxmlformats.org/officeDocument/2006/relationships/image" Target="../media/image59.png"/><Relationship Id="rId13" Type="http://schemas.microsoft.com/office/2007/relationships/diagramDrawing" Target="../diagrams/drawing5.xml"/><Relationship Id="rId3" Type="http://schemas.openxmlformats.org/officeDocument/2006/relationships/diagramData" Target="../diagrams/data4.xml"/><Relationship Id="rId7" Type="http://schemas.microsoft.com/office/2007/relationships/diagramDrawing" Target="../diagrams/drawing4.xml"/><Relationship Id="rId12" Type="http://schemas.openxmlformats.org/officeDocument/2006/relationships/diagramColors" Target="../diagrams/colors5.xml"/><Relationship Id="rId2" Type="http://schemas.openxmlformats.org/officeDocument/2006/relationships/notesSlide" Target="../notesSlides/notesSlide67.xml"/><Relationship Id="rId1" Type="http://schemas.openxmlformats.org/officeDocument/2006/relationships/slideLayout" Target="../slideLayouts/slideLayout7.xml"/><Relationship Id="rId6" Type="http://schemas.openxmlformats.org/officeDocument/2006/relationships/diagramColors" Target="../diagrams/colors4.xml"/><Relationship Id="rId11" Type="http://schemas.openxmlformats.org/officeDocument/2006/relationships/diagramQuickStyle" Target="../diagrams/quickStyle5.xml"/><Relationship Id="rId5" Type="http://schemas.openxmlformats.org/officeDocument/2006/relationships/diagramQuickStyle" Target="../diagrams/quickStyle4.xml"/><Relationship Id="rId10" Type="http://schemas.openxmlformats.org/officeDocument/2006/relationships/diagramLayout" Target="../diagrams/layout5.xml"/><Relationship Id="rId4" Type="http://schemas.openxmlformats.org/officeDocument/2006/relationships/diagramLayout" Target="../diagrams/layout4.xml"/><Relationship Id="rId9" Type="http://schemas.openxmlformats.org/officeDocument/2006/relationships/diagramData" Target="../diagrams/data5.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8" Type="http://schemas.openxmlformats.org/officeDocument/2006/relationships/image" Target="../media/image86.png"/><Relationship Id="rId3" Type="http://schemas.openxmlformats.org/officeDocument/2006/relationships/image" Target="../media/image81.png"/><Relationship Id="rId7" Type="http://schemas.openxmlformats.org/officeDocument/2006/relationships/image" Target="../media/image85.png"/><Relationship Id="rId2" Type="http://schemas.openxmlformats.org/officeDocument/2006/relationships/image" Target="../media/image80.png"/><Relationship Id="rId1" Type="http://schemas.openxmlformats.org/officeDocument/2006/relationships/slideLayout" Target="../slideLayouts/slideLayout7.xml"/><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2.png"/><Relationship Id="rId9" Type="http://schemas.openxmlformats.org/officeDocument/2006/relationships/image" Target="../media/image87.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70.xml"/><Relationship Id="rId1" Type="http://schemas.openxmlformats.org/officeDocument/2006/relationships/slideLayout" Target="../slideLayouts/slideLayout7.xml"/><Relationship Id="rId4" Type="http://schemas.openxmlformats.org/officeDocument/2006/relationships/image" Target="../media/image58.png"/></Relationships>
</file>

<file path=ppt/slides/_rels/slide10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notesSlide" Target="../notesSlides/notesSlide76.xml"/><Relationship Id="rId1" Type="http://schemas.openxmlformats.org/officeDocument/2006/relationships/slideLayout" Target="../slideLayouts/slideLayout7.xml"/><Relationship Id="rId5" Type="http://schemas.openxmlformats.org/officeDocument/2006/relationships/image" Target="../media/image67.png"/><Relationship Id="rId4" Type="http://schemas.openxmlformats.org/officeDocument/2006/relationships/image" Target="../media/image66.png"/></Relationships>
</file>

<file path=ppt/slides/_rels/slide111.xml.rels><?xml version="1.0" encoding="UTF-8" standalone="yes"?>
<Relationships xmlns="http://schemas.openxmlformats.org/package/2006/relationships"><Relationship Id="rId8" Type="http://schemas.openxmlformats.org/officeDocument/2006/relationships/image" Target="../media/image69.wmf"/><Relationship Id="rId7" Type="http://schemas.openxmlformats.org/officeDocument/2006/relationships/oleObject" Target="../embeddings/oleObject30.bin"/><Relationship Id="rId2" Type="http://schemas.openxmlformats.org/officeDocument/2006/relationships/notesSlide" Target="../notesSlides/notesSlide77.xml"/><Relationship Id="rId1" Type="http://schemas.openxmlformats.org/officeDocument/2006/relationships/slideLayout" Target="../slideLayouts/slideLayout7.xml"/><Relationship Id="rId6" Type="http://schemas.openxmlformats.org/officeDocument/2006/relationships/image" Target="../media/image68.wmf"/><Relationship Id="rId11" Type="http://schemas.openxmlformats.org/officeDocument/2006/relationships/image" Target="../media/image62.png"/><Relationship Id="rId5" Type="http://schemas.openxmlformats.org/officeDocument/2006/relationships/oleObject" Target="../embeddings/oleObject29.bin"/><Relationship Id="rId10" Type="http://schemas.openxmlformats.org/officeDocument/2006/relationships/image" Target="../media/image70.wmf"/><Relationship Id="rId4" Type="http://schemas.openxmlformats.org/officeDocument/2006/relationships/image" Target="../media/image78.png"/><Relationship Id="rId9" Type="http://schemas.openxmlformats.org/officeDocument/2006/relationships/oleObject" Target="../embeddings/oleObject31.bin"/></Relationships>
</file>

<file path=ppt/slides/_rels/slide11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71.emf"/><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8" Type="http://schemas.openxmlformats.org/officeDocument/2006/relationships/image" Target="../media/image74.wmf"/><Relationship Id="rId13" Type="http://schemas.openxmlformats.org/officeDocument/2006/relationships/oleObject" Target="../embeddings/oleObject37.bin"/><Relationship Id="rId18" Type="http://schemas.openxmlformats.org/officeDocument/2006/relationships/image" Target="../media/image79.wmf"/><Relationship Id="rId26" Type="http://schemas.openxmlformats.org/officeDocument/2006/relationships/image" Target="../media/image83.wmf"/><Relationship Id="rId3" Type="http://schemas.openxmlformats.org/officeDocument/2006/relationships/oleObject" Target="../embeddings/oleObject32.bin"/><Relationship Id="rId21" Type="http://schemas.openxmlformats.org/officeDocument/2006/relationships/oleObject" Target="../embeddings/oleObject41.bin"/><Relationship Id="rId7" Type="http://schemas.openxmlformats.org/officeDocument/2006/relationships/oleObject" Target="../embeddings/oleObject34.bin"/><Relationship Id="rId12" Type="http://schemas.openxmlformats.org/officeDocument/2006/relationships/image" Target="../media/image76.wmf"/><Relationship Id="rId17" Type="http://schemas.openxmlformats.org/officeDocument/2006/relationships/oleObject" Target="../embeddings/oleObject39.bin"/><Relationship Id="rId25" Type="http://schemas.openxmlformats.org/officeDocument/2006/relationships/oleObject" Target="../embeddings/oleObject43.bin"/><Relationship Id="rId2" Type="http://schemas.openxmlformats.org/officeDocument/2006/relationships/notesSlide" Target="../notesSlides/notesSlide80.xml"/><Relationship Id="rId16" Type="http://schemas.openxmlformats.org/officeDocument/2006/relationships/image" Target="../media/image78.wmf"/><Relationship Id="rId20" Type="http://schemas.openxmlformats.org/officeDocument/2006/relationships/image" Target="../media/image80.wmf"/><Relationship Id="rId29" Type="http://schemas.openxmlformats.org/officeDocument/2006/relationships/oleObject" Target="../embeddings/oleObject45.bin"/><Relationship Id="rId1" Type="http://schemas.openxmlformats.org/officeDocument/2006/relationships/slideLayout" Target="../slideLayouts/slideLayout7.xml"/><Relationship Id="rId6" Type="http://schemas.openxmlformats.org/officeDocument/2006/relationships/image" Target="../media/image73.wmf"/><Relationship Id="rId11" Type="http://schemas.openxmlformats.org/officeDocument/2006/relationships/oleObject" Target="../embeddings/oleObject36.bin"/><Relationship Id="rId24" Type="http://schemas.openxmlformats.org/officeDocument/2006/relationships/image" Target="../media/image82.wmf"/><Relationship Id="rId5" Type="http://schemas.openxmlformats.org/officeDocument/2006/relationships/oleObject" Target="../embeddings/oleObject33.bin"/><Relationship Id="rId15" Type="http://schemas.openxmlformats.org/officeDocument/2006/relationships/oleObject" Target="../embeddings/oleObject38.bin"/><Relationship Id="rId23" Type="http://schemas.openxmlformats.org/officeDocument/2006/relationships/oleObject" Target="../embeddings/oleObject42.bin"/><Relationship Id="rId28" Type="http://schemas.openxmlformats.org/officeDocument/2006/relationships/image" Target="../media/image84.wmf"/><Relationship Id="rId10" Type="http://schemas.openxmlformats.org/officeDocument/2006/relationships/image" Target="../media/image75.wmf"/><Relationship Id="rId19" Type="http://schemas.openxmlformats.org/officeDocument/2006/relationships/oleObject" Target="../embeddings/oleObject40.bin"/><Relationship Id="rId4" Type="http://schemas.openxmlformats.org/officeDocument/2006/relationships/image" Target="../media/image72.wmf"/><Relationship Id="rId9" Type="http://schemas.openxmlformats.org/officeDocument/2006/relationships/oleObject" Target="../embeddings/oleObject35.bin"/><Relationship Id="rId14" Type="http://schemas.openxmlformats.org/officeDocument/2006/relationships/image" Target="../media/image77.wmf"/><Relationship Id="rId22" Type="http://schemas.openxmlformats.org/officeDocument/2006/relationships/image" Target="../media/image81.wmf"/><Relationship Id="rId27" Type="http://schemas.openxmlformats.org/officeDocument/2006/relationships/oleObject" Target="../embeddings/oleObject44.bin"/><Relationship Id="rId30" Type="http://schemas.openxmlformats.org/officeDocument/2006/relationships/image" Target="../media/image85.wmf"/></Relationships>
</file>

<file path=ppt/slides/_rels/slide119.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notesSlide" Target="../notesSlides/notesSlide81.xml"/><Relationship Id="rId1" Type="http://schemas.openxmlformats.org/officeDocument/2006/relationships/slideLayout" Target="../slideLayouts/slideLayout7.xml"/><Relationship Id="rId4" Type="http://schemas.openxmlformats.org/officeDocument/2006/relationships/image" Target="../media/image86.emf"/></Relationships>
</file>

<file path=ppt/slides/_rels/slide120.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notesSlide" Target="../notesSlides/notesSlide82.xml"/><Relationship Id="rId1" Type="http://schemas.openxmlformats.org/officeDocument/2006/relationships/slideLayout" Target="../slideLayouts/slideLayout7.xml"/><Relationship Id="rId4" Type="http://schemas.openxmlformats.org/officeDocument/2006/relationships/image" Target="../media/image86.emf"/></Relationships>
</file>

<file path=ppt/slides/_rels/slide121.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notesSlide" Target="../notesSlides/notesSlide83.xml"/><Relationship Id="rId1" Type="http://schemas.openxmlformats.org/officeDocument/2006/relationships/slideLayout" Target="../slideLayouts/slideLayout7.xml"/><Relationship Id="rId4" Type="http://schemas.openxmlformats.org/officeDocument/2006/relationships/image" Target="../media/image86.emf"/></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3" Type="http://schemas.openxmlformats.org/officeDocument/2006/relationships/image" Target="../media/image89.emf"/><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3" Type="http://schemas.openxmlformats.org/officeDocument/2006/relationships/image" Target="../media/image90.emf"/><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8" Type="http://schemas.openxmlformats.org/officeDocument/2006/relationships/image" Target="../media/image93.wmf"/><Relationship Id="rId13" Type="http://schemas.openxmlformats.org/officeDocument/2006/relationships/oleObject" Target="../embeddings/oleObject52.bin"/><Relationship Id="rId18" Type="http://schemas.openxmlformats.org/officeDocument/2006/relationships/image" Target="../media/image98.wmf"/><Relationship Id="rId3" Type="http://schemas.openxmlformats.org/officeDocument/2006/relationships/oleObject" Target="../embeddings/oleObject47.bin"/><Relationship Id="rId7" Type="http://schemas.openxmlformats.org/officeDocument/2006/relationships/oleObject" Target="../embeddings/oleObject49.bin"/><Relationship Id="rId12" Type="http://schemas.openxmlformats.org/officeDocument/2006/relationships/image" Target="../media/image95.wmf"/><Relationship Id="rId17" Type="http://schemas.openxmlformats.org/officeDocument/2006/relationships/oleObject" Target="../embeddings/oleObject54.bin"/><Relationship Id="rId2" Type="http://schemas.openxmlformats.org/officeDocument/2006/relationships/notesSlide" Target="../notesSlides/notesSlide91.xml"/><Relationship Id="rId16" Type="http://schemas.openxmlformats.org/officeDocument/2006/relationships/image" Target="../media/image97.wmf"/><Relationship Id="rId20" Type="http://schemas.openxmlformats.org/officeDocument/2006/relationships/image" Target="../media/image99.wmf"/><Relationship Id="rId1" Type="http://schemas.openxmlformats.org/officeDocument/2006/relationships/slideLayout" Target="../slideLayouts/slideLayout7.xml"/><Relationship Id="rId6" Type="http://schemas.openxmlformats.org/officeDocument/2006/relationships/image" Target="../media/image92.wmf"/><Relationship Id="rId11" Type="http://schemas.openxmlformats.org/officeDocument/2006/relationships/oleObject" Target="../embeddings/oleObject51.bin"/><Relationship Id="rId5" Type="http://schemas.openxmlformats.org/officeDocument/2006/relationships/oleObject" Target="../embeddings/oleObject48.bin"/><Relationship Id="rId15" Type="http://schemas.openxmlformats.org/officeDocument/2006/relationships/oleObject" Target="../embeddings/oleObject53.bin"/><Relationship Id="rId10" Type="http://schemas.openxmlformats.org/officeDocument/2006/relationships/image" Target="../media/image94.wmf"/><Relationship Id="rId19" Type="http://schemas.openxmlformats.org/officeDocument/2006/relationships/oleObject" Target="../embeddings/oleObject55.bin"/><Relationship Id="rId4" Type="http://schemas.openxmlformats.org/officeDocument/2006/relationships/image" Target="../media/image91.wmf"/><Relationship Id="rId9" Type="http://schemas.openxmlformats.org/officeDocument/2006/relationships/oleObject" Target="../embeddings/oleObject50.bin"/><Relationship Id="rId14" Type="http://schemas.openxmlformats.org/officeDocument/2006/relationships/image" Target="../media/image96.wmf"/></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8" Type="http://schemas.openxmlformats.org/officeDocument/2006/relationships/oleObject" Target="../embeddings/oleObject59.bin"/><Relationship Id="rId3" Type="http://schemas.openxmlformats.org/officeDocument/2006/relationships/image" Target="../media/image100.wmf"/><Relationship Id="rId7" Type="http://schemas.openxmlformats.org/officeDocument/2006/relationships/image" Target="../media/image102.wmf"/><Relationship Id="rId2" Type="http://schemas.openxmlformats.org/officeDocument/2006/relationships/oleObject" Target="../embeddings/oleObject56.bin"/><Relationship Id="rId1" Type="http://schemas.openxmlformats.org/officeDocument/2006/relationships/slideLayout" Target="../slideLayouts/slideLayout7.xml"/><Relationship Id="rId6" Type="http://schemas.openxmlformats.org/officeDocument/2006/relationships/oleObject" Target="../embeddings/oleObject58.bin"/><Relationship Id="rId5" Type="http://schemas.openxmlformats.org/officeDocument/2006/relationships/image" Target="../media/image101.wmf"/><Relationship Id="rId4" Type="http://schemas.openxmlformats.org/officeDocument/2006/relationships/oleObject" Target="../embeddings/oleObject57.bin"/><Relationship Id="rId9" Type="http://schemas.openxmlformats.org/officeDocument/2006/relationships/image" Target="../media/image103.wmf"/></Relationships>
</file>

<file path=ppt/slides/_rels/slide133.xml.rels><?xml version="1.0" encoding="UTF-8" standalone="yes"?>
<Relationships xmlns="http://schemas.openxmlformats.org/package/2006/relationships"><Relationship Id="rId8" Type="http://schemas.openxmlformats.org/officeDocument/2006/relationships/oleObject" Target="../embeddings/oleObject60.bin"/><Relationship Id="rId3" Type="http://schemas.openxmlformats.org/officeDocument/2006/relationships/image" Target="../media/image100.wmf"/><Relationship Id="rId7" Type="http://schemas.openxmlformats.org/officeDocument/2006/relationships/image" Target="../media/image102.wmf"/><Relationship Id="rId2" Type="http://schemas.openxmlformats.org/officeDocument/2006/relationships/oleObject" Target="../embeddings/oleObject56.bin"/><Relationship Id="rId1" Type="http://schemas.openxmlformats.org/officeDocument/2006/relationships/slideLayout" Target="../slideLayouts/slideLayout7.xml"/><Relationship Id="rId6" Type="http://schemas.openxmlformats.org/officeDocument/2006/relationships/oleObject" Target="../embeddings/oleObject58.bin"/><Relationship Id="rId5" Type="http://schemas.openxmlformats.org/officeDocument/2006/relationships/image" Target="../media/image101.wmf"/><Relationship Id="rId4" Type="http://schemas.openxmlformats.org/officeDocument/2006/relationships/oleObject" Target="../embeddings/oleObject57.bin"/><Relationship Id="rId9" Type="http://schemas.openxmlformats.org/officeDocument/2006/relationships/image" Target="../media/image103.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6">
            <a:extLst>
              <a:ext uri="{FF2B5EF4-FFF2-40B4-BE49-F238E27FC236}">
                <a16:creationId xmlns:a16="http://schemas.microsoft.com/office/drawing/2014/main" id="{D2278707-E382-670B-624D-BB9C4CCC241B}"/>
              </a:ext>
            </a:extLst>
          </p:cNvPr>
          <p:cNvSpPr>
            <a:spLocks noChangeArrowheads="1"/>
          </p:cNvSpPr>
          <p:nvPr/>
        </p:nvSpPr>
        <p:spPr bwMode="auto">
          <a:xfrm>
            <a:off x="0" y="12357"/>
            <a:ext cx="9144000" cy="134207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p>
            <a:pPr algn="ctr"/>
            <a:r>
              <a:rPr lang="zh-CN" altLang="en-US" sz="3600" dirty="0">
                <a:solidFill>
                  <a:schemeClr val="tx2"/>
                </a:solidFill>
                <a:latin typeface="SimHei" panose="02010609060101010101" pitchFamily="49" charset="-122"/>
                <a:ea typeface="SimHei" panose="02010609060101010101" pitchFamily="49" charset="-122"/>
              </a:rPr>
              <a:t>数字逻辑与处理器基础</a:t>
            </a:r>
            <a:endParaRPr lang="en-US" altLang="zh-CN" sz="3600" dirty="0">
              <a:solidFill>
                <a:schemeClr val="tx2"/>
              </a:solidFill>
              <a:latin typeface="SimHei" panose="02010609060101010101" pitchFamily="49" charset="-122"/>
              <a:ea typeface="SimHei" panose="02010609060101010101" pitchFamily="49" charset="-122"/>
            </a:endParaRPr>
          </a:p>
          <a:p>
            <a:pPr algn="ctr"/>
            <a:r>
              <a:rPr lang="en-US" altLang="zh-CN" sz="2000" dirty="0">
                <a:solidFill>
                  <a:schemeClr val="tx2"/>
                </a:solidFill>
                <a:latin typeface="Arial" panose="020B0604020202020204" pitchFamily="34" charset="0"/>
                <a:ea typeface="SimHei" panose="02010609060101010101" pitchFamily="49" charset="-122"/>
                <a:cs typeface="Arial" panose="020B0604020202020204" pitchFamily="34" charset="0"/>
              </a:rPr>
              <a:t>Fundamentals of Digital Logic and Processor</a:t>
            </a:r>
            <a:endParaRPr lang="zh-CN" altLang="en-US" sz="2000" dirty="0">
              <a:solidFill>
                <a:schemeClr val="tx2"/>
              </a:solidFill>
              <a:latin typeface="Arial" panose="020B0604020202020204" pitchFamily="34" charset="0"/>
              <a:ea typeface="SimHei" panose="02010609060101010101" pitchFamily="49" charset="-122"/>
              <a:cs typeface="Arial" panose="020B0604020202020204" pitchFamily="34" charset="0"/>
            </a:endParaRPr>
          </a:p>
        </p:txBody>
      </p:sp>
      <p:sp>
        <p:nvSpPr>
          <p:cNvPr id="15" name="Rectangle 16">
            <a:extLst>
              <a:ext uri="{FF2B5EF4-FFF2-40B4-BE49-F238E27FC236}">
                <a16:creationId xmlns:a16="http://schemas.microsoft.com/office/drawing/2014/main" id="{CA4A5E6F-F61D-F689-3F49-AC8BEEB40B71}"/>
              </a:ext>
            </a:extLst>
          </p:cNvPr>
          <p:cNvSpPr>
            <a:spLocks noChangeArrowheads="1"/>
          </p:cNvSpPr>
          <p:nvPr/>
        </p:nvSpPr>
        <p:spPr bwMode="auto">
          <a:xfrm>
            <a:off x="0" y="1484784"/>
            <a:ext cx="9144000" cy="211740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p>
            <a:pPr algn="ctr"/>
            <a:r>
              <a:rPr lang="zh-CN" altLang="en-US" sz="4800" dirty="0">
                <a:solidFill>
                  <a:schemeClr val="tx2"/>
                </a:solidFill>
                <a:latin typeface="SimHei" panose="02010609060101010101" pitchFamily="49" charset="-122"/>
                <a:ea typeface="SimHei" panose="02010609060101010101" pitchFamily="49" charset="-122"/>
              </a:rPr>
              <a:t>第五讲 时序逻辑</a:t>
            </a:r>
            <a:r>
              <a:rPr lang="en-US" altLang="zh-CN" sz="4800" dirty="0">
                <a:solidFill>
                  <a:schemeClr val="tx2"/>
                </a:solidFill>
                <a:latin typeface="SimHei" panose="02010609060101010101" pitchFamily="49" charset="-122"/>
                <a:ea typeface="SimHei" panose="02010609060101010101" pitchFamily="49" charset="-122"/>
              </a:rPr>
              <a:t>(2/2)</a:t>
            </a:r>
            <a:endParaRPr lang="zh-CN" altLang="en-US" sz="3600" dirty="0">
              <a:solidFill>
                <a:schemeClr val="tx2"/>
              </a:solidFill>
              <a:latin typeface="SimHei" panose="02010609060101010101" pitchFamily="49" charset="-122"/>
              <a:ea typeface="SimHei" panose="02010609060101010101" pitchFamily="49" charset="-122"/>
            </a:endParaRPr>
          </a:p>
        </p:txBody>
      </p:sp>
      <p:sp>
        <p:nvSpPr>
          <p:cNvPr id="2" name="Subtitle 2">
            <a:extLst>
              <a:ext uri="{FF2B5EF4-FFF2-40B4-BE49-F238E27FC236}">
                <a16:creationId xmlns:a16="http://schemas.microsoft.com/office/drawing/2014/main" id="{C750F37B-BC2F-0AF2-0F03-6A87165830B2}"/>
              </a:ext>
            </a:extLst>
          </p:cNvPr>
          <p:cNvSpPr>
            <a:spLocks noGrp="1"/>
          </p:cNvSpPr>
          <p:nvPr>
            <p:ph type="subTitle" idx="1"/>
          </p:nvPr>
        </p:nvSpPr>
        <p:spPr>
          <a:xfrm>
            <a:off x="0" y="3810000"/>
            <a:ext cx="9144000" cy="2435224"/>
          </a:xfrm>
        </p:spPr>
        <p:txBody>
          <a:bodyPr>
            <a:normAutofit/>
          </a:bodyPr>
          <a:lstStyle/>
          <a:p>
            <a:pPr>
              <a:buClr>
                <a:schemeClr val="hlink"/>
              </a:buClr>
            </a:pPr>
            <a:r>
              <a:rPr lang="zh-CN" altLang="en-US" sz="3900" b="0" dirty="0">
                <a:latin typeface="+mn-ea"/>
                <a:ea typeface="+mn-ea"/>
              </a:rPr>
              <a:t>李学清</a:t>
            </a:r>
            <a:endParaRPr lang="en-US" altLang="zh-CN" sz="3900" b="0" dirty="0">
              <a:latin typeface="+mn-ea"/>
              <a:ea typeface="+mn-ea"/>
            </a:endParaRPr>
          </a:p>
          <a:p>
            <a:pPr marL="0" marR="0" lvl="0" indent="0" algn="ctr" defTabSz="914400" rtl="0" eaLnBrk="1" fontAlgn="base" latinLnBrk="0" hangingPunct="1">
              <a:lnSpc>
                <a:spcPct val="100000"/>
              </a:lnSpc>
              <a:spcBef>
                <a:spcPct val="20000"/>
              </a:spcBef>
              <a:spcAft>
                <a:spcPct val="0"/>
              </a:spcAft>
              <a:buClr>
                <a:srgbClr val="009999"/>
              </a:buClr>
              <a:buSzTx/>
              <a:buFontTx/>
              <a:buNone/>
              <a:tabLst/>
              <a:defRPr/>
            </a:pPr>
            <a:r>
              <a:rPr kumimoji="0" lang="en-US" altLang="zh-CN" sz="2800" b="0" i="0" u="none" strike="noStrike" kern="1200" cap="none" spc="0" normalizeH="0" baseline="0" noProof="0" dirty="0">
                <a:ln>
                  <a:noFill/>
                </a:ln>
                <a:solidFill>
                  <a:srgbClr val="000000"/>
                </a:solidFill>
                <a:effectLst/>
                <a:uLnTx/>
                <a:uFillTx/>
                <a:latin typeface="Verdana" pitchFamily="34" charset="0"/>
                <a:ea typeface="黑体" pitchFamily="2" charset="-122"/>
                <a:cs typeface="+mn-cs"/>
              </a:rPr>
              <a:t>#</a:t>
            </a:r>
            <a:r>
              <a:rPr kumimoji="0" lang="zh-CN" altLang="en-US" sz="2800" b="0" i="0" u="none" strike="noStrike" kern="1200" cap="none" spc="0" normalizeH="0" baseline="0" noProof="0" dirty="0">
                <a:ln>
                  <a:noFill/>
                </a:ln>
                <a:solidFill>
                  <a:srgbClr val="000000"/>
                </a:solidFill>
                <a:effectLst/>
                <a:uLnTx/>
                <a:uFillTx/>
                <a:latin typeface="Verdana" pitchFamily="34" charset="0"/>
                <a:ea typeface="黑体" pitchFamily="2" charset="-122"/>
                <a:cs typeface="+mn-cs"/>
              </a:rPr>
              <a:t>腾讯会议：</a:t>
            </a:r>
            <a:r>
              <a:rPr kumimoji="0" lang="en-US" altLang="zh-CN" sz="2800" b="0" i="0" u="none" strike="noStrike" kern="1200" cap="none" spc="0" normalizeH="0" baseline="0" noProof="0" dirty="0">
                <a:ln>
                  <a:noFill/>
                </a:ln>
                <a:solidFill>
                  <a:srgbClr val="000000"/>
                </a:solidFill>
                <a:effectLst/>
                <a:uLnTx/>
                <a:uFillTx/>
                <a:latin typeface="Verdana" pitchFamily="34" charset="0"/>
                <a:ea typeface="黑体" pitchFamily="2" charset="-122"/>
                <a:cs typeface="+mn-cs"/>
              </a:rPr>
              <a:t>858-8541-2550</a:t>
            </a:r>
            <a:endParaRPr lang="en-US" altLang="zh-CN" sz="3000" b="0" dirty="0">
              <a:solidFill>
                <a:srgbClr val="3333FF"/>
              </a:solidFill>
              <a:highlight>
                <a:srgbClr val="FFFF00"/>
              </a:highlight>
              <a:latin typeface="+mn-ea"/>
              <a:ea typeface="+mn-ea"/>
            </a:endParaRPr>
          </a:p>
          <a:p>
            <a:pPr algn="ctr">
              <a:spcBef>
                <a:spcPct val="20000"/>
              </a:spcBef>
              <a:buClr>
                <a:schemeClr val="hlink"/>
              </a:buClr>
            </a:pPr>
            <a:r>
              <a:rPr lang="en-US" altLang="zh-CN" sz="3000" b="0" dirty="0">
                <a:latin typeface="+mn-lt"/>
                <a:ea typeface="黑体" pitchFamily="2" charset="-122"/>
              </a:rPr>
              <a:t>2024</a:t>
            </a:r>
            <a:r>
              <a:rPr lang="zh-CN" altLang="en-US" sz="3000" b="0" dirty="0">
                <a:latin typeface="+mn-lt"/>
                <a:ea typeface="黑体" pitchFamily="2" charset="-122"/>
              </a:rPr>
              <a:t>年</a:t>
            </a:r>
            <a:r>
              <a:rPr lang="en-US" altLang="zh-CN" sz="3000" b="0" dirty="0">
                <a:latin typeface="+mn-lt"/>
                <a:ea typeface="黑体" pitchFamily="2" charset="-122"/>
              </a:rPr>
              <a:t>3</a:t>
            </a:r>
            <a:r>
              <a:rPr lang="zh-CN" altLang="en-US" sz="3000" b="0" dirty="0">
                <a:latin typeface="+mn-lt"/>
                <a:ea typeface="黑体" pitchFamily="2" charset="-122"/>
              </a:rPr>
              <a:t>月</a:t>
            </a:r>
            <a:r>
              <a:rPr lang="en-US" altLang="zh-CN" sz="3000" b="0" dirty="0">
                <a:ea typeface="黑体" pitchFamily="2" charset="-122"/>
              </a:rPr>
              <a:t>26</a:t>
            </a:r>
            <a:r>
              <a:rPr lang="zh-CN" altLang="en-US" sz="3000" b="0" dirty="0">
                <a:latin typeface="+mn-lt"/>
                <a:ea typeface="黑体" pitchFamily="2" charset="-122"/>
              </a:rPr>
              <a:t>日</a:t>
            </a:r>
            <a:endParaRPr lang="en-US" sz="3000" b="0" dirty="0">
              <a:latin typeface="+mn-lt"/>
              <a:ea typeface="黑体" pitchFamily="2" charset="-122"/>
            </a:endParaRPr>
          </a:p>
        </p:txBody>
      </p:sp>
    </p:spTree>
    <p:extLst>
      <p:ext uri="{BB962C8B-B14F-4D97-AF65-F5344CB8AC3E}">
        <p14:creationId xmlns:p14="http://schemas.microsoft.com/office/powerpoint/2010/main" val="7128690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48B067-7D39-A76B-407B-81945B10694D}"/>
              </a:ext>
            </a:extLst>
          </p:cNvPr>
          <p:cNvSpPr>
            <a:spLocks noGrp="1"/>
          </p:cNvSpPr>
          <p:nvPr>
            <p:ph type="title"/>
          </p:nvPr>
        </p:nvSpPr>
        <p:spPr/>
        <p:txBody>
          <a:bodyPr/>
          <a:lstStyle/>
          <a:p>
            <a:r>
              <a:rPr kumimoji="1" lang="zh-CN" altLang="en-US" dirty="0"/>
              <a:t>习题课通知</a:t>
            </a:r>
          </a:p>
        </p:txBody>
      </p:sp>
      <p:sp>
        <p:nvSpPr>
          <p:cNvPr id="3" name="内容占位符 2">
            <a:extLst>
              <a:ext uri="{FF2B5EF4-FFF2-40B4-BE49-F238E27FC236}">
                <a16:creationId xmlns:a16="http://schemas.microsoft.com/office/drawing/2014/main" id="{F8F1F43D-84F1-CA5F-B2B8-8E5457DD4903}"/>
              </a:ext>
            </a:extLst>
          </p:cNvPr>
          <p:cNvSpPr>
            <a:spLocks noGrp="1"/>
          </p:cNvSpPr>
          <p:nvPr>
            <p:ph idx="1"/>
          </p:nvPr>
        </p:nvSpPr>
        <p:spPr>
          <a:xfrm>
            <a:off x="457200" y="1551432"/>
            <a:ext cx="8534400" cy="4525963"/>
          </a:xfrm>
        </p:spPr>
        <p:txBody>
          <a:bodyPr/>
          <a:lstStyle/>
          <a:p>
            <a:r>
              <a:rPr kumimoji="1" lang="zh-CN" altLang="en-US" dirty="0"/>
              <a:t>第一次习题课</a:t>
            </a:r>
            <a:endParaRPr kumimoji="1" lang="en-US" altLang="zh-CN" dirty="0"/>
          </a:p>
          <a:p>
            <a:pPr lvl="1"/>
            <a:r>
              <a:rPr kumimoji="1" lang="zh-CN" altLang="en-US" dirty="0"/>
              <a:t>时间：</a:t>
            </a:r>
            <a:r>
              <a:rPr kumimoji="1" lang="en-US" altLang="zh-CN" dirty="0"/>
              <a:t>3</a:t>
            </a:r>
            <a:r>
              <a:rPr kumimoji="1" lang="zh-CN" altLang="en-US" dirty="0"/>
              <a:t>月</a:t>
            </a:r>
            <a:r>
              <a:rPr kumimoji="1" lang="en-US" altLang="zh-CN" dirty="0"/>
              <a:t>30</a:t>
            </a:r>
            <a:r>
              <a:rPr kumimoji="1" lang="zh-CN" altLang="en-US" dirty="0"/>
              <a:t>日（周六）</a:t>
            </a:r>
            <a:r>
              <a:rPr kumimoji="1" lang="en-US" altLang="zh-CN" dirty="0"/>
              <a:t>19:00-21:00</a:t>
            </a:r>
          </a:p>
          <a:p>
            <a:pPr lvl="1"/>
            <a:r>
              <a:rPr kumimoji="1" lang="zh-CN" altLang="en-US" dirty="0"/>
              <a:t>地点：系馆</a:t>
            </a:r>
            <a:r>
              <a:rPr kumimoji="1" lang="en-US" altLang="zh-CN" dirty="0"/>
              <a:t>3</a:t>
            </a:r>
            <a:r>
              <a:rPr kumimoji="1" lang="zh-CN" altLang="en-US" dirty="0"/>
              <a:t>层报告厅</a:t>
            </a:r>
            <a:endParaRPr kumimoji="1" lang="en-US" altLang="zh-CN" dirty="0"/>
          </a:p>
          <a:p>
            <a:pPr lvl="1"/>
            <a:r>
              <a:rPr kumimoji="1" lang="zh-CN" altLang="en-US" dirty="0"/>
              <a:t>内容：布尔代数、组合逻辑回顾与部分习题讲解</a:t>
            </a:r>
            <a:endParaRPr kumimoji="1" lang="en-US" altLang="zh-CN" dirty="0"/>
          </a:p>
        </p:txBody>
      </p:sp>
      <p:sp>
        <p:nvSpPr>
          <p:cNvPr id="4" name="灯片编号占位符 3">
            <a:extLst>
              <a:ext uri="{FF2B5EF4-FFF2-40B4-BE49-F238E27FC236}">
                <a16:creationId xmlns:a16="http://schemas.microsoft.com/office/drawing/2014/main" id="{8CC49C10-7178-51DE-4AFE-3F76C48993D6}"/>
              </a:ext>
            </a:extLst>
          </p:cNvPr>
          <p:cNvSpPr>
            <a:spLocks noGrp="1"/>
          </p:cNvSpPr>
          <p:nvPr>
            <p:ph type="sldNum" sz="quarter" idx="12"/>
          </p:nvPr>
        </p:nvSpPr>
        <p:spPr/>
        <p:txBody>
          <a:bodyPr/>
          <a:lstStyle/>
          <a:p>
            <a:fld id="{176ACFD1-D213-4B9C-817B-45486DBF105A}" type="slidenum">
              <a:rPr lang="en-US" smtClean="0">
                <a:solidFill>
                  <a:prstClr val="black"/>
                </a:solidFill>
              </a:rPr>
              <a:pPr/>
              <a:t>2</a:t>
            </a:fld>
            <a:endParaRPr lang="en-US">
              <a:solidFill>
                <a:prstClr val="black"/>
              </a:solidFill>
            </a:endParaRPr>
          </a:p>
        </p:txBody>
      </p:sp>
    </p:spTree>
    <p:extLst>
      <p:ext uri="{BB962C8B-B14F-4D97-AF65-F5344CB8AC3E}">
        <p14:creationId xmlns:p14="http://schemas.microsoft.com/office/powerpoint/2010/main" val="6931040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86CABE1-A93D-DA4C-9D8B-F7DA5E01ABB4}"/>
              </a:ext>
            </a:extLst>
          </p:cNvPr>
          <p:cNvSpPr>
            <a:spLocks noGrp="1"/>
          </p:cNvSpPr>
          <p:nvPr>
            <p:ph type="sldNum" sz="quarter" idx="12"/>
          </p:nvPr>
        </p:nvSpPr>
        <p:spPr/>
        <p:txBody>
          <a:bodyPr/>
          <a:lstStyle/>
          <a:p>
            <a:fld id="{176ACFD1-D213-4B9C-817B-45486DBF105A}" type="slidenum">
              <a:rPr lang="en-US" smtClean="0">
                <a:solidFill>
                  <a:prstClr val="black"/>
                </a:solidFill>
              </a:rPr>
              <a:pPr/>
              <a:t>3</a:t>
            </a:fld>
            <a:endParaRPr lang="en-US">
              <a:solidFill>
                <a:prstClr val="black"/>
              </a:solidFill>
            </a:endParaRPr>
          </a:p>
        </p:txBody>
      </p:sp>
      <p:pic>
        <p:nvPicPr>
          <p:cNvPr id="9" name="Picture 5">
            <a:extLst>
              <a:ext uri="{FF2B5EF4-FFF2-40B4-BE49-F238E27FC236}">
                <a16:creationId xmlns:a16="http://schemas.microsoft.com/office/drawing/2014/main" id="{740A80B5-8018-2141-82B2-EAA7E1BC8BC0}"/>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02631" y="2286000"/>
            <a:ext cx="3276600" cy="1400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7" name="Group 16">
            <a:extLst>
              <a:ext uri="{FF2B5EF4-FFF2-40B4-BE49-F238E27FC236}">
                <a16:creationId xmlns:a16="http://schemas.microsoft.com/office/drawing/2014/main" id="{6E14C25E-7F24-6D4C-B095-DA6F3739C540}"/>
              </a:ext>
            </a:extLst>
          </p:cNvPr>
          <p:cNvGrpSpPr/>
          <p:nvPr/>
        </p:nvGrpSpPr>
        <p:grpSpPr>
          <a:xfrm>
            <a:off x="1868587" y="3742592"/>
            <a:ext cx="774571" cy="1074220"/>
            <a:chOff x="2069237" y="3134861"/>
            <a:chExt cx="774571" cy="1074220"/>
          </a:xfrm>
        </p:grpSpPr>
        <p:sp>
          <p:nvSpPr>
            <p:cNvPr id="12" name="Rectangle 11">
              <a:extLst>
                <a:ext uri="{FF2B5EF4-FFF2-40B4-BE49-F238E27FC236}">
                  <a16:creationId xmlns:a16="http://schemas.microsoft.com/office/drawing/2014/main" id="{643E2887-D5E7-4343-A684-7EF77F2BCB9D}"/>
                </a:ext>
              </a:extLst>
            </p:cNvPr>
            <p:cNvSpPr/>
            <p:nvPr/>
          </p:nvSpPr>
          <p:spPr>
            <a:xfrm>
              <a:off x="2239213" y="3134861"/>
              <a:ext cx="434734" cy="646331"/>
            </a:xfrm>
            <a:prstGeom prst="rect">
              <a:avLst/>
            </a:prstGeom>
          </p:spPr>
          <p:txBody>
            <a:bodyPr wrap="none">
              <a:spAutoFit/>
            </a:bodyPr>
            <a:lstStyle/>
            <a:p>
              <a:r>
                <a:rPr lang="en-US" altLang="zh-CN" sz="3600" b="1" i="1" kern="0" dirty="0">
                  <a:solidFill>
                    <a:schemeClr val="accent6">
                      <a:lumMod val="75000"/>
                    </a:schemeClr>
                  </a:solidFill>
                  <a:latin typeface="Calibri"/>
                  <a:ea typeface="黑体" pitchFamily="49" charset="-122"/>
                </a:rPr>
                <a:t>f </a:t>
              </a:r>
              <a:endParaRPr lang="en-CN" b="1" dirty="0">
                <a:solidFill>
                  <a:schemeClr val="accent6">
                    <a:lumMod val="75000"/>
                  </a:schemeClr>
                </a:solidFill>
              </a:endParaRPr>
            </a:p>
          </p:txBody>
        </p:sp>
        <p:sp>
          <p:nvSpPr>
            <p:cNvPr id="16" name="Rectangle 15">
              <a:extLst>
                <a:ext uri="{FF2B5EF4-FFF2-40B4-BE49-F238E27FC236}">
                  <a16:creationId xmlns:a16="http://schemas.microsoft.com/office/drawing/2014/main" id="{ACE8C05A-45E4-A44E-A01A-7B767FCA8281}"/>
                </a:ext>
              </a:extLst>
            </p:cNvPr>
            <p:cNvSpPr/>
            <p:nvPr/>
          </p:nvSpPr>
          <p:spPr>
            <a:xfrm>
              <a:off x="2069237" y="3562750"/>
              <a:ext cx="774571" cy="646331"/>
            </a:xfrm>
            <a:prstGeom prst="rect">
              <a:avLst/>
            </a:prstGeom>
          </p:spPr>
          <p:txBody>
            <a:bodyPr wrap="none">
              <a:spAutoFit/>
            </a:bodyPr>
            <a:lstStyle/>
            <a:p>
              <a:r>
                <a:rPr lang="en-US" altLang="zh-CN" sz="3600" b="1" i="1" kern="0" dirty="0">
                  <a:solidFill>
                    <a:schemeClr val="accent6">
                      <a:lumMod val="75000"/>
                    </a:schemeClr>
                  </a:solidFill>
                  <a:latin typeface="Arial"/>
                  <a:ea typeface="黑体" pitchFamily="49" charset="-122"/>
                  <a:cs typeface="Arial"/>
                </a:rPr>
                <a:t>→</a:t>
              </a:r>
              <a:r>
                <a:rPr lang="en-US" altLang="zh-CN" sz="3600" i="1" kern="0" dirty="0">
                  <a:solidFill>
                    <a:srgbClr val="000000"/>
                  </a:solidFill>
                  <a:latin typeface="Arial"/>
                  <a:ea typeface="黑体" pitchFamily="49" charset="-122"/>
                  <a:cs typeface="Arial"/>
                </a:rPr>
                <a:t> </a:t>
              </a:r>
              <a:endParaRPr lang="en-CN" dirty="0"/>
            </a:p>
          </p:txBody>
        </p:sp>
      </p:grpSp>
      <p:grpSp>
        <p:nvGrpSpPr>
          <p:cNvPr id="6" name="Group 5">
            <a:extLst>
              <a:ext uri="{FF2B5EF4-FFF2-40B4-BE49-F238E27FC236}">
                <a16:creationId xmlns:a16="http://schemas.microsoft.com/office/drawing/2014/main" id="{C08B1C70-AB05-A947-BAB6-8721FB74F66B}"/>
              </a:ext>
            </a:extLst>
          </p:cNvPr>
          <p:cNvGrpSpPr/>
          <p:nvPr/>
        </p:nvGrpSpPr>
        <p:grpSpPr>
          <a:xfrm>
            <a:off x="572030" y="4212442"/>
            <a:ext cx="3393645" cy="1175431"/>
            <a:chOff x="772680" y="3315105"/>
            <a:chExt cx="3393645" cy="1175431"/>
          </a:xfrm>
        </p:grpSpPr>
        <p:grpSp>
          <p:nvGrpSpPr>
            <p:cNvPr id="22" name="Group 21">
              <a:extLst>
                <a:ext uri="{FF2B5EF4-FFF2-40B4-BE49-F238E27FC236}">
                  <a16:creationId xmlns:a16="http://schemas.microsoft.com/office/drawing/2014/main" id="{A0F6B8FE-5779-EA4A-A1EB-840B3C3935E6}"/>
                </a:ext>
              </a:extLst>
            </p:cNvPr>
            <p:cNvGrpSpPr/>
            <p:nvPr/>
          </p:nvGrpSpPr>
          <p:grpSpPr>
            <a:xfrm>
              <a:off x="2699792" y="3318530"/>
              <a:ext cx="1466533" cy="1172006"/>
              <a:chOff x="2699792" y="3608136"/>
              <a:chExt cx="1466533" cy="1172006"/>
            </a:xfrm>
          </p:grpSpPr>
          <p:sp>
            <p:nvSpPr>
              <p:cNvPr id="13" name="Rectangle 12">
                <a:extLst>
                  <a:ext uri="{FF2B5EF4-FFF2-40B4-BE49-F238E27FC236}">
                    <a16:creationId xmlns:a16="http://schemas.microsoft.com/office/drawing/2014/main" id="{4C711EBE-3757-0449-8288-9730A2911136}"/>
                  </a:ext>
                </a:extLst>
              </p:cNvPr>
              <p:cNvSpPr/>
              <p:nvPr/>
            </p:nvSpPr>
            <p:spPr>
              <a:xfrm>
                <a:off x="2699792" y="4318477"/>
                <a:ext cx="1466533" cy="461665"/>
              </a:xfrm>
              <a:prstGeom prst="rect">
                <a:avLst/>
              </a:prstGeom>
            </p:spPr>
            <p:txBody>
              <a:bodyPr wrap="square">
                <a:spAutoFit/>
              </a:bodyPr>
              <a:lstStyle/>
              <a:p>
                <a:pPr algn="ctr"/>
                <a:r>
                  <a:rPr lang="zh-CN" altLang="en-US" sz="2400" dirty="0">
                    <a:solidFill>
                      <a:srgbClr val="7030A0"/>
                    </a:solidFill>
                    <a:latin typeface="Arial" panose="020B0604020202020204" pitchFamily="34" charset="0"/>
                    <a:ea typeface="STHeiti" panose="02010600040101010101" pitchFamily="2" charset="-122"/>
                    <a:cs typeface="Arial" panose="020B0604020202020204" pitchFamily="34" charset="0"/>
                  </a:rPr>
                  <a:t>输出</a:t>
                </a:r>
                <a:endParaRPr lang="en-US" altLang="zh-CN" sz="2400" dirty="0">
                  <a:solidFill>
                    <a:srgbClr val="7030A0"/>
                  </a:solidFill>
                  <a:latin typeface="Arial" panose="020B0604020202020204" pitchFamily="34" charset="0"/>
                  <a:ea typeface="STHeiti" panose="02010600040101010101" pitchFamily="2" charset="-122"/>
                  <a:cs typeface="Arial" panose="020B0604020202020204" pitchFamily="34" charset="0"/>
                </a:endParaRPr>
              </a:p>
            </p:txBody>
          </p:sp>
          <p:sp>
            <p:nvSpPr>
              <p:cNvPr id="15" name="Rectangle 14">
                <a:extLst>
                  <a:ext uri="{FF2B5EF4-FFF2-40B4-BE49-F238E27FC236}">
                    <a16:creationId xmlns:a16="http://schemas.microsoft.com/office/drawing/2014/main" id="{F37C4B45-062E-534B-A31B-29D07ACAC999}"/>
                  </a:ext>
                </a:extLst>
              </p:cNvPr>
              <p:cNvSpPr/>
              <p:nvPr/>
            </p:nvSpPr>
            <p:spPr>
              <a:xfrm>
                <a:off x="3158441" y="3608136"/>
                <a:ext cx="492444" cy="646331"/>
              </a:xfrm>
              <a:prstGeom prst="rect">
                <a:avLst/>
              </a:prstGeom>
            </p:spPr>
            <p:txBody>
              <a:bodyPr wrap="none">
                <a:spAutoFit/>
              </a:bodyPr>
              <a:lstStyle/>
              <a:p>
                <a:r>
                  <a:rPr lang="en-US" altLang="zh-CN" sz="3600" b="1" i="1" kern="0" dirty="0">
                    <a:solidFill>
                      <a:srgbClr val="7030A0"/>
                    </a:solidFill>
                    <a:latin typeface="Arial" panose="020B0604020202020204" pitchFamily="34" charset="0"/>
                    <a:ea typeface="STHeiti" panose="02010600040101010101" pitchFamily="2" charset="-122"/>
                    <a:cs typeface="Arial" panose="020B0604020202020204" pitchFamily="34" charset="0"/>
                  </a:rPr>
                  <a:t>Y</a:t>
                </a:r>
                <a:endParaRPr lang="en-CN" dirty="0">
                  <a:latin typeface="Arial" panose="020B0604020202020204" pitchFamily="34" charset="0"/>
                  <a:ea typeface="STHeiti" panose="02010600040101010101" pitchFamily="2" charset="-122"/>
                  <a:cs typeface="Arial" panose="020B0604020202020204" pitchFamily="34" charset="0"/>
                </a:endParaRPr>
              </a:p>
            </p:txBody>
          </p:sp>
        </p:grpSp>
        <p:grpSp>
          <p:nvGrpSpPr>
            <p:cNvPr id="21" name="Group 20">
              <a:extLst>
                <a:ext uri="{FF2B5EF4-FFF2-40B4-BE49-F238E27FC236}">
                  <a16:creationId xmlns:a16="http://schemas.microsoft.com/office/drawing/2014/main" id="{33467C54-8059-EF43-B1BF-BBEDF6A59F03}"/>
                </a:ext>
              </a:extLst>
            </p:cNvPr>
            <p:cNvGrpSpPr/>
            <p:nvPr/>
          </p:nvGrpSpPr>
          <p:grpSpPr>
            <a:xfrm>
              <a:off x="772680" y="3315105"/>
              <a:ext cx="1466533" cy="1169256"/>
              <a:chOff x="772680" y="3604711"/>
              <a:chExt cx="1466533" cy="1169256"/>
            </a:xfrm>
          </p:grpSpPr>
          <p:sp>
            <p:nvSpPr>
              <p:cNvPr id="11" name="Rectangle 10">
                <a:extLst>
                  <a:ext uri="{FF2B5EF4-FFF2-40B4-BE49-F238E27FC236}">
                    <a16:creationId xmlns:a16="http://schemas.microsoft.com/office/drawing/2014/main" id="{E148A743-3B8D-BF4B-8746-D4130131E850}"/>
                  </a:ext>
                </a:extLst>
              </p:cNvPr>
              <p:cNvSpPr/>
              <p:nvPr/>
            </p:nvSpPr>
            <p:spPr>
              <a:xfrm>
                <a:off x="772680" y="4312302"/>
                <a:ext cx="1466533" cy="461665"/>
              </a:xfrm>
              <a:prstGeom prst="rect">
                <a:avLst/>
              </a:prstGeom>
            </p:spPr>
            <p:txBody>
              <a:bodyPr wrap="square">
                <a:spAutoFit/>
              </a:bodyPr>
              <a:lstStyle/>
              <a:p>
                <a:pPr algn="ctr"/>
                <a:r>
                  <a:rPr lang="zh-CN" altLang="en-US" sz="2400" b="1" dirty="0">
                    <a:solidFill>
                      <a:srgbClr val="3333FF"/>
                    </a:solidFill>
                    <a:latin typeface="Arial" panose="020B0604020202020204" pitchFamily="34" charset="0"/>
                    <a:ea typeface="STHeiti" panose="02010600040101010101" pitchFamily="2" charset="-122"/>
                    <a:cs typeface="Arial" panose="020B0604020202020204" pitchFamily="34" charset="0"/>
                  </a:rPr>
                  <a:t>输入</a:t>
                </a:r>
                <a:endParaRPr lang="en-US" altLang="zh-CN" sz="2400" b="1" dirty="0">
                  <a:solidFill>
                    <a:srgbClr val="3333FF"/>
                  </a:solidFill>
                  <a:latin typeface="Arial" panose="020B0604020202020204" pitchFamily="34" charset="0"/>
                  <a:ea typeface="STHeiti" panose="02010600040101010101" pitchFamily="2" charset="-122"/>
                  <a:cs typeface="Arial" panose="020B0604020202020204" pitchFamily="34" charset="0"/>
                </a:endParaRPr>
              </a:p>
            </p:txBody>
          </p:sp>
          <p:sp>
            <p:nvSpPr>
              <p:cNvPr id="20" name="Rectangle 19">
                <a:extLst>
                  <a:ext uri="{FF2B5EF4-FFF2-40B4-BE49-F238E27FC236}">
                    <a16:creationId xmlns:a16="http://schemas.microsoft.com/office/drawing/2014/main" id="{6F50519B-7CB5-4940-8BAF-01F8E3CEA5EA}"/>
                  </a:ext>
                </a:extLst>
              </p:cNvPr>
              <p:cNvSpPr/>
              <p:nvPr/>
            </p:nvSpPr>
            <p:spPr>
              <a:xfrm>
                <a:off x="1221104" y="3604711"/>
                <a:ext cx="492444" cy="646331"/>
              </a:xfrm>
              <a:prstGeom prst="rect">
                <a:avLst/>
              </a:prstGeom>
            </p:spPr>
            <p:txBody>
              <a:bodyPr wrap="none">
                <a:spAutoFit/>
              </a:bodyPr>
              <a:lstStyle/>
              <a:p>
                <a:r>
                  <a:rPr lang="en-US" altLang="zh-CN" sz="3600" b="1" i="1" kern="0" dirty="0">
                    <a:solidFill>
                      <a:srgbClr val="3333FF"/>
                    </a:solidFill>
                    <a:latin typeface="Arial" panose="020B0604020202020204" pitchFamily="34" charset="0"/>
                    <a:ea typeface="STHeiti" panose="02010600040101010101" pitchFamily="2" charset="-122"/>
                    <a:cs typeface="Arial" panose="020B0604020202020204" pitchFamily="34" charset="0"/>
                  </a:rPr>
                  <a:t>X</a:t>
                </a:r>
                <a:endParaRPr lang="en-CN" dirty="0">
                  <a:solidFill>
                    <a:srgbClr val="3333FF"/>
                  </a:solidFill>
                  <a:latin typeface="Arial" panose="020B0604020202020204" pitchFamily="34" charset="0"/>
                  <a:ea typeface="STHeiti" panose="02010600040101010101" pitchFamily="2" charset="-122"/>
                  <a:cs typeface="Arial" panose="020B0604020202020204" pitchFamily="34" charset="0"/>
                </a:endParaRPr>
              </a:p>
            </p:txBody>
          </p:sp>
        </p:grpSp>
      </p:grpSp>
      <p:sp>
        <p:nvSpPr>
          <p:cNvPr id="10" name="Title 4">
            <a:extLst>
              <a:ext uri="{FF2B5EF4-FFF2-40B4-BE49-F238E27FC236}">
                <a16:creationId xmlns:a16="http://schemas.microsoft.com/office/drawing/2014/main" id="{7A6BA265-DDCA-6AD1-2396-1D452364E250}"/>
              </a:ext>
            </a:extLst>
          </p:cNvPr>
          <p:cNvSpPr txBox="1">
            <a:spLocks/>
          </p:cNvSpPr>
          <p:nvPr/>
        </p:nvSpPr>
        <p:spPr bwMode="auto">
          <a:xfrm>
            <a:off x="457200" y="136800"/>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dirty="0">
                <a:latin typeface="Arial" panose="020B0604020202020204" pitchFamily="34" charset="0"/>
                <a:cs typeface="Arial" panose="020B0604020202020204" pitchFamily="34" charset="0"/>
              </a:rPr>
              <a:t>时序逻辑</a:t>
            </a:r>
            <a:endParaRPr lang="en-CN" kern="0" dirty="0"/>
          </a:p>
        </p:txBody>
      </p:sp>
      <p:graphicFrame>
        <p:nvGraphicFramePr>
          <p:cNvPr id="2" name="Table 4">
            <a:extLst>
              <a:ext uri="{FF2B5EF4-FFF2-40B4-BE49-F238E27FC236}">
                <a16:creationId xmlns:a16="http://schemas.microsoft.com/office/drawing/2014/main" id="{E9A182F5-DBA0-57A0-B9CA-F0697DFF6164}"/>
              </a:ext>
            </a:extLst>
          </p:cNvPr>
          <p:cNvGraphicFramePr>
            <a:graphicFrameLocks noGrp="1"/>
          </p:cNvGraphicFramePr>
          <p:nvPr>
            <p:extLst>
              <p:ext uri="{D42A27DB-BD31-4B8C-83A1-F6EECF244321}">
                <p14:modId xmlns:p14="http://schemas.microsoft.com/office/powerpoint/2010/main" val="3945830419"/>
              </p:ext>
            </p:extLst>
          </p:nvPr>
        </p:nvGraphicFramePr>
        <p:xfrm>
          <a:off x="4391980" y="1394516"/>
          <a:ext cx="4049389" cy="5158684"/>
        </p:xfrm>
        <a:graphic>
          <a:graphicData uri="http://schemas.openxmlformats.org/drawingml/2006/table">
            <a:tbl>
              <a:tblPr firstRow="1">
                <a:tableStyleId>{72833802-FEF1-4C79-8D5D-14CF1EAF98D9}</a:tableStyleId>
              </a:tblPr>
              <a:tblGrid>
                <a:gridCol w="772096">
                  <a:extLst>
                    <a:ext uri="{9D8B030D-6E8A-4147-A177-3AD203B41FA5}">
                      <a16:colId xmlns:a16="http://schemas.microsoft.com/office/drawing/2014/main" val="2649625643"/>
                    </a:ext>
                  </a:extLst>
                </a:gridCol>
                <a:gridCol w="723402">
                  <a:extLst>
                    <a:ext uri="{9D8B030D-6E8A-4147-A177-3AD203B41FA5}">
                      <a16:colId xmlns:a16="http://schemas.microsoft.com/office/drawing/2014/main" val="3191345124"/>
                    </a:ext>
                  </a:extLst>
                </a:gridCol>
                <a:gridCol w="2553891">
                  <a:extLst>
                    <a:ext uri="{9D8B030D-6E8A-4147-A177-3AD203B41FA5}">
                      <a16:colId xmlns:a16="http://schemas.microsoft.com/office/drawing/2014/main" val="3013045087"/>
                    </a:ext>
                  </a:extLst>
                </a:gridCol>
              </a:tblGrid>
              <a:tr h="303452">
                <a:tc>
                  <a:txBody>
                    <a:bodyPr/>
                    <a:lstStyle/>
                    <a:p>
                      <a:pPr algn="ctr" fontAlgn="ctr"/>
                      <a:r>
                        <a:rPr lang="zh-CN" altLang="en-US" sz="1800" u="none" strike="noStrike" dirty="0">
                          <a:solidFill>
                            <a:schemeClr val="tx1"/>
                          </a:solidFill>
                          <a:effectLst/>
                          <a:latin typeface="+mn-lt"/>
                          <a:ea typeface="+mn-ea"/>
                        </a:rPr>
                        <a:t>周</a:t>
                      </a:r>
                      <a:endParaRPr lang="zh-CN" altLang="en-US" sz="1800" b="0" i="0" u="none" strike="noStrike" dirty="0">
                        <a:solidFill>
                          <a:schemeClr val="tx1"/>
                        </a:solidFill>
                        <a:effectLst/>
                        <a:latin typeface="+mn-lt"/>
                        <a:ea typeface="+mn-ea"/>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ctr"/>
                      <a:r>
                        <a:rPr lang="zh-CN" altLang="en-US" sz="1800" u="none" strike="noStrike" dirty="0">
                          <a:solidFill>
                            <a:schemeClr val="tx1"/>
                          </a:solidFill>
                          <a:effectLst/>
                          <a:latin typeface="+mn-lt"/>
                          <a:ea typeface="+mn-ea"/>
                        </a:rPr>
                        <a:t>日期</a:t>
                      </a:r>
                      <a:endParaRPr lang="zh-CN" altLang="en-US" sz="1800" b="0" i="0" u="none" strike="noStrike" dirty="0">
                        <a:solidFill>
                          <a:schemeClr val="tx1"/>
                        </a:solidFill>
                        <a:effectLst/>
                        <a:latin typeface="+mn-lt"/>
                        <a:ea typeface="+mn-ea"/>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ctr"/>
                      <a:r>
                        <a:rPr lang="zh-CN" altLang="en-US" sz="1800" u="none" strike="noStrike" dirty="0">
                          <a:solidFill>
                            <a:schemeClr val="tx1"/>
                          </a:solidFill>
                          <a:effectLst/>
                          <a:latin typeface="+mn-lt"/>
                          <a:ea typeface="+mn-ea"/>
                        </a:rPr>
                        <a:t>暂定主要内容</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224227359"/>
                  </a:ext>
                </a:extLst>
              </a:tr>
              <a:tr h="303452">
                <a:tc>
                  <a:txBody>
                    <a:bodyPr/>
                    <a:lstStyle/>
                    <a:p>
                      <a:pPr algn="ctr">
                        <a:spcAft>
                          <a:spcPts val="0"/>
                        </a:spcAft>
                      </a:pPr>
                      <a:r>
                        <a:rPr lang="en-US" sz="1800" kern="100" dirty="0">
                          <a:effectLst/>
                          <a:latin typeface="+mn-lt"/>
                          <a:ea typeface="+mn-ea"/>
                        </a:rPr>
                        <a:t>1</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800" kern="100" dirty="0">
                          <a:effectLst/>
                          <a:latin typeface="+mn-lt"/>
                          <a:ea typeface="+mn-ea"/>
                        </a:rPr>
                        <a:t>2/2</a:t>
                      </a:r>
                      <a:r>
                        <a:rPr lang="en-US" altLang="zh-CN" sz="1800" kern="100" dirty="0">
                          <a:effectLst/>
                          <a:latin typeface="+mn-lt"/>
                          <a:ea typeface="+mn-ea"/>
                        </a:rPr>
                        <a:t>7</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sz="1800" kern="100" dirty="0">
                          <a:effectLst/>
                          <a:latin typeface="+mn-lt"/>
                          <a:ea typeface="+mn-ea"/>
                        </a:rPr>
                        <a:t>概论</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38216603"/>
                  </a:ext>
                </a:extLst>
              </a:tr>
              <a:tr h="303452">
                <a:tc>
                  <a:txBody>
                    <a:bodyPr/>
                    <a:lstStyle/>
                    <a:p>
                      <a:pPr algn="ctr">
                        <a:spcAft>
                          <a:spcPts val="0"/>
                        </a:spcAft>
                      </a:pPr>
                      <a:r>
                        <a:rPr lang="en-US" sz="1800" kern="100" dirty="0">
                          <a:solidFill>
                            <a:schemeClr val="tx1"/>
                          </a:solidFill>
                          <a:effectLst/>
                          <a:latin typeface="+mn-lt"/>
                          <a:ea typeface="+mn-ea"/>
                          <a:cs typeface="+mn-cs"/>
                        </a:rPr>
                        <a:t>2</a:t>
                      </a:r>
                      <a:endParaRPr lang="en-CN" sz="180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altLang="zh-CN" sz="1800" kern="100" dirty="0">
                          <a:solidFill>
                            <a:schemeClr val="tx1"/>
                          </a:solidFill>
                          <a:effectLst/>
                          <a:latin typeface="+mn-lt"/>
                          <a:ea typeface="+mn-ea"/>
                          <a:cs typeface="+mn-cs"/>
                        </a:rPr>
                        <a:t>3/5</a:t>
                      </a:r>
                      <a:endParaRPr lang="en-CN" sz="180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altLang="en-US" sz="1800" kern="100" dirty="0">
                          <a:solidFill>
                            <a:schemeClr val="tx1"/>
                          </a:solidFill>
                          <a:effectLst/>
                          <a:latin typeface="+mn-lt"/>
                          <a:ea typeface="+mn-ea"/>
                          <a:cs typeface="+mn-cs"/>
                        </a:rPr>
                        <a:t>布尔代数</a:t>
                      </a:r>
                      <a:endParaRPr lang="en-CN" sz="180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72337287"/>
                  </a:ext>
                </a:extLst>
              </a:tr>
              <a:tr h="303452">
                <a:tc>
                  <a:txBody>
                    <a:bodyPr/>
                    <a:lstStyle/>
                    <a:p>
                      <a:pPr algn="ctr">
                        <a:spcAft>
                          <a:spcPts val="0"/>
                        </a:spcAft>
                      </a:pPr>
                      <a:r>
                        <a:rPr lang="en-US" sz="1800" kern="100" dirty="0">
                          <a:solidFill>
                            <a:schemeClr val="tx1"/>
                          </a:solidFill>
                          <a:effectLst/>
                          <a:latin typeface="+mn-lt"/>
                          <a:ea typeface="+mn-ea"/>
                          <a:cs typeface="+mn-cs"/>
                        </a:rPr>
                        <a:t>3</a:t>
                      </a:r>
                      <a:endParaRPr lang="en-CN" sz="180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800" kern="100" dirty="0">
                          <a:solidFill>
                            <a:schemeClr val="tx1"/>
                          </a:solidFill>
                          <a:effectLst/>
                          <a:latin typeface="+mn-lt"/>
                          <a:ea typeface="+mn-ea"/>
                          <a:cs typeface="+mn-cs"/>
                        </a:rPr>
                        <a:t>3/</a:t>
                      </a:r>
                      <a:r>
                        <a:rPr lang="en-US" altLang="zh-CN" sz="1800" kern="100" dirty="0">
                          <a:solidFill>
                            <a:schemeClr val="tx1"/>
                          </a:solidFill>
                          <a:effectLst/>
                          <a:latin typeface="+mn-lt"/>
                          <a:ea typeface="+mn-ea"/>
                          <a:cs typeface="+mn-cs"/>
                        </a:rPr>
                        <a:t>12</a:t>
                      </a:r>
                      <a:endParaRPr lang="en-CN" sz="180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altLang="en-US" sz="1800" kern="100" dirty="0">
                          <a:solidFill>
                            <a:schemeClr val="tx1"/>
                          </a:solidFill>
                          <a:effectLst/>
                          <a:latin typeface="+mn-lt"/>
                          <a:ea typeface="+mn-ea"/>
                          <a:cs typeface="+mn-cs"/>
                        </a:rPr>
                        <a:t>组合逻辑</a:t>
                      </a:r>
                      <a:endParaRPr lang="en-CN" sz="180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16521860"/>
                  </a:ext>
                </a:extLst>
              </a:tr>
              <a:tr h="303452">
                <a:tc>
                  <a:txBody>
                    <a:bodyPr/>
                    <a:lstStyle/>
                    <a:p>
                      <a:pPr algn="ctr">
                        <a:spcAft>
                          <a:spcPts val="0"/>
                        </a:spcAft>
                      </a:pPr>
                      <a:r>
                        <a:rPr lang="en-US" sz="1800" kern="100" dirty="0">
                          <a:effectLst/>
                          <a:latin typeface="+mn-lt"/>
                          <a:ea typeface="+mn-ea"/>
                        </a:rPr>
                        <a:t>4</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800" kern="100" dirty="0">
                          <a:effectLst/>
                          <a:latin typeface="+mn-lt"/>
                          <a:ea typeface="+mn-ea"/>
                        </a:rPr>
                        <a:t>3/1</a:t>
                      </a:r>
                      <a:r>
                        <a:rPr lang="en-US" altLang="zh-CN" sz="1800" kern="100" dirty="0">
                          <a:effectLst/>
                          <a:latin typeface="+mn-lt"/>
                          <a:ea typeface="+mn-ea"/>
                        </a:rPr>
                        <a:t>9</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sz="1800" kern="100" dirty="0">
                          <a:effectLst/>
                          <a:latin typeface="+mn-lt"/>
                          <a:ea typeface="+mn-ea"/>
                        </a:rPr>
                        <a:t>时序逻辑</a:t>
                      </a:r>
                      <a:endParaRPr lang="en-CN" sz="1800" kern="10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7502044"/>
                  </a:ext>
                </a:extLst>
              </a:tr>
              <a:tr h="303452">
                <a:tc>
                  <a:txBody>
                    <a:bodyPr/>
                    <a:lstStyle/>
                    <a:p>
                      <a:pPr algn="ctr">
                        <a:spcAft>
                          <a:spcPts val="0"/>
                        </a:spcAft>
                      </a:pPr>
                      <a:r>
                        <a:rPr lang="en-US" sz="1800" b="1" kern="100" dirty="0">
                          <a:solidFill>
                            <a:srgbClr val="3333FF"/>
                          </a:solidFill>
                          <a:effectLst/>
                          <a:latin typeface="+mn-lt"/>
                          <a:ea typeface="+mn-ea"/>
                          <a:cs typeface="+mn-cs"/>
                        </a:rPr>
                        <a:t>5</a:t>
                      </a:r>
                      <a:endParaRPr lang="en-CN" sz="1800" b="1" kern="100" dirty="0">
                        <a:solidFill>
                          <a:srgbClr val="3333FF"/>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800" b="1" kern="100" dirty="0">
                          <a:solidFill>
                            <a:srgbClr val="3333FF"/>
                          </a:solidFill>
                          <a:effectLst/>
                          <a:latin typeface="+mn-lt"/>
                          <a:ea typeface="+mn-ea"/>
                          <a:cs typeface="+mn-cs"/>
                        </a:rPr>
                        <a:t>3/2</a:t>
                      </a:r>
                      <a:r>
                        <a:rPr lang="en-US" altLang="zh-CN" sz="1800" b="1" kern="100" dirty="0">
                          <a:solidFill>
                            <a:srgbClr val="3333FF"/>
                          </a:solidFill>
                          <a:effectLst/>
                          <a:latin typeface="+mn-lt"/>
                          <a:ea typeface="+mn-ea"/>
                          <a:cs typeface="+mn-cs"/>
                        </a:rPr>
                        <a:t>6</a:t>
                      </a:r>
                      <a:endParaRPr lang="en-CN" sz="1800" b="1" kern="100" dirty="0">
                        <a:solidFill>
                          <a:srgbClr val="3333FF"/>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altLang="en-US" sz="1800" b="1" kern="100" dirty="0">
                          <a:solidFill>
                            <a:srgbClr val="3333FF"/>
                          </a:solidFill>
                          <a:effectLst/>
                          <a:latin typeface="+mn-lt"/>
                          <a:ea typeface="+mn-ea"/>
                          <a:cs typeface="+mn-cs"/>
                        </a:rPr>
                        <a:t>时序逻辑</a:t>
                      </a:r>
                      <a:endParaRPr lang="en-CN" sz="1800" b="1" kern="100" dirty="0">
                        <a:solidFill>
                          <a:srgbClr val="3333FF"/>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03171284"/>
                  </a:ext>
                </a:extLst>
              </a:tr>
              <a:tr h="303452">
                <a:tc>
                  <a:txBody>
                    <a:bodyPr/>
                    <a:lstStyle/>
                    <a:p>
                      <a:pPr algn="ctr">
                        <a:spcAft>
                          <a:spcPts val="0"/>
                        </a:spcAft>
                      </a:pPr>
                      <a:r>
                        <a:rPr lang="en-US" sz="1800" kern="100" dirty="0">
                          <a:effectLst/>
                          <a:latin typeface="+mn-lt"/>
                          <a:ea typeface="+mn-ea"/>
                        </a:rPr>
                        <a:t>6</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altLang="zh-CN" sz="1800" kern="100" dirty="0">
                          <a:effectLst/>
                          <a:latin typeface="+mn-lt"/>
                          <a:ea typeface="+mn-ea"/>
                        </a:rPr>
                        <a:t>4</a:t>
                      </a:r>
                      <a:r>
                        <a:rPr lang="en-US" sz="1800" kern="100" dirty="0">
                          <a:effectLst/>
                          <a:latin typeface="+mn-lt"/>
                          <a:ea typeface="+mn-ea"/>
                        </a:rPr>
                        <a:t>/2</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sz="1800" kern="100" dirty="0">
                          <a:effectLst/>
                          <a:latin typeface="+mn-lt"/>
                          <a:ea typeface="+mn-ea"/>
                        </a:rPr>
                        <a:t>计算机指令系统</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99144793"/>
                  </a:ext>
                </a:extLst>
              </a:tr>
              <a:tr h="303452">
                <a:tc>
                  <a:txBody>
                    <a:bodyPr/>
                    <a:lstStyle/>
                    <a:p>
                      <a:pPr marL="0" algn="ctr" defTabSz="914400" rtl="0" eaLnBrk="1" latinLnBrk="0" hangingPunct="1">
                        <a:spcAft>
                          <a:spcPts val="0"/>
                        </a:spcAft>
                      </a:pPr>
                      <a:r>
                        <a:rPr lang="en-US" sz="1800" kern="100" dirty="0">
                          <a:solidFill>
                            <a:schemeClr val="tx1"/>
                          </a:solidFill>
                          <a:effectLst/>
                          <a:latin typeface="+mn-lt"/>
                          <a:ea typeface="+mn-ea"/>
                          <a:cs typeface="+mn-cs"/>
                        </a:rPr>
                        <a:t>7</a:t>
                      </a:r>
                      <a:endParaRPr lang="en-CN" sz="180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spcAft>
                          <a:spcPts val="0"/>
                        </a:spcAft>
                      </a:pPr>
                      <a:r>
                        <a:rPr lang="en-US" sz="1800" kern="100" dirty="0">
                          <a:solidFill>
                            <a:schemeClr val="tx1"/>
                          </a:solidFill>
                          <a:effectLst/>
                          <a:latin typeface="+mn-lt"/>
                          <a:ea typeface="+mn-ea"/>
                          <a:cs typeface="+mn-cs"/>
                        </a:rPr>
                        <a:t>4/</a:t>
                      </a:r>
                      <a:r>
                        <a:rPr lang="en-US" altLang="zh-CN" sz="1800" kern="100" dirty="0">
                          <a:solidFill>
                            <a:schemeClr val="tx1"/>
                          </a:solidFill>
                          <a:effectLst/>
                          <a:latin typeface="+mn-lt"/>
                          <a:ea typeface="+mn-ea"/>
                          <a:cs typeface="+mn-cs"/>
                        </a:rPr>
                        <a:t>9</a:t>
                      </a:r>
                      <a:endParaRPr lang="en-CN" sz="180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zh-CN" sz="1800" kern="100" dirty="0">
                          <a:effectLst/>
                          <a:latin typeface="+mn-lt"/>
                          <a:ea typeface="+mn-ea"/>
                        </a:rPr>
                        <a:t>计算机指令系统</a:t>
                      </a:r>
                      <a:endParaRPr lang="en-CN" altLang="zh-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25838581"/>
                  </a:ext>
                </a:extLst>
              </a:tr>
              <a:tr h="303452">
                <a:tc>
                  <a:txBody>
                    <a:bodyPr/>
                    <a:lstStyle/>
                    <a:p>
                      <a:pPr algn="ctr">
                        <a:spcAft>
                          <a:spcPts val="0"/>
                        </a:spcAft>
                      </a:pPr>
                      <a:r>
                        <a:rPr lang="en-US" sz="1800" kern="100" dirty="0">
                          <a:effectLst/>
                          <a:latin typeface="+mn-lt"/>
                          <a:ea typeface="+mn-ea"/>
                        </a:rPr>
                        <a:t>8</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800" kern="100" dirty="0">
                          <a:solidFill>
                            <a:schemeClr val="tx1"/>
                          </a:solidFill>
                          <a:effectLst/>
                          <a:latin typeface="+mn-lt"/>
                          <a:ea typeface="+mn-ea"/>
                        </a:rPr>
                        <a:t>4/1</a:t>
                      </a:r>
                      <a:r>
                        <a:rPr lang="en-US" altLang="zh-CN" sz="1800" kern="100" dirty="0">
                          <a:solidFill>
                            <a:schemeClr val="tx1"/>
                          </a:solidFill>
                          <a:effectLst/>
                          <a:latin typeface="+mn-lt"/>
                          <a:ea typeface="+mn-ea"/>
                        </a:rPr>
                        <a:t>6</a:t>
                      </a:r>
                      <a:endParaRPr lang="en-CN" sz="1800" kern="100" dirty="0">
                        <a:solidFill>
                          <a:schemeClr val="tx1"/>
                        </a:solidFill>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kern="100" dirty="0">
                          <a:effectLst/>
                          <a:latin typeface="+mn-lt"/>
                          <a:ea typeface="+mn-ea"/>
                        </a:rPr>
                        <a:t>微处理器</a:t>
                      </a:r>
                      <a:endParaRPr lang="en-CN" altLang="zh-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9159880"/>
                  </a:ext>
                </a:extLst>
              </a:tr>
              <a:tr h="303452">
                <a:tc>
                  <a:txBody>
                    <a:bodyPr/>
                    <a:lstStyle/>
                    <a:p>
                      <a:pPr algn="ctr">
                        <a:spcAft>
                          <a:spcPts val="0"/>
                        </a:spcAft>
                      </a:pPr>
                      <a:r>
                        <a:rPr lang="en-US" altLang="zh-CN" sz="1800" b="0" kern="100" dirty="0">
                          <a:solidFill>
                            <a:schemeClr val="tx1"/>
                          </a:solidFill>
                          <a:effectLst/>
                          <a:latin typeface="+mn-lt"/>
                          <a:ea typeface="+mn-ea"/>
                          <a:cs typeface="+mn-cs"/>
                        </a:rPr>
                        <a:t>9</a:t>
                      </a:r>
                      <a:endParaRPr lang="en-CN" sz="1800" b="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algn="ctr">
                        <a:spcAft>
                          <a:spcPts val="0"/>
                        </a:spcAft>
                      </a:pPr>
                      <a:r>
                        <a:rPr lang="zh-CN" altLang="en-US" sz="1800" kern="100" dirty="0">
                          <a:effectLst/>
                          <a:latin typeface="+mn-lt"/>
                          <a:ea typeface="+mn-ea"/>
                        </a:rPr>
                        <a:t>待定</a:t>
                      </a:r>
                      <a:endParaRPr lang="en-CN" sz="180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algn="ctr">
                        <a:spcAft>
                          <a:spcPts val="0"/>
                        </a:spcAft>
                      </a:pPr>
                      <a:r>
                        <a:rPr lang="zh-CN" altLang="en-US" sz="1800" kern="100" dirty="0">
                          <a:effectLst/>
                          <a:latin typeface="+mn-lt"/>
                          <a:ea typeface="+mn-ea"/>
                        </a:rPr>
                        <a:t>期中考试</a:t>
                      </a:r>
                      <a:endParaRPr lang="en-CN" sz="180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extLst>
                  <a:ext uri="{0D108BD9-81ED-4DB2-BD59-A6C34878D82A}">
                    <a16:rowId xmlns:a16="http://schemas.microsoft.com/office/drawing/2014/main" val="270427551"/>
                  </a:ext>
                </a:extLst>
              </a:tr>
              <a:tr h="303452">
                <a:tc>
                  <a:txBody>
                    <a:bodyPr/>
                    <a:lstStyle/>
                    <a:p>
                      <a:pPr algn="ctr">
                        <a:spcAft>
                          <a:spcPts val="0"/>
                        </a:spcAft>
                      </a:pPr>
                      <a:r>
                        <a:rPr lang="en-US" sz="1800" b="0" kern="100" dirty="0">
                          <a:solidFill>
                            <a:schemeClr val="tx1"/>
                          </a:solidFill>
                          <a:effectLst/>
                          <a:latin typeface="+mn-lt"/>
                          <a:ea typeface="+mn-ea"/>
                          <a:cs typeface="+mn-cs"/>
                        </a:rPr>
                        <a:t>10</a:t>
                      </a:r>
                      <a:endParaRPr lang="en-CN" sz="1800" b="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c>
                  <a:txBody>
                    <a:bodyPr/>
                    <a:lstStyle/>
                    <a:p>
                      <a:pPr algn="ctr">
                        <a:spcAft>
                          <a:spcPts val="0"/>
                        </a:spcAft>
                      </a:pPr>
                      <a:r>
                        <a:rPr lang="en-US" sz="1800" b="0" i="0" kern="100" dirty="0">
                          <a:solidFill>
                            <a:schemeClr val="tx1"/>
                          </a:solidFill>
                          <a:effectLst/>
                          <a:latin typeface="+mn-lt"/>
                          <a:ea typeface="+mn-ea"/>
                          <a:cs typeface="+mn-cs"/>
                        </a:rPr>
                        <a:t>4/</a:t>
                      </a:r>
                      <a:r>
                        <a:rPr lang="en-US" altLang="zh-CN" sz="1800" b="0" i="0" kern="100" dirty="0">
                          <a:solidFill>
                            <a:schemeClr val="tx1"/>
                          </a:solidFill>
                          <a:effectLst/>
                          <a:latin typeface="+mn-lt"/>
                          <a:ea typeface="+mn-ea"/>
                          <a:cs typeface="+mn-cs"/>
                        </a:rPr>
                        <a:t>30</a:t>
                      </a:r>
                      <a:endParaRPr lang="en-CN" sz="1800" b="0" i="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c>
                  <a:txBody>
                    <a:bodyPr/>
                    <a:lstStyle/>
                    <a:p>
                      <a:pPr algn="ctr">
                        <a:spcAft>
                          <a:spcPts val="0"/>
                        </a:spcAft>
                      </a:pPr>
                      <a:r>
                        <a:rPr lang="zh-CN" altLang="en-US" sz="1800" b="0" kern="100" dirty="0">
                          <a:solidFill>
                            <a:schemeClr val="tx1"/>
                          </a:solidFill>
                          <a:effectLst/>
                          <a:latin typeface="+mn-lt"/>
                          <a:ea typeface="+mn-ea"/>
                          <a:cs typeface="+mn-cs"/>
                        </a:rPr>
                        <a:t>劳动节放假</a:t>
                      </a:r>
                      <a:endParaRPr lang="en-CN" sz="1800" b="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extLst>
                  <a:ext uri="{0D108BD9-81ED-4DB2-BD59-A6C34878D82A}">
                    <a16:rowId xmlns:a16="http://schemas.microsoft.com/office/drawing/2014/main" val="390011716"/>
                  </a:ext>
                </a:extLst>
              </a:tr>
              <a:tr h="303452">
                <a:tc>
                  <a:txBody>
                    <a:bodyPr/>
                    <a:lstStyle/>
                    <a:p>
                      <a:pPr algn="ctr">
                        <a:spcAft>
                          <a:spcPts val="0"/>
                        </a:spcAft>
                      </a:pPr>
                      <a:r>
                        <a:rPr lang="en-US" sz="1800" kern="100" dirty="0">
                          <a:solidFill>
                            <a:schemeClr val="tx1"/>
                          </a:solidFill>
                          <a:effectLst/>
                          <a:latin typeface="+mn-lt"/>
                          <a:ea typeface="+mn-ea"/>
                          <a:cs typeface="+mn-cs"/>
                        </a:rPr>
                        <a:t>11</a:t>
                      </a:r>
                      <a:endParaRPr lang="en-CN" sz="180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800" kern="100" dirty="0">
                          <a:solidFill>
                            <a:schemeClr val="tx1"/>
                          </a:solidFill>
                          <a:effectLst/>
                          <a:latin typeface="+mn-lt"/>
                          <a:ea typeface="+mn-ea"/>
                          <a:cs typeface="+mn-cs"/>
                        </a:rPr>
                        <a:t>5/</a:t>
                      </a:r>
                      <a:r>
                        <a:rPr lang="en-US" altLang="zh-CN" sz="1800" kern="100" dirty="0">
                          <a:solidFill>
                            <a:schemeClr val="tx1"/>
                          </a:solidFill>
                          <a:effectLst/>
                          <a:latin typeface="+mn-lt"/>
                          <a:ea typeface="+mn-ea"/>
                          <a:cs typeface="+mn-cs"/>
                        </a:rPr>
                        <a:t>7</a:t>
                      </a:r>
                      <a:endParaRPr lang="en-CN" sz="180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kern="100" dirty="0">
                          <a:solidFill>
                            <a:schemeClr val="tx1"/>
                          </a:solidFill>
                          <a:effectLst/>
                          <a:latin typeface="+mn-lt"/>
                          <a:ea typeface="+mn-ea"/>
                          <a:cs typeface="+mn-cs"/>
                        </a:rPr>
                        <a:t>微处理器</a:t>
                      </a: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50714810"/>
                  </a:ext>
                </a:extLst>
              </a:tr>
              <a:tr h="303452">
                <a:tc>
                  <a:txBody>
                    <a:bodyPr/>
                    <a:lstStyle/>
                    <a:p>
                      <a:pPr algn="ctr">
                        <a:spcAft>
                          <a:spcPts val="0"/>
                        </a:spcAft>
                      </a:pPr>
                      <a:r>
                        <a:rPr lang="en-US" sz="1800" kern="100">
                          <a:effectLst/>
                          <a:latin typeface="+mn-lt"/>
                          <a:ea typeface="+mn-ea"/>
                        </a:rPr>
                        <a:t>12</a:t>
                      </a:r>
                      <a:endParaRPr lang="en-CN" sz="1800" kern="10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800" kern="100" dirty="0">
                          <a:solidFill>
                            <a:schemeClr val="tx1"/>
                          </a:solidFill>
                          <a:effectLst/>
                          <a:latin typeface="+mn-lt"/>
                          <a:ea typeface="+mn-ea"/>
                        </a:rPr>
                        <a:t>5/</a:t>
                      </a:r>
                      <a:r>
                        <a:rPr lang="en-US" altLang="zh-CN" sz="1800" kern="100" dirty="0">
                          <a:solidFill>
                            <a:schemeClr val="tx1"/>
                          </a:solidFill>
                          <a:effectLst/>
                          <a:latin typeface="+mn-lt"/>
                          <a:ea typeface="+mn-ea"/>
                        </a:rPr>
                        <a:t>14</a:t>
                      </a:r>
                      <a:endParaRPr lang="en-CN" sz="1800" kern="100" dirty="0">
                        <a:solidFill>
                          <a:schemeClr val="tx1"/>
                        </a:solidFill>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altLang="en-CN" sz="1800" kern="100" dirty="0">
                          <a:effectLst/>
                          <a:latin typeface="+mn-lt"/>
                          <a:ea typeface="+mn-ea"/>
                        </a:rPr>
                        <a:t>微处理器</a:t>
                      </a:r>
                      <a:r>
                        <a:rPr lang="en-US" altLang="zh-CN" sz="1800" kern="100" dirty="0">
                          <a:effectLst/>
                          <a:latin typeface="+mn-lt"/>
                          <a:ea typeface="+mn-ea"/>
                        </a:rPr>
                        <a:t>/</a:t>
                      </a:r>
                      <a:r>
                        <a:rPr lang="zh-CN" altLang="en-US" sz="1800" kern="100" dirty="0">
                          <a:effectLst/>
                          <a:latin typeface="+mn-lt"/>
                          <a:ea typeface="+mn-ea"/>
                        </a:rPr>
                        <a:t>流水线</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96459178"/>
                  </a:ext>
                </a:extLst>
              </a:tr>
              <a:tr h="303452">
                <a:tc>
                  <a:txBody>
                    <a:bodyPr/>
                    <a:lstStyle/>
                    <a:p>
                      <a:pPr algn="ctr">
                        <a:spcAft>
                          <a:spcPts val="0"/>
                        </a:spcAft>
                      </a:pPr>
                      <a:r>
                        <a:rPr lang="en-US" sz="1800" kern="100" dirty="0">
                          <a:effectLst/>
                          <a:latin typeface="+mn-lt"/>
                          <a:ea typeface="+mn-ea"/>
                        </a:rPr>
                        <a:t>13</a:t>
                      </a:r>
                      <a:endParaRPr lang="en-CN" sz="1800" kern="10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800" kern="100" dirty="0">
                          <a:effectLst/>
                          <a:latin typeface="+mn-lt"/>
                          <a:ea typeface="+mn-ea"/>
                        </a:rPr>
                        <a:t>5/</a:t>
                      </a:r>
                      <a:r>
                        <a:rPr lang="en-US" altLang="zh-CN" sz="1800" kern="100" dirty="0">
                          <a:effectLst/>
                          <a:latin typeface="+mn-lt"/>
                          <a:ea typeface="+mn-ea"/>
                        </a:rPr>
                        <a:t>21</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sz="1800" kern="100" dirty="0">
                          <a:effectLst/>
                          <a:latin typeface="+mn-lt"/>
                          <a:ea typeface="+mn-ea"/>
                        </a:rPr>
                        <a:t>流水线</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09920872"/>
                  </a:ext>
                </a:extLst>
              </a:tr>
              <a:tr h="303452">
                <a:tc>
                  <a:txBody>
                    <a:bodyPr/>
                    <a:lstStyle/>
                    <a:p>
                      <a:pPr algn="ctr">
                        <a:spcAft>
                          <a:spcPts val="0"/>
                        </a:spcAft>
                      </a:pPr>
                      <a:r>
                        <a:rPr lang="en-US" sz="1800" kern="100" dirty="0">
                          <a:effectLst/>
                          <a:latin typeface="+mn-lt"/>
                          <a:ea typeface="+mn-ea"/>
                        </a:rPr>
                        <a:t>14</a:t>
                      </a:r>
                      <a:endParaRPr lang="en-CN" sz="1800" kern="10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800" kern="100" dirty="0">
                          <a:effectLst/>
                          <a:latin typeface="+mn-lt"/>
                          <a:ea typeface="+mn-ea"/>
                        </a:rPr>
                        <a:t>5/</a:t>
                      </a:r>
                      <a:r>
                        <a:rPr lang="en-US" altLang="zh-CN" sz="1800" kern="100" dirty="0">
                          <a:effectLst/>
                          <a:latin typeface="+mn-lt"/>
                          <a:ea typeface="+mn-ea"/>
                        </a:rPr>
                        <a:t>28</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sz="1800" kern="100" dirty="0">
                          <a:effectLst/>
                          <a:latin typeface="+mn-lt"/>
                          <a:ea typeface="+mn-ea"/>
                        </a:rPr>
                        <a:t>流水线</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37062504"/>
                  </a:ext>
                </a:extLst>
              </a:tr>
              <a:tr h="303452">
                <a:tc>
                  <a:txBody>
                    <a:bodyPr/>
                    <a:lstStyle/>
                    <a:p>
                      <a:pPr algn="ctr">
                        <a:spcAft>
                          <a:spcPts val="0"/>
                        </a:spcAft>
                      </a:pPr>
                      <a:r>
                        <a:rPr lang="en-US" sz="1800" kern="100" dirty="0">
                          <a:effectLst/>
                          <a:latin typeface="+mn-lt"/>
                          <a:ea typeface="+mn-ea"/>
                        </a:rPr>
                        <a:t>15</a:t>
                      </a:r>
                      <a:endParaRPr lang="en-CN" sz="1800" kern="10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altLang="zh-CN" sz="1800" kern="100" dirty="0">
                          <a:effectLst/>
                          <a:latin typeface="+mn-lt"/>
                          <a:ea typeface="+mn-ea"/>
                        </a:rPr>
                        <a:t>6</a:t>
                      </a:r>
                      <a:r>
                        <a:rPr lang="en-US" sz="1800" kern="100" dirty="0">
                          <a:effectLst/>
                          <a:latin typeface="+mn-lt"/>
                          <a:ea typeface="+mn-ea"/>
                        </a:rPr>
                        <a:t>/</a:t>
                      </a:r>
                      <a:r>
                        <a:rPr lang="en-US" altLang="zh-CN" sz="1800" kern="100" dirty="0">
                          <a:effectLst/>
                          <a:latin typeface="+mn-lt"/>
                          <a:ea typeface="+mn-ea"/>
                        </a:rPr>
                        <a:t>4</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sz="1800" kern="100" dirty="0">
                          <a:effectLst/>
                          <a:latin typeface="+mn-lt"/>
                          <a:ea typeface="+mn-ea"/>
                        </a:rPr>
                        <a:t>存储器</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492450"/>
                  </a:ext>
                </a:extLst>
              </a:tr>
              <a:tr h="303452">
                <a:tc>
                  <a:txBody>
                    <a:bodyPr/>
                    <a:lstStyle/>
                    <a:p>
                      <a:pPr algn="ctr">
                        <a:spcAft>
                          <a:spcPts val="0"/>
                        </a:spcAft>
                      </a:pPr>
                      <a:r>
                        <a:rPr lang="en-US" altLang="zh-CN" sz="1800" kern="100" dirty="0">
                          <a:effectLst/>
                          <a:latin typeface="+mn-lt"/>
                          <a:ea typeface="+mn-ea"/>
                        </a:rPr>
                        <a:t>16</a:t>
                      </a:r>
                      <a:endParaRPr lang="en-CN" sz="1800" kern="10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altLang="zh-CN" sz="1800" kern="100" dirty="0">
                          <a:effectLst/>
                          <a:latin typeface="+mn-lt"/>
                          <a:ea typeface="+mn-ea"/>
                        </a:rPr>
                        <a:t>6/11</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sz="1800" kern="100" dirty="0">
                          <a:effectLst/>
                          <a:latin typeface="+mn-lt"/>
                          <a:ea typeface="+mn-ea"/>
                        </a:rPr>
                        <a:t>存储器</a:t>
                      </a:r>
                      <a:r>
                        <a:rPr lang="en-US" altLang="zh-CN" sz="1800" kern="100" dirty="0">
                          <a:effectLst/>
                          <a:latin typeface="+mn-lt"/>
                          <a:ea typeface="+mn-ea"/>
                        </a:rPr>
                        <a:t>/IO</a:t>
                      </a:r>
                      <a:r>
                        <a:rPr lang="zh-CN" altLang="en-US" sz="1800" kern="100" dirty="0">
                          <a:effectLst/>
                          <a:latin typeface="+mn-lt"/>
                          <a:ea typeface="+mn-ea"/>
                        </a:rPr>
                        <a:t>与总线</a:t>
                      </a:r>
                      <a:r>
                        <a:rPr lang="en-US" altLang="zh-CN" sz="1800" kern="100" dirty="0">
                          <a:effectLst/>
                          <a:latin typeface="+mn-lt"/>
                          <a:ea typeface="+mn-ea"/>
                        </a:rPr>
                        <a:t>/</a:t>
                      </a:r>
                      <a:r>
                        <a:rPr lang="zh-CN" altLang="en-US" sz="1800" kern="100" dirty="0">
                          <a:effectLst/>
                          <a:latin typeface="+mn-lt"/>
                          <a:ea typeface="+mn-ea"/>
                        </a:rPr>
                        <a:t>总结</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11204958"/>
                  </a:ext>
                </a:extLst>
              </a:tr>
            </a:tbl>
          </a:graphicData>
        </a:graphic>
      </p:graphicFrame>
    </p:spTree>
    <p:extLst>
      <p:ext uri="{BB962C8B-B14F-4D97-AF65-F5344CB8AC3E}">
        <p14:creationId xmlns:p14="http://schemas.microsoft.com/office/powerpoint/2010/main" val="31660135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65D6A49B-B11E-DF4F-911F-14A8E83BD3E9}"/>
              </a:ext>
            </a:extLst>
          </p:cNvPr>
          <p:cNvSpPr/>
          <p:nvPr/>
        </p:nvSpPr>
        <p:spPr>
          <a:xfrm>
            <a:off x="3488290" y="1540771"/>
            <a:ext cx="2122101" cy="1618699"/>
          </a:xfrm>
          <a:prstGeom prst="rect">
            <a:avLst/>
          </a:prstGeom>
          <a:solidFill>
            <a:schemeClr val="bg1">
              <a:lumMod val="95000"/>
            </a:schemeClr>
          </a:solidFill>
        </p:spPr>
        <p:txBody>
          <a:bodyPr wrap="square" rtlCol="0" anchor="t">
            <a:noAutofit/>
          </a:bodyPr>
          <a:lstStyle/>
          <a:p>
            <a:r>
              <a:rPr lang="en-CN" altLang="zh-CN" sz="2000" dirty="0">
                <a:solidFill>
                  <a:schemeClr val="tx1"/>
                </a:solidFill>
                <a:latin typeface="Arial" panose="020B0604020202020204" pitchFamily="34" charset="0"/>
                <a:cs typeface="Arial" panose="020B0604020202020204" pitchFamily="34" charset="0"/>
              </a:rPr>
              <a:t>Comb. Logic</a:t>
            </a:r>
          </a:p>
        </p:txBody>
      </p:sp>
      <p:sp>
        <p:nvSpPr>
          <p:cNvPr id="4" name="Slide Number Placeholder 3">
            <a:extLst>
              <a:ext uri="{FF2B5EF4-FFF2-40B4-BE49-F238E27FC236}">
                <a16:creationId xmlns:a16="http://schemas.microsoft.com/office/drawing/2014/main" id="{B5F6B2E3-88D9-154A-A080-881D5EC140E8}"/>
              </a:ext>
            </a:extLst>
          </p:cNvPr>
          <p:cNvSpPr>
            <a:spLocks noGrp="1"/>
          </p:cNvSpPr>
          <p:nvPr>
            <p:ph type="sldNum" sz="quarter" idx="12"/>
          </p:nvPr>
        </p:nvSpPr>
        <p:spPr/>
        <p:txBody>
          <a:bodyPr/>
          <a:lstStyle/>
          <a:p>
            <a:fld id="{176ACFD1-D213-4B9C-817B-45486DBF105A}" type="slidenum">
              <a:rPr lang="en-US" smtClean="0">
                <a:solidFill>
                  <a:prstClr val="black"/>
                </a:solidFill>
              </a:rPr>
              <a:pPr/>
              <a:t>4</a:t>
            </a:fld>
            <a:endParaRPr lang="en-US">
              <a:solidFill>
                <a:prstClr val="black"/>
              </a:solidFill>
            </a:endParaRPr>
          </a:p>
        </p:txBody>
      </p:sp>
      <p:sp>
        <p:nvSpPr>
          <p:cNvPr id="47" name="Rectangle 46">
            <a:extLst>
              <a:ext uri="{FF2B5EF4-FFF2-40B4-BE49-F238E27FC236}">
                <a16:creationId xmlns:a16="http://schemas.microsoft.com/office/drawing/2014/main" id="{EBE9B41B-7B93-074A-8F47-FFCC5F7B817E}"/>
              </a:ext>
            </a:extLst>
          </p:cNvPr>
          <p:cNvSpPr/>
          <p:nvPr/>
        </p:nvSpPr>
        <p:spPr bwMode="auto">
          <a:xfrm>
            <a:off x="3767015" y="2528840"/>
            <a:ext cx="1676400" cy="463542"/>
          </a:xfrm>
          <a:prstGeom prst="rect">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1800" dirty="0">
                <a:solidFill>
                  <a:srgbClr val="000000"/>
                </a:solidFill>
                <a:latin typeface="+mj-lt"/>
                <a:ea typeface="+mj-ea"/>
                <a:cs typeface="Arial" panose="020B0604020202020204" pitchFamily="34" charset="0"/>
              </a:rPr>
              <a:t>Total + Input</a:t>
            </a:r>
            <a:endParaRPr kumimoji="0" lang="en-US" sz="2800" i="0" u="none" strike="noStrike" kern="1200" cap="none" spc="0" normalizeH="0" baseline="0" noProof="0" dirty="0">
              <a:ln>
                <a:noFill/>
              </a:ln>
              <a:solidFill>
                <a:srgbClr val="000000"/>
              </a:solidFill>
              <a:effectLst/>
              <a:uLnTx/>
              <a:uFillTx/>
              <a:latin typeface="+mj-lt"/>
              <a:ea typeface="+mj-ea"/>
              <a:cs typeface="Arial" panose="020B0604020202020204" pitchFamily="34" charset="0"/>
            </a:endParaRPr>
          </a:p>
        </p:txBody>
      </p:sp>
      <p:sp>
        <p:nvSpPr>
          <p:cNvPr id="51" name="TextBox 50">
            <a:extLst>
              <a:ext uri="{FF2B5EF4-FFF2-40B4-BE49-F238E27FC236}">
                <a16:creationId xmlns:a16="http://schemas.microsoft.com/office/drawing/2014/main" id="{07A29082-F5CA-B542-A593-543D6586701F}"/>
              </a:ext>
            </a:extLst>
          </p:cNvPr>
          <p:cNvSpPr txBox="1"/>
          <p:nvPr/>
        </p:nvSpPr>
        <p:spPr>
          <a:xfrm>
            <a:off x="809276" y="2362200"/>
            <a:ext cx="2695924" cy="707886"/>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i="0" u="none" strike="noStrike" kern="1200" cap="none" spc="0" normalizeH="0" baseline="0" noProof="0" dirty="0">
                <a:ln>
                  <a:noFill/>
                </a:ln>
                <a:solidFill>
                  <a:srgbClr val="C00000"/>
                </a:solidFill>
                <a:effectLst/>
                <a:uLnTx/>
                <a:uFillTx/>
                <a:latin typeface="+mj-lt"/>
                <a:ea typeface="+mj-ea"/>
                <a:cs typeface="Arial" panose="020B0604020202020204" pitchFamily="34" charset="0"/>
              </a:rPr>
              <a:t>Input</a:t>
            </a:r>
          </a:p>
          <a:p>
            <a:pPr>
              <a:defRPr/>
            </a:pPr>
            <a:r>
              <a:rPr lang="en-US" altLang="zh-CN" sz="2000" dirty="0">
                <a:solidFill>
                  <a:srgbClr val="C00000"/>
                </a:solidFill>
                <a:latin typeface="Arial" panose="020B0604020202020204" pitchFamily="34" charset="0"/>
                <a:cs typeface="Arial" panose="020B0604020202020204" pitchFamily="34" charset="0"/>
              </a:rPr>
              <a:t>(Daily workout in km)</a:t>
            </a:r>
          </a:p>
        </p:txBody>
      </p:sp>
      <p:sp>
        <p:nvSpPr>
          <p:cNvPr id="52" name="TextBox 51">
            <a:extLst>
              <a:ext uri="{FF2B5EF4-FFF2-40B4-BE49-F238E27FC236}">
                <a16:creationId xmlns:a16="http://schemas.microsoft.com/office/drawing/2014/main" id="{CBB75C91-0C02-2C4D-87F5-B26AF396588D}"/>
              </a:ext>
            </a:extLst>
          </p:cNvPr>
          <p:cNvSpPr txBox="1"/>
          <p:nvPr/>
        </p:nvSpPr>
        <p:spPr>
          <a:xfrm>
            <a:off x="5902055" y="2036914"/>
            <a:ext cx="1024639" cy="400110"/>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000" i="0" u="none" strike="noStrike" kern="1200" cap="none" spc="0" normalizeH="0" baseline="0" noProof="0" dirty="0">
                <a:ln>
                  <a:noFill/>
                </a:ln>
                <a:solidFill>
                  <a:srgbClr val="000000"/>
                </a:solidFill>
                <a:effectLst/>
                <a:uLnTx/>
                <a:uFillTx/>
                <a:latin typeface="+mj-lt"/>
                <a:ea typeface="+mj-ea"/>
                <a:cs typeface="Arial" panose="020B0604020202020204" pitchFamily="34" charset="0"/>
              </a:rPr>
              <a:t>Output</a:t>
            </a:r>
            <a:endParaRPr kumimoji="0" lang="en-US" sz="2000" i="0" u="none" strike="noStrike" kern="1200" cap="none" spc="0" normalizeH="0" baseline="0" noProof="0" dirty="0">
              <a:ln>
                <a:noFill/>
              </a:ln>
              <a:solidFill>
                <a:srgbClr val="000000"/>
              </a:solidFill>
              <a:effectLst/>
              <a:uLnTx/>
              <a:uFillTx/>
              <a:latin typeface="+mj-lt"/>
              <a:ea typeface="+mj-ea"/>
              <a:cs typeface="Arial" panose="020B0604020202020204" pitchFamily="34" charset="0"/>
            </a:endParaRPr>
          </a:p>
        </p:txBody>
      </p:sp>
      <p:cxnSp>
        <p:nvCxnSpPr>
          <p:cNvPr id="53" name="Straight Arrow Connector 52">
            <a:extLst>
              <a:ext uri="{FF2B5EF4-FFF2-40B4-BE49-F238E27FC236}">
                <a16:creationId xmlns:a16="http://schemas.microsoft.com/office/drawing/2014/main" id="{1D51E946-D273-6249-BC83-922B4B1419BE}"/>
              </a:ext>
            </a:extLst>
          </p:cNvPr>
          <p:cNvCxnSpPr>
            <a:cxnSpLocks/>
          </p:cNvCxnSpPr>
          <p:nvPr/>
        </p:nvCxnSpPr>
        <p:spPr bwMode="auto">
          <a:xfrm>
            <a:off x="5457991" y="2236969"/>
            <a:ext cx="381000" cy="0"/>
          </a:xfrm>
          <a:prstGeom prst="straightConnector1">
            <a:avLst/>
          </a:prstGeom>
          <a:noFill/>
          <a:ln w="28575" cap="flat" cmpd="sng" algn="ctr">
            <a:solidFill>
              <a:schemeClr val="tx1"/>
            </a:solidFill>
            <a:prstDash val="solid"/>
            <a:round/>
            <a:headEnd type="none" w="med" len="med"/>
            <a:tailEnd type="triangle" w="med" len="med"/>
          </a:ln>
          <a:effectLst/>
        </p:spPr>
      </p:cxnSp>
      <p:sp>
        <p:nvSpPr>
          <p:cNvPr id="60" name="Freeform 59">
            <a:extLst>
              <a:ext uri="{FF2B5EF4-FFF2-40B4-BE49-F238E27FC236}">
                <a16:creationId xmlns:a16="http://schemas.microsoft.com/office/drawing/2014/main" id="{939D2831-48FF-4A41-8F70-B7A85581F5C3}"/>
              </a:ext>
            </a:extLst>
          </p:cNvPr>
          <p:cNvSpPr/>
          <p:nvPr/>
        </p:nvSpPr>
        <p:spPr bwMode="auto">
          <a:xfrm>
            <a:off x="5443415" y="2784608"/>
            <a:ext cx="390299" cy="914401"/>
          </a:xfrm>
          <a:custGeom>
            <a:avLst/>
            <a:gdLst>
              <a:gd name="connsiteX0" fmla="*/ 16042 w 256673"/>
              <a:gd name="connsiteY0" fmla="*/ 0 h 513347"/>
              <a:gd name="connsiteX1" fmla="*/ 256673 w 256673"/>
              <a:gd name="connsiteY1" fmla="*/ 0 h 513347"/>
              <a:gd name="connsiteX2" fmla="*/ 256673 w 256673"/>
              <a:gd name="connsiteY2" fmla="*/ 513347 h 513347"/>
              <a:gd name="connsiteX3" fmla="*/ 0 w 256673"/>
              <a:gd name="connsiteY3" fmla="*/ 513347 h 513347"/>
              <a:gd name="connsiteX0" fmla="*/ 383 w 256673"/>
              <a:gd name="connsiteY0" fmla="*/ 1337 h 513347"/>
              <a:gd name="connsiteX1" fmla="*/ 256673 w 256673"/>
              <a:gd name="connsiteY1" fmla="*/ 0 h 513347"/>
              <a:gd name="connsiteX2" fmla="*/ 256673 w 256673"/>
              <a:gd name="connsiteY2" fmla="*/ 513347 h 513347"/>
              <a:gd name="connsiteX3" fmla="*/ 0 w 256673"/>
              <a:gd name="connsiteY3" fmla="*/ 513347 h 513347"/>
            </a:gdLst>
            <a:ahLst/>
            <a:cxnLst>
              <a:cxn ang="0">
                <a:pos x="connsiteX0" y="connsiteY0"/>
              </a:cxn>
              <a:cxn ang="0">
                <a:pos x="connsiteX1" y="connsiteY1"/>
              </a:cxn>
              <a:cxn ang="0">
                <a:pos x="connsiteX2" y="connsiteY2"/>
              </a:cxn>
              <a:cxn ang="0">
                <a:pos x="connsiteX3" y="connsiteY3"/>
              </a:cxn>
            </a:cxnLst>
            <a:rect l="l" t="t" r="r" b="b"/>
            <a:pathLst>
              <a:path w="256673" h="513347">
                <a:moveTo>
                  <a:pt x="383" y="1337"/>
                </a:moveTo>
                <a:lnTo>
                  <a:pt x="256673" y="0"/>
                </a:lnTo>
                <a:lnTo>
                  <a:pt x="256673" y="513347"/>
                </a:lnTo>
                <a:lnTo>
                  <a:pt x="0" y="513347"/>
                </a:lnTo>
              </a:path>
            </a:pathLst>
          </a:custGeom>
          <a:no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600" i="0" u="none" strike="noStrike" kern="1200" cap="none" spc="0" normalizeH="0" baseline="0" noProof="0">
              <a:ln>
                <a:noFill/>
              </a:ln>
              <a:solidFill>
                <a:srgbClr val="FF3300"/>
              </a:solidFill>
              <a:effectLst/>
              <a:uLnTx/>
              <a:uFillTx/>
              <a:latin typeface="+mj-lt"/>
              <a:ea typeface="+mj-ea"/>
              <a:cs typeface="Arial" panose="020B0604020202020204" pitchFamily="34" charset="0"/>
            </a:endParaRPr>
          </a:p>
        </p:txBody>
      </p:sp>
      <p:sp>
        <p:nvSpPr>
          <p:cNvPr id="62" name="Freeform 61">
            <a:extLst>
              <a:ext uri="{FF2B5EF4-FFF2-40B4-BE49-F238E27FC236}">
                <a16:creationId xmlns:a16="http://schemas.microsoft.com/office/drawing/2014/main" id="{7E7EA96B-8D72-0845-90E6-C087301A5795}"/>
              </a:ext>
            </a:extLst>
          </p:cNvPr>
          <p:cNvSpPr/>
          <p:nvPr/>
        </p:nvSpPr>
        <p:spPr bwMode="auto">
          <a:xfrm flipH="1">
            <a:off x="3576555" y="2824369"/>
            <a:ext cx="190459" cy="729821"/>
          </a:xfrm>
          <a:custGeom>
            <a:avLst/>
            <a:gdLst>
              <a:gd name="connsiteX0" fmla="*/ 16042 w 256673"/>
              <a:gd name="connsiteY0" fmla="*/ 0 h 513347"/>
              <a:gd name="connsiteX1" fmla="*/ 256673 w 256673"/>
              <a:gd name="connsiteY1" fmla="*/ 0 h 513347"/>
              <a:gd name="connsiteX2" fmla="*/ 256673 w 256673"/>
              <a:gd name="connsiteY2" fmla="*/ 513347 h 513347"/>
              <a:gd name="connsiteX3" fmla="*/ 0 w 256673"/>
              <a:gd name="connsiteY3" fmla="*/ 513347 h 513347"/>
            </a:gdLst>
            <a:ahLst/>
            <a:cxnLst>
              <a:cxn ang="0">
                <a:pos x="connsiteX0" y="connsiteY0"/>
              </a:cxn>
              <a:cxn ang="0">
                <a:pos x="connsiteX1" y="connsiteY1"/>
              </a:cxn>
              <a:cxn ang="0">
                <a:pos x="connsiteX2" y="connsiteY2"/>
              </a:cxn>
              <a:cxn ang="0">
                <a:pos x="connsiteX3" y="connsiteY3"/>
              </a:cxn>
            </a:cxnLst>
            <a:rect l="l" t="t" r="r" b="b"/>
            <a:pathLst>
              <a:path w="256673" h="513347">
                <a:moveTo>
                  <a:pt x="16042" y="0"/>
                </a:moveTo>
                <a:lnTo>
                  <a:pt x="256673" y="0"/>
                </a:lnTo>
                <a:lnTo>
                  <a:pt x="256673" y="513347"/>
                </a:lnTo>
                <a:lnTo>
                  <a:pt x="0" y="513347"/>
                </a:lnTo>
              </a:path>
            </a:pathLst>
          </a:custGeom>
          <a:noFill/>
          <a:ln w="28575" cap="flat" cmpd="sng" algn="ctr">
            <a:solidFill>
              <a:schemeClr val="tx1"/>
            </a:solidFill>
            <a:prstDash val="solid"/>
            <a:round/>
            <a:headEnd type="triangl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600" i="0" u="none" strike="noStrike" kern="1200" cap="none" spc="0" normalizeH="0" baseline="0" noProof="0">
              <a:ln>
                <a:noFill/>
              </a:ln>
              <a:solidFill>
                <a:srgbClr val="FF3300"/>
              </a:solidFill>
              <a:effectLst/>
              <a:uLnTx/>
              <a:uFillTx/>
              <a:latin typeface="+mj-lt"/>
              <a:ea typeface="+mj-ea"/>
              <a:cs typeface="Arial" panose="020B0604020202020204" pitchFamily="34" charset="0"/>
            </a:endParaRPr>
          </a:p>
        </p:txBody>
      </p:sp>
      <p:cxnSp>
        <p:nvCxnSpPr>
          <p:cNvPr id="31" name="Straight Arrow Connector 30">
            <a:extLst>
              <a:ext uri="{FF2B5EF4-FFF2-40B4-BE49-F238E27FC236}">
                <a16:creationId xmlns:a16="http://schemas.microsoft.com/office/drawing/2014/main" id="{B0529EB6-D5F1-3D4C-974A-CBAC0CC79A80}"/>
              </a:ext>
            </a:extLst>
          </p:cNvPr>
          <p:cNvCxnSpPr>
            <a:cxnSpLocks/>
          </p:cNvCxnSpPr>
          <p:nvPr/>
        </p:nvCxnSpPr>
        <p:spPr bwMode="auto">
          <a:xfrm>
            <a:off x="3172655" y="3783169"/>
            <a:ext cx="594360" cy="0"/>
          </a:xfrm>
          <a:prstGeom prst="straightConnector1">
            <a:avLst/>
          </a:prstGeom>
          <a:noFill/>
          <a:ln w="28575" cap="flat" cmpd="sng" algn="ctr">
            <a:solidFill>
              <a:srgbClr val="0432FF"/>
            </a:solidFill>
            <a:prstDash val="solid"/>
            <a:round/>
            <a:headEnd type="none" w="med" len="med"/>
            <a:tailEnd type="triangle" w="med" len="med"/>
          </a:ln>
          <a:effectLst/>
        </p:spPr>
      </p:cxnSp>
      <p:cxnSp>
        <p:nvCxnSpPr>
          <p:cNvPr id="34" name="Straight Arrow Connector 33">
            <a:extLst>
              <a:ext uri="{FF2B5EF4-FFF2-40B4-BE49-F238E27FC236}">
                <a16:creationId xmlns:a16="http://schemas.microsoft.com/office/drawing/2014/main" id="{C2E8D57B-B4EB-BE44-AAD7-88B7A038D38A}"/>
              </a:ext>
            </a:extLst>
          </p:cNvPr>
          <p:cNvCxnSpPr>
            <a:cxnSpLocks/>
          </p:cNvCxnSpPr>
          <p:nvPr/>
        </p:nvCxnSpPr>
        <p:spPr bwMode="auto">
          <a:xfrm>
            <a:off x="3153124" y="2675059"/>
            <a:ext cx="594360" cy="0"/>
          </a:xfrm>
          <a:prstGeom prst="straightConnector1">
            <a:avLst/>
          </a:prstGeom>
          <a:noFill/>
          <a:ln w="28575" cap="flat" cmpd="sng" algn="ctr">
            <a:solidFill>
              <a:schemeClr val="accent5">
                <a:lumMod val="50000"/>
              </a:schemeClr>
            </a:solidFill>
            <a:prstDash val="solid"/>
            <a:round/>
            <a:headEnd type="none" w="med" len="med"/>
            <a:tailEnd type="triangle" w="med" len="med"/>
          </a:ln>
          <a:effectLst/>
        </p:spPr>
      </p:cxnSp>
      <p:sp>
        <p:nvSpPr>
          <p:cNvPr id="28" name="Rectangle 27">
            <a:extLst>
              <a:ext uri="{FF2B5EF4-FFF2-40B4-BE49-F238E27FC236}">
                <a16:creationId xmlns:a16="http://schemas.microsoft.com/office/drawing/2014/main" id="{32CBAB5C-28F7-5B47-BEB7-0BC0DA728B6B}"/>
              </a:ext>
            </a:extLst>
          </p:cNvPr>
          <p:cNvSpPr/>
          <p:nvPr/>
        </p:nvSpPr>
        <p:spPr bwMode="auto">
          <a:xfrm>
            <a:off x="3767015" y="2027902"/>
            <a:ext cx="1676400" cy="401746"/>
          </a:xfrm>
          <a:prstGeom prst="rect">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i="0" u="none" strike="noStrike" kern="1200" cap="none" spc="0" normalizeH="0" baseline="0" noProof="0" dirty="0">
                <a:ln>
                  <a:noFill/>
                </a:ln>
                <a:solidFill>
                  <a:srgbClr val="000000"/>
                </a:solidFill>
                <a:effectLst/>
                <a:uLnTx/>
                <a:uFillTx/>
                <a:latin typeface="+mj-lt"/>
                <a:ea typeface="+mj-ea"/>
                <a:cs typeface="Arial" panose="020B0604020202020204" pitchFamily="34" charset="0"/>
              </a:rPr>
              <a:t>1000 – Total</a:t>
            </a:r>
            <a:endParaRPr kumimoji="0" lang="en-US" sz="2800" i="0" u="none" strike="noStrike" kern="1200" cap="none" spc="0" normalizeH="0" baseline="0" noProof="0" dirty="0">
              <a:ln>
                <a:noFill/>
              </a:ln>
              <a:solidFill>
                <a:srgbClr val="000000"/>
              </a:solidFill>
              <a:effectLst/>
              <a:uLnTx/>
              <a:uFillTx/>
              <a:latin typeface="+mj-lt"/>
              <a:ea typeface="+mj-ea"/>
              <a:cs typeface="Arial" panose="020B0604020202020204" pitchFamily="34" charset="0"/>
            </a:endParaRPr>
          </a:p>
        </p:txBody>
      </p:sp>
      <p:sp>
        <p:nvSpPr>
          <p:cNvPr id="2" name="Freeform 1">
            <a:extLst>
              <a:ext uri="{FF2B5EF4-FFF2-40B4-BE49-F238E27FC236}">
                <a16:creationId xmlns:a16="http://schemas.microsoft.com/office/drawing/2014/main" id="{EBCAC3AC-46DC-394E-B966-88A772EEF44F}"/>
              </a:ext>
            </a:extLst>
          </p:cNvPr>
          <p:cNvSpPr/>
          <p:nvPr/>
        </p:nvSpPr>
        <p:spPr>
          <a:xfrm>
            <a:off x="3576557" y="2241335"/>
            <a:ext cx="170927" cy="577174"/>
          </a:xfrm>
          <a:custGeom>
            <a:avLst/>
            <a:gdLst>
              <a:gd name="connsiteX0" fmla="*/ 0 w 194553"/>
              <a:gd name="connsiteY0" fmla="*/ 577174 h 577174"/>
              <a:gd name="connsiteX1" fmla="*/ 0 w 194553"/>
              <a:gd name="connsiteY1" fmla="*/ 0 h 577174"/>
              <a:gd name="connsiteX2" fmla="*/ 194553 w 194553"/>
              <a:gd name="connsiteY2" fmla="*/ 0 h 577174"/>
            </a:gdLst>
            <a:ahLst/>
            <a:cxnLst>
              <a:cxn ang="0">
                <a:pos x="connsiteX0" y="connsiteY0"/>
              </a:cxn>
              <a:cxn ang="0">
                <a:pos x="connsiteX1" y="connsiteY1"/>
              </a:cxn>
              <a:cxn ang="0">
                <a:pos x="connsiteX2" y="connsiteY2"/>
              </a:cxn>
            </a:cxnLst>
            <a:rect l="l" t="t" r="r" b="b"/>
            <a:pathLst>
              <a:path w="194553" h="577174">
                <a:moveTo>
                  <a:pt x="0" y="577174"/>
                </a:moveTo>
                <a:lnTo>
                  <a:pt x="0" y="0"/>
                </a:lnTo>
                <a:lnTo>
                  <a:pt x="194553" y="0"/>
                </a:lnTo>
              </a:path>
            </a:pathLst>
          </a:custGeom>
          <a:noFill/>
          <a:ln w="28575">
            <a:tailEnd type="triangle"/>
          </a:ln>
        </p:spPr>
        <p:style>
          <a:lnRef idx="2">
            <a:schemeClr val="dk1"/>
          </a:lnRef>
          <a:fillRef idx="1">
            <a:schemeClr val="lt1"/>
          </a:fillRef>
          <a:effectRef idx="0">
            <a:schemeClr val="dk1"/>
          </a:effectRef>
          <a:fontRef idx="minor">
            <a:schemeClr val="dk1"/>
          </a:fontRef>
        </p:style>
        <p:txBody>
          <a:bodyPr rtlCol="0" anchor="ctr"/>
          <a:lstStyle/>
          <a:p>
            <a:pPr algn="ctr"/>
            <a:endParaRPr lang="en-CN">
              <a:latin typeface="+mj-lt"/>
              <a:ea typeface="+mj-ea"/>
              <a:cs typeface="Arial" panose="020B0604020202020204" pitchFamily="34" charset="0"/>
            </a:endParaRPr>
          </a:p>
        </p:txBody>
      </p:sp>
      <p:sp>
        <p:nvSpPr>
          <p:cNvPr id="30" name="Rectangle 29">
            <a:extLst>
              <a:ext uri="{FF2B5EF4-FFF2-40B4-BE49-F238E27FC236}">
                <a16:creationId xmlns:a16="http://schemas.microsoft.com/office/drawing/2014/main" id="{5E8404D8-3FBB-354A-8ADD-48CFA2EB9721}"/>
              </a:ext>
            </a:extLst>
          </p:cNvPr>
          <p:cNvSpPr/>
          <p:nvPr/>
        </p:nvSpPr>
        <p:spPr bwMode="auto">
          <a:xfrm>
            <a:off x="3781591" y="3306600"/>
            <a:ext cx="1676400" cy="732000"/>
          </a:xfrm>
          <a:prstGeom prst="rect">
            <a:avLst/>
          </a:prstGeom>
          <a:solidFill>
            <a:srgbClr val="F0F9E7"/>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000" i="0" u="none" strike="noStrike" kern="1200" cap="none" spc="0" normalizeH="0" baseline="0" noProof="0" dirty="0">
                <a:ln>
                  <a:noFill/>
                </a:ln>
                <a:solidFill>
                  <a:schemeClr val="accent4"/>
                </a:solidFill>
                <a:effectLst/>
                <a:uLnTx/>
                <a:uFillTx/>
                <a:latin typeface="+mj-lt"/>
                <a:ea typeface="+mj-ea"/>
                <a:cs typeface="Arial" panose="020B0604020202020204" pitchFamily="34" charset="0"/>
              </a:rPr>
              <a:t>Total</a:t>
            </a:r>
          </a:p>
          <a:p>
            <a:pPr marL="0" marR="0" lvl="0" indent="0" algn="ctr" defTabSz="914400" rtl="0" eaLnBrk="1" fontAlgn="base" latinLnBrk="0" hangingPunct="1">
              <a:lnSpc>
                <a:spcPct val="100000"/>
              </a:lnSpc>
              <a:spcBef>
                <a:spcPct val="0"/>
              </a:spcBef>
              <a:spcAft>
                <a:spcPct val="0"/>
              </a:spcAft>
              <a:buClrTx/>
              <a:buSzTx/>
              <a:buFontTx/>
              <a:buNone/>
              <a:tabLst/>
              <a:defRPr/>
            </a:pPr>
            <a:r>
              <a:rPr lang="zh-CN" altLang="en-US" sz="2000" dirty="0">
                <a:solidFill>
                  <a:schemeClr val="accent4"/>
                </a:solidFill>
                <a:latin typeface="+mj-lt"/>
                <a:ea typeface="+mj-ea"/>
                <a:cs typeface="Arial" panose="020B0604020202020204" pitchFamily="34" charset="0"/>
              </a:rPr>
              <a:t>（</a:t>
            </a:r>
            <a:r>
              <a:rPr lang="en-US" altLang="zh-CN" sz="2000" dirty="0">
                <a:solidFill>
                  <a:schemeClr val="accent4"/>
                </a:solidFill>
                <a:latin typeface="+mj-lt"/>
                <a:ea typeface="+mj-ea"/>
                <a:cs typeface="Arial" panose="020B0604020202020204" pitchFamily="34" charset="0"/>
              </a:rPr>
              <a:t>memory</a:t>
            </a:r>
            <a:r>
              <a:rPr lang="zh-CN" altLang="en-US" sz="2000" dirty="0">
                <a:solidFill>
                  <a:schemeClr val="accent4"/>
                </a:solidFill>
                <a:latin typeface="+mj-lt"/>
                <a:ea typeface="+mj-ea"/>
                <a:cs typeface="Arial" panose="020B0604020202020204" pitchFamily="34" charset="0"/>
              </a:rPr>
              <a:t>）</a:t>
            </a:r>
            <a:endParaRPr kumimoji="0" lang="en-US" altLang="zh-CN" sz="2400" i="0" u="none" strike="noStrike" kern="1200" cap="none" spc="0" normalizeH="0" baseline="0" noProof="0" dirty="0">
              <a:ln>
                <a:noFill/>
              </a:ln>
              <a:solidFill>
                <a:schemeClr val="accent4"/>
              </a:solidFill>
              <a:effectLst/>
              <a:uLnTx/>
              <a:uFillTx/>
              <a:latin typeface="+mj-lt"/>
              <a:ea typeface="+mj-ea"/>
              <a:cs typeface="Arial" panose="020B0604020202020204" pitchFamily="34" charset="0"/>
            </a:endParaRPr>
          </a:p>
        </p:txBody>
      </p:sp>
      <p:grpSp>
        <p:nvGrpSpPr>
          <p:cNvPr id="32" name="Group 31">
            <a:extLst>
              <a:ext uri="{FF2B5EF4-FFF2-40B4-BE49-F238E27FC236}">
                <a16:creationId xmlns:a16="http://schemas.microsoft.com/office/drawing/2014/main" id="{755FC2A8-2220-D74F-80E3-63629A078CF4}"/>
              </a:ext>
            </a:extLst>
          </p:cNvPr>
          <p:cNvGrpSpPr/>
          <p:nvPr/>
        </p:nvGrpSpPr>
        <p:grpSpPr>
          <a:xfrm>
            <a:off x="1196540" y="5439125"/>
            <a:ext cx="7197751" cy="672643"/>
            <a:chOff x="1143000" y="5181600"/>
            <a:chExt cx="7197751" cy="672643"/>
          </a:xfrm>
        </p:grpSpPr>
        <p:grpSp>
          <p:nvGrpSpPr>
            <p:cNvPr id="33" name="Group 32">
              <a:extLst>
                <a:ext uri="{FF2B5EF4-FFF2-40B4-BE49-F238E27FC236}">
                  <a16:creationId xmlns:a16="http://schemas.microsoft.com/office/drawing/2014/main" id="{DF93F1CE-ECF2-CE47-BA3F-9DA897E1235E}"/>
                </a:ext>
              </a:extLst>
            </p:cNvPr>
            <p:cNvGrpSpPr/>
            <p:nvPr/>
          </p:nvGrpSpPr>
          <p:grpSpPr>
            <a:xfrm>
              <a:off x="1143000" y="5181600"/>
              <a:ext cx="7197751" cy="490702"/>
              <a:chOff x="1143000" y="5410200"/>
              <a:chExt cx="7197751" cy="490702"/>
            </a:xfrm>
          </p:grpSpPr>
          <p:cxnSp>
            <p:nvCxnSpPr>
              <p:cNvPr id="66" name="Straight Arrow Connector 65">
                <a:extLst>
                  <a:ext uri="{FF2B5EF4-FFF2-40B4-BE49-F238E27FC236}">
                    <a16:creationId xmlns:a16="http://schemas.microsoft.com/office/drawing/2014/main" id="{3C955D9C-B768-5446-A032-AD5D6CB37BFC}"/>
                  </a:ext>
                </a:extLst>
              </p:cNvPr>
              <p:cNvCxnSpPr>
                <a:cxnSpLocks/>
              </p:cNvCxnSpPr>
              <p:nvPr/>
            </p:nvCxnSpPr>
            <p:spPr>
              <a:xfrm>
                <a:off x="1143000" y="5715000"/>
                <a:ext cx="6476866" cy="0"/>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763469A3-DCD0-1746-9F64-29F2C706DE33}"/>
                  </a:ext>
                </a:extLst>
              </p:cNvPr>
              <p:cNvCxnSpPr/>
              <p:nvPr/>
            </p:nvCxnSpPr>
            <p:spPr>
              <a:xfrm flipV="1">
                <a:off x="1676400" y="5410200"/>
                <a:ext cx="0" cy="304800"/>
              </a:xfrm>
              <a:prstGeom prst="line">
                <a:avLst/>
              </a:prstGeom>
              <a:ln w="28575">
                <a:solidFill>
                  <a:srgbClr val="0432FF"/>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6EB1A4D0-669E-4046-ACBC-E4A430823BC3}"/>
                  </a:ext>
                </a:extLst>
              </p:cNvPr>
              <p:cNvCxnSpPr/>
              <p:nvPr/>
            </p:nvCxnSpPr>
            <p:spPr>
              <a:xfrm flipV="1">
                <a:off x="2133600" y="5410200"/>
                <a:ext cx="0" cy="304800"/>
              </a:xfrm>
              <a:prstGeom prst="line">
                <a:avLst/>
              </a:prstGeom>
              <a:ln w="28575">
                <a:solidFill>
                  <a:srgbClr val="0432FF"/>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A0C00C7B-D19B-3F4E-B791-9B73ECBC8DA9}"/>
                  </a:ext>
                </a:extLst>
              </p:cNvPr>
              <p:cNvCxnSpPr/>
              <p:nvPr/>
            </p:nvCxnSpPr>
            <p:spPr>
              <a:xfrm flipV="1">
                <a:off x="2590800" y="5410200"/>
                <a:ext cx="0" cy="304800"/>
              </a:xfrm>
              <a:prstGeom prst="line">
                <a:avLst/>
              </a:prstGeom>
              <a:ln w="28575">
                <a:solidFill>
                  <a:srgbClr val="0432FF"/>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F5DF8395-25D5-CD4D-B0BE-E782BD0EF6B0}"/>
                  </a:ext>
                </a:extLst>
              </p:cNvPr>
              <p:cNvCxnSpPr/>
              <p:nvPr/>
            </p:nvCxnSpPr>
            <p:spPr>
              <a:xfrm flipV="1">
                <a:off x="3048000" y="5410200"/>
                <a:ext cx="0" cy="304800"/>
              </a:xfrm>
              <a:prstGeom prst="line">
                <a:avLst/>
              </a:prstGeom>
              <a:ln w="28575">
                <a:solidFill>
                  <a:srgbClr val="0432FF"/>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C7E86725-9BCF-C841-9B35-B1DFA32FB98D}"/>
                  </a:ext>
                </a:extLst>
              </p:cNvPr>
              <p:cNvCxnSpPr/>
              <p:nvPr/>
            </p:nvCxnSpPr>
            <p:spPr>
              <a:xfrm flipV="1">
                <a:off x="3505200" y="5410200"/>
                <a:ext cx="0" cy="304800"/>
              </a:xfrm>
              <a:prstGeom prst="line">
                <a:avLst/>
              </a:prstGeom>
              <a:ln w="28575">
                <a:solidFill>
                  <a:srgbClr val="0432FF"/>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D815BA10-6E42-8443-96D7-F920BF4A68E7}"/>
                  </a:ext>
                </a:extLst>
              </p:cNvPr>
              <p:cNvCxnSpPr/>
              <p:nvPr/>
            </p:nvCxnSpPr>
            <p:spPr>
              <a:xfrm flipV="1">
                <a:off x="3962400" y="5410200"/>
                <a:ext cx="0" cy="304800"/>
              </a:xfrm>
              <a:prstGeom prst="line">
                <a:avLst/>
              </a:prstGeom>
              <a:ln w="28575">
                <a:solidFill>
                  <a:srgbClr val="0432FF"/>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A89260DF-E064-8B46-9967-AAC22F44FA56}"/>
                  </a:ext>
                </a:extLst>
              </p:cNvPr>
              <p:cNvCxnSpPr/>
              <p:nvPr/>
            </p:nvCxnSpPr>
            <p:spPr>
              <a:xfrm flipV="1">
                <a:off x="4419600" y="5410200"/>
                <a:ext cx="0" cy="304800"/>
              </a:xfrm>
              <a:prstGeom prst="line">
                <a:avLst/>
              </a:prstGeom>
              <a:ln w="28575">
                <a:solidFill>
                  <a:srgbClr val="0432FF"/>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802F62D4-7DDA-D342-B791-776DFA24307B}"/>
                  </a:ext>
                </a:extLst>
              </p:cNvPr>
              <p:cNvCxnSpPr/>
              <p:nvPr/>
            </p:nvCxnSpPr>
            <p:spPr>
              <a:xfrm flipV="1">
                <a:off x="4876800" y="5410200"/>
                <a:ext cx="0" cy="304800"/>
              </a:xfrm>
              <a:prstGeom prst="line">
                <a:avLst/>
              </a:prstGeom>
              <a:ln w="28575">
                <a:solidFill>
                  <a:srgbClr val="0432FF"/>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3EEC46B7-12CD-F84D-9DB7-0AF1D52B48B6}"/>
                  </a:ext>
                </a:extLst>
              </p:cNvPr>
              <p:cNvCxnSpPr/>
              <p:nvPr/>
            </p:nvCxnSpPr>
            <p:spPr>
              <a:xfrm flipV="1">
                <a:off x="5334000" y="5410200"/>
                <a:ext cx="0" cy="304800"/>
              </a:xfrm>
              <a:prstGeom prst="line">
                <a:avLst/>
              </a:prstGeom>
              <a:ln w="28575">
                <a:solidFill>
                  <a:srgbClr val="0432FF"/>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1958E36D-4345-F24F-A003-C87A7632CC5A}"/>
                  </a:ext>
                </a:extLst>
              </p:cNvPr>
              <p:cNvCxnSpPr/>
              <p:nvPr/>
            </p:nvCxnSpPr>
            <p:spPr>
              <a:xfrm flipV="1">
                <a:off x="5791200" y="5410200"/>
                <a:ext cx="0" cy="304800"/>
              </a:xfrm>
              <a:prstGeom prst="line">
                <a:avLst/>
              </a:prstGeom>
              <a:ln w="28575">
                <a:solidFill>
                  <a:srgbClr val="0432FF"/>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E03A4367-A47B-6D48-9011-4F733F80DCF0}"/>
                  </a:ext>
                </a:extLst>
              </p:cNvPr>
              <p:cNvCxnSpPr/>
              <p:nvPr/>
            </p:nvCxnSpPr>
            <p:spPr>
              <a:xfrm flipV="1">
                <a:off x="6248400" y="5410200"/>
                <a:ext cx="0" cy="304800"/>
              </a:xfrm>
              <a:prstGeom prst="line">
                <a:avLst/>
              </a:prstGeom>
              <a:ln w="28575">
                <a:solidFill>
                  <a:srgbClr val="0432FF"/>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978EAC5A-0448-9745-BAD5-C5DE9C134770}"/>
                  </a:ext>
                </a:extLst>
              </p:cNvPr>
              <p:cNvCxnSpPr/>
              <p:nvPr/>
            </p:nvCxnSpPr>
            <p:spPr>
              <a:xfrm flipV="1">
                <a:off x="6705600" y="5410200"/>
                <a:ext cx="0" cy="304800"/>
              </a:xfrm>
              <a:prstGeom prst="line">
                <a:avLst/>
              </a:prstGeom>
              <a:ln w="28575">
                <a:solidFill>
                  <a:srgbClr val="0432FF"/>
                </a:solidFill>
                <a:tailEnd type="triangle"/>
              </a:ln>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7BE1EC01-964E-1E49-A18F-647F187A2E44}"/>
                  </a:ext>
                </a:extLst>
              </p:cNvPr>
              <p:cNvSpPr txBox="1"/>
              <p:nvPr/>
            </p:nvSpPr>
            <p:spPr>
              <a:xfrm>
                <a:off x="7599843" y="5500792"/>
                <a:ext cx="740908" cy="400110"/>
              </a:xfrm>
              <a:prstGeom prst="rect">
                <a:avLst/>
              </a:prstGeom>
              <a:noFill/>
            </p:spPr>
            <p:txBody>
              <a:bodyPr wrap="none" rtlCol="0">
                <a:spAutoFit/>
              </a:bodyPr>
              <a:lstStyle/>
              <a:p>
                <a:r>
                  <a:rPr lang="en-US" altLang="zh-CN" sz="2000" dirty="0">
                    <a:solidFill>
                      <a:srgbClr val="7030A0"/>
                    </a:solidFill>
                    <a:latin typeface="+mj-lt"/>
                    <a:ea typeface="+mj-ea"/>
                    <a:cs typeface="Arial" panose="020B0604020202020204" pitchFamily="34" charset="0"/>
                  </a:rPr>
                  <a:t>Date</a:t>
                </a:r>
                <a:endParaRPr lang="en-CN" sz="2000" dirty="0">
                  <a:solidFill>
                    <a:srgbClr val="7030A0"/>
                  </a:solidFill>
                  <a:latin typeface="+mj-lt"/>
                  <a:ea typeface="+mj-ea"/>
                  <a:cs typeface="Arial" panose="020B0604020202020204" pitchFamily="34" charset="0"/>
                </a:endParaRPr>
              </a:p>
            </p:txBody>
          </p:sp>
        </p:grpSp>
        <p:sp>
          <p:nvSpPr>
            <p:cNvPr id="35" name="TextBox 34">
              <a:extLst>
                <a:ext uri="{FF2B5EF4-FFF2-40B4-BE49-F238E27FC236}">
                  <a16:creationId xmlns:a16="http://schemas.microsoft.com/office/drawing/2014/main" id="{98CC4320-00AC-BF4A-A243-850C4876BCB4}"/>
                </a:ext>
              </a:extLst>
            </p:cNvPr>
            <p:cNvSpPr txBox="1"/>
            <p:nvPr/>
          </p:nvSpPr>
          <p:spPr>
            <a:xfrm>
              <a:off x="1459834" y="5546466"/>
              <a:ext cx="433132" cy="307777"/>
            </a:xfrm>
            <a:prstGeom prst="rect">
              <a:avLst/>
            </a:prstGeom>
            <a:noFill/>
          </p:spPr>
          <p:txBody>
            <a:bodyPr wrap="none" rtlCol="0">
              <a:spAutoFit/>
            </a:bodyPr>
            <a:lstStyle/>
            <a:p>
              <a:r>
                <a:rPr lang="en-CN" sz="1400" dirty="0">
                  <a:solidFill>
                    <a:srgbClr val="0432FF"/>
                  </a:solidFill>
                  <a:latin typeface="Arial" panose="020B0604020202020204" pitchFamily="34" charset="0"/>
                  <a:cs typeface="Arial" panose="020B0604020202020204" pitchFamily="34" charset="0"/>
                </a:rPr>
                <a:t>3/1</a:t>
              </a:r>
            </a:p>
          </p:txBody>
        </p:sp>
        <p:sp>
          <p:nvSpPr>
            <p:cNvPr id="36" name="TextBox 35">
              <a:extLst>
                <a:ext uri="{FF2B5EF4-FFF2-40B4-BE49-F238E27FC236}">
                  <a16:creationId xmlns:a16="http://schemas.microsoft.com/office/drawing/2014/main" id="{839B25B3-2DFB-BE42-9DA5-3F5537730473}"/>
                </a:ext>
              </a:extLst>
            </p:cNvPr>
            <p:cNvSpPr txBox="1"/>
            <p:nvPr/>
          </p:nvSpPr>
          <p:spPr>
            <a:xfrm>
              <a:off x="1917034" y="5544305"/>
              <a:ext cx="433132" cy="307777"/>
            </a:xfrm>
            <a:prstGeom prst="rect">
              <a:avLst/>
            </a:prstGeom>
            <a:noFill/>
          </p:spPr>
          <p:txBody>
            <a:bodyPr wrap="none" rtlCol="0">
              <a:spAutoFit/>
            </a:bodyPr>
            <a:lstStyle/>
            <a:p>
              <a:r>
                <a:rPr lang="en-CN" sz="1400" dirty="0">
                  <a:solidFill>
                    <a:srgbClr val="0432FF"/>
                  </a:solidFill>
                  <a:latin typeface="Arial" panose="020B0604020202020204" pitchFamily="34" charset="0"/>
                  <a:cs typeface="Arial" panose="020B0604020202020204" pitchFamily="34" charset="0"/>
                </a:rPr>
                <a:t>3/2</a:t>
              </a:r>
            </a:p>
          </p:txBody>
        </p:sp>
        <p:sp>
          <p:nvSpPr>
            <p:cNvPr id="38" name="TextBox 37">
              <a:extLst>
                <a:ext uri="{FF2B5EF4-FFF2-40B4-BE49-F238E27FC236}">
                  <a16:creationId xmlns:a16="http://schemas.microsoft.com/office/drawing/2014/main" id="{BD6B144E-422A-3E49-B6F6-8C589578668E}"/>
                </a:ext>
              </a:extLst>
            </p:cNvPr>
            <p:cNvSpPr txBox="1"/>
            <p:nvPr/>
          </p:nvSpPr>
          <p:spPr>
            <a:xfrm>
              <a:off x="2374234" y="5542144"/>
              <a:ext cx="433132" cy="307777"/>
            </a:xfrm>
            <a:prstGeom prst="rect">
              <a:avLst/>
            </a:prstGeom>
            <a:noFill/>
          </p:spPr>
          <p:txBody>
            <a:bodyPr wrap="none" rtlCol="0">
              <a:spAutoFit/>
            </a:bodyPr>
            <a:lstStyle/>
            <a:p>
              <a:r>
                <a:rPr lang="en-CN" sz="1400" dirty="0">
                  <a:solidFill>
                    <a:srgbClr val="0432FF"/>
                  </a:solidFill>
                  <a:latin typeface="Arial" panose="020B0604020202020204" pitchFamily="34" charset="0"/>
                  <a:cs typeface="Arial" panose="020B0604020202020204" pitchFamily="34" charset="0"/>
                </a:rPr>
                <a:t>3/3</a:t>
              </a:r>
            </a:p>
          </p:txBody>
        </p:sp>
        <p:sp>
          <p:nvSpPr>
            <p:cNvPr id="39" name="TextBox 38">
              <a:extLst>
                <a:ext uri="{FF2B5EF4-FFF2-40B4-BE49-F238E27FC236}">
                  <a16:creationId xmlns:a16="http://schemas.microsoft.com/office/drawing/2014/main" id="{AD8180AB-8957-8E4F-B619-2B2BCA9FD5D4}"/>
                </a:ext>
              </a:extLst>
            </p:cNvPr>
            <p:cNvSpPr txBox="1"/>
            <p:nvPr/>
          </p:nvSpPr>
          <p:spPr>
            <a:xfrm>
              <a:off x="2831434" y="5539983"/>
              <a:ext cx="433132" cy="307777"/>
            </a:xfrm>
            <a:prstGeom prst="rect">
              <a:avLst/>
            </a:prstGeom>
            <a:noFill/>
          </p:spPr>
          <p:txBody>
            <a:bodyPr wrap="none" rtlCol="0">
              <a:spAutoFit/>
            </a:bodyPr>
            <a:lstStyle/>
            <a:p>
              <a:r>
                <a:rPr lang="en-CN" sz="1400" dirty="0">
                  <a:solidFill>
                    <a:srgbClr val="0432FF"/>
                  </a:solidFill>
                  <a:latin typeface="Arial" panose="020B0604020202020204" pitchFamily="34" charset="0"/>
                  <a:cs typeface="Arial" panose="020B0604020202020204" pitchFamily="34" charset="0"/>
                </a:rPr>
                <a:t>3/4</a:t>
              </a:r>
            </a:p>
          </p:txBody>
        </p:sp>
        <p:sp>
          <p:nvSpPr>
            <p:cNvPr id="43" name="TextBox 42">
              <a:extLst>
                <a:ext uri="{FF2B5EF4-FFF2-40B4-BE49-F238E27FC236}">
                  <a16:creationId xmlns:a16="http://schemas.microsoft.com/office/drawing/2014/main" id="{0A4C521E-AF19-A94C-B33C-5EBBBAC3001B}"/>
                </a:ext>
              </a:extLst>
            </p:cNvPr>
            <p:cNvSpPr txBox="1"/>
            <p:nvPr/>
          </p:nvSpPr>
          <p:spPr>
            <a:xfrm>
              <a:off x="3288634" y="5537822"/>
              <a:ext cx="433132" cy="307777"/>
            </a:xfrm>
            <a:prstGeom prst="rect">
              <a:avLst/>
            </a:prstGeom>
            <a:noFill/>
          </p:spPr>
          <p:txBody>
            <a:bodyPr wrap="none" rtlCol="0">
              <a:spAutoFit/>
            </a:bodyPr>
            <a:lstStyle/>
            <a:p>
              <a:r>
                <a:rPr lang="en-CN" sz="1400" dirty="0">
                  <a:solidFill>
                    <a:srgbClr val="0432FF"/>
                  </a:solidFill>
                  <a:latin typeface="Arial" panose="020B0604020202020204" pitchFamily="34" charset="0"/>
                  <a:cs typeface="Arial" panose="020B0604020202020204" pitchFamily="34" charset="0"/>
                </a:rPr>
                <a:t>3/5</a:t>
              </a:r>
            </a:p>
          </p:txBody>
        </p:sp>
        <p:sp>
          <p:nvSpPr>
            <p:cNvPr id="44" name="TextBox 43">
              <a:extLst>
                <a:ext uri="{FF2B5EF4-FFF2-40B4-BE49-F238E27FC236}">
                  <a16:creationId xmlns:a16="http://schemas.microsoft.com/office/drawing/2014/main" id="{1935F3F3-8664-644F-864A-5D24244951B4}"/>
                </a:ext>
              </a:extLst>
            </p:cNvPr>
            <p:cNvSpPr txBox="1"/>
            <p:nvPr/>
          </p:nvSpPr>
          <p:spPr>
            <a:xfrm>
              <a:off x="3745834" y="5535661"/>
              <a:ext cx="433132" cy="307777"/>
            </a:xfrm>
            <a:prstGeom prst="rect">
              <a:avLst/>
            </a:prstGeom>
            <a:noFill/>
          </p:spPr>
          <p:txBody>
            <a:bodyPr wrap="none" rtlCol="0">
              <a:spAutoFit/>
            </a:bodyPr>
            <a:lstStyle/>
            <a:p>
              <a:r>
                <a:rPr lang="en-CN" sz="1400" dirty="0">
                  <a:solidFill>
                    <a:srgbClr val="0432FF"/>
                  </a:solidFill>
                  <a:latin typeface="Arial" panose="020B0604020202020204" pitchFamily="34" charset="0"/>
                  <a:cs typeface="Arial" panose="020B0604020202020204" pitchFamily="34" charset="0"/>
                </a:rPr>
                <a:t>3/6</a:t>
              </a:r>
            </a:p>
          </p:txBody>
        </p:sp>
        <p:sp>
          <p:nvSpPr>
            <p:cNvPr id="46" name="TextBox 45">
              <a:extLst>
                <a:ext uri="{FF2B5EF4-FFF2-40B4-BE49-F238E27FC236}">
                  <a16:creationId xmlns:a16="http://schemas.microsoft.com/office/drawing/2014/main" id="{C315E936-1665-ED4A-9E50-610AEBAF08A4}"/>
                </a:ext>
              </a:extLst>
            </p:cNvPr>
            <p:cNvSpPr txBox="1"/>
            <p:nvPr/>
          </p:nvSpPr>
          <p:spPr>
            <a:xfrm>
              <a:off x="4203034" y="5533500"/>
              <a:ext cx="433132" cy="307777"/>
            </a:xfrm>
            <a:prstGeom prst="rect">
              <a:avLst/>
            </a:prstGeom>
            <a:noFill/>
          </p:spPr>
          <p:txBody>
            <a:bodyPr wrap="none" rtlCol="0">
              <a:spAutoFit/>
            </a:bodyPr>
            <a:lstStyle/>
            <a:p>
              <a:r>
                <a:rPr lang="en-CN" sz="1400" dirty="0">
                  <a:solidFill>
                    <a:srgbClr val="0432FF"/>
                  </a:solidFill>
                  <a:latin typeface="Arial" panose="020B0604020202020204" pitchFamily="34" charset="0"/>
                  <a:cs typeface="Arial" panose="020B0604020202020204" pitchFamily="34" charset="0"/>
                </a:rPr>
                <a:t>3/7</a:t>
              </a:r>
            </a:p>
          </p:txBody>
        </p:sp>
        <p:sp>
          <p:nvSpPr>
            <p:cNvPr id="55" name="TextBox 54">
              <a:extLst>
                <a:ext uri="{FF2B5EF4-FFF2-40B4-BE49-F238E27FC236}">
                  <a16:creationId xmlns:a16="http://schemas.microsoft.com/office/drawing/2014/main" id="{961C8A1A-3614-6E4E-9AD4-6F9C757B0615}"/>
                </a:ext>
              </a:extLst>
            </p:cNvPr>
            <p:cNvSpPr txBox="1"/>
            <p:nvPr/>
          </p:nvSpPr>
          <p:spPr>
            <a:xfrm>
              <a:off x="4660234" y="5531339"/>
              <a:ext cx="433132" cy="307777"/>
            </a:xfrm>
            <a:prstGeom prst="rect">
              <a:avLst/>
            </a:prstGeom>
            <a:noFill/>
          </p:spPr>
          <p:txBody>
            <a:bodyPr wrap="none" rtlCol="0">
              <a:spAutoFit/>
            </a:bodyPr>
            <a:lstStyle/>
            <a:p>
              <a:r>
                <a:rPr lang="en-CN" sz="1400" dirty="0">
                  <a:solidFill>
                    <a:srgbClr val="0432FF"/>
                  </a:solidFill>
                  <a:latin typeface="Arial" panose="020B0604020202020204" pitchFamily="34" charset="0"/>
                  <a:cs typeface="Arial" panose="020B0604020202020204" pitchFamily="34" charset="0"/>
                </a:rPr>
                <a:t>3/8</a:t>
              </a:r>
            </a:p>
          </p:txBody>
        </p:sp>
        <p:sp>
          <p:nvSpPr>
            <p:cNvPr id="56" name="TextBox 55">
              <a:extLst>
                <a:ext uri="{FF2B5EF4-FFF2-40B4-BE49-F238E27FC236}">
                  <a16:creationId xmlns:a16="http://schemas.microsoft.com/office/drawing/2014/main" id="{EC03FAD2-E89B-6048-B176-3CB0FE1B79D2}"/>
                </a:ext>
              </a:extLst>
            </p:cNvPr>
            <p:cNvSpPr txBox="1"/>
            <p:nvPr/>
          </p:nvSpPr>
          <p:spPr>
            <a:xfrm>
              <a:off x="5117434" y="5529178"/>
              <a:ext cx="433132" cy="307777"/>
            </a:xfrm>
            <a:prstGeom prst="rect">
              <a:avLst/>
            </a:prstGeom>
            <a:noFill/>
          </p:spPr>
          <p:txBody>
            <a:bodyPr wrap="none" rtlCol="0">
              <a:spAutoFit/>
            </a:bodyPr>
            <a:lstStyle/>
            <a:p>
              <a:r>
                <a:rPr lang="en-CN" sz="1400" dirty="0">
                  <a:solidFill>
                    <a:srgbClr val="0432FF"/>
                  </a:solidFill>
                  <a:latin typeface="Arial" panose="020B0604020202020204" pitchFamily="34" charset="0"/>
                  <a:cs typeface="Arial" panose="020B0604020202020204" pitchFamily="34" charset="0"/>
                </a:rPr>
                <a:t>3/9</a:t>
              </a:r>
            </a:p>
          </p:txBody>
        </p:sp>
        <p:sp>
          <p:nvSpPr>
            <p:cNvPr id="63" name="TextBox 62">
              <a:extLst>
                <a:ext uri="{FF2B5EF4-FFF2-40B4-BE49-F238E27FC236}">
                  <a16:creationId xmlns:a16="http://schemas.microsoft.com/office/drawing/2014/main" id="{516F9245-C5B7-5549-B7DD-10E0EB4836D6}"/>
                </a:ext>
              </a:extLst>
            </p:cNvPr>
            <p:cNvSpPr txBox="1"/>
            <p:nvPr/>
          </p:nvSpPr>
          <p:spPr>
            <a:xfrm>
              <a:off x="5524941" y="5527017"/>
              <a:ext cx="532518" cy="307777"/>
            </a:xfrm>
            <a:prstGeom prst="rect">
              <a:avLst/>
            </a:prstGeom>
            <a:noFill/>
          </p:spPr>
          <p:txBody>
            <a:bodyPr wrap="none" rtlCol="0">
              <a:spAutoFit/>
            </a:bodyPr>
            <a:lstStyle/>
            <a:p>
              <a:r>
                <a:rPr lang="en-CN" sz="1400" dirty="0">
                  <a:solidFill>
                    <a:srgbClr val="0432FF"/>
                  </a:solidFill>
                  <a:latin typeface="Arial" panose="020B0604020202020204" pitchFamily="34" charset="0"/>
                  <a:cs typeface="Arial" panose="020B0604020202020204" pitchFamily="34" charset="0"/>
                </a:rPr>
                <a:t>3/10</a:t>
              </a:r>
            </a:p>
          </p:txBody>
        </p:sp>
        <p:sp>
          <p:nvSpPr>
            <p:cNvPr id="64" name="TextBox 63">
              <a:extLst>
                <a:ext uri="{FF2B5EF4-FFF2-40B4-BE49-F238E27FC236}">
                  <a16:creationId xmlns:a16="http://schemas.microsoft.com/office/drawing/2014/main" id="{6D7AE573-CF30-ED40-8412-23EB7F3961C5}"/>
                </a:ext>
              </a:extLst>
            </p:cNvPr>
            <p:cNvSpPr txBox="1"/>
            <p:nvPr/>
          </p:nvSpPr>
          <p:spPr>
            <a:xfrm>
              <a:off x="5987078" y="5524856"/>
              <a:ext cx="522644" cy="307777"/>
            </a:xfrm>
            <a:prstGeom prst="rect">
              <a:avLst/>
            </a:prstGeom>
            <a:noFill/>
          </p:spPr>
          <p:txBody>
            <a:bodyPr wrap="none" rtlCol="0">
              <a:spAutoFit/>
            </a:bodyPr>
            <a:lstStyle/>
            <a:p>
              <a:r>
                <a:rPr lang="en-CN" sz="1400" dirty="0">
                  <a:solidFill>
                    <a:srgbClr val="0432FF"/>
                  </a:solidFill>
                  <a:latin typeface="Arial" panose="020B0604020202020204" pitchFamily="34" charset="0"/>
                  <a:cs typeface="Arial" panose="020B0604020202020204" pitchFamily="34" charset="0"/>
                </a:rPr>
                <a:t>3/11</a:t>
              </a:r>
            </a:p>
          </p:txBody>
        </p:sp>
        <p:sp>
          <p:nvSpPr>
            <p:cNvPr id="65" name="TextBox 64">
              <a:extLst>
                <a:ext uri="{FF2B5EF4-FFF2-40B4-BE49-F238E27FC236}">
                  <a16:creationId xmlns:a16="http://schemas.microsoft.com/office/drawing/2014/main" id="{391E32E7-9228-9F4F-A10C-E5D3C67D85A4}"/>
                </a:ext>
              </a:extLst>
            </p:cNvPr>
            <p:cNvSpPr txBox="1"/>
            <p:nvPr/>
          </p:nvSpPr>
          <p:spPr>
            <a:xfrm>
              <a:off x="6439341" y="5522695"/>
              <a:ext cx="532518" cy="307777"/>
            </a:xfrm>
            <a:prstGeom prst="rect">
              <a:avLst/>
            </a:prstGeom>
            <a:noFill/>
          </p:spPr>
          <p:txBody>
            <a:bodyPr wrap="none" rtlCol="0">
              <a:spAutoFit/>
            </a:bodyPr>
            <a:lstStyle/>
            <a:p>
              <a:r>
                <a:rPr lang="en-CN" sz="1400" dirty="0">
                  <a:solidFill>
                    <a:srgbClr val="0432FF"/>
                  </a:solidFill>
                  <a:latin typeface="Arial" panose="020B0604020202020204" pitchFamily="34" charset="0"/>
                  <a:cs typeface="Arial" panose="020B0604020202020204" pitchFamily="34" charset="0"/>
                </a:rPr>
                <a:t>3/12</a:t>
              </a:r>
            </a:p>
          </p:txBody>
        </p:sp>
      </p:grpSp>
      <p:sp>
        <p:nvSpPr>
          <p:cNvPr id="80" name="TextBox 79">
            <a:extLst>
              <a:ext uri="{FF2B5EF4-FFF2-40B4-BE49-F238E27FC236}">
                <a16:creationId xmlns:a16="http://schemas.microsoft.com/office/drawing/2014/main" id="{2E610635-9AAF-924F-BFF0-0E656C8289CC}"/>
              </a:ext>
            </a:extLst>
          </p:cNvPr>
          <p:cNvSpPr txBox="1"/>
          <p:nvPr/>
        </p:nvSpPr>
        <p:spPr>
          <a:xfrm>
            <a:off x="2082678" y="4260299"/>
            <a:ext cx="5075620" cy="824008"/>
          </a:xfrm>
          <a:prstGeom prst="rect">
            <a:avLst/>
          </a:prstGeom>
          <a:noFill/>
        </p:spPr>
        <p:txBody>
          <a:bodyPr wrap="none" rtlCol="0">
            <a:spAutoFit/>
          </a:bodyPr>
          <a:lstStyle/>
          <a:p>
            <a:pPr algn="l">
              <a:lnSpc>
                <a:spcPct val="125000"/>
              </a:lnSpc>
              <a:defRPr/>
            </a:pPr>
            <a:r>
              <a:rPr lang="en-US" altLang="zh-CN" sz="2000" dirty="0">
                <a:solidFill>
                  <a:srgbClr val="00B050"/>
                </a:solidFill>
                <a:latin typeface="Arial" panose="020B0604020202020204" pitchFamily="34" charset="0"/>
                <a:cs typeface="Arial" panose="020B0604020202020204" pitchFamily="34" charset="0"/>
              </a:rPr>
              <a:t>Total </a:t>
            </a:r>
            <a:r>
              <a:rPr kumimoji="0" lang="en-US" altLang="zh-CN" sz="2000" i="0" u="none" strike="noStrike" kern="1200" cap="none" spc="0" normalizeH="0" baseline="0" noProof="0" dirty="0">
                <a:ln>
                  <a:noFill/>
                </a:ln>
                <a:solidFill>
                  <a:srgbClr val="00B050"/>
                </a:solidFill>
                <a:effectLst/>
                <a:uLnTx/>
                <a:uFillTx/>
                <a:latin typeface="Arial" panose="020B0604020202020204" pitchFamily="34" charset="0"/>
                <a:cs typeface="Arial" panose="020B0604020202020204" pitchFamily="34" charset="0"/>
              </a:rPr>
              <a:t>States </a:t>
            </a:r>
            <a:r>
              <a:rPr kumimoji="0" lang="en-US" altLang="zh-CN" sz="2000" i="0" u="none" strike="noStrike" kern="1200" cap="none" spc="0" normalizeH="0" baseline="0" noProof="0" dirty="0">
                <a:ln>
                  <a:noFill/>
                </a:ln>
                <a:solidFill>
                  <a:srgbClr val="0432FF"/>
                </a:solidFill>
                <a:effectLst/>
                <a:uLnTx/>
                <a:uFillTx/>
                <a:latin typeface="Arial" panose="020B0604020202020204" pitchFamily="34" charset="0"/>
                <a:cs typeface="Arial" panose="020B0604020202020204" pitchFamily="34" charset="0"/>
              </a:rPr>
              <a:t>&lt;=</a:t>
            </a:r>
            <a:r>
              <a:rPr lang="en-US" altLang="zh-CN" sz="2000" dirty="0">
                <a:solidFill>
                  <a:srgbClr val="000000"/>
                </a:solidFill>
                <a:latin typeface="Arial" panose="020B0604020202020204" pitchFamily="34" charset="0"/>
                <a:cs typeface="Arial" panose="020B0604020202020204" pitchFamily="34" charset="0"/>
              </a:rPr>
              <a:t> </a:t>
            </a:r>
            <a:r>
              <a:rPr kumimoji="0" lang="en-US" altLang="zh-CN" sz="200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g(Input, </a:t>
            </a:r>
            <a:r>
              <a:rPr kumimoji="0" lang="en-US" altLang="zh-CN" sz="2000" i="0" u="none" strike="noStrike" kern="1200" cap="none" spc="0" normalizeH="0" baseline="0" noProof="0" dirty="0">
                <a:ln>
                  <a:noFill/>
                </a:ln>
                <a:solidFill>
                  <a:srgbClr val="00B050"/>
                </a:solidFill>
                <a:effectLst/>
                <a:uLnTx/>
                <a:uFillTx/>
                <a:latin typeface="Arial" panose="020B0604020202020204" pitchFamily="34" charset="0"/>
                <a:cs typeface="Arial" panose="020B0604020202020204" pitchFamily="34" charset="0"/>
              </a:rPr>
              <a:t>Previous States</a:t>
            </a:r>
            <a:r>
              <a:rPr kumimoji="0" lang="en-US" altLang="zh-CN" sz="200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a:t>
            </a:r>
          </a:p>
          <a:p>
            <a:pPr algn="l">
              <a:lnSpc>
                <a:spcPct val="125000"/>
              </a:lnSpc>
              <a:defRPr/>
            </a:pPr>
            <a:r>
              <a:rPr lang="en-US" sz="2000" dirty="0">
                <a:solidFill>
                  <a:schemeClr val="tx1"/>
                </a:solidFill>
                <a:latin typeface="Arial" panose="020B0604020202020204" pitchFamily="34" charset="0"/>
                <a:cs typeface="Arial" panose="020B0604020202020204" pitchFamily="34" charset="0"/>
              </a:rPr>
              <a:t>Output</a:t>
            </a:r>
            <a:r>
              <a:rPr lang="en-US" sz="2000" dirty="0">
                <a:solidFill>
                  <a:srgbClr val="000000"/>
                </a:solidFill>
                <a:latin typeface="Arial" panose="020B0604020202020204" pitchFamily="34" charset="0"/>
                <a:cs typeface="Arial" panose="020B0604020202020204" pitchFamily="34" charset="0"/>
              </a:rPr>
              <a:t> = f(Input, </a:t>
            </a:r>
            <a:r>
              <a:rPr lang="en-US" sz="2000" dirty="0">
                <a:solidFill>
                  <a:srgbClr val="00B050"/>
                </a:solidFill>
                <a:latin typeface="Arial" panose="020B0604020202020204" pitchFamily="34" charset="0"/>
                <a:cs typeface="Arial" panose="020B0604020202020204" pitchFamily="34" charset="0"/>
              </a:rPr>
              <a:t>Total States</a:t>
            </a:r>
            <a:r>
              <a:rPr lang="en-US" sz="2000" dirty="0">
                <a:solidFill>
                  <a:srgbClr val="000000"/>
                </a:solidFill>
                <a:latin typeface="Arial" panose="020B0604020202020204" pitchFamily="34" charset="0"/>
                <a:cs typeface="Arial" panose="020B0604020202020204" pitchFamily="34" charset="0"/>
              </a:rPr>
              <a:t>)</a:t>
            </a:r>
          </a:p>
        </p:txBody>
      </p:sp>
      <p:sp>
        <p:nvSpPr>
          <p:cNvPr id="48" name="Title 1">
            <a:extLst>
              <a:ext uri="{FF2B5EF4-FFF2-40B4-BE49-F238E27FC236}">
                <a16:creationId xmlns:a16="http://schemas.microsoft.com/office/drawing/2014/main" id="{D5BD9449-6369-4033-80C5-527812B156F7}"/>
              </a:ext>
            </a:extLst>
          </p:cNvPr>
          <p:cNvSpPr>
            <a:spLocks noGrp="1"/>
          </p:cNvSpPr>
          <p:nvPr>
            <p:ph type="title"/>
          </p:nvPr>
        </p:nvSpPr>
        <p:spPr>
          <a:xfrm>
            <a:off x="457200" y="136525"/>
            <a:ext cx="8229600" cy="1143000"/>
          </a:xfrm>
        </p:spPr>
        <p:txBody>
          <a:bodyPr/>
          <a:lstStyle/>
          <a:p>
            <a:r>
              <a:rPr lang="en-US" altLang="zh-CN" dirty="0">
                <a:sym typeface="Wingdings" pitchFamily="2" charset="2"/>
              </a:rPr>
              <a:t>A Follow-up: Workout Example</a:t>
            </a:r>
            <a:endParaRPr lang="en-CN" b="1" dirty="0"/>
          </a:p>
        </p:txBody>
      </p:sp>
      <p:sp>
        <p:nvSpPr>
          <p:cNvPr id="54" name="TextBox 39">
            <a:extLst>
              <a:ext uri="{FF2B5EF4-FFF2-40B4-BE49-F238E27FC236}">
                <a16:creationId xmlns:a16="http://schemas.microsoft.com/office/drawing/2014/main" id="{07497C7A-3F27-4C35-81E9-B16558F316F3}"/>
              </a:ext>
            </a:extLst>
          </p:cNvPr>
          <p:cNvSpPr txBox="1"/>
          <p:nvPr/>
        </p:nvSpPr>
        <p:spPr>
          <a:xfrm>
            <a:off x="1317905" y="3547215"/>
            <a:ext cx="1678665" cy="400110"/>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2000" dirty="0">
                <a:solidFill>
                  <a:srgbClr val="0432FF"/>
                </a:solidFill>
                <a:latin typeface="Arial" panose="020B0604020202020204" pitchFamily="34" charset="0"/>
                <a:cs typeface="Arial" panose="020B0604020202020204" pitchFamily="34" charset="0"/>
              </a:rPr>
              <a:t>Daily trigger</a:t>
            </a:r>
            <a:endParaRPr kumimoji="0" lang="en-US" sz="2000" b="1" i="0" u="none" strike="noStrike" kern="1200" cap="none" spc="0" normalizeH="0" baseline="0" noProof="0" dirty="0">
              <a:ln>
                <a:noFill/>
              </a:ln>
              <a:solidFill>
                <a:srgbClr val="0432FF"/>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08495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7803C95-C4CE-C742-A2FF-9703B073D796}"/>
              </a:ext>
            </a:extLst>
          </p:cNvPr>
          <p:cNvSpPr>
            <a:spLocks noGrp="1"/>
          </p:cNvSpPr>
          <p:nvPr>
            <p:ph type="sldNum" sz="quarter" idx="12"/>
          </p:nvPr>
        </p:nvSpPr>
        <p:spPr/>
        <p:txBody>
          <a:bodyPr/>
          <a:lstStyle/>
          <a:p>
            <a:fld id="{176ACFD1-D213-4B9C-817B-45486DBF105A}" type="slidenum">
              <a:rPr lang="en-US" smtClean="0">
                <a:solidFill>
                  <a:prstClr val="black"/>
                </a:solidFill>
              </a:rPr>
              <a:pPr/>
              <a:t>5</a:t>
            </a:fld>
            <a:endParaRPr lang="en-US">
              <a:solidFill>
                <a:prstClr val="black"/>
              </a:solidFill>
            </a:endParaRPr>
          </a:p>
        </p:txBody>
      </p:sp>
      <p:sp>
        <p:nvSpPr>
          <p:cNvPr id="4" name="Title 4">
            <a:extLst>
              <a:ext uri="{FF2B5EF4-FFF2-40B4-BE49-F238E27FC236}">
                <a16:creationId xmlns:a16="http://schemas.microsoft.com/office/drawing/2014/main" id="{08639A4C-0A96-4945-2564-8AF9C7AFFAD5}"/>
              </a:ext>
            </a:extLst>
          </p:cNvPr>
          <p:cNvSpPr txBox="1">
            <a:spLocks/>
          </p:cNvSpPr>
          <p:nvPr/>
        </p:nvSpPr>
        <p:spPr bwMode="auto">
          <a:xfrm>
            <a:off x="457200" y="136800"/>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dirty="0"/>
              <a:t>本节课学习目标</a:t>
            </a:r>
            <a:endParaRPr lang="en-CN" kern="0" dirty="0"/>
          </a:p>
        </p:txBody>
      </p:sp>
      <p:sp>
        <p:nvSpPr>
          <p:cNvPr id="2" name="Content Placeholder 2">
            <a:extLst>
              <a:ext uri="{FF2B5EF4-FFF2-40B4-BE49-F238E27FC236}">
                <a16:creationId xmlns:a16="http://schemas.microsoft.com/office/drawing/2014/main" id="{EF289FAE-A2F5-4513-4027-ADB50CE31BA0}"/>
              </a:ext>
            </a:extLst>
          </p:cNvPr>
          <p:cNvSpPr txBox="1">
            <a:spLocks/>
          </p:cNvSpPr>
          <p:nvPr/>
        </p:nvSpPr>
        <p:spPr>
          <a:xfrm>
            <a:off x="457200" y="1551432"/>
            <a:ext cx="8229600" cy="4525963"/>
          </a:xfrm>
          <a:prstGeom prst="rect">
            <a:avLst/>
          </a:prstGeom>
        </p:spPr>
        <p:txBody>
          <a:bodyPr/>
          <a:lstStyle>
            <a:lvl1pPr marL="342900" indent="-342900" algn="l" rtl="0" eaLnBrk="1" fontAlgn="base" hangingPunct="1">
              <a:spcBef>
                <a:spcPct val="20000"/>
              </a:spcBef>
              <a:spcAft>
                <a:spcPct val="0"/>
              </a:spcAft>
              <a:buChar char="•"/>
              <a:defRPr sz="3200" b="1">
                <a:solidFill>
                  <a:schemeClr val="tx1"/>
                </a:solidFill>
                <a:latin typeface="+mn-lt"/>
                <a:ea typeface="黑体" panose="02010609060101010101" pitchFamily="49" charset="-122"/>
                <a:cs typeface="+mn-cs"/>
              </a:defRPr>
            </a:lvl1pPr>
            <a:lvl2pPr marL="742950" indent="-285750" algn="l" rtl="0" eaLnBrk="1" fontAlgn="base" hangingPunct="1">
              <a:spcBef>
                <a:spcPct val="20000"/>
              </a:spcBef>
              <a:spcAft>
                <a:spcPct val="0"/>
              </a:spcAft>
              <a:buChar char="–"/>
              <a:defRPr sz="2800" b="1">
                <a:solidFill>
                  <a:schemeClr val="tx1"/>
                </a:solidFill>
                <a:latin typeface="+mn-lt"/>
                <a:ea typeface="黑体" panose="02010609060101010101" pitchFamily="49" charset="-122"/>
              </a:defRPr>
            </a:lvl2pPr>
            <a:lvl3pPr marL="1143000" indent="-228600" algn="l" rtl="0" eaLnBrk="1" fontAlgn="base" hangingPunct="1">
              <a:spcBef>
                <a:spcPct val="20000"/>
              </a:spcBef>
              <a:spcAft>
                <a:spcPct val="0"/>
              </a:spcAft>
              <a:buChar char="•"/>
              <a:defRPr sz="2400" b="1">
                <a:solidFill>
                  <a:schemeClr val="tx1"/>
                </a:solidFill>
                <a:latin typeface="+mn-lt"/>
                <a:ea typeface="黑体" panose="02010609060101010101" pitchFamily="49" charset="-122"/>
              </a:defRPr>
            </a:lvl3pPr>
            <a:lvl4pPr marL="1600200" indent="-228600" algn="l" rtl="0" eaLnBrk="1" fontAlgn="base" hangingPunct="1">
              <a:spcBef>
                <a:spcPct val="20000"/>
              </a:spcBef>
              <a:spcAft>
                <a:spcPct val="0"/>
              </a:spcAft>
              <a:buChar char="–"/>
              <a:defRPr sz="2000" b="1">
                <a:solidFill>
                  <a:schemeClr val="tx1"/>
                </a:solidFill>
                <a:latin typeface="+mn-lt"/>
                <a:ea typeface="黑体" panose="02010609060101010101" pitchFamily="49" charset="-122"/>
              </a:defRPr>
            </a:lvl4pPr>
            <a:lvl5pPr marL="2057400" indent="-228600" algn="l" rtl="0" eaLnBrk="1" fontAlgn="base" hangingPunct="1">
              <a:spcBef>
                <a:spcPct val="20000"/>
              </a:spcBef>
              <a:spcAft>
                <a:spcPct val="0"/>
              </a:spcAft>
              <a:buChar char="»"/>
              <a:defRPr sz="2000" b="1">
                <a:solidFill>
                  <a:schemeClr val="tx1"/>
                </a:solidFill>
                <a:latin typeface="+mn-lt"/>
                <a:ea typeface="黑体" panose="02010609060101010101" pitchFamily="49" charset="-122"/>
              </a:defRPr>
            </a:lvl5pPr>
            <a:lvl6pPr marL="2514600" indent="-228600" algn="l" rtl="0" eaLnBrk="1" fontAlgn="base" hangingPunct="1">
              <a:spcBef>
                <a:spcPct val="20000"/>
              </a:spcBef>
              <a:spcAft>
                <a:spcPct val="0"/>
              </a:spcAft>
              <a:buChar char="»"/>
              <a:defRPr sz="2000" b="1">
                <a:solidFill>
                  <a:schemeClr val="tx1"/>
                </a:solidFill>
                <a:latin typeface="+mn-lt"/>
                <a:ea typeface="+mn-ea"/>
              </a:defRPr>
            </a:lvl6pPr>
            <a:lvl7pPr marL="2971800" indent="-228600" algn="l" rtl="0" eaLnBrk="1" fontAlgn="base" hangingPunct="1">
              <a:spcBef>
                <a:spcPct val="20000"/>
              </a:spcBef>
              <a:spcAft>
                <a:spcPct val="0"/>
              </a:spcAft>
              <a:buChar char="»"/>
              <a:defRPr sz="2000" b="1">
                <a:solidFill>
                  <a:schemeClr val="tx1"/>
                </a:solidFill>
                <a:latin typeface="+mn-lt"/>
                <a:ea typeface="+mn-ea"/>
              </a:defRPr>
            </a:lvl7pPr>
            <a:lvl8pPr marL="3429000" indent="-228600" algn="l" rtl="0" eaLnBrk="1" fontAlgn="base" hangingPunct="1">
              <a:spcBef>
                <a:spcPct val="20000"/>
              </a:spcBef>
              <a:spcAft>
                <a:spcPct val="0"/>
              </a:spcAft>
              <a:buChar char="»"/>
              <a:defRPr sz="2000" b="1">
                <a:solidFill>
                  <a:schemeClr val="tx1"/>
                </a:solidFill>
                <a:latin typeface="+mn-lt"/>
                <a:ea typeface="+mn-ea"/>
              </a:defRPr>
            </a:lvl8pPr>
            <a:lvl9pPr marL="3886200" indent="-228600" algn="l" rtl="0" eaLnBrk="1" fontAlgn="base" hangingPunct="1">
              <a:spcBef>
                <a:spcPct val="20000"/>
              </a:spcBef>
              <a:spcAft>
                <a:spcPct val="0"/>
              </a:spcAft>
              <a:buChar char="»"/>
              <a:defRPr sz="2000" b="1">
                <a:solidFill>
                  <a:schemeClr val="tx1"/>
                </a:solidFill>
                <a:latin typeface="+mn-lt"/>
                <a:ea typeface="+mn-ea"/>
              </a:defRPr>
            </a:lvl9pPr>
          </a:lstStyle>
          <a:p>
            <a:r>
              <a:rPr lang="zh-CN" altLang="en-US" sz="2800" b="0" kern="0" dirty="0"/>
              <a:t>理解时序逻辑概念、理论、指标、非理想因素</a:t>
            </a:r>
            <a:endParaRPr lang="en-CN" sz="2800" b="0" kern="0"/>
          </a:p>
          <a:p>
            <a:pPr lvl="1"/>
            <a:r>
              <a:rPr lang="zh-CN" altLang="en-US" sz="2400" b="0" kern="0" dirty="0"/>
              <a:t>对比组合逻辑</a:t>
            </a:r>
            <a:endParaRPr lang="en-CN" sz="2400" b="0" kern="0"/>
          </a:p>
          <a:p>
            <a:r>
              <a:rPr lang="zh-CN" altLang="en-US" sz="2800" b="0" kern="0" dirty="0"/>
              <a:t>分析和设计时序逻辑电路</a:t>
            </a:r>
            <a:endParaRPr lang="en-CN" sz="2800" b="0" kern="0"/>
          </a:p>
          <a:p>
            <a:pPr lvl="1"/>
            <a:r>
              <a:rPr lang="zh-CN" altLang="en-US" sz="2400" b="0" kern="0" dirty="0"/>
              <a:t>优化</a:t>
            </a:r>
            <a:endParaRPr lang="en-CN" sz="2400" b="0" kern="0"/>
          </a:p>
          <a:p>
            <a:pPr lvl="1"/>
            <a:r>
              <a:rPr lang="zh-CN" altLang="en-US" sz="2400" b="0" kern="0" dirty="0"/>
              <a:t>使用</a:t>
            </a:r>
            <a:endParaRPr lang="en-CN" sz="2400" b="0" kern="0"/>
          </a:p>
          <a:p>
            <a:r>
              <a:rPr lang="zh-CN" altLang="en-US" sz="2800" kern="0" dirty="0">
                <a:solidFill>
                  <a:srgbClr val="3333FF"/>
                </a:solidFill>
              </a:rPr>
              <a:t>树立过程同步化处理意识</a:t>
            </a:r>
            <a:endParaRPr lang="en-CN" sz="2800" kern="0">
              <a:solidFill>
                <a:srgbClr val="3333FF"/>
              </a:solidFill>
            </a:endParaRPr>
          </a:p>
          <a:p>
            <a:endParaRPr lang="en-CN" b="0" kern="0" dirty="0"/>
          </a:p>
        </p:txBody>
      </p:sp>
    </p:spTree>
    <p:extLst>
      <p:ext uri="{BB962C8B-B14F-4D97-AF65-F5344CB8AC3E}">
        <p14:creationId xmlns:p14="http://schemas.microsoft.com/office/powerpoint/2010/main" val="19882404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C1266-4563-AD49-8354-7E71ECBB5960}"/>
              </a:ext>
            </a:extLst>
          </p:cNvPr>
          <p:cNvSpPr>
            <a:spLocks noGrp="1"/>
          </p:cNvSpPr>
          <p:nvPr>
            <p:ph type="title"/>
          </p:nvPr>
        </p:nvSpPr>
        <p:spPr/>
        <p:txBody>
          <a:bodyPr/>
          <a:lstStyle/>
          <a:p>
            <a:r>
              <a:rPr lang="en-CN" altLang="zh-CN" sz="4000">
                <a:latin typeface="Arial" panose="020B0604020202020204" pitchFamily="34" charset="0"/>
                <a:cs typeface="Arial" panose="020B0604020202020204" pitchFamily="34" charset="0"/>
              </a:rPr>
              <a:t>Synchronized computing</a:t>
            </a:r>
            <a:endParaRPr lang="en-CN" dirty="0"/>
          </a:p>
        </p:txBody>
      </p:sp>
      <p:sp>
        <p:nvSpPr>
          <p:cNvPr id="3" name="Content Placeholder 2">
            <a:extLst>
              <a:ext uri="{FF2B5EF4-FFF2-40B4-BE49-F238E27FC236}">
                <a16:creationId xmlns:a16="http://schemas.microsoft.com/office/drawing/2014/main" id="{91BAA528-D2C0-6549-AF10-73720847C9D6}"/>
              </a:ext>
            </a:extLst>
          </p:cNvPr>
          <p:cNvSpPr>
            <a:spLocks noGrp="1"/>
          </p:cNvSpPr>
          <p:nvPr>
            <p:ph idx="1"/>
          </p:nvPr>
        </p:nvSpPr>
        <p:spPr>
          <a:xfrm>
            <a:off x="457200" y="1551432"/>
            <a:ext cx="8534400" cy="4525963"/>
          </a:xfrm>
        </p:spPr>
        <p:txBody>
          <a:bodyPr/>
          <a:lstStyle/>
          <a:p>
            <a:r>
              <a:rPr lang="en-CN" sz="2800" dirty="0">
                <a:latin typeface="Arial" panose="020B0604020202020204" pitchFamily="34" charset="0"/>
                <a:cs typeface="Arial" panose="020B0604020202020204" pitchFamily="34" charset="0"/>
              </a:rPr>
              <a:t>Ideology</a:t>
            </a:r>
            <a:endParaRPr lang="en-US" sz="2800" dirty="0">
              <a:latin typeface="Arial" panose="020B0604020202020204" pitchFamily="34" charset="0"/>
              <a:cs typeface="Arial" panose="020B0604020202020204" pitchFamily="34" charset="0"/>
            </a:endParaRPr>
          </a:p>
          <a:p>
            <a:pPr lvl="1"/>
            <a:r>
              <a:rPr lang="en-US" sz="2400" dirty="0">
                <a:latin typeface="Arial" panose="020B0604020202020204" pitchFamily="34" charset="0"/>
                <a:cs typeface="Arial" panose="020B0604020202020204" pitchFamily="34" charset="0"/>
              </a:rPr>
              <a:t>E=g(</a:t>
            </a:r>
            <a:r>
              <a:rPr lang="en-US" sz="2400" dirty="0" err="1">
                <a:latin typeface="Arial" panose="020B0604020202020204" pitchFamily="34" charset="0"/>
                <a:cs typeface="Arial" panose="020B0604020202020204" pitchFamily="34" charset="0"/>
              </a:rPr>
              <a:t>x,s</a:t>
            </a:r>
            <a:r>
              <a:rPr lang="en-US" sz="2400" dirty="0">
                <a:latin typeface="Arial" panose="020B0604020202020204" pitchFamily="34" charset="0"/>
                <a:cs typeface="Arial" panose="020B0604020202020204" pitchFamily="34" charset="0"/>
              </a:rPr>
              <a:t>) accomplishes computing in each cycle.</a:t>
            </a:r>
            <a:endParaRPr lang="en-CN" sz="2400" dirty="0">
              <a:latin typeface="Arial" panose="020B0604020202020204" pitchFamily="34" charset="0"/>
              <a:cs typeface="Arial" panose="020B0604020202020204" pitchFamily="34" charset="0"/>
            </a:endParaRPr>
          </a:p>
          <a:p>
            <a:endParaRPr lang="en-CN" sz="2800" dirty="0">
              <a:latin typeface="Arial" panose="020B0604020202020204" pitchFamily="34" charset="0"/>
              <a:cs typeface="Arial" panose="020B0604020202020204" pitchFamily="34" charset="0"/>
            </a:endParaRPr>
          </a:p>
        </p:txBody>
      </p:sp>
      <p:sp>
        <p:nvSpPr>
          <p:cNvPr id="7" name="Slide Number Placeholder 6">
            <a:extLst>
              <a:ext uri="{FF2B5EF4-FFF2-40B4-BE49-F238E27FC236}">
                <a16:creationId xmlns:a16="http://schemas.microsoft.com/office/drawing/2014/main" id="{34084A26-7626-E74D-AB27-4EDC3C68D9B9}"/>
              </a:ext>
            </a:extLst>
          </p:cNvPr>
          <p:cNvSpPr>
            <a:spLocks noGrp="1"/>
          </p:cNvSpPr>
          <p:nvPr>
            <p:ph type="sldNum" sz="quarter" idx="12"/>
          </p:nvPr>
        </p:nvSpPr>
        <p:spPr/>
        <p:txBody>
          <a:bodyPr/>
          <a:lstStyle/>
          <a:p>
            <a:fld id="{176ACFD1-D213-4B9C-817B-45486DBF105A}" type="slidenum">
              <a:rPr lang="en-US" smtClean="0">
                <a:solidFill>
                  <a:prstClr val="black"/>
                </a:solidFill>
                <a:latin typeface="+mj-lt"/>
              </a:rPr>
              <a:pPr/>
              <a:t>6</a:t>
            </a:fld>
            <a:endParaRPr lang="en-US">
              <a:solidFill>
                <a:prstClr val="black"/>
              </a:solidFill>
              <a:latin typeface="+mj-lt"/>
            </a:endParaRPr>
          </a:p>
        </p:txBody>
      </p:sp>
      <p:sp>
        <p:nvSpPr>
          <p:cNvPr id="20" name="Rectangle 63">
            <a:extLst>
              <a:ext uri="{FF2B5EF4-FFF2-40B4-BE49-F238E27FC236}">
                <a16:creationId xmlns:a16="http://schemas.microsoft.com/office/drawing/2014/main" id="{6BB265D6-76DA-DAD7-BB10-F9959B06FFB4}"/>
              </a:ext>
            </a:extLst>
          </p:cNvPr>
          <p:cNvSpPr/>
          <p:nvPr/>
        </p:nvSpPr>
        <p:spPr bwMode="auto">
          <a:xfrm>
            <a:off x="1400380" y="3217366"/>
            <a:ext cx="1597160" cy="685800"/>
          </a:xfrm>
          <a:prstGeom prst="rect">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SimHei" panose="02010609060101010101" pitchFamily="49" charset="-122"/>
                <a:cs typeface="Arial" panose="020B0604020202020204" pitchFamily="34" charset="0"/>
              </a:rPr>
              <a:t>Comb. Logic</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800" b="0" i="1" u="none" strike="noStrike" kern="1200" cap="none" spc="0" normalizeH="0" baseline="0" noProof="0" dirty="0">
                <a:ln>
                  <a:noFill/>
                </a:ln>
                <a:solidFill>
                  <a:srgbClr val="000000"/>
                </a:solidFill>
                <a:effectLst/>
                <a:uLnTx/>
                <a:uFillTx/>
                <a:latin typeface="Arial" panose="020B0604020202020204" pitchFamily="34" charset="0"/>
                <a:ea typeface="SimHei" panose="02010609060101010101" pitchFamily="49" charset="-122"/>
                <a:cs typeface="Arial" panose="020B0604020202020204" pitchFamily="34" charset="0"/>
              </a:rPr>
              <a:t>f(x, s)</a:t>
            </a:r>
          </a:p>
        </p:txBody>
      </p:sp>
      <p:sp>
        <p:nvSpPr>
          <p:cNvPr id="21" name="TextBox 64">
            <a:extLst>
              <a:ext uri="{FF2B5EF4-FFF2-40B4-BE49-F238E27FC236}">
                <a16:creationId xmlns:a16="http://schemas.microsoft.com/office/drawing/2014/main" id="{307624C5-9C29-2B19-1C68-CCEBD7159817}"/>
              </a:ext>
            </a:extLst>
          </p:cNvPr>
          <p:cNvSpPr txBox="1"/>
          <p:nvPr/>
        </p:nvSpPr>
        <p:spPr>
          <a:xfrm>
            <a:off x="42747" y="4300375"/>
            <a:ext cx="952505" cy="400110"/>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宋体" pitchFamily="2" charset="-122"/>
                <a:cs typeface="Arial" panose="020B0604020202020204" pitchFamily="34" charset="0"/>
              </a:rPr>
              <a:t>Input </a:t>
            </a:r>
            <a:r>
              <a:rPr kumimoji="0" lang="en-US" altLang="zh-CN" sz="2000" b="0" i="1" u="none" strike="noStrike" kern="1200" cap="none" spc="0" normalizeH="0" baseline="0" noProof="0" dirty="0">
                <a:ln>
                  <a:noFill/>
                </a:ln>
                <a:solidFill>
                  <a:srgbClr val="000000"/>
                </a:solidFill>
                <a:effectLst/>
                <a:uLnTx/>
                <a:uFillTx/>
                <a:latin typeface="Arial" panose="020B0604020202020204" pitchFamily="34" charset="0"/>
                <a:ea typeface="宋体" pitchFamily="2" charset="-122"/>
                <a:cs typeface="Arial" panose="020B0604020202020204" pitchFamily="34" charset="0"/>
              </a:rPr>
              <a:t>x</a:t>
            </a:r>
            <a:endParaRPr kumimoji="0" lang="en-US" sz="2000" b="0" i="1" u="none" strike="noStrike" kern="1200" cap="none" spc="0" normalizeH="0" baseline="0" noProof="0" dirty="0">
              <a:ln>
                <a:noFill/>
              </a:ln>
              <a:solidFill>
                <a:srgbClr val="000000"/>
              </a:solidFill>
              <a:effectLst/>
              <a:uLnTx/>
              <a:uFillTx/>
              <a:latin typeface="Arial" panose="020B0604020202020204" pitchFamily="34" charset="0"/>
              <a:ea typeface="宋体" pitchFamily="2" charset="-122"/>
              <a:cs typeface="Arial" panose="020B0604020202020204" pitchFamily="34" charset="0"/>
            </a:endParaRPr>
          </a:p>
        </p:txBody>
      </p:sp>
      <p:sp>
        <p:nvSpPr>
          <p:cNvPr id="22" name="TextBox 65">
            <a:extLst>
              <a:ext uri="{FF2B5EF4-FFF2-40B4-BE49-F238E27FC236}">
                <a16:creationId xmlns:a16="http://schemas.microsoft.com/office/drawing/2014/main" id="{5A1E97D6-951E-D0B8-DA71-7961B7D2B217}"/>
              </a:ext>
            </a:extLst>
          </p:cNvPr>
          <p:cNvSpPr txBox="1"/>
          <p:nvPr/>
        </p:nvSpPr>
        <p:spPr>
          <a:xfrm>
            <a:off x="3455743" y="3200400"/>
            <a:ext cx="1279709" cy="707886"/>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宋体" pitchFamily="2" charset="-122"/>
                <a:cs typeface="Arial" panose="020B0604020202020204" pitchFamily="34" charset="0"/>
              </a:rPr>
              <a:t>Output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1" u="none" strike="noStrike" kern="1200" cap="none" spc="0" normalizeH="0" baseline="0" noProof="0" dirty="0">
                <a:ln>
                  <a:noFill/>
                </a:ln>
                <a:solidFill>
                  <a:srgbClr val="000000"/>
                </a:solidFill>
                <a:effectLst/>
                <a:uLnTx/>
                <a:uFillTx/>
                <a:latin typeface="Arial" panose="020B0604020202020204" pitchFamily="34" charset="0"/>
                <a:ea typeface="宋体" pitchFamily="2" charset="-122"/>
                <a:cs typeface="Arial" panose="020B0604020202020204" pitchFamily="34" charset="0"/>
              </a:rPr>
              <a:t>y </a:t>
            </a: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宋体" pitchFamily="2" charset="-122"/>
                <a:cs typeface="Arial" panose="020B0604020202020204" pitchFamily="34" charset="0"/>
              </a:rPr>
              <a:t>=</a:t>
            </a:r>
            <a:r>
              <a:rPr kumimoji="0" lang="en-US" sz="2000" b="0" i="1" u="none" strike="noStrike" kern="1200" cap="none" spc="0" normalizeH="0" baseline="0" noProof="0" dirty="0">
                <a:ln>
                  <a:noFill/>
                </a:ln>
                <a:solidFill>
                  <a:srgbClr val="000000"/>
                </a:solidFill>
                <a:effectLst/>
                <a:uLnTx/>
                <a:uFillTx/>
                <a:latin typeface="Arial" panose="020B0604020202020204" pitchFamily="34" charset="0"/>
                <a:ea typeface="宋体" pitchFamily="2" charset="-122"/>
                <a:cs typeface="Arial" panose="020B0604020202020204" pitchFamily="34" charset="0"/>
              </a:rPr>
              <a:t> f(x, s)</a:t>
            </a:r>
          </a:p>
        </p:txBody>
      </p:sp>
      <p:cxnSp>
        <p:nvCxnSpPr>
          <p:cNvPr id="23" name="Straight Arrow Connector 66">
            <a:extLst>
              <a:ext uri="{FF2B5EF4-FFF2-40B4-BE49-F238E27FC236}">
                <a16:creationId xmlns:a16="http://schemas.microsoft.com/office/drawing/2014/main" id="{732BDFE5-F47C-87D5-3889-9F4BD58A063F}"/>
              </a:ext>
            </a:extLst>
          </p:cNvPr>
          <p:cNvCxnSpPr>
            <a:cxnSpLocks/>
          </p:cNvCxnSpPr>
          <p:nvPr/>
        </p:nvCxnSpPr>
        <p:spPr bwMode="auto">
          <a:xfrm>
            <a:off x="3003316" y="3423439"/>
            <a:ext cx="603594" cy="0"/>
          </a:xfrm>
          <a:prstGeom prst="straightConnector1">
            <a:avLst/>
          </a:prstGeom>
          <a:noFill/>
          <a:ln w="28575" cap="flat" cmpd="sng" algn="ctr">
            <a:solidFill>
              <a:schemeClr val="tx1"/>
            </a:solidFill>
            <a:prstDash val="solid"/>
            <a:round/>
            <a:headEnd type="none" w="med" len="med"/>
            <a:tailEnd type="triangle" w="med" len="med"/>
          </a:ln>
          <a:effectLst/>
        </p:spPr>
      </p:cxnSp>
      <p:sp>
        <p:nvSpPr>
          <p:cNvPr id="24" name="Rectangle 67">
            <a:extLst>
              <a:ext uri="{FF2B5EF4-FFF2-40B4-BE49-F238E27FC236}">
                <a16:creationId xmlns:a16="http://schemas.microsoft.com/office/drawing/2014/main" id="{39489A9F-C3EC-18C6-00D7-D6D5BBCD2A59}"/>
              </a:ext>
            </a:extLst>
          </p:cNvPr>
          <p:cNvSpPr/>
          <p:nvPr/>
        </p:nvSpPr>
        <p:spPr bwMode="auto">
          <a:xfrm>
            <a:off x="1415407" y="5180506"/>
            <a:ext cx="1597160" cy="685800"/>
          </a:xfrm>
          <a:prstGeom prst="rect">
            <a:avLst/>
          </a:prstGeom>
          <a:solidFill>
            <a:schemeClr val="accent4">
              <a:lumMod val="20000"/>
              <a:lumOff val="80000"/>
            </a:schemeClr>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SimHei" panose="02010609060101010101" pitchFamily="49" charset="-122"/>
                <a:cs typeface="Arial" panose="020B0604020202020204" pitchFamily="34" charset="0"/>
              </a:rPr>
              <a:t>States </a:t>
            </a:r>
            <a:r>
              <a:rPr kumimoji="0" lang="en-US" altLang="zh-CN" sz="1800" b="0" i="1" u="none" strike="noStrike" kern="1200" cap="none" spc="0" normalizeH="0" baseline="0" noProof="0" dirty="0">
                <a:ln>
                  <a:noFill/>
                </a:ln>
                <a:solidFill>
                  <a:srgbClr val="000000"/>
                </a:solidFill>
                <a:effectLst/>
                <a:uLnTx/>
                <a:uFillTx/>
                <a:latin typeface="Arial" panose="020B0604020202020204" pitchFamily="34" charset="0"/>
                <a:ea typeface="SimHei" panose="02010609060101010101" pitchFamily="49" charset="-122"/>
                <a:cs typeface="Arial" panose="020B0604020202020204" pitchFamily="34" charset="0"/>
              </a:rPr>
              <a:t>s</a:t>
            </a: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SimHei" panose="02010609060101010101" pitchFamily="49" charset="-122"/>
                <a:cs typeface="Arial" panose="020B0604020202020204" pitchFamily="34" charset="0"/>
              </a:rPr>
              <a:t>/</a:t>
            </a:r>
            <a:r>
              <a:rPr kumimoji="0" lang="en-US" altLang="zh-CN" sz="1800" b="0" i="1" u="none" strike="noStrike" kern="1200" cap="none" spc="0" normalizeH="0" baseline="0" noProof="0" dirty="0">
                <a:ln>
                  <a:noFill/>
                </a:ln>
                <a:solidFill>
                  <a:srgbClr val="000000"/>
                </a:solidFill>
                <a:effectLst/>
                <a:uLnTx/>
                <a:uFillTx/>
                <a:latin typeface="Arial" panose="020B0604020202020204" pitchFamily="34" charset="0"/>
                <a:ea typeface="SimHei" panose="02010609060101010101" pitchFamily="49" charset="-122"/>
                <a:cs typeface="Arial" panose="020B0604020202020204" pitchFamily="34" charset="0"/>
              </a:rPr>
              <a:t>s</a:t>
            </a:r>
            <a:r>
              <a:rPr kumimoji="0" lang="en-US" altLang="zh-CN" sz="1800" b="0" i="0" u="none" strike="noStrike" kern="1200" cap="none" spc="0" normalizeH="0" baseline="30000" noProof="0" dirty="0">
                <a:ln>
                  <a:noFill/>
                </a:ln>
                <a:solidFill>
                  <a:srgbClr val="000000"/>
                </a:solidFill>
                <a:effectLst/>
                <a:uLnTx/>
                <a:uFillTx/>
                <a:latin typeface="Arial" panose="020B0604020202020204" pitchFamily="34" charset="0"/>
                <a:ea typeface="SimHei" panose="02010609060101010101" pitchFamily="49" charset="-122"/>
                <a:cs typeface="Arial" panose="020B0604020202020204" pitchFamily="34" charset="0"/>
              </a:rPr>
              <a: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0" i="1" u="none" strike="noStrike" kern="1200" cap="none" spc="0" normalizeH="0" baseline="0" noProof="0" dirty="0">
                <a:ln>
                  <a:noFill/>
                </a:ln>
                <a:solidFill>
                  <a:srgbClr val="000000"/>
                </a:solidFill>
                <a:effectLst/>
                <a:uLnTx/>
                <a:uFillTx/>
                <a:latin typeface="Arial" panose="020B0604020202020204" pitchFamily="34" charset="0"/>
                <a:ea typeface="SimHei" panose="02010609060101010101" pitchFamily="49" charset="-122"/>
                <a:cs typeface="Arial" panose="020B0604020202020204" pitchFamily="34" charset="0"/>
              </a:rPr>
              <a:t>s</a:t>
            </a:r>
            <a:r>
              <a:rPr kumimoji="0" lang="en-US" sz="1800" b="0" i="0" u="none" strike="noStrike" kern="1200" cap="none" spc="0" normalizeH="0" baseline="30000" noProof="0" dirty="0">
                <a:ln>
                  <a:noFill/>
                </a:ln>
                <a:solidFill>
                  <a:srgbClr val="000000"/>
                </a:solidFill>
                <a:effectLst/>
                <a:uLnTx/>
                <a:uFillTx/>
                <a:latin typeface="Arial" panose="020B0604020202020204" pitchFamily="34" charset="0"/>
                <a:ea typeface="SimHei" panose="02010609060101010101" pitchFamily="49" charset="-122"/>
                <a:cs typeface="Arial" panose="020B0604020202020204" pitchFamily="34" charset="0"/>
              </a:rPr>
              <a:t>+</a:t>
            </a: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SimHei" panose="02010609060101010101" pitchFamily="49" charset="-122"/>
                <a:cs typeface="Arial" panose="020B0604020202020204" pitchFamily="34" charset="0"/>
              </a:rPr>
              <a:t> = </a:t>
            </a:r>
            <a:r>
              <a:rPr kumimoji="0" lang="en-US" sz="1800" b="0" i="1" u="none" strike="noStrike" kern="1200" cap="none" spc="0" normalizeH="0" baseline="0" noProof="0" dirty="0">
                <a:ln>
                  <a:noFill/>
                </a:ln>
                <a:solidFill>
                  <a:srgbClr val="000000"/>
                </a:solidFill>
                <a:effectLst/>
                <a:uLnTx/>
                <a:uFillTx/>
                <a:latin typeface="Arial" panose="020B0604020202020204" pitchFamily="34" charset="0"/>
                <a:ea typeface="SimHei" panose="02010609060101010101" pitchFamily="49" charset="-122"/>
                <a:cs typeface="Arial" panose="020B0604020202020204" pitchFamily="34" charset="0"/>
              </a:rPr>
              <a:t>h(s, e)</a:t>
            </a:r>
          </a:p>
        </p:txBody>
      </p:sp>
      <p:cxnSp>
        <p:nvCxnSpPr>
          <p:cNvPr id="25" name="Straight Arrow Connector 68">
            <a:extLst>
              <a:ext uri="{FF2B5EF4-FFF2-40B4-BE49-F238E27FC236}">
                <a16:creationId xmlns:a16="http://schemas.microsoft.com/office/drawing/2014/main" id="{2AD57F67-A75E-1193-D846-A10FD09FA089}"/>
              </a:ext>
            </a:extLst>
          </p:cNvPr>
          <p:cNvCxnSpPr>
            <a:cxnSpLocks/>
          </p:cNvCxnSpPr>
          <p:nvPr/>
        </p:nvCxnSpPr>
        <p:spPr bwMode="auto">
          <a:xfrm>
            <a:off x="1010720" y="5416900"/>
            <a:ext cx="411480" cy="0"/>
          </a:xfrm>
          <a:prstGeom prst="straightConnector1">
            <a:avLst/>
          </a:prstGeom>
          <a:noFill/>
          <a:ln w="28575" cap="flat" cmpd="sng" algn="ctr">
            <a:solidFill>
              <a:schemeClr val="tx1"/>
            </a:solidFill>
            <a:prstDash val="solid"/>
            <a:round/>
            <a:headEnd type="none" w="med" len="med"/>
            <a:tailEnd type="triangle" w="med" len="med"/>
          </a:ln>
          <a:effectLst/>
        </p:spPr>
      </p:cxnSp>
      <p:cxnSp>
        <p:nvCxnSpPr>
          <p:cNvPr id="26" name="Straight Arrow Connector 69">
            <a:extLst>
              <a:ext uri="{FF2B5EF4-FFF2-40B4-BE49-F238E27FC236}">
                <a16:creationId xmlns:a16="http://schemas.microsoft.com/office/drawing/2014/main" id="{1BC60A45-03E9-CA4C-45B9-AF910985E8F7}"/>
              </a:ext>
            </a:extLst>
          </p:cNvPr>
          <p:cNvCxnSpPr>
            <a:cxnSpLocks/>
          </p:cNvCxnSpPr>
          <p:nvPr/>
        </p:nvCxnSpPr>
        <p:spPr bwMode="auto">
          <a:xfrm>
            <a:off x="1010720" y="4512913"/>
            <a:ext cx="411480" cy="0"/>
          </a:xfrm>
          <a:prstGeom prst="straightConnector1">
            <a:avLst/>
          </a:prstGeom>
          <a:noFill/>
          <a:ln w="28575" cap="flat" cmpd="sng" algn="ctr">
            <a:solidFill>
              <a:schemeClr val="tx1"/>
            </a:solidFill>
            <a:prstDash val="solid"/>
            <a:round/>
            <a:headEnd type="none" w="med" len="med"/>
            <a:tailEnd type="triangle" w="med" len="med"/>
          </a:ln>
          <a:effectLst/>
        </p:spPr>
      </p:cxnSp>
      <p:sp>
        <p:nvSpPr>
          <p:cNvPr id="27" name="TextBox 70">
            <a:extLst>
              <a:ext uri="{FF2B5EF4-FFF2-40B4-BE49-F238E27FC236}">
                <a16:creationId xmlns:a16="http://schemas.microsoft.com/office/drawing/2014/main" id="{51790016-AEB0-2EE6-3473-7BD4AE808CD4}"/>
              </a:ext>
            </a:extLst>
          </p:cNvPr>
          <p:cNvSpPr txBox="1"/>
          <p:nvPr/>
        </p:nvSpPr>
        <p:spPr>
          <a:xfrm>
            <a:off x="99995" y="5215706"/>
            <a:ext cx="827471" cy="400110"/>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宋体" pitchFamily="2" charset="-122"/>
                <a:cs typeface="Arial" panose="020B0604020202020204" pitchFamily="34" charset="0"/>
              </a:rPr>
              <a:t>Clock</a:t>
            </a:r>
          </a:p>
        </p:txBody>
      </p:sp>
      <p:sp>
        <p:nvSpPr>
          <p:cNvPr id="28" name="Rectangle 71">
            <a:extLst>
              <a:ext uri="{FF2B5EF4-FFF2-40B4-BE49-F238E27FC236}">
                <a16:creationId xmlns:a16="http://schemas.microsoft.com/office/drawing/2014/main" id="{0CC7D996-9FC1-D63D-F6BE-2C83864F41E5}"/>
              </a:ext>
            </a:extLst>
          </p:cNvPr>
          <p:cNvSpPr/>
          <p:nvPr/>
        </p:nvSpPr>
        <p:spPr bwMode="auto">
          <a:xfrm>
            <a:off x="1400378" y="4135658"/>
            <a:ext cx="1597160" cy="685800"/>
          </a:xfrm>
          <a:prstGeom prst="rect">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SimHei" panose="02010609060101010101" pitchFamily="49" charset="-122"/>
                <a:cs typeface="Arial" panose="020B0604020202020204" pitchFamily="34" charset="0"/>
              </a:rPr>
              <a:t>Comb. Logic </a:t>
            </a:r>
            <a:r>
              <a:rPr kumimoji="0" lang="en-US" altLang="zh-CN" sz="1800" b="0" i="1" u="none" strike="noStrike" kern="1200" cap="none" spc="0" normalizeH="0" baseline="0" noProof="0" dirty="0">
                <a:ln>
                  <a:noFill/>
                </a:ln>
                <a:solidFill>
                  <a:srgbClr val="000000"/>
                </a:solidFill>
                <a:effectLst/>
                <a:uLnTx/>
                <a:uFillTx/>
                <a:latin typeface="Arial" panose="020B0604020202020204" pitchFamily="34" charset="0"/>
                <a:ea typeface="SimHei" panose="02010609060101010101" pitchFamily="49" charset="-122"/>
                <a:cs typeface="Arial" panose="020B0604020202020204" pitchFamily="34" charset="0"/>
              </a:rPr>
              <a:t>g(x, s)</a:t>
            </a:r>
          </a:p>
        </p:txBody>
      </p:sp>
      <p:sp>
        <p:nvSpPr>
          <p:cNvPr id="29" name="Freeform 72">
            <a:extLst>
              <a:ext uri="{FF2B5EF4-FFF2-40B4-BE49-F238E27FC236}">
                <a16:creationId xmlns:a16="http://schemas.microsoft.com/office/drawing/2014/main" id="{745AC227-2A5E-A2B1-A612-593B048D428E}"/>
              </a:ext>
            </a:extLst>
          </p:cNvPr>
          <p:cNvSpPr/>
          <p:nvPr/>
        </p:nvSpPr>
        <p:spPr>
          <a:xfrm>
            <a:off x="1422199" y="5331210"/>
            <a:ext cx="114695" cy="169101"/>
          </a:xfrm>
          <a:custGeom>
            <a:avLst/>
            <a:gdLst>
              <a:gd name="connsiteX0" fmla="*/ 0 w 87682"/>
              <a:gd name="connsiteY0" fmla="*/ 0 h 169101"/>
              <a:gd name="connsiteX1" fmla="*/ 87682 w 87682"/>
              <a:gd name="connsiteY1" fmla="*/ 87682 h 169101"/>
              <a:gd name="connsiteX2" fmla="*/ 6263 w 87682"/>
              <a:gd name="connsiteY2" fmla="*/ 169101 h 169101"/>
            </a:gdLst>
            <a:ahLst/>
            <a:cxnLst>
              <a:cxn ang="0">
                <a:pos x="connsiteX0" y="connsiteY0"/>
              </a:cxn>
              <a:cxn ang="0">
                <a:pos x="connsiteX1" y="connsiteY1"/>
              </a:cxn>
              <a:cxn ang="0">
                <a:pos x="connsiteX2" y="connsiteY2"/>
              </a:cxn>
            </a:cxnLst>
            <a:rect l="l" t="t" r="r" b="b"/>
            <a:pathLst>
              <a:path w="87682" h="169101">
                <a:moveTo>
                  <a:pt x="0" y="0"/>
                </a:moveTo>
                <a:lnTo>
                  <a:pt x="87682" y="87682"/>
                </a:lnTo>
                <a:lnTo>
                  <a:pt x="6263" y="169101"/>
                </a:lnTo>
              </a:path>
            </a:pathLst>
          </a:custGeom>
          <a:noFill/>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N"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0" name="Freeform 73">
            <a:extLst>
              <a:ext uri="{FF2B5EF4-FFF2-40B4-BE49-F238E27FC236}">
                <a16:creationId xmlns:a16="http://schemas.microsoft.com/office/drawing/2014/main" id="{FD594B53-75A4-86EE-5A63-29E2F848529B}"/>
              </a:ext>
            </a:extLst>
          </p:cNvPr>
          <p:cNvSpPr/>
          <p:nvPr/>
        </p:nvSpPr>
        <p:spPr>
          <a:xfrm>
            <a:off x="3003248" y="3752935"/>
            <a:ext cx="469726" cy="1857138"/>
          </a:xfrm>
          <a:custGeom>
            <a:avLst/>
            <a:gdLst>
              <a:gd name="connsiteX0" fmla="*/ 25052 w 469726"/>
              <a:gd name="connsiteY0" fmla="*/ 2198317 h 2198317"/>
              <a:gd name="connsiteX1" fmla="*/ 469726 w 469726"/>
              <a:gd name="connsiteY1" fmla="*/ 2198317 h 2198317"/>
              <a:gd name="connsiteX2" fmla="*/ 469726 w 469726"/>
              <a:gd name="connsiteY2" fmla="*/ 0 h 2198317"/>
              <a:gd name="connsiteX3" fmla="*/ 0 w 469726"/>
              <a:gd name="connsiteY3" fmla="*/ 0 h 2198317"/>
            </a:gdLst>
            <a:ahLst/>
            <a:cxnLst>
              <a:cxn ang="0">
                <a:pos x="connsiteX0" y="connsiteY0"/>
              </a:cxn>
              <a:cxn ang="0">
                <a:pos x="connsiteX1" y="connsiteY1"/>
              </a:cxn>
              <a:cxn ang="0">
                <a:pos x="connsiteX2" y="connsiteY2"/>
              </a:cxn>
              <a:cxn ang="0">
                <a:pos x="connsiteX3" y="connsiteY3"/>
              </a:cxn>
            </a:cxnLst>
            <a:rect l="l" t="t" r="r" b="b"/>
            <a:pathLst>
              <a:path w="469726" h="2198317">
                <a:moveTo>
                  <a:pt x="25052" y="2198317"/>
                </a:moveTo>
                <a:lnTo>
                  <a:pt x="469726" y="2198317"/>
                </a:lnTo>
                <a:lnTo>
                  <a:pt x="469726" y="0"/>
                </a:lnTo>
                <a:lnTo>
                  <a:pt x="0" y="0"/>
                </a:lnTo>
              </a:path>
            </a:pathLst>
          </a:custGeom>
          <a:noFill/>
          <a:ln w="28575">
            <a:tailEnd type="triangle"/>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N"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1" name="Freeform 75">
            <a:extLst>
              <a:ext uri="{FF2B5EF4-FFF2-40B4-BE49-F238E27FC236}">
                <a16:creationId xmlns:a16="http://schemas.microsoft.com/office/drawing/2014/main" id="{CD1D95FB-97AD-7CBA-6CB3-775D0D537B56}"/>
              </a:ext>
            </a:extLst>
          </p:cNvPr>
          <p:cNvSpPr/>
          <p:nvPr/>
        </p:nvSpPr>
        <p:spPr>
          <a:xfrm>
            <a:off x="3003248" y="4353570"/>
            <a:ext cx="475989" cy="0"/>
          </a:xfrm>
          <a:custGeom>
            <a:avLst/>
            <a:gdLst>
              <a:gd name="connsiteX0" fmla="*/ 475989 w 475989"/>
              <a:gd name="connsiteY0" fmla="*/ 0 h 0"/>
              <a:gd name="connsiteX1" fmla="*/ 0 w 475989"/>
              <a:gd name="connsiteY1" fmla="*/ 0 h 0"/>
            </a:gdLst>
            <a:ahLst/>
            <a:cxnLst>
              <a:cxn ang="0">
                <a:pos x="connsiteX0" y="connsiteY0"/>
              </a:cxn>
              <a:cxn ang="0">
                <a:pos x="connsiteX1" y="connsiteY1"/>
              </a:cxn>
            </a:cxnLst>
            <a:rect l="l" t="t" r="r" b="b"/>
            <a:pathLst>
              <a:path w="475989">
                <a:moveTo>
                  <a:pt x="475989" y="0"/>
                </a:moveTo>
                <a:lnTo>
                  <a:pt x="0" y="0"/>
                </a:lnTo>
              </a:path>
            </a:pathLst>
          </a:custGeom>
          <a:noFill/>
          <a:ln w="28575">
            <a:tailEnd type="triangle"/>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N"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2" name="Freeform 57">
            <a:extLst>
              <a:ext uri="{FF2B5EF4-FFF2-40B4-BE49-F238E27FC236}">
                <a16:creationId xmlns:a16="http://schemas.microsoft.com/office/drawing/2014/main" id="{F766EACA-3E44-E73E-DB70-D63E91FAAC0E}"/>
              </a:ext>
            </a:extLst>
          </p:cNvPr>
          <p:cNvSpPr/>
          <p:nvPr/>
        </p:nvSpPr>
        <p:spPr>
          <a:xfrm>
            <a:off x="1188144" y="3579532"/>
            <a:ext cx="221064" cy="934598"/>
          </a:xfrm>
          <a:custGeom>
            <a:avLst/>
            <a:gdLst>
              <a:gd name="connsiteX0" fmla="*/ 0 w 221064"/>
              <a:gd name="connsiteY0" fmla="*/ 1155560 h 1155560"/>
              <a:gd name="connsiteX1" fmla="*/ 0 w 221064"/>
              <a:gd name="connsiteY1" fmla="*/ 0 h 1155560"/>
              <a:gd name="connsiteX2" fmla="*/ 221064 w 221064"/>
              <a:gd name="connsiteY2" fmla="*/ 0 h 1155560"/>
            </a:gdLst>
            <a:ahLst/>
            <a:cxnLst>
              <a:cxn ang="0">
                <a:pos x="connsiteX0" y="connsiteY0"/>
              </a:cxn>
              <a:cxn ang="0">
                <a:pos x="connsiteX1" y="connsiteY1"/>
              </a:cxn>
              <a:cxn ang="0">
                <a:pos x="connsiteX2" y="connsiteY2"/>
              </a:cxn>
            </a:cxnLst>
            <a:rect l="l" t="t" r="r" b="b"/>
            <a:pathLst>
              <a:path w="221064" h="1155560">
                <a:moveTo>
                  <a:pt x="0" y="1155560"/>
                </a:moveTo>
                <a:lnTo>
                  <a:pt x="0" y="0"/>
                </a:lnTo>
                <a:lnTo>
                  <a:pt x="221064" y="0"/>
                </a:lnTo>
              </a:path>
            </a:pathLst>
          </a:custGeom>
          <a:noFill/>
          <a:ln w="19050">
            <a:solidFill>
              <a:schemeClr val="tx1"/>
            </a:solidFill>
            <a:prstDash val="dash"/>
            <a:tailEnd type="triangle"/>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N"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33" name="Rectangle 63">
            <a:extLst>
              <a:ext uri="{FF2B5EF4-FFF2-40B4-BE49-F238E27FC236}">
                <a16:creationId xmlns:a16="http://schemas.microsoft.com/office/drawing/2014/main" id="{1E344930-EB91-8809-14E3-0CDD75171E39}"/>
              </a:ext>
            </a:extLst>
          </p:cNvPr>
          <p:cNvSpPr/>
          <p:nvPr/>
        </p:nvSpPr>
        <p:spPr bwMode="auto">
          <a:xfrm>
            <a:off x="5799747" y="3239790"/>
            <a:ext cx="1597160" cy="685800"/>
          </a:xfrm>
          <a:prstGeom prst="rect">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SimHei" panose="02010609060101010101" pitchFamily="49" charset="-122"/>
                <a:cs typeface="Arial" panose="020B0604020202020204" pitchFamily="34" charset="0"/>
              </a:rPr>
              <a:t>Comb. Logic</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800" b="0" i="1" u="none" strike="noStrike" kern="1200" cap="none" spc="0" normalizeH="0" baseline="0" noProof="0" dirty="0">
                <a:ln>
                  <a:noFill/>
                </a:ln>
                <a:solidFill>
                  <a:srgbClr val="000000"/>
                </a:solidFill>
                <a:effectLst/>
                <a:uLnTx/>
                <a:uFillTx/>
                <a:latin typeface="Arial" panose="020B0604020202020204" pitchFamily="34" charset="0"/>
                <a:ea typeface="SimHei" panose="02010609060101010101" pitchFamily="49" charset="-122"/>
                <a:cs typeface="Arial" panose="020B0604020202020204" pitchFamily="34" charset="0"/>
              </a:rPr>
              <a:t>f(x, s)</a:t>
            </a:r>
          </a:p>
        </p:txBody>
      </p:sp>
      <p:sp>
        <p:nvSpPr>
          <p:cNvPr id="34" name="TextBox 64">
            <a:extLst>
              <a:ext uri="{FF2B5EF4-FFF2-40B4-BE49-F238E27FC236}">
                <a16:creationId xmlns:a16="http://schemas.microsoft.com/office/drawing/2014/main" id="{FBA9E126-F48B-9BD7-7075-61E2DA3E819D}"/>
              </a:ext>
            </a:extLst>
          </p:cNvPr>
          <p:cNvSpPr txBox="1"/>
          <p:nvPr/>
        </p:nvSpPr>
        <p:spPr>
          <a:xfrm>
            <a:off x="4442114" y="4322799"/>
            <a:ext cx="952505" cy="400110"/>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宋体" pitchFamily="2" charset="-122"/>
                <a:cs typeface="Arial" panose="020B0604020202020204" pitchFamily="34" charset="0"/>
              </a:rPr>
              <a:t>Input </a:t>
            </a:r>
            <a:r>
              <a:rPr kumimoji="0" lang="en-US" altLang="zh-CN" sz="2000" b="0" i="1" u="none" strike="noStrike" kern="1200" cap="none" spc="0" normalizeH="0" baseline="0" noProof="0" dirty="0">
                <a:ln>
                  <a:noFill/>
                </a:ln>
                <a:solidFill>
                  <a:srgbClr val="000000"/>
                </a:solidFill>
                <a:effectLst/>
                <a:uLnTx/>
                <a:uFillTx/>
                <a:latin typeface="Arial" panose="020B0604020202020204" pitchFamily="34" charset="0"/>
                <a:ea typeface="宋体" pitchFamily="2" charset="-122"/>
                <a:cs typeface="Arial" panose="020B0604020202020204" pitchFamily="34" charset="0"/>
              </a:rPr>
              <a:t>x</a:t>
            </a:r>
            <a:endParaRPr kumimoji="0" lang="en-US" sz="2000" b="0" i="1" u="none" strike="noStrike" kern="1200" cap="none" spc="0" normalizeH="0" baseline="0" noProof="0" dirty="0">
              <a:ln>
                <a:noFill/>
              </a:ln>
              <a:solidFill>
                <a:srgbClr val="000000"/>
              </a:solidFill>
              <a:effectLst/>
              <a:uLnTx/>
              <a:uFillTx/>
              <a:latin typeface="Arial" panose="020B0604020202020204" pitchFamily="34" charset="0"/>
              <a:ea typeface="宋体" pitchFamily="2" charset="-122"/>
              <a:cs typeface="Arial" panose="020B0604020202020204" pitchFamily="34" charset="0"/>
            </a:endParaRPr>
          </a:p>
        </p:txBody>
      </p:sp>
      <p:sp>
        <p:nvSpPr>
          <p:cNvPr id="35" name="TextBox 65">
            <a:extLst>
              <a:ext uri="{FF2B5EF4-FFF2-40B4-BE49-F238E27FC236}">
                <a16:creationId xmlns:a16="http://schemas.microsoft.com/office/drawing/2014/main" id="{981E0F66-66C1-CABF-1143-102FC2351812}"/>
              </a:ext>
            </a:extLst>
          </p:cNvPr>
          <p:cNvSpPr txBox="1"/>
          <p:nvPr/>
        </p:nvSpPr>
        <p:spPr>
          <a:xfrm>
            <a:off x="7855110" y="3222824"/>
            <a:ext cx="1279709" cy="707886"/>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宋体" pitchFamily="2" charset="-122"/>
                <a:cs typeface="Arial" panose="020B0604020202020204" pitchFamily="34" charset="0"/>
              </a:rPr>
              <a:t>Output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1" u="none" strike="noStrike" kern="1200" cap="none" spc="0" normalizeH="0" baseline="0" noProof="0" dirty="0">
                <a:ln>
                  <a:noFill/>
                </a:ln>
                <a:solidFill>
                  <a:srgbClr val="000000"/>
                </a:solidFill>
                <a:effectLst/>
                <a:uLnTx/>
                <a:uFillTx/>
                <a:latin typeface="Arial" panose="020B0604020202020204" pitchFamily="34" charset="0"/>
                <a:ea typeface="宋体" pitchFamily="2" charset="-122"/>
                <a:cs typeface="Arial" panose="020B0604020202020204" pitchFamily="34" charset="0"/>
              </a:rPr>
              <a:t>y </a:t>
            </a: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宋体" pitchFamily="2" charset="-122"/>
                <a:cs typeface="Arial" panose="020B0604020202020204" pitchFamily="34" charset="0"/>
              </a:rPr>
              <a:t>=</a:t>
            </a:r>
            <a:r>
              <a:rPr kumimoji="0" lang="en-US" sz="2000" b="0" i="1" u="none" strike="noStrike" kern="1200" cap="none" spc="0" normalizeH="0" baseline="0" noProof="0" dirty="0">
                <a:ln>
                  <a:noFill/>
                </a:ln>
                <a:solidFill>
                  <a:srgbClr val="000000"/>
                </a:solidFill>
                <a:effectLst/>
                <a:uLnTx/>
                <a:uFillTx/>
                <a:latin typeface="Arial" panose="020B0604020202020204" pitchFamily="34" charset="0"/>
                <a:ea typeface="宋体" pitchFamily="2" charset="-122"/>
                <a:cs typeface="Arial" panose="020B0604020202020204" pitchFamily="34" charset="0"/>
              </a:rPr>
              <a:t> f(x, s)</a:t>
            </a:r>
          </a:p>
        </p:txBody>
      </p:sp>
      <p:cxnSp>
        <p:nvCxnSpPr>
          <p:cNvPr id="36" name="Straight Arrow Connector 66">
            <a:extLst>
              <a:ext uri="{FF2B5EF4-FFF2-40B4-BE49-F238E27FC236}">
                <a16:creationId xmlns:a16="http://schemas.microsoft.com/office/drawing/2014/main" id="{420E05CC-0F2F-D342-643A-34A1DFC2B7F9}"/>
              </a:ext>
            </a:extLst>
          </p:cNvPr>
          <p:cNvCxnSpPr>
            <a:cxnSpLocks/>
          </p:cNvCxnSpPr>
          <p:nvPr/>
        </p:nvCxnSpPr>
        <p:spPr bwMode="auto">
          <a:xfrm>
            <a:off x="7402683" y="3445863"/>
            <a:ext cx="603594" cy="0"/>
          </a:xfrm>
          <a:prstGeom prst="straightConnector1">
            <a:avLst/>
          </a:prstGeom>
          <a:noFill/>
          <a:ln w="28575" cap="flat" cmpd="sng" algn="ctr">
            <a:solidFill>
              <a:schemeClr val="tx1"/>
            </a:solidFill>
            <a:prstDash val="solid"/>
            <a:round/>
            <a:headEnd type="none" w="med" len="med"/>
            <a:tailEnd type="triangle" w="med" len="med"/>
          </a:ln>
          <a:effectLst/>
        </p:spPr>
      </p:cxnSp>
      <p:cxnSp>
        <p:nvCxnSpPr>
          <p:cNvPr id="37" name="Straight Arrow Connector 68">
            <a:extLst>
              <a:ext uri="{FF2B5EF4-FFF2-40B4-BE49-F238E27FC236}">
                <a16:creationId xmlns:a16="http://schemas.microsoft.com/office/drawing/2014/main" id="{DCE9FFE6-7C04-D7EE-178F-E39319A70069}"/>
              </a:ext>
            </a:extLst>
          </p:cNvPr>
          <p:cNvCxnSpPr>
            <a:cxnSpLocks/>
          </p:cNvCxnSpPr>
          <p:nvPr/>
        </p:nvCxnSpPr>
        <p:spPr bwMode="auto">
          <a:xfrm>
            <a:off x="5410087" y="5439324"/>
            <a:ext cx="411480" cy="0"/>
          </a:xfrm>
          <a:prstGeom prst="straightConnector1">
            <a:avLst/>
          </a:prstGeom>
          <a:noFill/>
          <a:ln w="28575" cap="flat" cmpd="sng" algn="ctr">
            <a:solidFill>
              <a:schemeClr val="tx1"/>
            </a:solidFill>
            <a:prstDash val="solid"/>
            <a:round/>
            <a:headEnd type="none" w="med" len="med"/>
            <a:tailEnd type="triangle" w="med" len="med"/>
          </a:ln>
          <a:effectLst/>
        </p:spPr>
      </p:cxnSp>
      <p:cxnSp>
        <p:nvCxnSpPr>
          <p:cNvPr id="38" name="Straight Arrow Connector 69">
            <a:extLst>
              <a:ext uri="{FF2B5EF4-FFF2-40B4-BE49-F238E27FC236}">
                <a16:creationId xmlns:a16="http://schemas.microsoft.com/office/drawing/2014/main" id="{F5D8C57F-6B38-8CC8-B53C-5E0ADCBB78F3}"/>
              </a:ext>
            </a:extLst>
          </p:cNvPr>
          <p:cNvCxnSpPr>
            <a:cxnSpLocks/>
          </p:cNvCxnSpPr>
          <p:nvPr/>
        </p:nvCxnSpPr>
        <p:spPr bwMode="auto">
          <a:xfrm>
            <a:off x="5410087" y="4535337"/>
            <a:ext cx="411480" cy="0"/>
          </a:xfrm>
          <a:prstGeom prst="straightConnector1">
            <a:avLst/>
          </a:prstGeom>
          <a:noFill/>
          <a:ln w="28575" cap="flat" cmpd="sng" algn="ctr">
            <a:solidFill>
              <a:schemeClr val="tx1"/>
            </a:solidFill>
            <a:prstDash val="solid"/>
            <a:round/>
            <a:headEnd type="none" w="med" len="med"/>
            <a:tailEnd type="triangle" w="med" len="med"/>
          </a:ln>
          <a:effectLst/>
        </p:spPr>
      </p:cxnSp>
      <p:sp>
        <p:nvSpPr>
          <p:cNvPr id="39" name="TextBox 70">
            <a:extLst>
              <a:ext uri="{FF2B5EF4-FFF2-40B4-BE49-F238E27FC236}">
                <a16:creationId xmlns:a16="http://schemas.microsoft.com/office/drawing/2014/main" id="{46F3856E-1AE0-B347-3F83-EE2C259776CB}"/>
              </a:ext>
            </a:extLst>
          </p:cNvPr>
          <p:cNvSpPr txBox="1"/>
          <p:nvPr/>
        </p:nvSpPr>
        <p:spPr>
          <a:xfrm>
            <a:off x="4499362" y="5238130"/>
            <a:ext cx="827471" cy="400110"/>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宋体" pitchFamily="2" charset="-122"/>
                <a:cs typeface="Arial" panose="020B0604020202020204" pitchFamily="34" charset="0"/>
              </a:rPr>
              <a:t>Clock</a:t>
            </a:r>
          </a:p>
        </p:txBody>
      </p:sp>
      <p:sp>
        <p:nvSpPr>
          <p:cNvPr id="40" name="Rectangle 71">
            <a:extLst>
              <a:ext uri="{FF2B5EF4-FFF2-40B4-BE49-F238E27FC236}">
                <a16:creationId xmlns:a16="http://schemas.microsoft.com/office/drawing/2014/main" id="{C9AA878D-39E0-936C-5A24-095CDDE6E460}"/>
              </a:ext>
            </a:extLst>
          </p:cNvPr>
          <p:cNvSpPr/>
          <p:nvPr/>
        </p:nvSpPr>
        <p:spPr bwMode="auto">
          <a:xfrm>
            <a:off x="5799745" y="4158082"/>
            <a:ext cx="1597160" cy="685800"/>
          </a:xfrm>
          <a:prstGeom prst="rect">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SimHei" panose="02010609060101010101" pitchFamily="49" charset="-122"/>
                <a:cs typeface="Arial" panose="020B0604020202020204" pitchFamily="34" charset="0"/>
              </a:rPr>
              <a:t>Comb. Logic </a:t>
            </a:r>
            <a:r>
              <a:rPr kumimoji="0" lang="en-US" altLang="zh-CN" sz="1800" b="0" i="1" u="none" strike="noStrike" kern="1200" cap="none" spc="0" normalizeH="0" baseline="0" noProof="0" dirty="0">
                <a:ln>
                  <a:noFill/>
                </a:ln>
                <a:solidFill>
                  <a:srgbClr val="000000"/>
                </a:solidFill>
                <a:effectLst/>
                <a:uLnTx/>
                <a:uFillTx/>
                <a:latin typeface="Arial" panose="020B0604020202020204" pitchFamily="34" charset="0"/>
                <a:ea typeface="SimHei" panose="02010609060101010101" pitchFamily="49" charset="-122"/>
                <a:cs typeface="Arial" panose="020B0604020202020204" pitchFamily="34" charset="0"/>
              </a:rPr>
              <a:t>g(x, s)</a:t>
            </a:r>
          </a:p>
        </p:txBody>
      </p:sp>
      <p:sp>
        <p:nvSpPr>
          <p:cNvPr id="41" name="Freeform 73">
            <a:extLst>
              <a:ext uri="{FF2B5EF4-FFF2-40B4-BE49-F238E27FC236}">
                <a16:creationId xmlns:a16="http://schemas.microsoft.com/office/drawing/2014/main" id="{4BA25DCD-FFB8-F3E2-F482-56E87A96FEDC}"/>
              </a:ext>
            </a:extLst>
          </p:cNvPr>
          <p:cNvSpPr/>
          <p:nvPr/>
        </p:nvSpPr>
        <p:spPr>
          <a:xfrm>
            <a:off x="7402615" y="3775359"/>
            <a:ext cx="469726" cy="1720717"/>
          </a:xfrm>
          <a:custGeom>
            <a:avLst/>
            <a:gdLst>
              <a:gd name="connsiteX0" fmla="*/ 25052 w 469726"/>
              <a:gd name="connsiteY0" fmla="*/ 2198317 h 2198317"/>
              <a:gd name="connsiteX1" fmla="*/ 469726 w 469726"/>
              <a:gd name="connsiteY1" fmla="*/ 2198317 h 2198317"/>
              <a:gd name="connsiteX2" fmla="*/ 469726 w 469726"/>
              <a:gd name="connsiteY2" fmla="*/ 0 h 2198317"/>
              <a:gd name="connsiteX3" fmla="*/ 0 w 469726"/>
              <a:gd name="connsiteY3" fmla="*/ 0 h 2198317"/>
            </a:gdLst>
            <a:ahLst/>
            <a:cxnLst>
              <a:cxn ang="0">
                <a:pos x="connsiteX0" y="connsiteY0"/>
              </a:cxn>
              <a:cxn ang="0">
                <a:pos x="connsiteX1" y="connsiteY1"/>
              </a:cxn>
              <a:cxn ang="0">
                <a:pos x="connsiteX2" y="connsiteY2"/>
              </a:cxn>
              <a:cxn ang="0">
                <a:pos x="connsiteX3" y="connsiteY3"/>
              </a:cxn>
            </a:cxnLst>
            <a:rect l="l" t="t" r="r" b="b"/>
            <a:pathLst>
              <a:path w="469726" h="2198317">
                <a:moveTo>
                  <a:pt x="25052" y="2198317"/>
                </a:moveTo>
                <a:lnTo>
                  <a:pt x="469726" y="2198317"/>
                </a:lnTo>
                <a:lnTo>
                  <a:pt x="469726" y="0"/>
                </a:lnTo>
                <a:lnTo>
                  <a:pt x="0" y="0"/>
                </a:lnTo>
              </a:path>
            </a:pathLst>
          </a:custGeom>
          <a:noFill/>
          <a:ln>
            <a:tailEnd type="triangle"/>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N"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2" name="Freeform 75">
            <a:extLst>
              <a:ext uri="{FF2B5EF4-FFF2-40B4-BE49-F238E27FC236}">
                <a16:creationId xmlns:a16="http://schemas.microsoft.com/office/drawing/2014/main" id="{822B874F-B324-1E38-4ECF-E035A55E2637}"/>
              </a:ext>
            </a:extLst>
          </p:cNvPr>
          <p:cNvSpPr/>
          <p:nvPr/>
        </p:nvSpPr>
        <p:spPr>
          <a:xfrm>
            <a:off x="7402615" y="4375994"/>
            <a:ext cx="475989" cy="0"/>
          </a:xfrm>
          <a:custGeom>
            <a:avLst/>
            <a:gdLst>
              <a:gd name="connsiteX0" fmla="*/ 475989 w 475989"/>
              <a:gd name="connsiteY0" fmla="*/ 0 h 0"/>
              <a:gd name="connsiteX1" fmla="*/ 0 w 475989"/>
              <a:gd name="connsiteY1" fmla="*/ 0 h 0"/>
            </a:gdLst>
            <a:ahLst/>
            <a:cxnLst>
              <a:cxn ang="0">
                <a:pos x="connsiteX0" y="connsiteY0"/>
              </a:cxn>
              <a:cxn ang="0">
                <a:pos x="connsiteX1" y="connsiteY1"/>
              </a:cxn>
            </a:cxnLst>
            <a:rect l="l" t="t" r="r" b="b"/>
            <a:pathLst>
              <a:path w="475989">
                <a:moveTo>
                  <a:pt x="475989" y="0"/>
                </a:moveTo>
                <a:lnTo>
                  <a:pt x="0" y="0"/>
                </a:lnTo>
              </a:path>
            </a:pathLst>
          </a:custGeom>
          <a:noFill/>
          <a:ln>
            <a:tailEnd type="triangle"/>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N"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3" name="Freeform 57">
            <a:extLst>
              <a:ext uri="{FF2B5EF4-FFF2-40B4-BE49-F238E27FC236}">
                <a16:creationId xmlns:a16="http://schemas.microsoft.com/office/drawing/2014/main" id="{2EA5991F-EC63-000C-D0F4-4045E3395411}"/>
              </a:ext>
            </a:extLst>
          </p:cNvPr>
          <p:cNvSpPr/>
          <p:nvPr/>
        </p:nvSpPr>
        <p:spPr>
          <a:xfrm>
            <a:off x="5587511" y="3601956"/>
            <a:ext cx="221064" cy="934598"/>
          </a:xfrm>
          <a:custGeom>
            <a:avLst/>
            <a:gdLst>
              <a:gd name="connsiteX0" fmla="*/ 0 w 221064"/>
              <a:gd name="connsiteY0" fmla="*/ 1155560 h 1155560"/>
              <a:gd name="connsiteX1" fmla="*/ 0 w 221064"/>
              <a:gd name="connsiteY1" fmla="*/ 0 h 1155560"/>
              <a:gd name="connsiteX2" fmla="*/ 221064 w 221064"/>
              <a:gd name="connsiteY2" fmla="*/ 0 h 1155560"/>
            </a:gdLst>
            <a:ahLst/>
            <a:cxnLst>
              <a:cxn ang="0">
                <a:pos x="connsiteX0" y="connsiteY0"/>
              </a:cxn>
              <a:cxn ang="0">
                <a:pos x="connsiteX1" y="connsiteY1"/>
              </a:cxn>
              <a:cxn ang="0">
                <a:pos x="connsiteX2" y="connsiteY2"/>
              </a:cxn>
            </a:cxnLst>
            <a:rect l="l" t="t" r="r" b="b"/>
            <a:pathLst>
              <a:path w="221064" h="1155560">
                <a:moveTo>
                  <a:pt x="0" y="1155560"/>
                </a:moveTo>
                <a:lnTo>
                  <a:pt x="0" y="0"/>
                </a:lnTo>
                <a:lnTo>
                  <a:pt x="221064" y="0"/>
                </a:lnTo>
              </a:path>
            </a:pathLst>
          </a:custGeom>
          <a:noFill/>
          <a:ln w="19050">
            <a:solidFill>
              <a:schemeClr val="tx1"/>
            </a:solidFill>
            <a:prstDash val="dash"/>
            <a:tailEnd type="triangle"/>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N"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44" name="TextBox 154">
            <a:extLst>
              <a:ext uri="{FF2B5EF4-FFF2-40B4-BE49-F238E27FC236}">
                <a16:creationId xmlns:a16="http://schemas.microsoft.com/office/drawing/2014/main" id="{F0410A19-0EDC-2D05-5D84-BBC14E1B3ADB}"/>
              </a:ext>
            </a:extLst>
          </p:cNvPr>
          <p:cNvSpPr txBox="1"/>
          <p:nvPr/>
        </p:nvSpPr>
        <p:spPr>
          <a:xfrm>
            <a:off x="5297474" y="4778111"/>
            <a:ext cx="1356462" cy="400110"/>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1" u="none" strike="noStrike" kern="1200" cap="none" spc="0" normalizeH="0" baseline="0" noProof="0" dirty="0">
                <a:ln>
                  <a:noFill/>
                </a:ln>
                <a:solidFill>
                  <a:srgbClr val="000000"/>
                </a:solidFill>
                <a:effectLst/>
                <a:uLnTx/>
                <a:uFillTx/>
                <a:latin typeface="Arial" charset="0"/>
                <a:ea typeface="宋体" pitchFamily="2" charset="-122"/>
                <a:cs typeface="+mn-cs"/>
              </a:rPr>
              <a:t>e </a:t>
            </a:r>
            <a:r>
              <a:rPr kumimoji="0" lang="en-US" sz="2000" b="0" i="0" u="none" strike="noStrike" kern="1200" cap="none" spc="0" normalizeH="0" baseline="0" noProof="0" dirty="0">
                <a:ln>
                  <a:noFill/>
                </a:ln>
                <a:solidFill>
                  <a:srgbClr val="000000"/>
                </a:solidFill>
                <a:effectLst/>
                <a:uLnTx/>
                <a:uFillTx/>
                <a:latin typeface="Arial" charset="0"/>
                <a:ea typeface="宋体" pitchFamily="2" charset="-122"/>
                <a:cs typeface="+mn-cs"/>
              </a:rPr>
              <a:t>=</a:t>
            </a:r>
            <a:r>
              <a:rPr kumimoji="0" lang="en-US" sz="2000" b="0" i="1" u="none" strike="noStrike" kern="1200" cap="none" spc="0" normalizeH="0" baseline="0" noProof="0" dirty="0">
                <a:ln>
                  <a:noFill/>
                </a:ln>
                <a:solidFill>
                  <a:srgbClr val="000000"/>
                </a:solidFill>
                <a:effectLst/>
                <a:uLnTx/>
                <a:uFillTx/>
                <a:latin typeface="Arial" charset="0"/>
                <a:ea typeface="宋体" pitchFamily="2" charset="-122"/>
                <a:cs typeface="+mn-cs"/>
              </a:rPr>
              <a:t> g(x, s)</a:t>
            </a:r>
            <a:endParaRPr kumimoji="0" lang="en-CN" sz="2000" b="0" i="1" u="none" strike="noStrike" kern="1200" cap="none" spc="0" normalizeH="0" baseline="0" noProof="0" dirty="0">
              <a:ln>
                <a:noFill/>
              </a:ln>
              <a:solidFill>
                <a:srgbClr val="000000"/>
              </a:solidFill>
              <a:effectLst/>
              <a:uLnTx/>
              <a:uFillTx/>
              <a:latin typeface="Arial" charset="0"/>
              <a:ea typeface="宋体" pitchFamily="2" charset="-122"/>
              <a:cs typeface="+mn-cs"/>
            </a:endParaRPr>
          </a:p>
        </p:txBody>
      </p:sp>
      <p:cxnSp>
        <p:nvCxnSpPr>
          <p:cNvPr id="45" name="Straight Connector 68">
            <a:extLst>
              <a:ext uri="{FF2B5EF4-FFF2-40B4-BE49-F238E27FC236}">
                <a16:creationId xmlns:a16="http://schemas.microsoft.com/office/drawing/2014/main" id="{B7806CF8-A5E6-352E-B0B0-46B767117FBF}"/>
              </a:ext>
            </a:extLst>
          </p:cNvPr>
          <p:cNvCxnSpPr/>
          <p:nvPr/>
        </p:nvCxnSpPr>
        <p:spPr>
          <a:xfrm flipV="1">
            <a:off x="7827686" y="4949656"/>
            <a:ext cx="93915" cy="155154"/>
          </a:xfrm>
          <a:prstGeom prst="line">
            <a:avLst/>
          </a:prstGeom>
          <a:ln w="28575"/>
        </p:spPr>
        <p:style>
          <a:lnRef idx="1">
            <a:schemeClr val="dk1"/>
          </a:lnRef>
          <a:fillRef idx="0">
            <a:schemeClr val="dk1"/>
          </a:fillRef>
          <a:effectRef idx="0">
            <a:schemeClr val="dk1"/>
          </a:effectRef>
          <a:fontRef idx="minor">
            <a:schemeClr val="tx1"/>
          </a:fontRef>
        </p:style>
      </p:cxnSp>
      <p:sp>
        <p:nvSpPr>
          <p:cNvPr id="46" name="Rectangle 40">
            <a:extLst>
              <a:ext uri="{FF2B5EF4-FFF2-40B4-BE49-F238E27FC236}">
                <a16:creationId xmlns:a16="http://schemas.microsoft.com/office/drawing/2014/main" id="{45675D27-A2A8-ED0A-4320-15E24C9D50F6}"/>
              </a:ext>
            </a:extLst>
          </p:cNvPr>
          <p:cNvSpPr/>
          <p:nvPr/>
        </p:nvSpPr>
        <p:spPr bwMode="auto">
          <a:xfrm>
            <a:off x="6025305" y="5300587"/>
            <a:ext cx="1371600" cy="594360"/>
          </a:xfrm>
          <a:prstGeom prst="rect">
            <a:avLst/>
          </a:prstGeom>
          <a:solidFill>
            <a:schemeClr val="accent4">
              <a:lumMod val="20000"/>
              <a:lumOff val="80000"/>
            </a:schemeClr>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1" i="1" u="none" strike="noStrike" kern="1200" cap="none" spc="0" normalizeH="0" baseline="30000" noProof="0" dirty="0">
              <a:ln>
                <a:noFill/>
              </a:ln>
              <a:solidFill>
                <a:srgbClr val="000000"/>
              </a:solidFill>
              <a:effectLst/>
              <a:uLnTx/>
              <a:uFillTx/>
              <a:latin typeface="Arial" panose="020B0604020202020204" pitchFamily="34" charset="0"/>
              <a:ea typeface="SimHei" panose="02010609060101010101" pitchFamily="49" charset="-122"/>
              <a:cs typeface="Arial" panose="020B0604020202020204" pitchFamily="34" charset="0"/>
            </a:endParaRPr>
          </a:p>
        </p:txBody>
      </p:sp>
      <p:sp>
        <p:nvSpPr>
          <p:cNvPr id="47" name="Rectangle 40">
            <a:extLst>
              <a:ext uri="{FF2B5EF4-FFF2-40B4-BE49-F238E27FC236}">
                <a16:creationId xmlns:a16="http://schemas.microsoft.com/office/drawing/2014/main" id="{FA1649B9-B137-74FF-CA7D-9D4BBBC13C74}"/>
              </a:ext>
            </a:extLst>
          </p:cNvPr>
          <p:cNvSpPr/>
          <p:nvPr/>
        </p:nvSpPr>
        <p:spPr bwMode="auto">
          <a:xfrm>
            <a:off x="5922235" y="5215094"/>
            <a:ext cx="1371600" cy="594360"/>
          </a:xfrm>
          <a:prstGeom prst="rect">
            <a:avLst/>
          </a:prstGeom>
          <a:solidFill>
            <a:schemeClr val="accent4">
              <a:lumMod val="20000"/>
              <a:lumOff val="80000"/>
            </a:schemeClr>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1" i="1" u="none" strike="noStrike" kern="1200" cap="none" spc="0" normalizeH="0" baseline="30000" noProof="0" dirty="0">
              <a:ln>
                <a:noFill/>
              </a:ln>
              <a:solidFill>
                <a:srgbClr val="000000"/>
              </a:solidFill>
              <a:effectLst/>
              <a:uLnTx/>
              <a:uFillTx/>
              <a:latin typeface="Arial" panose="020B0604020202020204" pitchFamily="34" charset="0"/>
              <a:ea typeface="SimHei" panose="02010609060101010101" pitchFamily="49" charset="-122"/>
              <a:cs typeface="Arial" panose="020B0604020202020204" pitchFamily="34" charset="0"/>
            </a:endParaRPr>
          </a:p>
        </p:txBody>
      </p:sp>
      <p:sp>
        <p:nvSpPr>
          <p:cNvPr id="48" name="Rectangle 40">
            <a:extLst>
              <a:ext uri="{FF2B5EF4-FFF2-40B4-BE49-F238E27FC236}">
                <a16:creationId xmlns:a16="http://schemas.microsoft.com/office/drawing/2014/main" id="{447D4FA7-DFB9-D721-C21F-2899B2CB7051}"/>
              </a:ext>
            </a:extLst>
          </p:cNvPr>
          <p:cNvSpPr/>
          <p:nvPr/>
        </p:nvSpPr>
        <p:spPr bwMode="auto">
          <a:xfrm>
            <a:off x="5819164" y="5129600"/>
            <a:ext cx="1371600" cy="594360"/>
          </a:xfrm>
          <a:prstGeom prst="rect">
            <a:avLst/>
          </a:prstGeom>
          <a:solidFill>
            <a:schemeClr val="accent4">
              <a:lumMod val="20000"/>
              <a:lumOff val="80000"/>
            </a:schemeClr>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0" i="1" u="none" strike="noStrike" kern="1200" cap="none" spc="0" normalizeH="0" baseline="30000" noProof="0" dirty="0">
              <a:ln>
                <a:noFill/>
              </a:ln>
              <a:solidFill>
                <a:srgbClr val="000000"/>
              </a:solidFill>
              <a:effectLst/>
              <a:uLnTx/>
              <a:uFillTx/>
              <a:latin typeface="Arial" panose="020B0604020202020204" pitchFamily="34" charset="0"/>
              <a:ea typeface="SimHei" panose="02010609060101010101" pitchFamily="49" charset="-122"/>
              <a:cs typeface="Arial" panose="020B0604020202020204" pitchFamily="34" charset="0"/>
            </a:endParaRPr>
          </a:p>
        </p:txBody>
      </p:sp>
      <p:sp>
        <p:nvSpPr>
          <p:cNvPr id="49" name="Freeform 8">
            <a:extLst>
              <a:ext uri="{FF2B5EF4-FFF2-40B4-BE49-F238E27FC236}">
                <a16:creationId xmlns:a16="http://schemas.microsoft.com/office/drawing/2014/main" id="{70B952E5-46DA-2424-929C-3F2593611958}"/>
              </a:ext>
            </a:extLst>
          </p:cNvPr>
          <p:cNvSpPr/>
          <p:nvPr/>
        </p:nvSpPr>
        <p:spPr>
          <a:xfrm>
            <a:off x="5825019" y="5343173"/>
            <a:ext cx="133148" cy="152903"/>
          </a:xfrm>
          <a:custGeom>
            <a:avLst/>
            <a:gdLst>
              <a:gd name="connsiteX0" fmla="*/ 0 w 87682"/>
              <a:gd name="connsiteY0" fmla="*/ 0 h 169101"/>
              <a:gd name="connsiteX1" fmla="*/ 87682 w 87682"/>
              <a:gd name="connsiteY1" fmla="*/ 87682 h 169101"/>
              <a:gd name="connsiteX2" fmla="*/ 6263 w 87682"/>
              <a:gd name="connsiteY2" fmla="*/ 169101 h 169101"/>
            </a:gdLst>
            <a:ahLst/>
            <a:cxnLst>
              <a:cxn ang="0">
                <a:pos x="connsiteX0" y="connsiteY0"/>
              </a:cxn>
              <a:cxn ang="0">
                <a:pos x="connsiteX1" y="connsiteY1"/>
              </a:cxn>
              <a:cxn ang="0">
                <a:pos x="connsiteX2" y="connsiteY2"/>
              </a:cxn>
            </a:cxnLst>
            <a:rect l="l" t="t" r="r" b="b"/>
            <a:pathLst>
              <a:path w="87682" h="169101">
                <a:moveTo>
                  <a:pt x="0" y="0"/>
                </a:moveTo>
                <a:lnTo>
                  <a:pt x="87682" y="87682"/>
                </a:lnTo>
                <a:lnTo>
                  <a:pt x="6263" y="169101"/>
                </a:lnTo>
              </a:path>
            </a:pathLst>
          </a:custGeom>
          <a:noFill/>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N"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0" name="矩形 10">
            <a:extLst>
              <a:ext uri="{FF2B5EF4-FFF2-40B4-BE49-F238E27FC236}">
                <a16:creationId xmlns:a16="http://schemas.microsoft.com/office/drawing/2014/main" id="{AFE140D5-6613-AF84-EAE6-96A0705ECB43}"/>
              </a:ext>
            </a:extLst>
          </p:cNvPr>
          <p:cNvSpPr/>
          <p:nvPr/>
        </p:nvSpPr>
        <p:spPr>
          <a:xfrm>
            <a:off x="5918783" y="5410200"/>
            <a:ext cx="1221874" cy="338554"/>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itchFamily="2" charset="-122"/>
                <a:cs typeface="Arial" panose="020B0604020202020204" pitchFamily="34" charset="0"/>
              </a:rPr>
              <a:t>DFF:</a:t>
            </a:r>
            <a:r>
              <a:rPr lang="en-US" altLang="zh-CN" sz="1600" b="0" dirty="0">
                <a:solidFill>
                  <a:srgbClr val="000000"/>
                </a:solidFill>
                <a:latin typeface="Arial" panose="020B0604020202020204" pitchFamily="34" charset="0"/>
                <a:cs typeface="Arial" panose="020B0604020202020204" pitchFamily="34" charset="0"/>
              </a:rPr>
              <a:t>Q</a:t>
            </a:r>
            <a:r>
              <a:rPr lang="en-US" altLang="zh-CN" sz="1600" b="0" baseline="30000" dirty="0">
                <a:solidFill>
                  <a:srgbClr val="000000"/>
                </a:solidFill>
                <a:latin typeface="Arial" panose="020B0604020202020204" pitchFamily="34" charset="0"/>
                <a:cs typeface="Arial" panose="020B0604020202020204" pitchFamily="34" charset="0"/>
              </a:rPr>
              <a:t>+</a:t>
            </a:r>
            <a:r>
              <a:rPr lang="en-US" altLang="zh-CN" sz="1600" b="0" dirty="0">
                <a:solidFill>
                  <a:srgbClr val="000000"/>
                </a:solidFill>
                <a:latin typeface="Arial" panose="020B0604020202020204" pitchFamily="34" charset="0"/>
                <a:cs typeface="Arial" panose="020B0604020202020204" pitchFamily="34" charset="0"/>
              </a:rPr>
              <a:t>=D</a:t>
            </a:r>
            <a:endParaRPr kumimoji="0" lang="en-US"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itchFamily="2" charset="-122"/>
              <a:cs typeface="Arial" panose="020B0604020202020204" pitchFamily="34" charset="0"/>
            </a:endParaRPr>
          </a:p>
        </p:txBody>
      </p:sp>
      <p:sp>
        <p:nvSpPr>
          <p:cNvPr id="51" name="矩形 10">
            <a:extLst>
              <a:ext uri="{FF2B5EF4-FFF2-40B4-BE49-F238E27FC236}">
                <a16:creationId xmlns:a16="http://schemas.microsoft.com/office/drawing/2014/main" id="{91218DFB-8828-F5CB-39F8-6CB6E6FC55C5}"/>
              </a:ext>
            </a:extLst>
          </p:cNvPr>
          <p:cNvSpPr/>
          <p:nvPr/>
        </p:nvSpPr>
        <p:spPr>
          <a:xfrm>
            <a:off x="6253350" y="5066321"/>
            <a:ext cx="552740" cy="369332"/>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宋体" pitchFamily="2" charset="-122"/>
                <a:cs typeface="Arial" panose="020B0604020202020204" pitchFamily="34" charset="0"/>
              </a:rPr>
              <a:t>D</a:t>
            </a:r>
          </a:p>
        </p:txBody>
      </p:sp>
      <p:sp>
        <p:nvSpPr>
          <p:cNvPr id="52" name="矩形 10">
            <a:extLst>
              <a:ext uri="{FF2B5EF4-FFF2-40B4-BE49-F238E27FC236}">
                <a16:creationId xmlns:a16="http://schemas.microsoft.com/office/drawing/2014/main" id="{48582E2E-1262-C653-5869-98B193061766}"/>
              </a:ext>
            </a:extLst>
          </p:cNvPr>
          <p:cNvSpPr/>
          <p:nvPr/>
        </p:nvSpPr>
        <p:spPr>
          <a:xfrm>
            <a:off x="6813628" y="5117068"/>
            <a:ext cx="491243" cy="369332"/>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宋体" pitchFamily="2" charset="-122"/>
                <a:cs typeface="Arial" panose="020B0604020202020204" pitchFamily="34" charset="0"/>
              </a:rPr>
              <a:t>Q</a:t>
            </a:r>
          </a:p>
        </p:txBody>
      </p:sp>
      <p:cxnSp>
        <p:nvCxnSpPr>
          <p:cNvPr id="53" name="直接箭头连接符 5">
            <a:extLst>
              <a:ext uri="{FF2B5EF4-FFF2-40B4-BE49-F238E27FC236}">
                <a16:creationId xmlns:a16="http://schemas.microsoft.com/office/drawing/2014/main" id="{AF536E53-4B54-C19A-2D03-81F840E98689}"/>
              </a:ext>
            </a:extLst>
          </p:cNvPr>
          <p:cNvCxnSpPr>
            <a:cxnSpLocks/>
          </p:cNvCxnSpPr>
          <p:nvPr/>
        </p:nvCxnSpPr>
        <p:spPr>
          <a:xfrm flipH="1">
            <a:off x="6598325" y="4843882"/>
            <a:ext cx="0" cy="28571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Connector 68">
            <a:extLst>
              <a:ext uri="{FF2B5EF4-FFF2-40B4-BE49-F238E27FC236}">
                <a16:creationId xmlns:a16="http://schemas.microsoft.com/office/drawing/2014/main" id="{69AC70A8-66B3-8BA6-262B-CCC8F961F59C}"/>
              </a:ext>
            </a:extLst>
          </p:cNvPr>
          <p:cNvCxnSpPr/>
          <p:nvPr/>
        </p:nvCxnSpPr>
        <p:spPr>
          <a:xfrm flipV="1">
            <a:off x="6551366" y="4892867"/>
            <a:ext cx="93915" cy="155154"/>
          </a:xfrm>
          <a:prstGeom prst="line">
            <a:avLst/>
          </a:prstGeom>
          <a:ln w="28575"/>
        </p:spPr>
        <p:style>
          <a:lnRef idx="1">
            <a:schemeClr val="dk1"/>
          </a:lnRef>
          <a:fillRef idx="0">
            <a:schemeClr val="dk1"/>
          </a:fillRef>
          <a:effectRef idx="0">
            <a:schemeClr val="dk1"/>
          </a:effectRef>
          <a:fontRef idx="minor">
            <a:schemeClr val="tx1"/>
          </a:fontRef>
        </p:style>
      </p:cxnSp>
      <p:sp>
        <p:nvSpPr>
          <p:cNvPr id="55" name="TextBox 154">
            <a:extLst>
              <a:ext uri="{FF2B5EF4-FFF2-40B4-BE49-F238E27FC236}">
                <a16:creationId xmlns:a16="http://schemas.microsoft.com/office/drawing/2014/main" id="{511485A1-5678-F852-7A33-20558E3BE43D}"/>
              </a:ext>
            </a:extLst>
          </p:cNvPr>
          <p:cNvSpPr txBox="1"/>
          <p:nvPr/>
        </p:nvSpPr>
        <p:spPr>
          <a:xfrm>
            <a:off x="921719" y="4788775"/>
            <a:ext cx="1356462" cy="400110"/>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1" u="none" strike="noStrike" kern="1200" cap="none" spc="0" normalizeH="0" baseline="0" noProof="0" dirty="0">
                <a:ln>
                  <a:noFill/>
                </a:ln>
                <a:solidFill>
                  <a:srgbClr val="000000"/>
                </a:solidFill>
                <a:effectLst/>
                <a:uLnTx/>
                <a:uFillTx/>
                <a:latin typeface="Arial" charset="0"/>
                <a:ea typeface="宋体" pitchFamily="2" charset="-122"/>
                <a:cs typeface="+mn-cs"/>
              </a:rPr>
              <a:t>e </a:t>
            </a:r>
            <a:r>
              <a:rPr kumimoji="0" lang="en-US" sz="2000" b="0" i="0" u="none" strike="noStrike" kern="1200" cap="none" spc="0" normalizeH="0" baseline="0" noProof="0" dirty="0">
                <a:ln>
                  <a:noFill/>
                </a:ln>
                <a:solidFill>
                  <a:srgbClr val="000000"/>
                </a:solidFill>
                <a:effectLst/>
                <a:uLnTx/>
                <a:uFillTx/>
                <a:latin typeface="Arial" charset="0"/>
                <a:ea typeface="宋体" pitchFamily="2" charset="-122"/>
                <a:cs typeface="+mn-cs"/>
              </a:rPr>
              <a:t>=</a:t>
            </a:r>
            <a:r>
              <a:rPr kumimoji="0" lang="en-US" sz="2000" b="0" i="1" u="none" strike="noStrike" kern="1200" cap="none" spc="0" normalizeH="0" baseline="0" noProof="0" dirty="0">
                <a:ln>
                  <a:noFill/>
                </a:ln>
                <a:solidFill>
                  <a:srgbClr val="000000"/>
                </a:solidFill>
                <a:effectLst/>
                <a:uLnTx/>
                <a:uFillTx/>
                <a:latin typeface="Arial" charset="0"/>
                <a:ea typeface="宋体" pitchFamily="2" charset="-122"/>
                <a:cs typeface="+mn-cs"/>
              </a:rPr>
              <a:t> g(x, s)</a:t>
            </a:r>
            <a:endParaRPr kumimoji="0" lang="en-CN" sz="2000" b="0" i="1" u="none" strike="noStrike" kern="1200" cap="none" spc="0" normalizeH="0" baseline="0" noProof="0" dirty="0">
              <a:ln>
                <a:noFill/>
              </a:ln>
              <a:solidFill>
                <a:srgbClr val="000000"/>
              </a:solidFill>
              <a:effectLst/>
              <a:uLnTx/>
              <a:uFillTx/>
              <a:latin typeface="Arial" charset="0"/>
              <a:ea typeface="宋体" pitchFamily="2" charset="-122"/>
              <a:cs typeface="+mn-cs"/>
            </a:endParaRPr>
          </a:p>
        </p:txBody>
      </p:sp>
      <p:cxnSp>
        <p:nvCxnSpPr>
          <p:cNvPr id="56" name="Straight Connector 68">
            <a:extLst>
              <a:ext uri="{FF2B5EF4-FFF2-40B4-BE49-F238E27FC236}">
                <a16:creationId xmlns:a16="http://schemas.microsoft.com/office/drawing/2014/main" id="{1635F0DE-AC22-6C7B-FF7B-10B7FA30DDB6}"/>
              </a:ext>
            </a:extLst>
          </p:cNvPr>
          <p:cNvCxnSpPr/>
          <p:nvPr/>
        </p:nvCxnSpPr>
        <p:spPr>
          <a:xfrm flipV="1">
            <a:off x="3425264" y="4949656"/>
            <a:ext cx="93915" cy="155154"/>
          </a:xfrm>
          <a:prstGeom prst="line">
            <a:avLst/>
          </a:prstGeom>
          <a:ln w="28575"/>
        </p:spPr>
        <p:style>
          <a:lnRef idx="1">
            <a:schemeClr val="dk1"/>
          </a:lnRef>
          <a:fillRef idx="0">
            <a:schemeClr val="dk1"/>
          </a:fillRef>
          <a:effectRef idx="0">
            <a:schemeClr val="dk1"/>
          </a:effectRef>
          <a:fontRef idx="minor">
            <a:schemeClr val="tx1"/>
          </a:fontRef>
        </p:style>
      </p:cxnSp>
      <p:cxnSp>
        <p:nvCxnSpPr>
          <p:cNvPr id="57" name="直接箭头连接符 46">
            <a:extLst>
              <a:ext uri="{FF2B5EF4-FFF2-40B4-BE49-F238E27FC236}">
                <a16:creationId xmlns:a16="http://schemas.microsoft.com/office/drawing/2014/main" id="{61F3A4D9-F3F3-1D1F-1CDB-92C20A9C6EB0}"/>
              </a:ext>
            </a:extLst>
          </p:cNvPr>
          <p:cNvCxnSpPr>
            <a:cxnSpLocks/>
            <a:endCxn id="24" idx="0"/>
          </p:cNvCxnSpPr>
          <p:nvPr/>
        </p:nvCxnSpPr>
        <p:spPr>
          <a:xfrm>
            <a:off x="2195903" y="4843882"/>
            <a:ext cx="0" cy="33662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Connector 68">
            <a:extLst>
              <a:ext uri="{FF2B5EF4-FFF2-40B4-BE49-F238E27FC236}">
                <a16:creationId xmlns:a16="http://schemas.microsoft.com/office/drawing/2014/main" id="{5741D6D2-EA29-A9AE-247C-A2E4AFF5B742}"/>
              </a:ext>
            </a:extLst>
          </p:cNvPr>
          <p:cNvCxnSpPr/>
          <p:nvPr/>
        </p:nvCxnSpPr>
        <p:spPr>
          <a:xfrm flipV="1">
            <a:off x="2148944" y="4892867"/>
            <a:ext cx="93915" cy="155154"/>
          </a:xfrm>
          <a:prstGeom prst="line">
            <a:avLst/>
          </a:prstGeom>
          <a:ln w="28575"/>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4221219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33E386F-E21B-ED43-89C5-72405F96769B}"/>
              </a:ext>
            </a:extLst>
          </p:cNvPr>
          <p:cNvSpPr>
            <a:spLocks noGrp="1"/>
          </p:cNvSpPr>
          <p:nvPr>
            <p:ph type="sldNum" sz="quarter" idx="12"/>
          </p:nvPr>
        </p:nvSpPr>
        <p:spPr/>
        <p:txBody>
          <a:bodyPr/>
          <a:lstStyle/>
          <a:p>
            <a:fld id="{176ACFD1-D213-4B9C-817B-45486DBF105A}" type="slidenum">
              <a:rPr lang="en-US" smtClean="0">
                <a:solidFill>
                  <a:prstClr val="black"/>
                </a:solidFill>
              </a:rPr>
              <a:pPr/>
              <a:t>7</a:t>
            </a:fld>
            <a:endParaRPr lang="en-US">
              <a:solidFill>
                <a:prstClr val="black"/>
              </a:solidFill>
            </a:endParaRPr>
          </a:p>
        </p:txBody>
      </p:sp>
      <p:sp>
        <p:nvSpPr>
          <p:cNvPr id="7" name="Title 4">
            <a:extLst>
              <a:ext uri="{FF2B5EF4-FFF2-40B4-BE49-F238E27FC236}">
                <a16:creationId xmlns:a16="http://schemas.microsoft.com/office/drawing/2014/main" id="{067E76F2-D57D-5917-71AD-7572E105A61E}"/>
              </a:ext>
            </a:extLst>
          </p:cNvPr>
          <p:cNvSpPr txBox="1">
            <a:spLocks/>
          </p:cNvSpPr>
          <p:nvPr/>
        </p:nvSpPr>
        <p:spPr bwMode="auto">
          <a:xfrm>
            <a:off x="457200" y="136800"/>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dirty="0">
                <a:latin typeface="黑体" panose="02010609060101010101" pitchFamily="49" charset="-122"/>
                <a:ea typeface="黑体" panose="02010609060101010101" pitchFamily="49" charset="-122"/>
              </a:rPr>
              <a:t>本节课目录</a:t>
            </a:r>
            <a:endParaRPr lang="en-CN" kern="0" dirty="0"/>
          </a:p>
        </p:txBody>
      </p:sp>
      <p:sp>
        <p:nvSpPr>
          <p:cNvPr id="5" name="内容占位符 2">
            <a:extLst>
              <a:ext uri="{FF2B5EF4-FFF2-40B4-BE49-F238E27FC236}">
                <a16:creationId xmlns:a16="http://schemas.microsoft.com/office/drawing/2014/main" id="{F98BB056-F228-0888-56B3-39211CECE038}"/>
              </a:ext>
            </a:extLst>
          </p:cNvPr>
          <p:cNvSpPr txBox="1">
            <a:spLocks/>
          </p:cNvSpPr>
          <p:nvPr/>
        </p:nvSpPr>
        <p:spPr>
          <a:xfrm>
            <a:off x="457200" y="1551432"/>
            <a:ext cx="8229600" cy="4525963"/>
          </a:xfrm>
          <a:prstGeom prst="rect">
            <a:avLst/>
          </a:prstGeom>
        </p:spPr>
        <p:txBody>
          <a:bodyPr/>
          <a:lstStyle>
            <a:lvl1pPr marL="342900" indent="-342900" algn="l" rtl="0" eaLnBrk="1" fontAlgn="base" hangingPunct="1">
              <a:spcBef>
                <a:spcPct val="20000"/>
              </a:spcBef>
              <a:spcAft>
                <a:spcPct val="0"/>
              </a:spcAft>
              <a:buChar char="•"/>
              <a:defRPr sz="3200" b="1">
                <a:solidFill>
                  <a:schemeClr val="tx1"/>
                </a:solidFill>
                <a:latin typeface="+mn-lt"/>
                <a:ea typeface="黑体" panose="02010609060101010101" pitchFamily="49" charset="-122"/>
                <a:cs typeface="+mn-cs"/>
              </a:defRPr>
            </a:lvl1pPr>
            <a:lvl2pPr marL="742950" indent="-285750" algn="l" rtl="0" eaLnBrk="1" fontAlgn="base" hangingPunct="1">
              <a:spcBef>
                <a:spcPct val="20000"/>
              </a:spcBef>
              <a:spcAft>
                <a:spcPct val="0"/>
              </a:spcAft>
              <a:buChar char="–"/>
              <a:defRPr sz="2800" b="1">
                <a:solidFill>
                  <a:schemeClr val="tx1"/>
                </a:solidFill>
                <a:latin typeface="+mn-lt"/>
                <a:ea typeface="黑体" panose="02010609060101010101" pitchFamily="49" charset="-122"/>
              </a:defRPr>
            </a:lvl2pPr>
            <a:lvl3pPr marL="1143000" indent="-228600" algn="l" rtl="0" eaLnBrk="1" fontAlgn="base" hangingPunct="1">
              <a:spcBef>
                <a:spcPct val="20000"/>
              </a:spcBef>
              <a:spcAft>
                <a:spcPct val="0"/>
              </a:spcAft>
              <a:buChar char="•"/>
              <a:defRPr sz="2400" b="1">
                <a:solidFill>
                  <a:schemeClr val="tx1"/>
                </a:solidFill>
                <a:latin typeface="+mn-lt"/>
                <a:ea typeface="黑体" panose="02010609060101010101" pitchFamily="49" charset="-122"/>
              </a:defRPr>
            </a:lvl3pPr>
            <a:lvl4pPr marL="1600200" indent="-228600" algn="l" rtl="0" eaLnBrk="1" fontAlgn="base" hangingPunct="1">
              <a:spcBef>
                <a:spcPct val="20000"/>
              </a:spcBef>
              <a:spcAft>
                <a:spcPct val="0"/>
              </a:spcAft>
              <a:buChar char="–"/>
              <a:defRPr sz="2000" b="1">
                <a:solidFill>
                  <a:schemeClr val="tx1"/>
                </a:solidFill>
                <a:latin typeface="+mn-lt"/>
                <a:ea typeface="黑体" panose="02010609060101010101" pitchFamily="49" charset="-122"/>
              </a:defRPr>
            </a:lvl4pPr>
            <a:lvl5pPr marL="2057400" indent="-228600" algn="l" rtl="0" eaLnBrk="1" fontAlgn="base" hangingPunct="1">
              <a:spcBef>
                <a:spcPct val="20000"/>
              </a:spcBef>
              <a:spcAft>
                <a:spcPct val="0"/>
              </a:spcAft>
              <a:buChar char="»"/>
              <a:defRPr sz="2000" b="1">
                <a:solidFill>
                  <a:schemeClr val="tx1"/>
                </a:solidFill>
                <a:latin typeface="+mn-lt"/>
                <a:ea typeface="黑体" panose="02010609060101010101" pitchFamily="49" charset="-122"/>
              </a:defRPr>
            </a:lvl5pPr>
            <a:lvl6pPr marL="2514600" indent="-228600" algn="l" rtl="0" eaLnBrk="1" fontAlgn="base" hangingPunct="1">
              <a:spcBef>
                <a:spcPct val="20000"/>
              </a:spcBef>
              <a:spcAft>
                <a:spcPct val="0"/>
              </a:spcAft>
              <a:buChar char="»"/>
              <a:defRPr sz="2000" b="1">
                <a:solidFill>
                  <a:schemeClr val="tx1"/>
                </a:solidFill>
                <a:latin typeface="+mn-lt"/>
                <a:ea typeface="+mn-ea"/>
              </a:defRPr>
            </a:lvl6pPr>
            <a:lvl7pPr marL="2971800" indent="-228600" algn="l" rtl="0" eaLnBrk="1" fontAlgn="base" hangingPunct="1">
              <a:spcBef>
                <a:spcPct val="20000"/>
              </a:spcBef>
              <a:spcAft>
                <a:spcPct val="0"/>
              </a:spcAft>
              <a:buChar char="»"/>
              <a:defRPr sz="2000" b="1">
                <a:solidFill>
                  <a:schemeClr val="tx1"/>
                </a:solidFill>
                <a:latin typeface="+mn-lt"/>
                <a:ea typeface="+mn-ea"/>
              </a:defRPr>
            </a:lvl7pPr>
            <a:lvl8pPr marL="3429000" indent="-228600" algn="l" rtl="0" eaLnBrk="1" fontAlgn="base" hangingPunct="1">
              <a:spcBef>
                <a:spcPct val="20000"/>
              </a:spcBef>
              <a:spcAft>
                <a:spcPct val="0"/>
              </a:spcAft>
              <a:buChar char="»"/>
              <a:defRPr sz="2000" b="1">
                <a:solidFill>
                  <a:schemeClr val="tx1"/>
                </a:solidFill>
                <a:latin typeface="+mn-lt"/>
                <a:ea typeface="+mn-ea"/>
              </a:defRPr>
            </a:lvl8pPr>
            <a:lvl9pPr marL="3886200" indent="-228600" algn="l" rtl="0" eaLnBrk="1" fontAlgn="base" hangingPunct="1">
              <a:spcBef>
                <a:spcPct val="20000"/>
              </a:spcBef>
              <a:spcAft>
                <a:spcPct val="0"/>
              </a:spcAft>
              <a:buChar char="»"/>
              <a:defRPr sz="2000" b="1">
                <a:solidFill>
                  <a:schemeClr val="tx1"/>
                </a:solidFill>
                <a:latin typeface="+mn-lt"/>
                <a:ea typeface="+mn-ea"/>
              </a:defRPr>
            </a:lvl9pPr>
          </a:lstStyle>
          <a:p>
            <a:r>
              <a:rPr kumimoji="1" lang="zh-CN" altLang="en-US" b="0" kern="0" dirty="0">
                <a:latin typeface="Arial" panose="020B0604020202020204" pitchFamily="34" charset="0"/>
                <a:cs typeface="Arial" panose="020B0604020202020204" pitchFamily="34" charset="0"/>
              </a:rPr>
              <a:t>概念：时钟，状态和</a:t>
            </a:r>
            <a:r>
              <a:rPr kumimoji="1" lang="en-US" altLang="zh-CN" b="0" kern="0" dirty="0">
                <a:latin typeface="Arial" panose="020B0604020202020204" pitchFamily="34" charset="0"/>
                <a:cs typeface="Arial" panose="020B0604020202020204" pitchFamily="34" charset="0"/>
              </a:rPr>
              <a:t>FSM</a:t>
            </a:r>
          </a:p>
          <a:p>
            <a:r>
              <a:rPr kumimoji="1" lang="zh-CN" altLang="en-US" b="0" kern="0" dirty="0">
                <a:latin typeface="Arial" panose="020B0604020202020204" pitchFamily="34" charset="0"/>
                <a:cs typeface="Arial" panose="020B0604020202020204" pitchFamily="34" charset="0"/>
              </a:rPr>
              <a:t>时序逻辑电路：锁存器</a:t>
            </a:r>
          </a:p>
          <a:p>
            <a:r>
              <a:rPr lang="zh-CN" altLang="en-US" b="0" kern="0" dirty="0">
                <a:solidFill>
                  <a:srgbClr val="000000"/>
                </a:solidFill>
                <a:latin typeface="Arial" panose="020B0604020202020204" pitchFamily="34" charset="0"/>
                <a:ea typeface="黑体" pitchFamily="2" charset="-122"/>
                <a:cs typeface="Arial" panose="020B0604020202020204" pitchFamily="34" charset="0"/>
              </a:rPr>
              <a:t>时序逻辑电路：</a:t>
            </a:r>
            <a:r>
              <a:rPr lang="en-US" altLang="zh-CN" b="0" kern="0" dirty="0">
                <a:solidFill>
                  <a:srgbClr val="000000"/>
                </a:solidFill>
                <a:latin typeface="Arial" panose="020B0604020202020204" pitchFamily="34" charset="0"/>
                <a:ea typeface="黑体" pitchFamily="2" charset="-122"/>
                <a:cs typeface="Arial" panose="020B0604020202020204" pitchFamily="34" charset="0"/>
              </a:rPr>
              <a:t>DFF </a:t>
            </a:r>
          </a:p>
          <a:p>
            <a:r>
              <a:rPr kumimoji="1" lang="zh-CN" altLang="en-US" b="0" kern="0" dirty="0">
                <a:solidFill>
                  <a:srgbClr val="3333FF"/>
                </a:solidFill>
                <a:latin typeface="Arial" panose="020B0604020202020204" pitchFamily="34" charset="0"/>
                <a:cs typeface="Arial" panose="020B0604020202020204" pitchFamily="34" charset="0"/>
              </a:rPr>
              <a:t>分析</a:t>
            </a:r>
            <a:r>
              <a:rPr kumimoji="1" lang="zh-CN" altLang="en-US" b="0" kern="0" dirty="0">
                <a:latin typeface="Arial" panose="020B0604020202020204" pitchFamily="34" charset="0"/>
                <a:cs typeface="Arial" panose="020B0604020202020204" pitchFamily="34" charset="0"/>
              </a:rPr>
              <a:t>，设计，举例</a:t>
            </a:r>
          </a:p>
          <a:p>
            <a:endParaRPr kumimoji="1" lang="zh-CN" altLang="en-US" b="0" kern="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083223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3259D7DD-E1BE-4482-9234-29898EB39847}" type="slidenum">
              <a:rPr lang="en-US" altLang="zh-CN" smtClean="0"/>
              <a:pPr>
                <a:defRPr/>
              </a:pPr>
              <a:t>8</a:t>
            </a:fld>
            <a:endParaRPr lang="en-US" altLang="zh-CN" dirty="0"/>
          </a:p>
        </p:txBody>
      </p:sp>
      <p:sp>
        <p:nvSpPr>
          <p:cNvPr id="3" name="内容占位符 2"/>
          <p:cNvSpPr>
            <a:spLocks noGrp="1"/>
          </p:cNvSpPr>
          <p:nvPr>
            <p:ph idx="4294967295"/>
          </p:nvPr>
        </p:nvSpPr>
        <p:spPr>
          <a:xfrm>
            <a:off x="4572000" y="1467063"/>
            <a:ext cx="4572000" cy="3404327"/>
          </a:xfrm>
        </p:spPr>
        <p:txBody>
          <a:bodyPr>
            <a:noAutofit/>
          </a:bodyPr>
          <a:lstStyle/>
          <a:p>
            <a:pPr marL="0" indent="0">
              <a:buNone/>
            </a:pPr>
            <a:r>
              <a:rPr lang="zh-CN" altLang="en-US" sz="2200" dirty="0">
                <a:latin typeface="Arial" panose="020B0604020202020204" pitchFamily="34" charset="0"/>
                <a:cs typeface="Arial" panose="020B0604020202020204" pitchFamily="34" charset="0"/>
              </a:rPr>
              <a:t>电路分析</a:t>
            </a:r>
            <a:r>
              <a:rPr lang="en-US" altLang="zh-CN" sz="2200" dirty="0">
                <a:latin typeface="Arial" panose="020B0604020202020204" pitchFamily="34" charset="0"/>
                <a:cs typeface="Arial" panose="020B0604020202020204" pitchFamily="34" charset="0"/>
              </a:rPr>
              <a:t>:</a:t>
            </a:r>
          </a:p>
          <a:p>
            <a:pPr marL="457200" indent="-457200">
              <a:buAutoNum type="arabicPeriod"/>
            </a:pPr>
            <a:r>
              <a:rPr lang="zh-CN" altLang="en-US" sz="2200" b="0" dirty="0">
                <a:latin typeface="Arial" panose="020B0604020202020204" pitchFamily="34" charset="0"/>
                <a:cs typeface="Arial" panose="020B0604020202020204" pitchFamily="34" charset="0"/>
              </a:rPr>
              <a:t>输出方程</a:t>
            </a:r>
            <a:r>
              <a:rPr lang="en-US" altLang="zh-CN" sz="2200" b="0" dirty="0">
                <a:latin typeface="Arial" panose="020B0604020202020204" pitchFamily="34" charset="0"/>
                <a:cs typeface="Arial" panose="020B0604020202020204" pitchFamily="34" charset="0"/>
              </a:rPr>
              <a:t>: </a:t>
            </a:r>
            <a:r>
              <a:rPr lang="en-US" altLang="zh-CN" sz="2200" b="0" i="1" dirty="0">
                <a:latin typeface="Arial" panose="020B0604020202020204" pitchFamily="34" charset="0"/>
                <a:cs typeface="Arial" panose="020B0604020202020204" pitchFamily="34" charset="0"/>
              </a:rPr>
              <a:t>y = f(x, s) </a:t>
            </a:r>
          </a:p>
          <a:p>
            <a:pPr marL="457200" indent="-457200">
              <a:buAutoNum type="arabicPeriod"/>
            </a:pPr>
            <a:r>
              <a:rPr lang="zh-CN" altLang="en-US" sz="2200" b="0" dirty="0">
                <a:solidFill>
                  <a:srgbClr val="0000FF"/>
                </a:solidFill>
                <a:latin typeface="Arial" panose="020B0604020202020204" pitchFamily="34" charset="0"/>
                <a:cs typeface="Arial" panose="020B0604020202020204" pitchFamily="34" charset="0"/>
              </a:rPr>
              <a:t>激励方程</a:t>
            </a:r>
            <a:endParaRPr lang="en-US" altLang="zh-CN" sz="2200" b="0" dirty="0">
              <a:solidFill>
                <a:srgbClr val="0000FF"/>
              </a:solidFill>
              <a:latin typeface="Arial" panose="020B0604020202020204" pitchFamily="34" charset="0"/>
              <a:cs typeface="Arial" panose="020B0604020202020204" pitchFamily="34" charset="0"/>
            </a:endParaRPr>
          </a:p>
          <a:p>
            <a:pPr marL="736600" lvl="1" indent="-457200"/>
            <a:r>
              <a:rPr lang="zh-CN" altLang="en-US" sz="2200" b="0" dirty="0">
                <a:solidFill>
                  <a:srgbClr val="0000FF"/>
                </a:solidFill>
                <a:latin typeface="Arial" panose="020B0604020202020204" pitchFamily="34" charset="0"/>
                <a:cs typeface="Arial" panose="020B0604020202020204" pitchFamily="34" charset="0"/>
              </a:rPr>
              <a:t>触发器的输入函数</a:t>
            </a:r>
            <a:r>
              <a:rPr lang="en-US" altLang="zh-CN" sz="2200" b="0" dirty="0">
                <a:solidFill>
                  <a:srgbClr val="0000FF"/>
                </a:solidFill>
                <a:latin typeface="Arial" panose="020B0604020202020204" pitchFamily="34" charset="0"/>
                <a:cs typeface="Arial" panose="020B0604020202020204" pitchFamily="34" charset="0"/>
              </a:rPr>
              <a:t>: </a:t>
            </a:r>
            <a:r>
              <a:rPr lang="en-US" altLang="zh-CN" sz="2200" b="0" i="1" dirty="0">
                <a:solidFill>
                  <a:srgbClr val="0000FF"/>
                </a:solidFill>
                <a:latin typeface="Arial" panose="020B0604020202020204" pitchFamily="34" charset="0"/>
                <a:cs typeface="Arial" panose="020B0604020202020204" pitchFamily="34" charset="0"/>
              </a:rPr>
              <a:t>e = g(x, s)</a:t>
            </a:r>
          </a:p>
          <a:p>
            <a:pPr marL="457200" lvl="0" indent="-457200">
              <a:buFont typeface="Wingdings" pitchFamily="2" charset="2"/>
              <a:buAutoNum type="arabicPeriod"/>
            </a:pPr>
            <a:r>
              <a:rPr lang="zh-CN" altLang="en-US" sz="2200" b="0" dirty="0">
                <a:solidFill>
                  <a:srgbClr val="7030A0"/>
                </a:solidFill>
                <a:latin typeface="Arial" panose="020B0604020202020204" pitchFamily="34" charset="0"/>
                <a:cs typeface="Arial" panose="020B0604020202020204" pitchFamily="34" charset="0"/>
              </a:rPr>
              <a:t>状态转移方程</a:t>
            </a:r>
            <a:r>
              <a:rPr lang="zh-CN" altLang="en-US" sz="2200" b="0" dirty="0">
                <a:solidFill>
                  <a:srgbClr val="FF0000"/>
                </a:solidFill>
                <a:latin typeface="Arial" panose="020B0604020202020204" pitchFamily="34" charset="0"/>
                <a:cs typeface="Arial" panose="020B0604020202020204" pitchFamily="34" charset="0"/>
              </a:rPr>
              <a:t>（次态方程）</a:t>
            </a:r>
            <a:endParaRPr lang="en-US" altLang="zh-CN" sz="2200" b="0" dirty="0">
              <a:solidFill>
                <a:srgbClr val="FF0000"/>
              </a:solidFill>
              <a:latin typeface="Arial" panose="020B0604020202020204" pitchFamily="34" charset="0"/>
              <a:cs typeface="Arial" panose="020B0604020202020204" pitchFamily="34" charset="0"/>
            </a:endParaRPr>
          </a:p>
          <a:p>
            <a:pPr marL="736600" lvl="1" indent="-457200"/>
            <a:r>
              <a:rPr lang="zh-CN" altLang="en-US" sz="2200" b="0" dirty="0">
                <a:solidFill>
                  <a:srgbClr val="7030A0"/>
                </a:solidFill>
                <a:latin typeface="Arial" panose="020B0604020202020204" pitchFamily="34" charset="0"/>
                <a:cs typeface="Arial" panose="020B0604020202020204" pitchFamily="34" charset="0"/>
              </a:rPr>
              <a:t>从</a:t>
            </a:r>
            <a:r>
              <a:rPr lang="en-US" altLang="zh-CN" sz="2200" b="0" i="1" dirty="0">
                <a:solidFill>
                  <a:srgbClr val="7030A0"/>
                </a:solidFill>
                <a:latin typeface="Arial" panose="020B0604020202020204" pitchFamily="34" charset="0"/>
                <a:cs typeface="Arial" panose="020B0604020202020204" pitchFamily="34" charset="0"/>
              </a:rPr>
              <a:t>s</a:t>
            </a:r>
            <a:r>
              <a:rPr lang="zh-CN" altLang="en-US" sz="2200" b="0" dirty="0">
                <a:solidFill>
                  <a:srgbClr val="7030A0"/>
                </a:solidFill>
                <a:latin typeface="Arial" panose="020B0604020202020204" pitchFamily="34" charset="0"/>
                <a:cs typeface="Arial" panose="020B0604020202020204" pitchFamily="34" charset="0"/>
              </a:rPr>
              <a:t>到</a:t>
            </a:r>
            <a:r>
              <a:rPr lang="en-US" altLang="zh-CN" sz="2200" b="0" i="1" dirty="0">
                <a:solidFill>
                  <a:srgbClr val="7030A0"/>
                </a:solidFill>
                <a:latin typeface="Arial" panose="020B0604020202020204" pitchFamily="34" charset="0"/>
                <a:cs typeface="Arial" panose="020B0604020202020204" pitchFamily="34" charset="0"/>
              </a:rPr>
              <a:t>s</a:t>
            </a:r>
            <a:r>
              <a:rPr lang="en-US" altLang="zh-CN" sz="2200" b="0" i="1" baseline="30000" dirty="0">
                <a:solidFill>
                  <a:srgbClr val="7030A0"/>
                </a:solidFill>
                <a:latin typeface="Arial" panose="020B0604020202020204" pitchFamily="34" charset="0"/>
                <a:cs typeface="Arial" panose="020B0604020202020204" pitchFamily="34" charset="0"/>
              </a:rPr>
              <a:t>+</a:t>
            </a:r>
            <a:r>
              <a:rPr lang="en-US" altLang="zh-CN" sz="2200" b="0" dirty="0">
                <a:solidFill>
                  <a:srgbClr val="7030A0"/>
                </a:solidFill>
                <a:latin typeface="Arial" panose="020B0604020202020204" pitchFamily="34" charset="0"/>
                <a:cs typeface="Arial" panose="020B0604020202020204" pitchFamily="34" charset="0"/>
              </a:rPr>
              <a:t>: </a:t>
            </a:r>
            <a:r>
              <a:rPr lang="en-US" altLang="zh-CN" sz="2200" b="0" i="1" dirty="0">
                <a:solidFill>
                  <a:srgbClr val="7030A0"/>
                </a:solidFill>
                <a:latin typeface="Arial" panose="020B0604020202020204" pitchFamily="34" charset="0"/>
                <a:cs typeface="Arial" panose="020B0604020202020204" pitchFamily="34" charset="0"/>
              </a:rPr>
              <a:t>s</a:t>
            </a:r>
            <a:r>
              <a:rPr lang="en-US" altLang="zh-CN" sz="2200" b="0" i="1" baseline="30000" dirty="0">
                <a:solidFill>
                  <a:srgbClr val="7030A0"/>
                </a:solidFill>
                <a:latin typeface="Arial" panose="020B0604020202020204" pitchFamily="34" charset="0"/>
                <a:cs typeface="Arial" panose="020B0604020202020204" pitchFamily="34" charset="0"/>
              </a:rPr>
              <a:t>+ </a:t>
            </a:r>
            <a:r>
              <a:rPr lang="en-US" altLang="zh-CN" sz="2200" b="0" i="1" dirty="0">
                <a:solidFill>
                  <a:srgbClr val="7030A0"/>
                </a:solidFill>
                <a:latin typeface="Arial" panose="020B0604020202020204" pitchFamily="34" charset="0"/>
                <a:cs typeface="Arial" panose="020B0604020202020204" pitchFamily="34" charset="0"/>
              </a:rPr>
              <a:t>= h(s, e) </a:t>
            </a:r>
          </a:p>
          <a:p>
            <a:pPr marL="279400" lvl="1" indent="0">
              <a:buNone/>
            </a:pPr>
            <a:r>
              <a:rPr lang="en-US" altLang="zh-CN" sz="2200" b="0" i="1" dirty="0">
                <a:solidFill>
                  <a:srgbClr val="FF0000"/>
                </a:solidFill>
                <a:latin typeface="Arial" panose="020B0604020202020204" pitchFamily="34" charset="0"/>
                <a:cs typeface="Arial" panose="020B0604020202020204" pitchFamily="34" charset="0"/>
              </a:rPr>
              <a:t>		    = h(s, g(x, s))</a:t>
            </a:r>
            <a:endParaRPr lang="en-US" altLang="zh-CN" sz="2200" b="0" i="1" dirty="0">
              <a:solidFill>
                <a:srgbClr val="7030A0"/>
              </a:solidFill>
              <a:latin typeface="Arial" panose="020B0604020202020204" pitchFamily="34" charset="0"/>
              <a:cs typeface="Arial" panose="020B0604020202020204" pitchFamily="34" charset="0"/>
            </a:endParaRPr>
          </a:p>
          <a:p>
            <a:pPr marL="736600" lvl="1" indent="-457200"/>
            <a:r>
              <a:rPr lang="en-US" altLang="zh-CN" sz="2000" b="0" dirty="0">
                <a:solidFill>
                  <a:srgbClr val="7030A0"/>
                </a:solidFill>
              </a:rPr>
              <a:t>For DFF: Q</a:t>
            </a:r>
            <a:r>
              <a:rPr lang="en-US" altLang="zh-CN" sz="2000" b="0" baseline="30000" dirty="0">
                <a:solidFill>
                  <a:srgbClr val="7030A0"/>
                </a:solidFill>
              </a:rPr>
              <a:t>+</a:t>
            </a:r>
            <a:r>
              <a:rPr lang="en-US" altLang="zh-CN" sz="2000" b="0" dirty="0">
                <a:solidFill>
                  <a:srgbClr val="7030A0"/>
                </a:solidFill>
              </a:rPr>
              <a:t>=D</a:t>
            </a:r>
            <a:r>
              <a:rPr lang="en-US" altLang="zh-CN" sz="2000" b="0" i="1" dirty="0">
                <a:solidFill>
                  <a:srgbClr val="0000FF"/>
                </a:solidFill>
                <a:cs typeface="Times New Roman" panose="02020603050405020304" pitchFamily="18" charset="0"/>
              </a:rPr>
              <a:t>=g(</a:t>
            </a:r>
            <a:r>
              <a:rPr lang="en-US" altLang="zh-CN" sz="2000" b="0" i="1" dirty="0" err="1">
                <a:solidFill>
                  <a:srgbClr val="0000FF"/>
                </a:solidFill>
                <a:cs typeface="Times New Roman" panose="02020603050405020304" pitchFamily="18" charset="0"/>
              </a:rPr>
              <a:t>x,s</a:t>
            </a:r>
            <a:r>
              <a:rPr lang="en-US" altLang="zh-CN" sz="2000" b="0" i="1" dirty="0">
                <a:solidFill>
                  <a:srgbClr val="0000FF"/>
                </a:solidFill>
                <a:cs typeface="Times New Roman" panose="02020603050405020304" pitchFamily="18" charset="0"/>
              </a:rPr>
              <a:t>)</a:t>
            </a:r>
            <a:endParaRPr lang="en-US" altLang="zh-CN" sz="2200" b="0" i="1" dirty="0">
              <a:solidFill>
                <a:srgbClr val="7030A0"/>
              </a:solidFill>
              <a:latin typeface="Arial" panose="020B0604020202020204" pitchFamily="34" charset="0"/>
              <a:cs typeface="Arial" panose="020B0604020202020204" pitchFamily="34" charset="0"/>
            </a:endParaRPr>
          </a:p>
        </p:txBody>
      </p:sp>
      <p:sp>
        <p:nvSpPr>
          <p:cNvPr id="13" name="内容占位符 2">
            <a:extLst>
              <a:ext uri="{FF2B5EF4-FFF2-40B4-BE49-F238E27FC236}">
                <a16:creationId xmlns:a16="http://schemas.microsoft.com/office/drawing/2014/main" id="{5EA54098-FFD6-83A4-BBD3-9028738EBD67}"/>
              </a:ext>
            </a:extLst>
          </p:cNvPr>
          <p:cNvSpPr txBox="1">
            <a:spLocks/>
          </p:cNvSpPr>
          <p:nvPr/>
        </p:nvSpPr>
        <p:spPr>
          <a:xfrm>
            <a:off x="4572000" y="4767930"/>
            <a:ext cx="4495800" cy="1795343"/>
          </a:xfrm>
          <a:prstGeom prst="rect">
            <a:avLst/>
          </a:prstGeom>
        </p:spPr>
        <p:txBody>
          <a:bodyPr vert="horz" lIns="91440" tIns="45720" rIns="91440" bIns="45720" rtlCol="0">
            <a:noAutofit/>
          </a:bodyPr>
          <a:lstStyle>
            <a:lvl1pPr marL="406400" indent="-406400" algn="l" defTabSz="685800" rtl="0" eaLnBrk="1" latinLnBrk="0" hangingPunct="1">
              <a:lnSpc>
                <a:spcPct val="120000"/>
              </a:lnSpc>
              <a:spcBef>
                <a:spcPct val="20000"/>
              </a:spcBef>
              <a:buFont typeface="Wingdings" pitchFamily="2" charset="2"/>
              <a:buChar char="v"/>
              <a:tabLst/>
              <a:defRPr sz="2400" kern="1200">
                <a:solidFill>
                  <a:schemeClr val="tx1"/>
                </a:solidFill>
                <a:latin typeface="Microsoft YaHei" charset="0"/>
                <a:ea typeface="Microsoft YaHei" charset="0"/>
                <a:cs typeface="Microsoft YaHei" charset="0"/>
              </a:defRPr>
            </a:lvl1pPr>
            <a:lvl2pPr marL="685800" indent="-342900" algn="l" defTabSz="685800" rtl="0" eaLnBrk="1" latinLnBrk="0" hangingPunct="1">
              <a:lnSpc>
                <a:spcPct val="120000"/>
              </a:lnSpc>
              <a:spcBef>
                <a:spcPts val="0"/>
              </a:spcBef>
              <a:buFont typeface="Wingdings" pitchFamily="2" charset="2"/>
              <a:buChar char="ü"/>
              <a:defRPr sz="2100" kern="1200">
                <a:solidFill>
                  <a:schemeClr val="tx1"/>
                </a:solidFill>
                <a:latin typeface="Microsoft YaHei" charset="0"/>
                <a:ea typeface="Microsoft YaHei" charset="0"/>
                <a:cs typeface="Microsoft YaHei" charset="0"/>
              </a:defRPr>
            </a:lvl2pPr>
            <a:lvl3pPr marL="857250" indent="-171450" algn="l" defTabSz="685800" rtl="0" eaLnBrk="1" latinLnBrk="0" hangingPunct="1">
              <a:lnSpc>
                <a:spcPct val="120000"/>
              </a:lnSpc>
              <a:spcBef>
                <a:spcPts val="0"/>
              </a:spcBef>
              <a:buFont typeface="Arial" panose="020B0604020202020204" pitchFamily="34" charset="0"/>
              <a:buChar char="•"/>
              <a:defRPr sz="1800" kern="1200">
                <a:solidFill>
                  <a:schemeClr val="tx1"/>
                </a:solidFill>
                <a:latin typeface="Microsoft YaHei" charset="0"/>
                <a:ea typeface="Microsoft YaHei" charset="0"/>
                <a:cs typeface="Microsoft YaHei" charset="0"/>
              </a:defRPr>
            </a:lvl3pPr>
            <a:lvl4pPr marL="1200150" indent="-171450" algn="l" defTabSz="685800" rtl="0" eaLnBrk="1" latinLnBrk="0" hangingPunct="1">
              <a:lnSpc>
                <a:spcPct val="120000"/>
              </a:lnSpc>
              <a:spcBef>
                <a:spcPts val="0"/>
              </a:spcBef>
              <a:buFont typeface="Arial" panose="020B0604020202020204" pitchFamily="34" charset="0"/>
              <a:buChar char="–"/>
              <a:defRPr sz="1500" kern="1200">
                <a:solidFill>
                  <a:schemeClr val="tx1"/>
                </a:solidFill>
                <a:latin typeface="Microsoft YaHei" charset="0"/>
                <a:ea typeface="Microsoft YaHei" charset="0"/>
                <a:cs typeface="Microsoft YaHei" charset="0"/>
              </a:defRPr>
            </a:lvl4pPr>
            <a:lvl5pPr marL="1543050" indent="-171450" algn="l" defTabSz="685800" rtl="0" eaLnBrk="1" latinLnBrk="0" hangingPunct="1">
              <a:lnSpc>
                <a:spcPct val="120000"/>
              </a:lnSpc>
              <a:spcBef>
                <a:spcPts val="0"/>
              </a:spcBef>
              <a:buFont typeface="Arial" panose="020B0604020202020204" pitchFamily="34" charset="0"/>
              <a:buChar char="»"/>
              <a:defRPr sz="1500" kern="1200">
                <a:solidFill>
                  <a:schemeClr val="tx1"/>
                </a:solidFill>
                <a:latin typeface="Microsoft YaHei" charset="0"/>
                <a:ea typeface="Microsoft YaHei" charset="0"/>
                <a:cs typeface="Microsoft YaHei" charset="0"/>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a:lstStyle>
          <a:p>
            <a:pPr marL="0" indent="0" fontAlgn="auto">
              <a:spcAft>
                <a:spcPts val="0"/>
              </a:spcAft>
              <a:buNone/>
            </a:pPr>
            <a:r>
              <a:rPr lang="zh-CN" altLang="en-US" sz="2200" b="1" dirty="0">
                <a:latin typeface="+mn-ea"/>
                <a:ea typeface="+mn-ea"/>
              </a:rPr>
              <a:t>行为分析</a:t>
            </a:r>
            <a:r>
              <a:rPr lang="en-US" altLang="zh-CN" sz="2200" b="1" dirty="0">
                <a:latin typeface="+mn-ea"/>
                <a:ea typeface="+mn-ea"/>
              </a:rPr>
              <a:t>:</a:t>
            </a:r>
          </a:p>
          <a:p>
            <a:pPr marL="0" indent="0" fontAlgn="auto">
              <a:spcAft>
                <a:spcPts val="0"/>
              </a:spcAft>
              <a:buNone/>
            </a:pPr>
            <a:r>
              <a:rPr lang="en-US" altLang="zh-CN" sz="2200" dirty="0">
                <a:latin typeface="Arial" panose="020B0604020202020204" pitchFamily="34" charset="0"/>
                <a:ea typeface="+mn-ea"/>
                <a:cs typeface="Arial" panose="020B0604020202020204" pitchFamily="34" charset="0"/>
              </a:rPr>
              <a:t>4. </a:t>
            </a:r>
            <a:r>
              <a:rPr lang="zh-CN" altLang="en-US" sz="2200" dirty="0">
                <a:solidFill>
                  <a:srgbClr val="0066CC"/>
                </a:solidFill>
                <a:latin typeface="Arial" panose="020B0604020202020204" pitchFamily="34" charset="0"/>
                <a:ea typeface="+mn-ea"/>
                <a:cs typeface="Arial" panose="020B0604020202020204" pitchFamily="34" charset="0"/>
              </a:rPr>
              <a:t>状态转移表：基于</a:t>
            </a:r>
            <a:r>
              <a:rPr lang="en-US" altLang="zh-CN" sz="2200" dirty="0">
                <a:solidFill>
                  <a:srgbClr val="0066CC"/>
                </a:solidFill>
                <a:latin typeface="Arial" panose="020B0604020202020204" pitchFamily="34" charset="0"/>
                <a:ea typeface="+mn-ea"/>
                <a:cs typeface="Arial" panose="020B0604020202020204" pitchFamily="34" charset="0"/>
              </a:rPr>
              <a:t> </a:t>
            </a:r>
            <a:r>
              <a:rPr lang="en-US" altLang="zh-CN" sz="2200" i="1" dirty="0">
                <a:solidFill>
                  <a:srgbClr val="0066CC"/>
                </a:solidFill>
                <a:latin typeface="Arial" panose="020B0604020202020204" pitchFamily="34" charset="0"/>
                <a:ea typeface="+mn-ea"/>
                <a:cs typeface="Arial" panose="020B0604020202020204" pitchFamily="34" charset="0"/>
              </a:rPr>
              <a:t>y</a:t>
            </a:r>
            <a:r>
              <a:rPr lang="en-US" altLang="zh-CN" sz="2200" dirty="0">
                <a:solidFill>
                  <a:srgbClr val="0066CC"/>
                </a:solidFill>
                <a:latin typeface="Arial" panose="020B0604020202020204" pitchFamily="34" charset="0"/>
                <a:ea typeface="+mn-ea"/>
                <a:cs typeface="Arial" panose="020B0604020202020204" pitchFamily="34" charset="0"/>
              </a:rPr>
              <a:t> </a:t>
            </a:r>
            <a:r>
              <a:rPr lang="zh-CN" altLang="en-US" sz="2200" dirty="0">
                <a:solidFill>
                  <a:srgbClr val="0066CC"/>
                </a:solidFill>
                <a:latin typeface="Arial" panose="020B0604020202020204" pitchFamily="34" charset="0"/>
                <a:ea typeface="+mn-ea"/>
                <a:cs typeface="Arial" panose="020B0604020202020204" pitchFamily="34" charset="0"/>
              </a:rPr>
              <a:t>和</a:t>
            </a:r>
            <a:r>
              <a:rPr lang="en-US" altLang="zh-CN" sz="2200" dirty="0">
                <a:solidFill>
                  <a:srgbClr val="0066CC"/>
                </a:solidFill>
                <a:latin typeface="Arial" panose="020B0604020202020204" pitchFamily="34" charset="0"/>
                <a:ea typeface="+mn-ea"/>
                <a:cs typeface="Arial" panose="020B0604020202020204" pitchFamily="34" charset="0"/>
              </a:rPr>
              <a:t> </a:t>
            </a:r>
            <a:r>
              <a:rPr lang="en-US" altLang="zh-CN" sz="2200" i="1" dirty="0">
                <a:solidFill>
                  <a:srgbClr val="0066CC"/>
                </a:solidFill>
                <a:latin typeface="Arial" panose="020B0604020202020204" pitchFamily="34" charset="0"/>
                <a:ea typeface="+mn-ea"/>
                <a:cs typeface="Arial" panose="020B0604020202020204" pitchFamily="34" charset="0"/>
              </a:rPr>
              <a:t>h</a:t>
            </a:r>
          </a:p>
          <a:p>
            <a:pPr marL="0" indent="0" fontAlgn="auto">
              <a:spcAft>
                <a:spcPts val="0"/>
              </a:spcAft>
              <a:buNone/>
            </a:pPr>
            <a:r>
              <a:rPr lang="en-US" altLang="zh-CN" sz="2200" dirty="0">
                <a:latin typeface="Arial" panose="020B0604020202020204" pitchFamily="34" charset="0"/>
                <a:ea typeface="+mn-ea"/>
                <a:cs typeface="Arial" panose="020B0604020202020204" pitchFamily="34" charset="0"/>
              </a:rPr>
              <a:t>5. </a:t>
            </a:r>
            <a:r>
              <a:rPr lang="zh-CN" altLang="en-US" sz="2200" dirty="0">
                <a:latin typeface="Arial" panose="020B0604020202020204" pitchFamily="34" charset="0"/>
                <a:ea typeface="+mn-ea"/>
                <a:cs typeface="Arial" panose="020B0604020202020204" pitchFamily="34" charset="0"/>
              </a:rPr>
              <a:t>状态图</a:t>
            </a:r>
            <a:endParaRPr lang="en-US" altLang="zh-CN" sz="2200" dirty="0">
              <a:latin typeface="Arial" panose="020B0604020202020204" pitchFamily="34" charset="0"/>
              <a:ea typeface="+mn-ea"/>
              <a:cs typeface="Arial" panose="020B0604020202020204" pitchFamily="34" charset="0"/>
            </a:endParaRPr>
          </a:p>
          <a:p>
            <a:pPr marL="0" indent="0" fontAlgn="auto">
              <a:spcAft>
                <a:spcPts val="0"/>
              </a:spcAft>
              <a:buNone/>
            </a:pPr>
            <a:r>
              <a:rPr lang="en-US" altLang="zh-CN" sz="2200" dirty="0">
                <a:latin typeface="Arial" panose="020B0604020202020204" pitchFamily="34" charset="0"/>
                <a:ea typeface="+mn-ea"/>
                <a:cs typeface="Arial" panose="020B0604020202020204" pitchFamily="34" charset="0"/>
              </a:rPr>
              <a:t>6. </a:t>
            </a:r>
            <a:r>
              <a:rPr lang="zh-CN" altLang="en-US" sz="2200" dirty="0">
                <a:latin typeface="Arial" panose="020B0604020202020204" pitchFamily="34" charset="0"/>
                <a:ea typeface="+mn-ea"/>
                <a:cs typeface="Arial" panose="020B0604020202020204" pitchFamily="34" charset="0"/>
              </a:rPr>
              <a:t>时序图和电路行为</a:t>
            </a:r>
          </a:p>
          <a:p>
            <a:pPr fontAlgn="auto">
              <a:spcAft>
                <a:spcPts val="0"/>
              </a:spcAft>
            </a:pPr>
            <a:endParaRPr lang="zh-CN" altLang="en-US" sz="2200" b="1" dirty="0">
              <a:latin typeface="+mn-lt"/>
            </a:endParaRPr>
          </a:p>
        </p:txBody>
      </p:sp>
      <p:sp>
        <p:nvSpPr>
          <p:cNvPr id="6" name="Title 4">
            <a:extLst>
              <a:ext uri="{FF2B5EF4-FFF2-40B4-BE49-F238E27FC236}">
                <a16:creationId xmlns:a16="http://schemas.microsoft.com/office/drawing/2014/main" id="{5DDEDC65-46C5-E614-EC0B-4465FF9AC4BE}"/>
              </a:ext>
            </a:extLst>
          </p:cNvPr>
          <p:cNvSpPr txBox="1">
            <a:spLocks/>
          </p:cNvSpPr>
          <p:nvPr/>
        </p:nvSpPr>
        <p:spPr bwMode="auto">
          <a:xfrm>
            <a:off x="457200" y="136800"/>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kern="0" dirty="0"/>
              <a:t>同步时序电路分析</a:t>
            </a:r>
            <a:endParaRPr lang="en-CN" kern="0" dirty="0"/>
          </a:p>
        </p:txBody>
      </p:sp>
      <p:sp>
        <p:nvSpPr>
          <p:cNvPr id="2" name="Rectangle 63">
            <a:extLst>
              <a:ext uri="{FF2B5EF4-FFF2-40B4-BE49-F238E27FC236}">
                <a16:creationId xmlns:a16="http://schemas.microsoft.com/office/drawing/2014/main" id="{1B2B3E14-8290-59DC-23D0-DB95F3EE5133}"/>
              </a:ext>
            </a:extLst>
          </p:cNvPr>
          <p:cNvSpPr/>
          <p:nvPr/>
        </p:nvSpPr>
        <p:spPr bwMode="auto">
          <a:xfrm>
            <a:off x="1313128" y="2588446"/>
            <a:ext cx="1597160" cy="685800"/>
          </a:xfrm>
          <a:prstGeom prst="rect">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i="0" u="none" strike="noStrike" kern="1200" cap="none" spc="0" normalizeH="0" baseline="0" noProof="0" dirty="0">
                <a:ln>
                  <a:noFill/>
                </a:ln>
                <a:solidFill>
                  <a:srgbClr val="000000"/>
                </a:solidFill>
                <a:effectLst/>
                <a:uLnTx/>
                <a:uFillTx/>
                <a:latin typeface="Arial" panose="020B0604020202020204" pitchFamily="34" charset="0"/>
                <a:ea typeface="SimHei" panose="02010609060101010101" pitchFamily="49" charset="-122"/>
                <a:cs typeface="Arial" panose="020B0604020202020204" pitchFamily="34" charset="0"/>
              </a:rPr>
              <a:t>Comb. Logic</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i="1" u="none" strike="noStrike" kern="1200" cap="none" spc="0" normalizeH="0" baseline="0" noProof="0" dirty="0">
                <a:ln>
                  <a:noFill/>
                </a:ln>
                <a:solidFill>
                  <a:srgbClr val="000000"/>
                </a:solidFill>
                <a:effectLst/>
                <a:uLnTx/>
                <a:uFillTx/>
                <a:latin typeface="Arial" panose="020B0604020202020204" pitchFamily="34" charset="0"/>
                <a:ea typeface="SimHei" panose="02010609060101010101" pitchFamily="49" charset="-122"/>
                <a:cs typeface="Arial" panose="020B0604020202020204" pitchFamily="34" charset="0"/>
              </a:rPr>
              <a:t>f</a:t>
            </a:r>
            <a:r>
              <a:rPr lang="en-US" altLang="zh-CN" i="1" dirty="0">
                <a:solidFill>
                  <a:srgbClr val="000000"/>
                </a:solidFill>
                <a:latin typeface="Arial" panose="020B0604020202020204" pitchFamily="34" charset="0"/>
                <a:ea typeface="SimHei" panose="02010609060101010101" pitchFamily="49" charset="-122"/>
                <a:cs typeface="Arial" panose="020B0604020202020204" pitchFamily="34" charset="0"/>
              </a:rPr>
              <a:t>(x, s)</a:t>
            </a:r>
            <a:endParaRPr kumimoji="0" lang="en-US" altLang="zh-CN" i="1" u="none" strike="noStrike" kern="1200" cap="none" spc="0" normalizeH="0" baseline="0" noProof="0" dirty="0">
              <a:ln>
                <a:noFill/>
              </a:ln>
              <a:solidFill>
                <a:srgbClr val="000000"/>
              </a:solidFill>
              <a:effectLst/>
              <a:uLnTx/>
              <a:uFillTx/>
              <a:latin typeface="Arial" panose="020B0604020202020204" pitchFamily="34" charset="0"/>
              <a:ea typeface="SimHei" panose="02010609060101010101" pitchFamily="49" charset="-122"/>
              <a:cs typeface="Arial" panose="020B0604020202020204" pitchFamily="34" charset="0"/>
            </a:endParaRPr>
          </a:p>
        </p:txBody>
      </p:sp>
      <p:sp>
        <p:nvSpPr>
          <p:cNvPr id="5" name="TextBox 64">
            <a:extLst>
              <a:ext uri="{FF2B5EF4-FFF2-40B4-BE49-F238E27FC236}">
                <a16:creationId xmlns:a16="http://schemas.microsoft.com/office/drawing/2014/main" id="{86CCC767-B86A-1885-2486-5215FDF645B7}"/>
              </a:ext>
            </a:extLst>
          </p:cNvPr>
          <p:cNvSpPr txBox="1"/>
          <p:nvPr/>
        </p:nvSpPr>
        <p:spPr>
          <a:xfrm>
            <a:off x="-44505" y="3671455"/>
            <a:ext cx="952505" cy="400110"/>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Input </a:t>
            </a:r>
            <a:r>
              <a:rPr kumimoji="0" lang="en-US" altLang="zh-CN" sz="2000" i="1"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x</a:t>
            </a:r>
            <a:endParaRPr kumimoji="0" lang="en-US" sz="2000" i="1"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endParaRPr>
          </a:p>
        </p:txBody>
      </p:sp>
      <p:sp>
        <p:nvSpPr>
          <p:cNvPr id="7" name="TextBox 65">
            <a:extLst>
              <a:ext uri="{FF2B5EF4-FFF2-40B4-BE49-F238E27FC236}">
                <a16:creationId xmlns:a16="http://schemas.microsoft.com/office/drawing/2014/main" id="{5BB79242-68E6-5BC9-242E-85D72602F3FC}"/>
              </a:ext>
            </a:extLst>
          </p:cNvPr>
          <p:cNvSpPr txBox="1"/>
          <p:nvPr/>
        </p:nvSpPr>
        <p:spPr>
          <a:xfrm>
            <a:off x="3368491" y="2571480"/>
            <a:ext cx="1279709" cy="707886"/>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Output</a:t>
            </a:r>
          </a:p>
          <a:p>
            <a:pPr marL="0" marR="0" lvl="0" indent="0" algn="ctr" defTabSz="914400" rtl="0" eaLnBrk="1" fontAlgn="base" latinLnBrk="0" hangingPunct="1">
              <a:lnSpc>
                <a:spcPct val="100000"/>
              </a:lnSpc>
              <a:spcBef>
                <a:spcPct val="0"/>
              </a:spcBef>
              <a:spcAft>
                <a:spcPct val="0"/>
              </a:spcAft>
              <a:buClrTx/>
              <a:buSzTx/>
              <a:buFontTx/>
              <a:buNone/>
              <a:tabLst/>
              <a:defRPr/>
            </a:pPr>
            <a:r>
              <a:rPr lang="en-US" sz="2000" i="1" dirty="0">
                <a:solidFill>
                  <a:srgbClr val="000000"/>
                </a:solidFill>
                <a:latin typeface="Arial" panose="020B0604020202020204" pitchFamily="34" charset="0"/>
                <a:cs typeface="Arial" panose="020B0604020202020204" pitchFamily="34" charset="0"/>
              </a:rPr>
              <a:t>y </a:t>
            </a:r>
            <a:r>
              <a:rPr lang="en-US" sz="2000" dirty="0">
                <a:solidFill>
                  <a:srgbClr val="000000"/>
                </a:solidFill>
                <a:latin typeface="Arial" panose="020B0604020202020204" pitchFamily="34" charset="0"/>
                <a:cs typeface="Arial" panose="020B0604020202020204" pitchFamily="34" charset="0"/>
              </a:rPr>
              <a:t>=</a:t>
            </a:r>
            <a:r>
              <a:rPr lang="en-US" sz="2000" i="1" dirty="0">
                <a:solidFill>
                  <a:srgbClr val="000000"/>
                </a:solidFill>
                <a:latin typeface="Arial" panose="020B0604020202020204" pitchFamily="34" charset="0"/>
                <a:cs typeface="Arial" panose="020B0604020202020204" pitchFamily="34" charset="0"/>
              </a:rPr>
              <a:t> f(x, s)</a:t>
            </a:r>
            <a:endParaRPr kumimoji="0" lang="en-US" sz="2000" i="1"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endParaRPr>
          </a:p>
        </p:txBody>
      </p:sp>
      <p:cxnSp>
        <p:nvCxnSpPr>
          <p:cNvPr id="8" name="Straight Arrow Connector 66">
            <a:extLst>
              <a:ext uri="{FF2B5EF4-FFF2-40B4-BE49-F238E27FC236}">
                <a16:creationId xmlns:a16="http://schemas.microsoft.com/office/drawing/2014/main" id="{9AB0B8FD-BD8E-C559-8C27-F3832E0B8420}"/>
              </a:ext>
            </a:extLst>
          </p:cNvPr>
          <p:cNvCxnSpPr>
            <a:cxnSpLocks/>
          </p:cNvCxnSpPr>
          <p:nvPr/>
        </p:nvCxnSpPr>
        <p:spPr bwMode="auto">
          <a:xfrm>
            <a:off x="2916064" y="2794519"/>
            <a:ext cx="603594" cy="0"/>
          </a:xfrm>
          <a:prstGeom prst="straightConnector1">
            <a:avLst/>
          </a:prstGeom>
          <a:noFill/>
          <a:ln w="28575" cap="flat" cmpd="sng" algn="ctr">
            <a:solidFill>
              <a:schemeClr val="tx1"/>
            </a:solidFill>
            <a:prstDash val="solid"/>
            <a:round/>
            <a:headEnd type="none" w="med" len="med"/>
            <a:tailEnd type="triangle" w="med" len="med"/>
          </a:ln>
          <a:effectLst/>
        </p:spPr>
      </p:cxnSp>
      <p:sp>
        <p:nvSpPr>
          <p:cNvPr id="9" name="Rectangle 67">
            <a:extLst>
              <a:ext uri="{FF2B5EF4-FFF2-40B4-BE49-F238E27FC236}">
                <a16:creationId xmlns:a16="http://schemas.microsoft.com/office/drawing/2014/main" id="{F7BA75BF-D29B-82B2-5EAC-ED0EE983BF9E}"/>
              </a:ext>
            </a:extLst>
          </p:cNvPr>
          <p:cNvSpPr/>
          <p:nvPr/>
        </p:nvSpPr>
        <p:spPr bwMode="auto">
          <a:xfrm>
            <a:off x="1328155" y="4425030"/>
            <a:ext cx="1597160" cy="685800"/>
          </a:xfrm>
          <a:prstGeom prst="rect">
            <a:avLst/>
          </a:prstGeom>
          <a:solidFill>
            <a:schemeClr val="accent4">
              <a:lumMod val="20000"/>
              <a:lumOff val="80000"/>
            </a:schemeClr>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i="0" u="none" strike="noStrike" kern="1200" cap="none" spc="0" normalizeH="0" baseline="0" noProof="0" dirty="0">
                <a:ln>
                  <a:noFill/>
                </a:ln>
                <a:solidFill>
                  <a:schemeClr val="tx1"/>
                </a:solidFill>
                <a:effectLst/>
                <a:uLnTx/>
                <a:uFillTx/>
                <a:latin typeface="Arial" panose="020B0604020202020204" pitchFamily="34" charset="0"/>
                <a:ea typeface="SimHei" panose="02010609060101010101" pitchFamily="49" charset="-122"/>
                <a:cs typeface="Arial" panose="020B0604020202020204" pitchFamily="34" charset="0"/>
              </a:rPr>
              <a:t>States </a:t>
            </a:r>
            <a:r>
              <a:rPr kumimoji="0" lang="en-US" altLang="zh-CN" i="1" u="none" strike="noStrike" kern="1200" cap="none" spc="0" normalizeH="0" baseline="0" noProof="0" dirty="0">
                <a:ln>
                  <a:noFill/>
                </a:ln>
                <a:solidFill>
                  <a:schemeClr val="tx1"/>
                </a:solidFill>
                <a:effectLst/>
                <a:uLnTx/>
                <a:uFillTx/>
                <a:latin typeface="Arial" panose="020B0604020202020204" pitchFamily="34" charset="0"/>
                <a:ea typeface="SimHei" panose="02010609060101010101" pitchFamily="49" charset="-122"/>
                <a:cs typeface="Arial" panose="020B0604020202020204" pitchFamily="34" charset="0"/>
              </a:rPr>
              <a:t>s</a:t>
            </a:r>
            <a:r>
              <a:rPr kumimoji="0" lang="en-US" altLang="zh-CN" i="0" u="none" strike="noStrike" kern="1200" cap="none" spc="0" normalizeH="0" baseline="0" noProof="0" dirty="0">
                <a:ln>
                  <a:noFill/>
                </a:ln>
                <a:solidFill>
                  <a:schemeClr val="tx1"/>
                </a:solidFill>
                <a:effectLst/>
                <a:uLnTx/>
                <a:uFillTx/>
                <a:latin typeface="Arial" panose="020B0604020202020204" pitchFamily="34" charset="0"/>
                <a:ea typeface="SimHei" panose="02010609060101010101" pitchFamily="49" charset="-122"/>
                <a:cs typeface="Arial" panose="020B0604020202020204" pitchFamily="34" charset="0"/>
              </a:rPr>
              <a:t>/</a:t>
            </a:r>
            <a:r>
              <a:rPr kumimoji="0" lang="en-US" altLang="zh-CN" i="1" u="none" strike="noStrike" kern="1200" cap="none" spc="0" normalizeH="0" baseline="0" noProof="0" dirty="0">
                <a:ln>
                  <a:noFill/>
                </a:ln>
                <a:solidFill>
                  <a:schemeClr val="tx1"/>
                </a:solidFill>
                <a:effectLst/>
                <a:uLnTx/>
                <a:uFillTx/>
                <a:latin typeface="Arial" panose="020B0604020202020204" pitchFamily="34" charset="0"/>
                <a:ea typeface="SimHei" panose="02010609060101010101" pitchFamily="49" charset="-122"/>
                <a:cs typeface="Arial" panose="020B0604020202020204" pitchFamily="34" charset="0"/>
              </a:rPr>
              <a:t>s</a:t>
            </a:r>
            <a:r>
              <a:rPr kumimoji="0" lang="en-US" altLang="zh-CN" i="0" u="none" strike="noStrike" kern="1200" cap="none" spc="0" normalizeH="0" baseline="30000" noProof="0" dirty="0">
                <a:ln>
                  <a:noFill/>
                </a:ln>
                <a:solidFill>
                  <a:schemeClr val="tx1"/>
                </a:solidFill>
                <a:effectLst/>
                <a:uLnTx/>
                <a:uFillTx/>
                <a:latin typeface="Arial" panose="020B0604020202020204" pitchFamily="34" charset="0"/>
                <a:ea typeface="SimHei" panose="02010609060101010101" pitchFamily="49" charset="-122"/>
                <a:cs typeface="Arial" panose="020B0604020202020204" pitchFamily="34" charset="0"/>
              </a:rPr>
              <a:t>+</a:t>
            </a:r>
          </a:p>
          <a:p>
            <a:pPr marL="0" marR="0" lvl="0" indent="0" algn="ctr" defTabSz="914400" rtl="0" eaLnBrk="1" fontAlgn="base" latinLnBrk="0" hangingPunct="1">
              <a:lnSpc>
                <a:spcPct val="100000"/>
              </a:lnSpc>
              <a:spcBef>
                <a:spcPct val="0"/>
              </a:spcBef>
              <a:spcAft>
                <a:spcPct val="0"/>
              </a:spcAft>
              <a:buClrTx/>
              <a:buSzTx/>
              <a:buFontTx/>
              <a:buNone/>
              <a:tabLst/>
              <a:defRPr/>
            </a:pPr>
            <a:r>
              <a:rPr lang="en-US" i="1" dirty="0">
                <a:latin typeface="Arial" panose="020B0604020202020204" pitchFamily="34" charset="0"/>
                <a:ea typeface="SimHei" panose="02010609060101010101" pitchFamily="49" charset="-122"/>
                <a:cs typeface="Arial" panose="020B0604020202020204" pitchFamily="34" charset="0"/>
              </a:rPr>
              <a:t>s</a:t>
            </a:r>
            <a:r>
              <a:rPr lang="en-US" baseline="30000" dirty="0">
                <a:latin typeface="Arial" panose="020B0604020202020204" pitchFamily="34" charset="0"/>
                <a:ea typeface="SimHei" panose="02010609060101010101" pitchFamily="49" charset="-122"/>
                <a:cs typeface="Arial" panose="020B0604020202020204" pitchFamily="34" charset="0"/>
              </a:rPr>
              <a:t>+</a:t>
            </a:r>
            <a:r>
              <a:rPr lang="en-US" dirty="0">
                <a:latin typeface="Arial" panose="020B0604020202020204" pitchFamily="34" charset="0"/>
                <a:ea typeface="SimHei" panose="02010609060101010101" pitchFamily="49" charset="-122"/>
                <a:cs typeface="Arial" panose="020B0604020202020204" pitchFamily="34" charset="0"/>
              </a:rPr>
              <a:t> = </a:t>
            </a:r>
            <a:r>
              <a:rPr lang="en-US" i="1" dirty="0">
                <a:latin typeface="Arial" panose="020B0604020202020204" pitchFamily="34" charset="0"/>
                <a:ea typeface="SimHei" panose="02010609060101010101" pitchFamily="49" charset="-122"/>
                <a:cs typeface="Arial" panose="020B0604020202020204" pitchFamily="34" charset="0"/>
              </a:rPr>
              <a:t>h(s, e)</a:t>
            </a:r>
            <a:endParaRPr kumimoji="0" lang="en-US" i="1" u="none" strike="noStrike" kern="1200" cap="none" spc="0" normalizeH="0" baseline="0" noProof="0" dirty="0">
              <a:ln>
                <a:noFill/>
              </a:ln>
              <a:solidFill>
                <a:schemeClr val="tx1"/>
              </a:solidFill>
              <a:effectLst/>
              <a:uLnTx/>
              <a:uFillTx/>
              <a:latin typeface="Arial" panose="020B0604020202020204" pitchFamily="34" charset="0"/>
              <a:ea typeface="SimHei" panose="02010609060101010101" pitchFamily="49" charset="-122"/>
              <a:cs typeface="Arial" panose="020B0604020202020204" pitchFamily="34" charset="0"/>
            </a:endParaRPr>
          </a:p>
        </p:txBody>
      </p:sp>
      <p:cxnSp>
        <p:nvCxnSpPr>
          <p:cNvPr id="10" name="Straight Arrow Connector 68">
            <a:extLst>
              <a:ext uri="{FF2B5EF4-FFF2-40B4-BE49-F238E27FC236}">
                <a16:creationId xmlns:a16="http://schemas.microsoft.com/office/drawing/2014/main" id="{83BB9E42-58C0-9716-A320-7BCC631E6158}"/>
              </a:ext>
            </a:extLst>
          </p:cNvPr>
          <p:cNvCxnSpPr>
            <a:cxnSpLocks/>
          </p:cNvCxnSpPr>
          <p:nvPr/>
        </p:nvCxnSpPr>
        <p:spPr bwMode="auto">
          <a:xfrm>
            <a:off x="923468" y="4787980"/>
            <a:ext cx="411480" cy="0"/>
          </a:xfrm>
          <a:prstGeom prst="straightConnector1">
            <a:avLst/>
          </a:prstGeom>
          <a:noFill/>
          <a:ln w="28575" cap="flat" cmpd="sng" algn="ctr">
            <a:solidFill>
              <a:schemeClr val="tx1"/>
            </a:solidFill>
            <a:prstDash val="solid"/>
            <a:round/>
            <a:headEnd type="none" w="med" len="med"/>
            <a:tailEnd type="triangle" w="med" len="med"/>
          </a:ln>
          <a:effectLst/>
        </p:spPr>
      </p:cxnSp>
      <p:cxnSp>
        <p:nvCxnSpPr>
          <p:cNvPr id="11" name="Straight Arrow Connector 69">
            <a:extLst>
              <a:ext uri="{FF2B5EF4-FFF2-40B4-BE49-F238E27FC236}">
                <a16:creationId xmlns:a16="http://schemas.microsoft.com/office/drawing/2014/main" id="{B8861AD6-2447-190B-1812-0A781588431E}"/>
              </a:ext>
            </a:extLst>
          </p:cNvPr>
          <p:cNvCxnSpPr>
            <a:cxnSpLocks/>
          </p:cNvCxnSpPr>
          <p:nvPr/>
        </p:nvCxnSpPr>
        <p:spPr bwMode="auto">
          <a:xfrm>
            <a:off x="923468" y="3883993"/>
            <a:ext cx="411480" cy="0"/>
          </a:xfrm>
          <a:prstGeom prst="straightConnector1">
            <a:avLst/>
          </a:prstGeom>
          <a:noFill/>
          <a:ln w="28575" cap="flat" cmpd="sng" algn="ctr">
            <a:solidFill>
              <a:schemeClr val="tx1"/>
            </a:solidFill>
            <a:prstDash val="solid"/>
            <a:round/>
            <a:headEnd type="none" w="med" len="med"/>
            <a:tailEnd type="triangle" w="med" len="med"/>
          </a:ln>
          <a:effectLst/>
        </p:spPr>
      </p:cxnSp>
      <p:sp>
        <p:nvSpPr>
          <p:cNvPr id="12" name="TextBox 70">
            <a:extLst>
              <a:ext uri="{FF2B5EF4-FFF2-40B4-BE49-F238E27FC236}">
                <a16:creationId xmlns:a16="http://schemas.microsoft.com/office/drawing/2014/main" id="{D79EF56A-A673-1786-9685-49BA185A5E33}"/>
              </a:ext>
            </a:extLst>
          </p:cNvPr>
          <p:cNvSpPr txBox="1"/>
          <p:nvPr/>
        </p:nvSpPr>
        <p:spPr>
          <a:xfrm>
            <a:off x="12743" y="4586786"/>
            <a:ext cx="827471" cy="400110"/>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Clock</a:t>
            </a:r>
          </a:p>
        </p:txBody>
      </p:sp>
      <p:sp>
        <p:nvSpPr>
          <p:cNvPr id="14" name="Rectangle 71">
            <a:extLst>
              <a:ext uri="{FF2B5EF4-FFF2-40B4-BE49-F238E27FC236}">
                <a16:creationId xmlns:a16="http://schemas.microsoft.com/office/drawing/2014/main" id="{BFDC7F11-A716-80E3-1FDD-A4428AFA0434}"/>
              </a:ext>
            </a:extLst>
          </p:cNvPr>
          <p:cNvSpPr/>
          <p:nvPr/>
        </p:nvSpPr>
        <p:spPr bwMode="auto">
          <a:xfrm>
            <a:off x="1313126" y="3506738"/>
            <a:ext cx="1597160" cy="685800"/>
          </a:xfrm>
          <a:prstGeom prst="rect">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i="0" u="none" strike="noStrike" kern="1200" cap="none" spc="0" normalizeH="0" baseline="0" noProof="0" dirty="0">
                <a:ln>
                  <a:noFill/>
                </a:ln>
                <a:solidFill>
                  <a:srgbClr val="000000"/>
                </a:solidFill>
                <a:effectLst/>
                <a:uLnTx/>
                <a:uFillTx/>
                <a:latin typeface="Arial" panose="020B0604020202020204" pitchFamily="34" charset="0"/>
                <a:ea typeface="SimHei" panose="02010609060101010101" pitchFamily="49" charset="-122"/>
                <a:cs typeface="Arial" panose="020B0604020202020204" pitchFamily="34" charset="0"/>
              </a:rPr>
              <a:t>Comb. Logic </a:t>
            </a:r>
            <a:r>
              <a:rPr kumimoji="0" lang="en-US" altLang="zh-CN" i="1" u="none" strike="noStrike" kern="1200" cap="none" spc="0" normalizeH="0" baseline="0" noProof="0" dirty="0">
                <a:ln>
                  <a:noFill/>
                </a:ln>
                <a:solidFill>
                  <a:srgbClr val="000000"/>
                </a:solidFill>
                <a:effectLst/>
                <a:uLnTx/>
                <a:uFillTx/>
                <a:latin typeface="Arial" panose="020B0604020202020204" pitchFamily="34" charset="0"/>
                <a:ea typeface="SimHei" panose="02010609060101010101" pitchFamily="49" charset="-122"/>
                <a:cs typeface="Arial" panose="020B0604020202020204" pitchFamily="34" charset="0"/>
              </a:rPr>
              <a:t>g(x, s)</a:t>
            </a:r>
          </a:p>
        </p:txBody>
      </p:sp>
      <p:sp>
        <p:nvSpPr>
          <p:cNvPr id="15" name="Freeform 72">
            <a:extLst>
              <a:ext uri="{FF2B5EF4-FFF2-40B4-BE49-F238E27FC236}">
                <a16:creationId xmlns:a16="http://schemas.microsoft.com/office/drawing/2014/main" id="{B784F926-7868-FBBD-E07F-70A6B9287447}"/>
              </a:ext>
            </a:extLst>
          </p:cNvPr>
          <p:cNvSpPr/>
          <p:nvPr/>
        </p:nvSpPr>
        <p:spPr>
          <a:xfrm>
            <a:off x="1334947" y="4702290"/>
            <a:ext cx="114695" cy="169101"/>
          </a:xfrm>
          <a:custGeom>
            <a:avLst/>
            <a:gdLst>
              <a:gd name="connsiteX0" fmla="*/ 0 w 87682"/>
              <a:gd name="connsiteY0" fmla="*/ 0 h 169101"/>
              <a:gd name="connsiteX1" fmla="*/ 87682 w 87682"/>
              <a:gd name="connsiteY1" fmla="*/ 87682 h 169101"/>
              <a:gd name="connsiteX2" fmla="*/ 6263 w 87682"/>
              <a:gd name="connsiteY2" fmla="*/ 169101 h 169101"/>
            </a:gdLst>
            <a:ahLst/>
            <a:cxnLst>
              <a:cxn ang="0">
                <a:pos x="connsiteX0" y="connsiteY0"/>
              </a:cxn>
              <a:cxn ang="0">
                <a:pos x="connsiteX1" y="connsiteY1"/>
              </a:cxn>
              <a:cxn ang="0">
                <a:pos x="connsiteX2" y="connsiteY2"/>
              </a:cxn>
            </a:cxnLst>
            <a:rect l="l" t="t" r="r" b="b"/>
            <a:pathLst>
              <a:path w="87682" h="169101">
                <a:moveTo>
                  <a:pt x="0" y="0"/>
                </a:moveTo>
                <a:lnTo>
                  <a:pt x="87682" y="87682"/>
                </a:lnTo>
                <a:lnTo>
                  <a:pt x="6263" y="169101"/>
                </a:lnTo>
              </a:path>
            </a:pathLst>
          </a:cu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CN"/>
          </a:p>
        </p:txBody>
      </p:sp>
      <p:sp>
        <p:nvSpPr>
          <p:cNvPr id="16" name="Freeform 73">
            <a:extLst>
              <a:ext uri="{FF2B5EF4-FFF2-40B4-BE49-F238E27FC236}">
                <a16:creationId xmlns:a16="http://schemas.microsoft.com/office/drawing/2014/main" id="{DBFFABF0-E8D3-561D-20F2-DD2D3B1A0D6B}"/>
              </a:ext>
            </a:extLst>
          </p:cNvPr>
          <p:cNvSpPr/>
          <p:nvPr/>
        </p:nvSpPr>
        <p:spPr>
          <a:xfrm>
            <a:off x="2915996" y="3124015"/>
            <a:ext cx="469726" cy="1857138"/>
          </a:xfrm>
          <a:custGeom>
            <a:avLst/>
            <a:gdLst>
              <a:gd name="connsiteX0" fmla="*/ 25052 w 469726"/>
              <a:gd name="connsiteY0" fmla="*/ 2198317 h 2198317"/>
              <a:gd name="connsiteX1" fmla="*/ 469726 w 469726"/>
              <a:gd name="connsiteY1" fmla="*/ 2198317 h 2198317"/>
              <a:gd name="connsiteX2" fmla="*/ 469726 w 469726"/>
              <a:gd name="connsiteY2" fmla="*/ 0 h 2198317"/>
              <a:gd name="connsiteX3" fmla="*/ 0 w 469726"/>
              <a:gd name="connsiteY3" fmla="*/ 0 h 2198317"/>
            </a:gdLst>
            <a:ahLst/>
            <a:cxnLst>
              <a:cxn ang="0">
                <a:pos x="connsiteX0" y="connsiteY0"/>
              </a:cxn>
              <a:cxn ang="0">
                <a:pos x="connsiteX1" y="connsiteY1"/>
              </a:cxn>
              <a:cxn ang="0">
                <a:pos x="connsiteX2" y="connsiteY2"/>
              </a:cxn>
              <a:cxn ang="0">
                <a:pos x="connsiteX3" y="connsiteY3"/>
              </a:cxn>
            </a:cxnLst>
            <a:rect l="l" t="t" r="r" b="b"/>
            <a:pathLst>
              <a:path w="469726" h="2198317">
                <a:moveTo>
                  <a:pt x="25052" y="2198317"/>
                </a:moveTo>
                <a:lnTo>
                  <a:pt x="469726" y="2198317"/>
                </a:lnTo>
                <a:lnTo>
                  <a:pt x="469726" y="0"/>
                </a:lnTo>
                <a:lnTo>
                  <a:pt x="0" y="0"/>
                </a:lnTo>
              </a:path>
            </a:pathLst>
          </a:custGeom>
          <a:noFill/>
          <a:ln w="28575">
            <a:tailEnd type="triangle"/>
          </a:ln>
        </p:spPr>
        <p:style>
          <a:lnRef idx="2">
            <a:schemeClr val="dk1"/>
          </a:lnRef>
          <a:fillRef idx="1">
            <a:schemeClr val="lt1"/>
          </a:fillRef>
          <a:effectRef idx="0">
            <a:schemeClr val="dk1"/>
          </a:effectRef>
          <a:fontRef idx="minor">
            <a:schemeClr val="dk1"/>
          </a:fontRef>
        </p:style>
        <p:txBody>
          <a:bodyPr rtlCol="0" anchor="ctr"/>
          <a:lstStyle/>
          <a:p>
            <a:pPr algn="ctr"/>
            <a:endParaRPr lang="en-CN"/>
          </a:p>
        </p:txBody>
      </p:sp>
      <p:sp>
        <p:nvSpPr>
          <p:cNvPr id="17" name="Freeform 74">
            <a:extLst>
              <a:ext uri="{FF2B5EF4-FFF2-40B4-BE49-F238E27FC236}">
                <a16:creationId xmlns:a16="http://schemas.microsoft.com/office/drawing/2014/main" id="{50848A8F-5030-E674-B409-FB5BEFED6A6D}"/>
              </a:ext>
            </a:extLst>
          </p:cNvPr>
          <p:cNvSpPr/>
          <p:nvPr/>
        </p:nvSpPr>
        <p:spPr>
          <a:xfrm>
            <a:off x="2910166" y="4060994"/>
            <a:ext cx="268945" cy="568929"/>
          </a:xfrm>
          <a:custGeom>
            <a:avLst/>
            <a:gdLst>
              <a:gd name="connsiteX0" fmla="*/ 0 w 231731"/>
              <a:gd name="connsiteY0" fmla="*/ 0 h 901874"/>
              <a:gd name="connsiteX1" fmla="*/ 231731 w 231731"/>
              <a:gd name="connsiteY1" fmla="*/ 0 h 901874"/>
              <a:gd name="connsiteX2" fmla="*/ 231731 w 231731"/>
              <a:gd name="connsiteY2" fmla="*/ 901874 h 901874"/>
              <a:gd name="connsiteX3" fmla="*/ 31315 w 231731"/>
              <a:gd name="connsiteY3" fmla="*/ 901874 h 901874"/>
            </a:gdLst>
            <a:ahLst/>
            <a:cxnLst>
              <a:cxn ang="0">
                <a:pos x="connsiteX0" y="connsiteY0"/>
              </a:cxn>
              <a:cxn ang="0">
                <a:pos x="connsiteX1" y="connsiteY1"/>
              </a:cxn>
              <a:cxn ang="0">
                <a:pos x="connsiteX2" y="connsiteY2"/>
              </a:cxn>
              <a:cxn ang="0">
                <a:pos x="connsiteX3" y="connsiteY3"/>
              </a:cxn>
            </a:cxnLst>
            <a:rect l="l" t="t" r="r" b="b"/>
            <a:pathLst>
              <a:path w="231731" h="901874">
                <a:moveTo>
                  <a:pt x="0" y="0"/>
                </a:moveTo>
                <a:lnTo>
                  <a:pt x="231731" y="0"/>
                </a:lnTo>
                <a:lnTo>
                  <a:pt x="231731" y="901874"/>
                </a:lnTo>
                <a:lnTo>
                  <a:pt x="31315" y="901874"/>
                </a:lnTo>
              </a:path>
            </a:pathLst>
          </a:custGeom>
          <a:noFill/>
          <a:ln w="28575">
            <a:tailEnd type="triangle"/>
          </a:ln>
        </p:spPr>
        <p:style>
          <a:lnRef idx="2">
            <a:schemeClr val="dk1"/>
          </a:lnRef>
          <a:fillRef idx="1">
            <a:schemeClr val="lt1"/>
          </a:fillRef>
          <a:effectRef idx="0">
            <a:schemeClr val="dk1"/>
          </a:effectRef>
          <a:fontRef idx="minor">
            <a:schemeClr val="dk1"/>
          </a:fontRef>
        </p:style>
        <p:txBody>
          <a:bodyPr rtlCol="0" anchor="ctr"/>
          <a:lstStyle/>
          <a:p>
            <a:pPr algn="ctr"/>
            <a:endParaRPr lang="en-CN"/>
          </a:p>
        </p:txBody>
      </p:sp>
      <p:sp>
        <p:nvSpPr>
          <p:cNvPr id="18" name="Freeform 75">
            <a:extLst>
              <a:ext uri="{FF2B5EF4-FFF2-40B4-BE49-F238E27FC236}">
                <a16:creationId xmlns:a16="http://schemas.microsoft.com/office/drawing/2014/main" id="{2510F213-A6D7-0061-2B8A-A01CB4A28593}"/>
              </a:ext>
            </a:extLst>
          </p:cNvPr>
          <p:cNvSpPr/>
          <p:nvPr/>
        </p:nvSpPr>
        <p:spPr>
          <a:xfrm>
            <a:off x="2915996" y="3724650"/>
            <a:ext cx="475989" cy="0"/>
          </a:xfrm>
          <a:custGeom>
            <a:avLst/>
            <a:gdLst>
              <a:gd name="connsiteX0" fmla="*/ 475989 w 475989"/>
              <a:gd name="connsiteY0" fmla="*/ 0 h 0"/>
              <a:gd name="connsiteX1" fmla="*/ 0 w 475989"/>
              <a:gd name="connsiteY1" fmla="*/ 0 h 0"/>
            </a:gdLst>
            <a:ahLst/>
            <a:cxnLst>
              <a:cxn ang="0">
                <a:pos x="connsiteX0" y="connsiteY0"/>
              </a:cxn>
              <a:cxn ang="0">
                <a:pos x="connsiteX1" y="connsiteY1"/>
              </a:cxn>
            </a:cxnLst>
            <a:rect l="l" t="t" r="r" b="b"/>
            <a:pathLst>
              <a:path w="475989">
                <a:moveTo>
                  <a:pt x="475989" y="0"/>
                </a:moveTo>
                <a:lnTo>
                  <a:pt x="0" y="0"/>
                </a:lnTo>
              </a:path>
            </a:pathLst>
          </a:custGeom>
          <a:noFill/>
          <a:ln w="28575">
            <a:tailEnd type="triangle"/>
          </a:ln>
        </p:spPr>
        <p:style>
          <a:lnRef idx="2">
            <a:schemeClr val="dk1"/>
          </a:lnRef>
          <a:fillRef idx="1">
            <a:schemeClr val="lt1"/>
          </a:fillRef>
          <a:effectRef idx="0">
            <a:schemeClr val="dk1"/>
          </a:effectRef>
          <a:fontRef idx="minor">
            <a:schemeClr val="dk1"/>
          </a:fontRef>
        </p:style>
        <p:txBody>
          <a:bodyPr rtlCol="0" anchor="ctr"/>
          <a:lstStyle/>
          <a:p>
            <a:pPr algn="ctr"/>
            <a:endParaRPr lang="en-CN"/>
          </a:p>
        </p:txBody>
      </p:sp>
      <p:sp>
        <p:nvSpPr>
          <p:cNvPr id="19" name="Freeform 57">
            <a:extLst>
              <a:ext uri="{FF2B5EF4-FFF2-40B4-BE49-F238E27FC236}">
                <a16:creationId xmlns:a16="http://schemas.microsoft.com/office/drawing/2014/main" id="{57EF9C62-2F62-114C-51D2-30590DA5E77E}"/>
              </a:ext>
            </a:extLst>
          </p:cNvPr>
          <p:cNvSpPr/>
          <p:nvPr/>
        </p:nvSpPr>
        <p:spPr>
          <a:xfrm>
            <a:off x="1100892" y="2950612"/>
            <a:ext cx="221064" cy="934598"/>
          </a:xfrm>
          <a:custGeom>
            <a:avLst/>
            <a:gdLst>
              <a:gd name="connsiteX0" fmla="*/ 0 w 221064"/>
              <a:gd name="connsiteY0" fmla="*/ 1155560 h 1155560"/>
              <a:gd name="connsiteX1" fmla="*/ 0 w 221064"/>
              <a:gd name="connsiteY1" fmla="*/ 0 h 1155560"/>
              <a:gd name="connsiteX2" fmla="*/ 221064 w 221064"/>
              <a:gd name="connsiteY2" fmla="*/ 0 h 1155560"/>
            </a:gdLst>
            <a:ahLst/>
            <a:cxnLst>
              <a:cxn ang="0">
                <a:pos x="connsiteX0" y="connsiteY0"/>
              </a:cxn>
              <a:cxn ang="0">
                <a:pos x="connsiteX1" y="connsiteY1"/>
              </a:cxn>
              <a:cxn ang="0">
                <a:pos x="connsiteX2" y="connsiteY2"/>
              </a:cxn>
            </a:cxnLst>
            <a:rect l="l" t="t" r="r" b="b"/>
            <a:pathLst>
              <a:path w="221064" h="1155560">
                <a:moveTo>
                  <a:pt x="0" y="1155560"/>
                </a:moveTo>
                <a:lnTo>
                  <a:pt x="0" y="0"/>
                </a:lnTo>
                <a:lnTo>
                  <a:pt x="221064" y="0"/>
                </a:lnTo>
              </a:path>
            </a:pathLst>
          </a:custGeom>
          <a:noFill/>
          <a:ln w="44450">
            <a:solidFill>
              <a:srgbClr val="0432FF"/>
            </a:solidFill>
            <a:prstDash val="dash"/>
            <a:tailEnd type="triangle"/>
          </a:ln>
        </p:spPr>
        <p:style>
          <a:lnRef idx="2">
            <a:schemeClr val="dk1"/>
          </a:lnRef>
          <a:fillRef idx="1">
            <a:schemeClr val="lt1"/>
          </a:fillRef>
          <a:effectRef idx="0">
            <a:schemeClr val="dk1"/>
          </a:effectRef>
          <a:fontRef idx="minor">
            <a:schemeClr val="dk1"/>
          </a:fontRef>
        </p:style>
        <p:txBody>
          <a:bodyPr rtlCol="0" anchor="ctr"/>
          <a:lstStyle/>
          <a:p>
            <a:pPr algn="ctr"/>
            <a:endParaRPr lang="en-CN" b="0" dirty="0"/>
          </a:p>
        </p:txBody>
      </p:sp>
      <p:sp>
        <p:nvSpPr>
          <p:cNvPr id="20" name="TextBox 154">
            <a:extLst>
              <a:ext uri="{FF2B5EF4-FFF2-40B4-BE49-F238E27FC236}">
                <a16:creationId xmlns:a16="http://schemas.microsoft.com/office/drawing/2014/main" id="{31160331-ED53-0B77-E37F-7A9961A40D89}"/>
              </a:ext>
            </a:extLst>
          </p:cNvPr>
          <p:cNvSpPr txBox="1"/>
          <p:nvPr/>
        </p:nvSpPr>
        <p:spPr>
          <a:xfrm>
            <a:off x="2894611" y="4147830"/>
            <a:ext cx="1356462" cy="400110"/>
          </a:xfrm>
          <a:prstGeom prst="rect">
            <a:avLst/>
          </a:prstGeom>
          <a:noFill/>
        </p:spPr>
        <p:txBody>
          <a:bodyPr wrap="none" rtlCol="0">
            <a:spAutoFit/>
          </a:bodyPr>
          <a:lstStyle/>
          <a:p>
            <a:r>
              <a:rPr lang="en-US" sz="2000" i="1" dirty="0"/>
              <a:t>e </a:t>
            </a:r>
            <a:r>
              <a:rPr lang="en-US" sz="2000" dirty="0"/>
              <a:t>=</a:t>
            </a:r>
            <a:r>
              <a:rPr lang="en-US" sz="2000" i="1" dirty="0"/>
              <a:t> g(x, s)</a:t>
            </a:r>
            <a:endParaRPr lang="en-CN" sz="2000" i="1" dirty="0"/>
          </a:p>
        </p:txBody>
      </p:sp>
    </p:spTree>
    <p:extLst>
      <p:ext uri="{BB962C8B-B14F-4D97-AF65-F5344CB8AC3E}">
        <p14:creationId xmlns:p14="http://schemas.microsoft.com/office/powerpoint/2010/main" val="364577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3">
                                            <p:txEl>
                                              <p:pRg st="1" end="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
                                            <p:txEl>
                                              <p:pRg st="2" end="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灯片编号占位符 19"/>
          <p:cNvSpPr>
            <a:spLocks noGrp="1"/>
          </p:cNvSpPr>
          <p:nvPr>
            <p:ph type="sldNum" sz="quarter" idx="12"/>
          </p:nvPr>
        </p:nvSpPr>
        <p:spPr>
          <a:xfrm>
            <a:off x="8556571" y="6245225"/>
            <a:ext cx="2133600" cy="476250"/>
          </a:xfrm>
        </p:spPr>
        <p:txBody>
          <a:bodyPr/>
          <a:lstStyle/>
          <a:p>
            <a:pPr>
              <a:defRPr/>
            </a:pPr>
            <a:fld id="{22B21E6A-63F2-479C-B5EE-DDDF4AF1FCB7}" type="slidenum">
              <a:rPr lang="en-US" altLang="zh-CN" smtClean="0"/>
              <a:pPr>
                <a:defRPr/>
              </a:pPr>
              <a:t>9</a:t>
            </a:fld>
            <a:endParaRPr lang="en-US" altLang="zh-CN" dirty="0"/>
          </a:p>
        </p:txBody>
      </p:sp>
      <p:grpSp>
        <p:nvGrpSpPr>
          <p:cNvPr id="4" name="组合 3">
            <a:extLst>
              <a:ext uri="{FF2B5EF4-FFF2-40B4-BE49-F238E27FC236}">
                <a16:creationId xmlns:a16="http://schemas.microsoft.com/office/drawing/2014/main" id="{D3F14127-4CCD-8853-D362-B2FF84A86949}"/>
              </a:ext>
            </a:extLst>
          </p:cNvPr>
          <p:cNvGrpSpPr/>
          <p:nvPr/>
        </p:nvGrpSpPr>
        <p:grpSpPr>
          <a:xfrm>
            <a:off x="5257800" y="2687800"/>
            <a:ext cx="4152419" cy="1593838"/>
            <a:chOff x="3867626" y="2826268"/>
            <a:chExt cx="4152419" cy="1593838"/>
          </a:xfrm>
        </p:grpSpPr>
        <p:sp>
          <p:nvSpPr>
            <p:cNvPr id="11" name="Rectangle 4">
              <a:extLst>
                <a:ext uri="{FF2B5EF4-FFF2-40B4-BE49-F238E27FC236}">
                  <a16:creationId xmlns:a16="http://schemas.microsoft.com/office/drawing/2014/main" id="{3E4C786D-5543-445A-9FE6-9E0D28A82870}"/>
                </a:ext>
              </a:extLst>
            </p:cNvPr>
            <p:cNvSpPr>
              <a:spLocks noChangeArrowheads="1"/>
            </p:cNvSpPr>
            <p:nvPr/>
          </p:nvSpPr>
          <p:spPr bwMode="auto">
            <a:xfrm>
              <a:off x="4283322" y="2826268"/>
              <a:ext cx="2946640" cy="400110"/>
            </a:xfrm>
            <a:prstGeom prst="rect">
              <a:avLst/>
            </a:prstGeom>
            <a:noFill/>
            <a:ln w="9525">
              <a:noFill/>
              <a:miter lim="800000"/>
              <a:headEnd/>
              <a:tailEnd/>
            </a:ln>
          </p:spPr>
          <p:txBody>
            <a:bodyPr wrap="none">
              <a:spAutoFit/>
            </a:bodyPr>
            <a:lstStyle/>
            <a:p>
              <a:pPr algn="l"/>
              <a:r>
                <a:rPr lang="en-US" altLang="zh-CN" sz="2000" b="0" dirty="0">
                  <a:latin typeface="Arial" panose="020B0604020202020204" pitchFamily="34" charset="0"/>
                  <a:ea typeface="SimHei" panose="02010609060101010101" pitchFamily="49" charset="-122"/>
                  <a:cs typeface="Arial" panose="020B0604020202020204" pitchFamily="34" charset="0"/>
                </a:rPr>
                <a:t>2. </a:t>
              </a:r>
              <a:r>
                <a:rPr lang="zh-CN" altLang="en-US" sz="2000" b="0" dirty="0">
                  <a:latin typeface="Arial" panose="020B0604020202020204" pitchFamily="34" charset="0"/>
                  <a:ea typeface="SimHei" panose="02010609060101010101" pitchFamily="49" charset="-122"/>
                  <a:cs typeface="Arial" panose="020B0604020202020204" pitchFamily="34" charset="0"/>
                </a:rPr>
                <a:t>激励方程</a:t>
              </a:r>
              <a:r>
                <a:rPr lang="en-US" altLang="zh-CN" sz="2000" b="0" dirty="0">
                  <a:latin typeface="Arial" panose="020B0604020202020204" pitchFamily="34" charset="0"/>
                  <a:ea typeface="SimHei" panose="02010609060101010101" pitchFamily="49" charset="-122"/>
                  <a:cs typeface="Arial" panose="020B0604020202020204" pitchFamily="34" charset="0"/>
                </a:rPr>
                <a:t>(</a:t>
              </a:r>
              <a:r>
                <a:rPr lang="zh-CN" altLang="en-US" sz="2000" b="0" dirty="0">
                  <a:latin typeface="Arial" panose="020B0604020202020204" pitchFamily="34" charset="0"/>
                  <a:ea typeface="SimHei" panose="02010609060101010101" pitchFamily="49" charset="-122"/>
                  <a:cs typeface="Arial" panose="020B0604020202020204" pitchFamily="34" charset="0"/>
                </a:rPr>
                <a:t>触发器输入</a:t>
              </a:r>
              <a:r>
                <a:rPr lang="en-US" altLang="zh-CN" sz="2000" b="0" dirty="0">
                  <a:latin typeface="Arial" panose="020B0604020202020204" pitchFamily="34" charset="0"/>
                  <a:ea typeface="SimHei" panose="02010609060101010101" pitchFamily="49" charset="-122"/>
                  <a:cs typeface="Arial" panose="020B0604020202020204" pitchFamily="34" charset="0"/>
                </a:rPr>
                <a:t>)</a:t>
              </a:r>
            </a:p>
          </p:txBody>
        </p:sp>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A51FCDAC-FEEA-455E-B565-03590BF51A51}"/>
                    </a:ext>
                  </a:extLst>
                </p:cNvPr>
                <p:cNvSpPr txBox="1"/>
                <p:nvPr/>
              </p:nvSpPr>
              <p:spPr>
                <a:xfrm>
                  <a:off x="3867626" y="3255272"/>
                  <a:ext cx="4152419" cy="9240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b="0" i="1" smtClean="0">
                                <a:solidFill>
                                  <a:schemeClr val="tx1"/>
                                </a:solidFill>
                                <a:latin typeface="Cambria Math" panose="02040503050406030204" pitchFamily="18" charset="0"/>
                              </a:rPr>
                            </m:ctrlPr>
                          </m:sSubPr>
                          <m:e>
                            <m:r>
                              <a:rPr lang="en-US" altLang="zh-CN" sz="2000" b="0" i="1" smtClean="0">
                                <a:solidFill>
                                  <a:schemeClr val="tx1"/>
                                </a:solidFill>
                                <a:latin typeface="Cambria Math" panose="02040503050406030204" pitchFamily="18" charset="0"/>
                              </a:rPr>
                              <m:t>𝐷</m:t>
                            </m:r>
                          </m:e>
                          <m:sub>
                            <m:r>
                              <a:rPr lang="en-US" altLang="zh-CN" sz="2000" b="0" i="1" smtClean="0">
                                <a:solidFill>
                                  <a:schemeClr val="tx1"/>
                                </a:solidFill>
                                <a:latin typeface="Cambria Math" panose="02040503050406030204" pitchFamily="18" charset="0"/>
                              </a:rPr>
                              <m:t>1</m:t>
                            </m:r>
                          </m:sub>
                        </m:sSub>
                        <m:r>
                          <a:rPr lang="en-US" altLang="zh-CN" sz="2000" b="0" i="1" smtClean="0">
                            <a:solidFill>
                              <a:schemeClr val="tx1"/>
                            </a:solidFill>
                            <a:latin typeface="Cambria Math" panose="02040503050406030204" pitchFamily="18" charset="0"/>
                          </a:rPr>
                          <m:t>=</m:t>
                        </m:r>
                        <m:r>
                          <a:rPr lang="en-US" altLang="zh-CN" sz="2000" i="1">
                            <a:latin typeface="Cambria Math" panose="02040503050406030204" pitchFamily="18" charset="0"/>
                          </a:rPr>
                          <m:t>𝑦</m:t>
                        </m:r>
                        <m:sSub>
                          <m:sSubPr>
                            <m:ctrlPr>
                              <a:rPr lang="en-US" altLang="zh-CN" sz="2000" i="1">
                                <a:latin typeface="Cambria Math" panose="02040503050406030204" pitchFamily="18" charset="0"/>
                              </a:rPr>
                            </m:ctrlPr>
                          </m:sSub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𝑄</m:t>
                                </m:r>
                              </m:e>
                            </m:acc>
                          </m:e>
                          <m:sub>
                            <m:r>
                              <a:rPr lang="en-US" altLang="zh-CN" sz="2000" i="1">
                                <a:latin typeface="Cambria Math" panose="02040503050406030204" pitchFamily="18" charset="0"/>
                              </a:rPr>
                              <m:t>1</m:t>
                            </m:r>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𝑄</m:t>
                                </m:r>
                              </m:e>
                            </m:acc>
                          </m:e>
                          <m:sub>
                            <m:r>
                              <a:rPr lang="en-US" altLang="zh-CN" sz="2000" i="1">
                                <a:latin typeface="Cambria Math" panose="02040503050406030204" pitchFamily="18" charset="0"/>
                              </a:rPr>
                              <m:t>2</m:t>
                            </m:r>
                          </m:sub>
                        </m:sSub>
                        <m:d>
                          <m:dPr>
                            <m:ctrlPr>
                              <a:rPr lang="en-US" altLang="zh-CN" sz="2000" b="0" i="1" smtClean="0">
                                <a:latin typeface="Cambria Math" panose="02040503050406030204" pitchFamily="18" charset="0"/>
                              </a:rPr>
                            </m:ctrlPr>
                          </m:dPr>
                          <m:e>
                            <m:r>
                              <a:rPr lang="en-US" altLang="zh-CN" sz="2000" i="1">
                                <a:latin typeface="Cambria Math" panose="02040503050406030204" pitchFamily="18" charset="0"/>
                              </a:rPr>
                              <m:t>𝑥</m:t>
                            </m:r>
                            <m:sSub>
                              <m:sSubPr>
                                <m:ctrlPr>
                                  <a:rPr lang="en-US" altLang="zh-CN" sz="2000" i="1">
                                    <a:latin typeface="Cambria Math" panose="02040503050406030204" pitchFamily="18" charset="0"/>
                                  </a:rPr>
                                </m:ctrlPr>
                              </m:sSub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𝑄</m:t>
                                    </m:r>
                                  </m:e>
                                </m:acc>
                              </m:e>
                              <m:sub>
                                <m:r>
                                  <a:rPr lang="en-US" altLang="zh-CN" sz="2000" i="1">
                                    <a:latin typeface="Cambria Math" panose="02040503050406030204" pitchFamily="18" charset="0"/>
                                  </a:rPr>
                                  <m:t>1</m:t>
                                </m:r>
                              </m:sub>
                            </m:sSub>
                            <m:r>
                              <a:rPr lang="en-US" altLang="zh-CN" sz="2000" i="1">
                                <a:latin typeface="Cambria Math" panose="02040503050406030204" pitchFamily="18" charset="0"/>
                              </a:rPr>
                              <m:t>+</m:t>
                            </m:r>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𝑦</m:t>
                                </m:r>
                              </m:e>
                            </m:acc>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𝑄</m:t>
                                </m:r>
                              </m:e>
                              <m:sub>
                                <m:r>
                                  <a:rPr lang="en-US" altLang="zh-CN" sz="2000" i="1">
                                    <a:latin typeface="Cambria Math" panose="02040503050406030204" pitchFamily="18" charset="0"/>
                                  </a:rPr>
                                  <m:t>1</m:t>
                                </m:r>
                              </m:sub>
                            </m:sSub>
                          </m:e>
                        </m:d>
                      </m:oMath>
                    </m:oMathPara>
                  </a14:m>
                  <a:endParaRPr lang="en-US" altLang="zh-CN" sz="2000"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m:t>
                        </m:r>
                        <m:r>
                          <a:rPr lang="en-US" altLang="zh-CN" sz="2000" i="1">
                            <a:latin typeface="Cambria Math" panose="02040503050406030204" pitchFamily="18" charset="0"/>
                          </a:rPr>
                          <m:t>𝑥</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𝑄</m:t>
                            </m:r>
                          </m:e>
                          <m:sub>
                            <m:r>
                              <a:rPr lang="en-US" altLang="zh-CN" sz="2000" i="1">
                                <a:latin typeface="Cambria Math" panose="02040503050406030204" pitchFamily="18" charset="0"/>
                              </a:rPr>
                              <m:t>1</m:t>
                            </m:r>
                          </m:sub>
                        </m:sSub>
                        <m:r>
                          <a:rPr lang="en-US" altLang="zh-CN" sz="2000" b="0" i="1" smtClean="0">
                            <a:latin typeface="Cambria Math" panose="02040503050406030204" pitchFamily="18" charset="0"/>
                          </a:rPr>
                          <m:t>(</m:t>
                        </m:r>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𝑦</m:t>
                            </m:r>
                          </m:e>
                        </m:acc>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𝑄</m:t>
                            </m:r>
                          </m:e>
                          <m:sub>
                            <m:r>
                              <a:rPr lang="en-US" altLang="zh-CN" sz="2000" i="1">
                                <a:latin typeface="Cambria Math" panose="02040503050406030204" pitchFamily="18" charset="0"/>
                              </a:rPr>
                              <m:t>2</m:t>
                            </m:r>
                          </m:sub>
                        </m:sSub>
                        <m:r>
                          <a:rPr lang="en-US" altLang="zh-CN" sz="2000" b="0" i="1" smtClean="0">
                            <a:latin typeface="Cambria Math" panose="02040503050406030204" pitchFamily="18" charset="0"/>
                          </a:rPr>
                          <m:t>)</m:t>
                        </m:r>
                      </m:oMath>
                    </m:oMathPara>
                  </a14:m>
                  <a:endParaRPr lang="en-US" altLang="zh-CN" sz="2000" dirty="0"/>
                </a:p>
                <a:p>
                  <a:endParaRPr lang="zh-CN" altLang="en-US" sz="2000" b="0" dirty="0">
                    <a:solidFill>
                      <a:schemeClr val="tx1"/>
                    </a:solidFill>
                    <a:latin typeface="+mn-lt"/>
                  </a:endParaRPr>
                </a:p>
              </p:txBody>
            </p:sp>
          </mc:Choice>
          <mc:Fallback xmlns="">
            <p:sp>
              <p:nvSpPr>
                <p:cNvPr id="37" name="文本框 36">
                  <a:extLst>
                    <a:ext uri="{FF2B5EF4-FFF2-40B4-BE49-F238E27FC236}">
                      <a16:creationId xmlns:a16="http://schemas.microsoft.com/office/drawing/2014/main" id="{A51FCDAC-FEEA-455E-B565-03590BF51A51}"/>
                    </a:ext>
                  </a:extLst>
                </p:cNvPr>
                <p:cNvSpPr txBox="1">
                  <a:spLocks noRot="1" noChangeAspect="1" noMove="1" noResize="1" noEditPoints="1" noAdjustHandles="1" noChangeArrowheads="1" noChangeShapeType="1" noTextEdit="1"/>
                </p:cNvSpPr>
                <p:nvPr/>
              </p:nvSpPr>
              <p:spPr>
                <a:xfrm>
                  <a:off x="3867626" y="3255272"/>
                  <a:ext cx="4152419" cy="924036"/>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4110D635-0AE5-4B5A-A45C-BA1A176EE962}"/>
                    </a:ext>
                  </a:extLst>
                </p:cNvPr>
                <p:cNvSpPr txBox="1"/>
                <p:nvPr/>
              </p:nvSpPr>
              <p:spPr>
                <a:xfrm>
                  <a:off x="4410217" y="4111624"/>
                  <a:ext cx="2945486" cy="3084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b="0" i="1" smtClean="0">
                                <a:solidFill>
                                  <a:schemeClr val="tx1"/>
                                </a:solidFill>
                                <a:latin typeface="Cambria Math" panose="02040503050406030204" pitchFamily="18" charset="0"/>
                              </a:rPr>
                            </m:ctrlPr>
                          </m:sSubPr>
                          <m:e>
                            <m:r>
                              <a:rPr lang="en-US" altLang="zh-CN" sz="2000" b="0" i="1" smtClean="0">
                                <a:solidFill>
                                  <a:schemeClr val="tx1"/>
                                </a:solidFill>
                                <a:latin typeface="Cambria Math" panose="02040503050406030204" pitchFamily="18" charset="0"/>
                              </a:rPr>
                              <m:t>𝐷</m:t>
                            </m:r>
                          </m:e>
                          <m:sub>
                            <m:r>
                              <a:rPr lang="en-US" altLang="zh-CN" sz="2000" b="0" i="1" smtClean="0">
                                <a:solidFill>
                                  <a:schemeClr val="tx1"/>
                                </a:solidFill>
                                <a:latin typeface="Cambria Math" panose="02040503050406030204" pitchFamily="18" charset="0"/>
                              </a:rPr>
                              <m:t>2</m:t>
                            </m:r>
                          </m:sub>
                        </m:sSub>
                        <m:r>
                          <a:rPr lang="en-US" altLang="zh-CN" sz="2000" b="0" i="1" smtClean="0">
                            <a:solidFill>
                              <a:schemeClr val="tx1"/>
                            </a:solidFill>
                            <a:latin typeface="Cambria Math" panose="02040503050406030204" pitchFamily="18" charset="0"/>
                          </a:rPr>
                          <m:t>=</m:t>
                        </m:r>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𝑥</m:t>
                            </m:r>
                          </m:e>
                        </m:acc>
                        <m:acc>
                          <m:accPr>
                            <m:chr m:val="̅"/>
                            <m:ctrlPr>
                              <a:rPr lang="en-US" altLang="zh-CN" sz="2000" i="1">
                                <a:latin typeface="Cambria Math" panose="02040503050406030204" pitchFamily="18" charset="0"/>
                                <a:ea typeface="Cambria Math" panose="02040503050406030204" pitchFamily="18" charset="0"/>
                              </a:rPr>
                            </m:ctrlPr>
                          </m:accPr>
                          <m:e>
                            <m:r>
                              <a:rPr lang="en-US" altLang="zh-CN" sz="2000" i="1">
                                <a:latin typeface="Cambria Math" panose="02040503050406030204" pitchFamily="18" charset="0"/>
                                <a:ea typeface="Cambria Math" panose="02040503050406030204" pitchFamily="18" charset="0"/>
                              </a:rPr>
                              <m:t>𝑦</m:t>
                            </m:r>
                          </m:e>
                        </m:acc>
                        <m:sSub>
                          <m:sSubPr>
                            <m:ctrlPr>
                              <a:rPr lang="en-US" altLang="zh-CN" sz="2000" i="1">
                                <a:latin typeface="Cambria Math" panose="02040503050406030204" pitchFamily="18" charset="0"/>
                              </a:rPr>
                            </m:ctrlPr>
                          </m:sSub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𝑄</m:t>
                                </m:r>
                              </m:e>
                            </m:acc>
                          </m:e>
                          <m:sub>
                            <m:r>
                              <a:rPr lang="en-US" altLang="zh-CN" sz="2000" i="1">
                                <a:latin typeface="Cambria Math" panose="02040503050406030204" pitchFamily="18" charset="0"/>
                              </a:rPr>
                              <m:t>2</m:t>
                            </m:r>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𝑄</m:t>
                                </m:r>
                              </m:e>
                            </m:acc>
                          </m:e>
                          <m:sub>
                            <m:r>
                              <a:rPr lang="en-US" altLang="zh-CN" sz="2000" i="1">
                                <a:latin typeface="Cambria Math" panose="02040503050406030204" pitchFamily="18" charset="0"/>
                              </a:rPr>
                              <m:t>1</m:t>
                            </m:r>
                          </m:sub>
                        </m:sSub>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𝑄</m:t>
                            </m:r>
                          </m:e>
                          <m:sub>
                            <m:r>
                              <a:rPr lang="en-US" altLang="zh-CN" sz="2000" i="1">
                                <a:latin typeface="Cambria Math" panose="02040503050406030204" pitchFamily="18" charset="0"/>
                              </a:rPr>
                              <m:t>2</m:t>
                            </m:r>
                          </m:sub>
                        </m:sSub>
                        <m:r>
                          <a:rPr lang="en-US" altLang="zh-CN" sz="2000" b="0" i="1" smtClean="0">
                            <a:latin typeface="Cambria Math" panose="02040503050406030204" pitchFamily="18" charset="0"/>
                          </a:rPr>
                          <m:t>(</m:t>
                        </m:r>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𝑥</m:t>
                            </m:r>
                          </m:e>
                        </m:acc>
                        <m:r>
                          <a:rPr lang="en-US" altLang="zh-CN" sz="2000" i="1">
                            <a:latin typeface="Cambria Math" panose="02040503050406030204" pitchFamily="18" charset="0"/>
                          </a:rPr>
                          <m:t>+</m:t>
                        </m:r>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𝑦</m:t>
                            </m:r>
                          </m:e>
                        </m:acc>
                        <m:r>
                          <a:rPr lang="en-US" altLang="zh-CN" sz="2000" b="0" i="1" smtClean="0">
                            <a:latin typeface="Cambria Math" panose="02040503050406030204" pitchFamily="18" charset="0"/>
                          </a:rPr>
                          <m:t>)</m:t>
                        </m:r>
                      </m:oMath>
                    </m:oMathPara>
                  </a14:m>
                  <a:endParaRPr lang="zh-CN" altLang="en-US" sz="2000" b="0" dirty="0">
                    <a:solidFill>
                      <a:schemeClr val="tx1"/>
                    </a:solidFill>
                    <a:latin typeface="+mn-lt"/>
                  </a:endParaRPr>
                </a:p>
              </p:txBody>
            </p:sp>
          </mc:Choice>
          <mc:Fallback xmlns="">
            <p:sp>
              <p:nvSpPr>
                <p:cNvPr id="39" name="文本框 38">
                  <a:extLst>
                    <a:ext uri="{FF2B5EF4-FFF2-40B4-BE49-F238E27FC236}">
                      <a16:creationId xmlns:a16="http://schemas.microsoft.com/office/drawing/2014/main" id="{4110D635-0AE5-4B5A-A45C-BA1A176EE962}"/>
                    </a:ext>
                  </a:extLst>
                </p:cNvPr>
                <p:cNvSpPr txBox="1">
                  <a:spLocks noRot="1" noChangeAspect="1" noMove="1" noResize="1" noEditPoints="1" noAdjustHandles="1" noChangeArrowheads="1" noChangeShapeType="1" noTextEdit="1"/>
                </p:cNvSpPr>
                <p:nvPr/>
              </p:nvSpPr>
              <p:spPr>
                <a:xfrm>
                  <a:off x="4410217" y="4111624"/>
                  <a:ext cx="2945486" cy="308482"/>
                </a:xfrm>
                <a:prstGeom prst="rect">
                  <a:avLst/>
                </a:prstGeom>
                <a:blipFill>
                  <a:blip r:embed="rId5"/>
                  <a:stretch>
                    <a:fillRect l="-1449" r="-6625" b="-40000"/>
                  </a:stretch>
                </a:blipFill>
              </p:spPr>
              <p:txBody>
                <a:bodyPr/>
                <a:lstStyle/>
                <a:p>
                  <a:r>
                    <a:rPr lang="zh-CN" altLang="en-US">
                      <a:noFill/>
                    </a:rPr>
                    <a:t> </a:t>
                  </a:r>
                </a:p>
              </p:txBody>
            </p:sp>
          </mc:Fallback>
        </mc:AlternateContent>
      </p:grpSp>
      <p:grpSp>
        <p:nvGrpSpPr>
          <p:cNvPr id="5" name="组合 4">
            <a:extLst>
              <a:ext uri="{FF2B5EF4-FFF2-40B4-BE49-F238E27FC236}">
                <a16:creationId xmlns:a16="http://schemas.microsoft.com/office/drawing/2014/main" id="{23CF6F14-E027-EAE8-B1E1-4942AA6BCD91}"/>
              </a:ext>
            </a:extLst>
          </p:cNvPr>
          <p:cNvGrpSpPr/>
          <p:nvPr/>
        </p:nvGrpSpPr>
        <p:grpSpPr>
          <a:xfrm>
            <a:off x="5678590" y="1712605"/>
            <a:ext cx="2022344" cy="785733"/>
            <a:chOff x="5834811" y="1282778"/>
            <a:chExt cx="2022344" cy="785733"/>
          </a:xfrm>
        </p:grpSpPr>
        <p:sp>
          <p:nvSpPr>
            <p:cNvPr id="41" name="Rectangle 4">
              <a:extLst>
                <a:ext uri="{FF2B5EF4-FFF2-40B4-BE49-F238E27FC236}">
                  <a16:creationId xmlns:a16="http://schemas.microsoft.com/office/drawing/2014/main" id="{8C028266-D788-4EF7-AA66-0C858FBDE93E}"/>
                </a:ext>
              </a:extLst>
            </p:cNvPr>
            <p:cNvSpPr>
              <a:spLocks noChangeArrowheads="1"/>
            </p:cNvSpPr>
            <p:nvPr/>
          </p:nvSpPr>
          <p:spPr bwMode="auto">
            <a:xfrm>
              <a:off x="5834811" y="1282778"/>
              <a:ext cx="1494320" cy="400110"/>
            </a:xfrm>
            <a:prstGeom prst="rect">
              <a:avLst/>
            </a:prstGeom>
            <a:noFill/>
            <a:ln w="9525">
              <a:noFill/>
              <a:miter lim="800000"/>
              <a:headEnd/>
              <a:tailEnd/>
            </a:ln>
          </p:spPr>
          <p:txBody>
            <a:bodyPr wrap="none">
              <a:spAutoFit/>
            </a:bodyPr>
            <a:lstStyle/>
            <a:p>
              <a:pPr algn="l"/>
              <a:r>
                <a:rPr lang="en-US" altLang="zh-CN" sz="2000" b="0" dirty="0">
                  <a:latin typeface="+mn-lt"/>
                  <a:ea typeface="SimHei" panose="02010609060101010101" pitchFamily="49" charset="-122"/>
                </a:rPr>
                <a:t>1. </a:t>
              </a:r>
              <a:r>
                <a:rPr lang="zh-CN" altLang="en-US" sz="2000" b="0" dirty="0">
                  <a:latin typeface="+mn-lt"/>
                  <a:ea typeface="SimHei" panose="02010609060101010101" pitchFamily="49" charset="-122"/>
                </a:rPr>
                <a:t>输出方程</a:t>
              </a:r>
              <a:endParaRPr lang="en-US" altLang="zh-CN" sz="2400" b="0" dirty="0">
                <a:latin typeface="+mn-lt"/>
                <a:ea typeface="SimHei" panose="02010609060101010101" pitchFamily="49" charset="-122"/>
              </a:endParaRPr>
            </a:p>
          </p:txBody>
        </p:sp>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F41600F2-6A70-49C6-9D70-B6BB356B0234}"/>
                    </a:ext>
                  </a:extLst>
                </p:cNvPr>
                <p:cNvSpPr txBox="1"/>
                <p:nvPr/>
              </p:nvSpPr>
              <p:spPr>
                <a:xfrm>
                  <a:off x="6031655" y="1760029"/>
                  <a:ext cx="1825500" cy="3084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0" i="1" smtClean="0">
                            <a:solidFill>
                              <a:schemeClr val="tx1"/>
                            </a:solidFill>
                            <a:latin typeface="Cambria Math" panose="02040503050406030204" pitchFamily="18" charset="0"/>
                          </a:rPr>
                          <m:t>𝑧</m:t>
                        </m:r>
                        <m:r>
                          <a:rPr lang="en-US" altLang="zh-CN" sz="2000" b="0" i="1" smtClean="0">
                            <a:solidFill>
                              <a:schemeClr val="tx1"/>
                            </a:solidFill>
                            <a:latin typeface="Cambria Math" panose="02040503050406030204" pitchFamily="18" charset="0"/>
                          </a:rPr>
                          <m:t>=</m:t>
                        </m:r>
                        <m:acc>
                          <m:accPr>
                            <m:chr m:val="̅"/>
                            <m:ctrlPr>
                              <a:rPr lang="en-US" altLang="zh-CN" sz="2000" b="0" i="1">
                                <a:solidFill>
                                  <a:schemeClr val="tx1"/>
                                </a:solidFill>
                                <a:latin typeface="Cambria Math" panose="02040503050406030204" pitchFamily="18" charset="0"/>
                              </a:rPr>
                            </m:ctrlPr>
                          </m:accPr>
                          <m:e>
                            <m:r>
                              <a:rPr lang="en-US" altLang="zh-CN" sz="2000" b="0" i="1">
                                <a:solidFill>
                                  <a:schemeClr val="tx1"/>
                                </a:solidFill>
                                <a:latin typeface="Cambria Math" panose="02040503050406030204" pitchFamily="18" charset="0"/>
                              </a:rPr>
                              <m:t>𝑥</m:t>
                            </m:r>
                          </m:e>
                        </m:acc>
                        <m:sSub>
                          <m:sSubPr>
                            <m:ctrlPr>
                              <a:rPr lang="en-US" altLang="zh-CN" sz="2000" b="0" i="1">
                                <a:solidFill>
                                  <a:schemeClr val="tx1"/>
                                </a:solidFill>
                                <a:latin typeface="Cambria Math" panose="02040503050406030204" pitchFamily="18" charset="0"/>
                              </a:rPr>
                            </m:ctrlPr>
                          </m:sSubPr>
                          <m:e>
                            <m:acc>
                              <m:accPr>
                                <m:chr m:val="̅"/>
                                <m:ctrlPr>
                                  <a:rPr lang="en-US" altLang="zh-CN" sz="2000" b="0" i="1">
                                    <a:solidFill>
                                      <a:schemeClr val="tx1"/>
                                    </a:solidFill>
                                    <a:latin typeface="Cambria Math" panose="02040503050406030204" pitchFamily="18" charset="0"/>
                                  </a:rPr>
                                </m:ctrlPr>
                              </m:accPr>
                              <m:e>
                                <m:r>
                                  <a:rPr lang="en-US" altLang="zh-CN" sz="2000" b="0" i="1">
                                    <a:solidFill>
                                      <a:schemeClr val="tx1"/>
                                    </a:solidFill>
                                    <a:latin typeface="Cambria Math" panose="02040503050406030204" pitchFamily="18" charset="0"/>
                                  </a:rPr>
                                  <m:t>𝑄</m:t>
                                </m:r>
                              </m:e>
                            </m:acc>
                          </m:e>
                          <m:sub>
                            <m:r>
                              <a:rPr lang="en-US" altLang="zh-CN" sz="2000" b="0" i="1" smtClean="0">
                                <a:solidFill>
                                  <a:schemeClr val="tx1"/>
                                </a:solidFill>
                                <a:latin typeface="Cambria Math" panose="02040503050406030204" pitchFamily="18" charset="0"/>
                              </a:rPr>
                              <m:t>1</m:t>
                            </m:r>
                          </m:sub>
                        </m:sSub>
                        <m:r>
                          <a:rPr lang="en-US" altLang="zh-CN" sz="2000" b="0" i="1" smtClean="0">
                            <a:solidFill>
                              <a:schemeClr val="tx1"/>
                            </a:solidFill>
                            <a:latin typeface="Cambria Math" panose="02040503050406030204" pitchFamily="18" charset="0"/>
                          </a:rPr>
                          <m:t>+</m:t>
                        </m:r>
                        <m:sSub>
                          <m:sSubPr>
                            <m:ctrlPr>
                              <a:rPr lang="en-US" altLang="zh-CN" sz="2000" b="0" i="1">
                                <a:solidFill>
                                  <a:schemeClr val="tx1"/>
                                </a:solidFill>
                                <a:latin typeface="Cambria Math" panose="02040503050406030204" pitchFamily="18" charset="0"/>
                              </a:rPr>
                            </m:ctrlPr>
                          </m:sSubPr>
                          <m:e>
                            <m:r>
                              <a:rPr lang="en-US" altLang="zh-CN" sz="2000" b="0" i="1">
                                <a:solidFill>
                                  <a:schemeClr val="tx1"/>
                                </a:solidFill>
                                <a:latin typeface="Cambria Math" panose="02040503050406030204" pitchFamily="18" charset="0"/>
                              </a:rPr>
                              <m:t>𝑄</m:t>
                            </m:r>
                          </m:e>
                          <m:sub>
                            <m:r>
                              <a:rPr lang="en-US" altLang="zh-CN" sz="2000" b="0" i="1" smtClean="0">
                                <a:solidFill>
                                  <a:schemeClr val="tx1"/>
                                </a:solidFill>
                                <a:latin typeface="Cambria Math" panose="02040503050406030204" pitchFamily="18" charset="0"/>
                              </a:rPr>
                              <m:t>1</m:t>
                            </m:r>
                          </m:sub>
                        </m:sSub>
                        <m:sSub>
                          <m:sSubPr>
                            <m:ctrlPr>
                              <a:rPr lang="en-US" altLang="zh-CN" sz="2000" b="0" i="1">
                                <a:solidFill>
                                  <a:schemeClr val="tx1"/>
                                </a:solidFill>
                                <a:latin typeface="Cambria Math" panose="02040503050406030204" pitchFamily="18" charset="0"/>
                              </a:rPr>
                            </m:ctrlPr>
                          </m:sSubPr>
                          <m:e>
                            <m:acc>
                              <m:accPr>
                                <m:chr m:val="̅"/>
                                <m:ctrlPr>
                                  <a:rPr lang="en-US" altLang="zh-CN" sz="2000" b="0" i="1">
                                    <a:solidFill>
                                      <a:schemeClr val="tx1"/>
                                    </a:solidFill>
                                    <a:latin typeface="Cambria Math" panose="02040503050406030204" pitchFamily="18" charset="0"/>
                                  </a:rPr>
                                </m:ctrlPr>
                              </m:accPr>
                              <m:e>
                                <m:r>
                                  <a:rPr lang="en-US" altLang="zh-CN" sz="2000" b="0" i="1">
                                    <a:solidFill>
                                      <a:schemeClr val="tx1"/>
                                    </a:solidFill>
                                    <a:latin typeface="Cambria Math" panose="02040503050406030204" pitchFamily="18" charset="0"/>
                                  </a:rPr>
                                  <m:t>𝑄</m:t>
                                </m:r>
                              </m:e>
                            </m:acc>
                          </m:e>
                          <m:sub>
                            <m:r>
                              <a:rPr lang="en-US" altLang="zh-CN" sz="2000" b="0" i="1" smtClean="0">
                                <a:solidFill>
                                  <a:schemeClr val="tx1"/>
                                </a:solidFill>
                                <a:latin typeface="Cambria Math" panose="02040503050406030204" pitchFamily="18" charset="0"/>
                              </a:rPr>
                              <m:t>2</m:t>
                            </m:r>
                          </m:sub>
                        </m:sSub>
                      </m:oMath>
                    </m:oMathPara>
                  </a14:m>
                  <a:endParaRPr lang="en-US" altLang="zh-CN" sz="2000" b="0" dirty="0">
                    <a:solidFill>
                      <a:schemeClr val="tx1"/>
                    </a:solidFill>
                    <a:latin typeface="+mn-lt"/>
                  </a:endParaRPr>
                </a:p>
              </p:txBody>
            </p:sp>
          </mc:Choice>
          <mc:Fallback xmlns="">
            <p:sp>
              <p:nvSpPr>
                <p:cNvPr id="42" name="文本框 41">
                  <a:extLst>
                    <a:ext uri="{FF2B5EF4-FFF2-40B4-BE49-F238E27FC236}">
                      <a16:creationId xmlns:a16="http://schemas.microsoft.com/office/drawing/2014/main" id="{F41600F2-6A70-49C6-9D70-B6BB356B0234}"/>
                    </a:ext>
                  </a:extLst>
                </p:cNvPr>
                <p:cNvSpPr txBox="1">
                  <a:spLocks noRot="1" noChangeAspect="1" noMove="1" noResize="1" noEditPoints="1" noAdjustHandles="1" noChangeArrowheads="1" noChangeShapeType="1" noTextEdit="1"/>
                </p:cNvSpPr>
                <p:nvPr/>
              </p:nvSpPr>
              <p:spPr>
                <a:xfrm>
                  <a:off x="6031655" y="1760029"/>
                  <a:ext cx="1825500" cy="308482"/>
                </a:xfrm>
                <a:prstGeom prst="rect">
                  <a:avLst/>
                </a:prstGeom>
                <a:blipFill>
                  <a:blip r:embed="rId6"/>
                  <a:stretch>
                    <a:fillRect l="-1338" r="-10702" b="-29412"/>
                  </a:stretch>
                </a:blipFill>
              </p:spPr>
              <p:txBody>
                <a:bodyPr/>
                <a:lstStyle/>
                <a:p>
                  <a:r>
                    <a:rPr lang="zh-CN" altLang="en-US">
                      <a:noFill/>
                    </a:rPr>
                    <a:t> </a:t>
                  </a:r>
                </a:p>
              </p:txBody>
            </p:sp>
          </mc:Fallback>
        </mc:AlternateContent>
      </p:grpSp>
      <p:grpSp>
        <p:nvGrpSpPr>
          <p:cNvPr id="44" name="组合 43">
            <a:extLst>
              <a:ext uri="{FF2B5EF4-FFF2-40B4-BE49-F238E27FC236}">
                <a16:creationId xmlns:a16="http://schemas.microsoft.com/office/drawing/2014/main" id="{A8847FF7-DA15-642C-C253-00233C66A10A}"/>
              </a:ext>
            </a:extLst>
          </p:cNvPr>
          <p:cNvGrpSpPr/>
          <p:nvPr/>
        </p:nvGrpSpPr>
        <p:grpSpPr>
          <a:xfrm>
            <a:off x="5213781" y="4512240"/>
            <a:ext cx="4240456" cy="1742415"/>
            <a:chOff x="3557106" y="4152732"/>
            <a:chExt cx="4240456" cy="1742415"/>
          </a:xfrm>
        </p:grpSpPr>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24F6F2F8-D375-424A-95B9-B3FC3C037324}"/>
                    </a:ext>
                  </a:extLst>
                </p:cNvPr>
                <p:cNvSpPr txBox="1"/>
                <p:nvPr/>
              </p:nvSpPr>
              <p:spPr>
                <a:xfrm>
                  <a:off x="3557106" y="4671623"/>
                  <a:ext cx="4240456" cy="9253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sz="2000" b="0" i="1" smtClean="0">
                                <a:solidFill>
                                  <a:schemeClr val="tx1"/>
                                </a:solidFill>
                                <a:latin typeface="Cambria Math" panose="02040503050406030204" pitchFamily="18" charset="0"/>
                              </a:rPr>
                            </m:ctrlPr>
                          </m:sSubSupPr>
                          <m:e>
                            <m:r>
                              <a:rPr lang="en-US" altLang="zh-CN" sz="2000" b="0" i="1" smtClean="0">
                                <a:solidFill>
                                  <a:schemeClr val="tx1"/>
                                </a:solidFill>
                                <a:latin typeface="Cambria Math" panose="02040503050406030204" pitchFamily="18" charset="0"/>
                              </a:rPr>
                              <m:t>𝑄</m:t>
                            </m:r>
                          </m:e>
                          <m:sub>
                            <m:r>
                              <a:rPr lang="en-US" altLang="zh-CN" sz="2000" b="0" i="1" smtClean="0">
                                <a:solidFill>
                                  <a:schemeClr val="tx1"/>
                                </a:solidFill>
                                <a:latin typeface="Cambria Math" panose="02040503050406030204" pitchFamily="18" charset="0"/>
                              </a:rPr>
                              <m:t>1</m:t>
                            </m:r>
                          </m:sub>
                          <m:sup>
                            <m:r>
                              <a:rPr lang="en-US" altLang="zh-CN" sz="2000" b="0" i="1" smtClean="0">
                                <a:solidFill>
                                  <a:schemeClr val="tx1"/>
                                </a:solidFill>
                                <a:latin typeface="Cambria Math" panose="02040503050406030204" pitchFamily="18" charset="0"/>
                              </a:rPr>
                              <m:t>+</m:t>
                            </m:r>
                          </m:sup>
                        </m:sSubSup>
                        <m:r>
                          <a:rPr lang="en-US" altLang="zh-CN" sz="2000" b="0" i="1" smtClean="0">
                            <a:solidFill>
                              <a:schemeClr val="tx1"/>
                            </a:solidFill>
                            <a:latin typeface="Cambria Math" panose="02040503050406030204" pitchFamily="18" charset="0"/>
                          </a:rPr>
                          <m:t>=</m:t>
                        </m:r>
                        <m:r>
                          <a:rPr lang="en-US" altLang="zh-CN" sz="2000" i="1">
                            <a:latin typeface="Cambria Math" panose="02040503050406030204" pitchFamily="18" charset="0"/>
                          </a:rPr>
                          <m:t>𝑦</m:t>
                        </m:r>
                        <m:sSub>
                          <m:sSubPr>
                            <m:ctrlPr>
                              <a:rPr lang="en-US" altLang="zh-CN" sz="2000" i="1">
                                <a:latin typeface="Cambria Math" panose="02040503050406030204" pitchFamily="18" charset="0"/>
                              </a:rPr>
                            </m:ctrlPr>
                          </m:sSub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𝑄</m:t>
                                </m:r>
                              </m:e>
                            </m:acc>
                          </m:e>
                          <m:sub>
                            <m:r>
                              <a:rPr lang="en-US" altLang="zh-CN" sz="2000" i="1">
                                <a:latin typeface="Cambria Math" panose="02040503050406030204" pitchFamily="18" charset="0"/>
                              </a:rPr>
                              <m:t>1</m:t>
                            </m:r>
                          </m:sub>
                        </m:sSub>
                        <m:r>
                          <a:rPr lang="en-US" altLang="zh-CN" sz="2000" i="1">
                            <a:latin typeface="Cambria Math" panose="02040503050406030204" pitchFamily="18" charset="0"/>
                          </a:rPr>
                          <m:t>+</m:t>
                        </m:r>
                        <m:r>
                          <a:rPr lang="en-US" altLang="zh-CN" sz="2000" i="1">
                            <a:latin typeface="Cambria Math" panose="02040503050406030204" pitchFamily="18" charset="0"/>
                          </a:rPr>
                          <m:t>𝑥</m:t>
                        </m:r>
                        <m:sSub>
                          <m:sSubPr>
                            <m:ctrlPr>
                              <a:rPr lang="en-US" altLang="zh-CN" sz="2000" i="1">
                                <a:latin typeface="Cambria Math" panose="02040503050406030204" pitchFamily="18" charset="0"/>
                              </a:rPr>
                            </m:ctrlPr>
                          </m:sSub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𝑄</m:t>
                                </m:r>
                              </m:e>
                            </m:acc>
                          </m:e>
                          <m:sub>
                            <m:r>
                              <a:rPr lang="en-US" altLang="zh-CN" sz="2000" i="1">
                                <a:latin typeface="Cambria Math" panose="02040503050406030204" pitchFamily="18" charset="0"/>
                              </a:rPr>
                              <m:t>1</m:t>
                            </m:r>
                          </m:sub>
                        </m:sSub>
                        <m:sSub>
                          <m:sSubPr>
                            <m:ctrlPr>
                              <a:rPr lang="en-US" altLang="zh-CN" sz="2000" i="1">
                                <a:latin typeface="Cambria Math" panose="02040503050406030204" pitchFamily="18" charset="0"/>
                              </a:rPr>
                            </m:ctrlPr>
                          </m:sSub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𝑄</m:t>
                                </m:r>
                              </m:e>
                            </m:acc>
                          </m:e>
                          <m:sub>
                            <m:r>
                              <a:rPr lang="en-US" altLang="zh-CN" sz="2000" i="1">
                                <a:latin typeface="Cambria Math" panose="02040503050406030204" pitchFamily="18" charset="0"/>
                              </a:rPr>
                              <m:t>2</m:t>
                            </m:r>
                          </m:sub>
                        </m:sSub>
                        <m:r>
                          <a:rPr lang="en-US" altLang="zh-CN" sz="2000" i="1">
                            <a:latin typeface="Cambria Math" panose="02040503050406030204" pitchFamily="18" charset="0"/>
                          </a:rPr>
                          <m:t>+</m:t>
                        </m:r>
                        <m:r>
                          <a:rPr lang="en-US" altLang="zh-CN" sz="2000" i="1">
                            <a:latin typeface="Cambria Math" panose="02040503050406030204" pitchFamily="18" charset="0"/>
                          </a:rPr>
                          <m:t>𝑥</m:t>
                        </m:r>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𝑦</m:t>
                            </m:r>
                          </m:e>
                        </m:acc>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𝑄</m:t>
                            </m:r>
                          </m:e>
                          <m:sub>
                            <m:r>
                              <a:rPr lang="en-US" altLang="zh-CN" sz="2000" i="1">
                                <a:latin typeface="Cambria Math" panose="02040503050406030204" pitchFamily="18" charset="0"/>
                              </a:rPr>
                              <m:t>1</m:t>
                            </m:r>
                          </m:sub>
                        </m:sSub>
                      </m:oMath>
                    </m:oMathPara>
                  </a14:m>
                  <a:endParaRPr lang="en-US" altLang="zh-CN" sz="20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zh-CN" sz="2000" i="1">
                            <a:latin typeface="Cambria Math" panose="02040503050406030204" pitchFamily="18" charset="0"/>
                          </a:rPr>
                          <m:t>+</m:t>
                        </m:r>
                        <m:r>
                          <a:rPr lang="en-US" altLang="zh-CN" sz="2000" i="1">
                            <a:latin typeface="Cambria Math" panose="02040503050406030204" pitchFamily="18" charset="0"/>
                          </a:rPr>
                          <m:t>𝑥</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𝑄</m:t>
                            </m:r>
                          </m:e>
                          <m:sub>
                            <m:r>
                              <a:rPr lang="en-US" altLang="zh-CN" sz="2000" i="1">
                                <a:latin typeface="Cambria Math" panose="02040503050406030204" pitchFamily="18" charset="0"/>
                              </a:rPr>
                              <m:t>1</m:t>
                            </m:r>
                          </m:sub>
                        </m:sSub>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𝑄</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m:t>
                        </m:r>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𝑦</m:t>
                            </m:r>
                          </m:e>
                        </m:acc>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𝑄</m:t>
                            </m:r>
                          </m:e>
                          <m:sub>
                            <m:r>
                              <a:rPr lang="en-US" altLang="zh-CN" sz="2000" i="1">
                                <a:latin typeface="Cambria Math" panose="02040503050406030204" pitchFamily="18" charset="0"/>
                              </a:rPr>
                              <m:t>1</m:t>
                            </m:r>
                          </m:sub>
                        </m:sSub>
                        <m:sSub>
                          <m:sSubPr>
                            <m:ctrlPr>
                              <a:rPr lang="en-US" altLang="zh-CN" sz="2000" i="1">
                                <a:latin typeface="Cambria Math" panose="02040503050406030204" pitchFamily="18" charset="0"/>
                              </a:rPr>
                            </m:ctrlPr>
                          </m:sSub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𝑄</m:t>
                                </m:r>
                              </m:e>
                            </m:acc>
                          </m:e>
                          <m:sub>
                            <m:r>
                              <a:rPr lang="en-US" altLang="zh-CN" sz="2000" i="1">
                                <a:latin typeface="Cambria Math" panose="02040503050406030204" pitchFamily="18" charset="0"/>
                              </a:rPr>
                              <m:t>2</m:t>
                            </m:r>
                          </m:sub>
                        </m:sSub>
                      </m:oMath>
                    </m:oMathPara>
                  </a14:m>
                  <a:endParaRPr lang="en-US" altLang="zh-CN" sz="2000" dirty="0"/>
                </a:p>
                <a:p>
                  <a:endParaRPr lang="en-US" altLang="zh-CN" sz="2000" b="0" dirty="0">
                    <a:solidFill>
                      <a:schemeClr val="tx1"/>
                    </a:solidFill>
                    <a:latin typeface="+mn-lt"/>
                  </a:endParaRPr>
                </a:p>
              </p:txBody>
            </p:sp>
          </mc:Choice>
          <mc:Fallback xmlns="">
            <p:sp>
              <p:nvSpPr>
                <p:cNvPr id="6" name="文本框 5">
                  <a:extLst>
                    <a:ext uri="{FF2B5EF4-FFF2-40B4-BE49-F238E27FC236}">
                      <a16:creationId xmlns:a16="http://schemas.microsoft.com/office/drawing/2014/main" id="{24F6F2F8-D375-424A-95B9-B3FC3C037324}"/>
                    </a:ext>
                  </a:extLst>
                </p:cNvPr>
                <p:cNvSpPr txBox="1">
                  <a:spLocks noRot="1" noChangeAspect="1" noMove="1" noResize="1" noEditPoints="1" noAdjustHandles="1" noChangeArrowheads="1" noChangeShapeType="1" noTextEdit="1"/>
                </p:cNvSpPr>
                <p:nvPr/>
              </p:nvSpPr>
              <p:spPr>
                <a:xfrm>
                  <a:off x="3557106" y="4671623"/>
                  <a:ext cx="4240456" cy="925382"/>
                </a:xfrm>
                <a:prstGeom prst="rect">
                  <a:avLst/>
                </a:prstGeom>
                <a:blipFill>
                  <a:blip r:embed="rId7"/>
                  <a:stretch>
                    <a:fillRect/>
                  </a:stretch>
                </a:blipFill>
              </p:spPr>
              <p:txBody>
                <a:bodyPr/>
                <a:lstStyle/>
                <a:p>
                  <a:r>
                    <a:rPr lang="zh-CN" altLang="en-US">
                      <a:noFill/>
                    </a:rPr>
                    <a:t> </a:t>
                  </a:r>
                </a:p>
              </p:txBody>
            </p:sp>
          </mc:Fallback>
        </mc:AlternateContent>
        <p:sp>
          <p:nvSpPr>
            <p:cNvPr id="7" name="文本框 6">
              <a:extLst>
                <a:ext uri="{FF2B5EF4-FFF2-40B4-BE49-F238E27FC236}">
                  <a16:creationId xmlns:a16="http://schemas.microsoft.com/office/drawing/2014/main" id="{3A072FA6-24A0-3462-E3AC-2FD4253B6C44}"/>
                </a:ext>
              </a:extLst>
            </p:cNvPr>
            <p:cNvSpPr txBox="1"/>
            <p:nvPr/>
          </p:nvSpPr>
          <p:spPr>
            <a:xfrm>
              <a:off x="4513739" y="5120404"/>
              <a:ext cx="65" cy="307777"/>
            </a:xfrm>
            <a:prstGeom prst="rect">
              <a:avLst/>
            </a:prstGeom>
            <a:noFill/>
          </p:spPr>
          <p:txBody>
            <a:bodyPr wrap="none" lIns="0" tIns="0" rIns="0" bIns="0" rtlCol="0">
              <a:spAutoFit/>
            </a:bodyPr>
            <a:lstStyle/>
            <a:p>
              <a:endParaRPr lang="en-US" altLang="zh-CN" sz="2000" b="0" dirty="0">
                <a:solidFill>
                  <a:schemeClr val="tx1"/>
                </a:solidFill>
                <a:latin typeface="+mn-lt"/>
              </a:endParaRPr>
            </a:p>
          </p:txBody>
        </p:sp>
        <p:sp>
          <p:nvSpPr>
            <p:cNvPr id="9" name="文本框 8">
              <a:extLst>
                <a:ext uri="{FF2B5EF4-FFF2-40B4-BE49-F238E27FC236}">
                  <a16:creationId xmlns:a16="http://schemas.microsoft.com/office/drawing/2014/main" id="{BFD14112-85D0-D8F5-5CBB-CE770D33A72A}"/>
                </a:ext>
              </a:extLst>
            </p:cNvPr>
            <p:cNvSpPr txBox="1"/>
            <p:nvPr/>
          </p:nvSpPr>
          <p:spPr>
            <a:xfrm>
              <a:off x="4016821" y="4152732"/>
              <a:ext cx="3398009" cy="400110"/>
            </a:xfrm>
            <a:prstGeom prst="rect">
              <a:avLst/>
            </a:prstGeom>
            <a:noFill/>
          </p:spPr>
          <p:txBody>
            <a:bodyPr wrap="square">
              <a:spAutoFit/>
            </a:bodyPr>
            <a:lstStyle/>
            <a:p>
              <a:pPr algn="l"/>
              <a:r>
                <a:rPr kumimoji="0" lang="en-US" altLang="zh-CN" sz="2000" b="0" i="0" u="none" strike="noStrike" kern="1200" cap="none" spc="0" normalizeH="0" baseline="0" noProof="0" dirty="0">
                  <a:ln>
                    <a:noFill/>
                  </a:ln>
                  <a:effectLst/>
                  <a:uLnTx/>
                  <a:uFillTx/>
                  <a:latin typeface="Arial" panose="020B0604020202020204"/>
                  <a:ea typeface="SimHei" panose="02010609060101010101" pitchFamily="49" charset="-122"/>
                  <a:cs typeface="+mn-cs"/>
                </a:rPr>
                <a:t>3. </a:t>
              </a:r>
              <a:r>
                <a:rPr kumimoji="0" lang="zh-CN" altLang="en-US" sz="2000" b="0" i="0" u="none" strike="noStrike" kern="1200" cap="none" spc="0" normalizeH="0" baseline="0" noProof="0" dirty="0">
                  <a:ln>
                    <a:noFill/>
                  </a:ln>
                  <a:effectLst/>
                  <a:uLnTx/>
                  <a:uFillTx/>
                  <a:latin typeface="Arial" panose="020B0604020202020204"/>
                  <a:ea typeface="SimHei" panose="02010609060101010101" pitchFamily="49" charset="-122"/>
                  <a:cs typeface="+mn-cs"/>
                </a:rPr>
                <a:t>状态转移方程</a:t>
              </a:r>
              <a:endParaRPr lang="zh-CN" altLang="en-US" sz="4400" dirty="0"/>
            </a:p>
          </p:txBody>
        </p:sp>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7DA78C25-BAC9-0319-ED2E-56E76207DF40}"/>
                    </a:ext>
                  </a:extLst>
                </p:cNvPr>
                <p:cNvSpPr txBox="1"/>
                <p:nvPr/>
              </p:nvSpPr>
              <p:spPr>
                <a:xfrm>
                  <a:off x="4143716" y="5585703"/>
                  <a:ext cx="3342132" cy="309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sz="2000" b="0" i="1" smtClean="0">
                                <a:solidFill>
                                  <a:schemeClr val="tx1"/>
                                </a:solidFill>
                                <a:latin typeface="Cambria Math" panose="02040503050406030204" pitchFamily="18" charset="0"/>
                              </a:rPr>
                            </m:ctrlPr>
                          </m:sSubSupPr>
                          <m:e>
                            <m:r>
                              <a:rPr lang="en-US" altLang="zh-CN" sz="2000" b="0" i="1" smtClean="0">
                                <a:solidFill>
                                  <a:schemeClr val="tx1"/>
                                </a:solidFill>
                                <a:latin typeface="Cambria Math" panose="02040503050406030204" pitchFamily="18" charset="0"/>
                              </a:rPr>
                              <m:t>𝑄</m:t>
                            </m:r>
                          </m:e>
                          <m:sub>
                            <m:r>
                              <a:rPr lang="en-US" altLang="zh-CN" sz="2000" b="0" i="1" smtClean="0">
                                <a:solidFill>
                                  <a:schemeClr val="tx1"/>
                                </a:solidFill>
                                <a:latin typeface="Cambria Math" panose="02040503050406030204" pitchFamily="18" charset="0"/>
                              </a:rPr>
                              <m:t>2</m:t>
                            </m:r>
                          </m:sub>
                          <m:sup>
                            <m:r>
                              <a:rPr lang="en-US" altLang="zh-CN" sz="2000" b="0" i="1" smtClean="0">
                                <a:solidFill>
                                  <a:schemeClr val="tx1"/>
                                </a:solidFill>
                                <a:latin typeface="Cambria Math" panose="02040503050406030204" pitchFamily="18" charset="0"/>
                              </a:rPr>
                              <m:t>+</m:t>
                            </m:r>
                          </m:sup>
                        </m:sSubSup>
                        <m:r>
                          <a:rPr lang="en-US" altLang="zh-CN" sz="2000" b="0" i="1" smtClean="0">
                            <a:solidFill>
                              <a:schemeClr val="tx1"/>
                            </a:solidFill>
                            <a:latin typeface="Cambria Math" panose="02040503050406030204" pitchFamily="18" charset="0"/>
                          </a:rPr>
                          <m:t>=</m:t>
                        </m:r>
                        <m:acc>
                          <m:accPr>
                            <m:chr m:val="̅"/>
                            <m:ctrlPr>
                              <a:rPr lang="en-US" altLang="zh-CN" sz="2000" b="0" i="1">
                                <a:solidFill>
                                  <a:schemeClr val="tx1"/>
                                </a:solidFill>
                                <a:latin typeface="Cambria Math" panose="02040503050406030204" pitchFamily="18" charset="0"/>
                              </a:rPr>
                            </m:ctrlPr>
                          </m:accPr>
                          <m:e>
                            <m:r>
                              <a:rPr lang="en-US" altLang="zh-CN" sz="2000" b="0" i="1">
                                <a:solidFill>
                                  <a:schemeClr val="tx1"/>
                                </a:solidFill>
                                <a:latin typeface="Cambria Math" panose="02040503050406030204" pitchFamily="18" charset="0"/>
                              </a:rPr>
                              <m:t>𝑥</m:t>
                            </m:r>
                          </m:e>
                        </m:acc>
                        <m:acc>
                          <m:accPr>
                            <m:chr m:val="̅"/>
                            <m:ctrlPr>
                              <a:rPr lang="en-US" altLang="zh-CN" sz="2000" b="0" i="1">
                                <a:solidFill>
                                  <a:schemeClr val="tx1"/>
                                </a:solidFill>
                                <a:latin typeface="Cambria Math" panose="02040503050406030204" pitchFamily="18" charset="0"/>
                                <a:ea typeface="Cambria Math" panose="02040503050406030204" pitchFamily="18" charset="0"/>
                              </a:rPr>
                            </m:ctrlPr>
                          </m:accPr>
                          <m:e>
                            <m:r>
                              <a:rPr lang="en-US" altLang="zh-CN" sz="2000" b="0" i="1">
                                <a:solidFill>
                                  <a:schemeClr val="tx1"/>
                                </a:solidFill>
                                <a:latin typeface="Cambria Math" panose="02040503050406030204" pitchFamily="18" charset="0"/>
                                <a:ea typeface="Cambria Math" panose="02040503050406030204" pitchFamily="18" charset="0"/>
                              </a:rPr>
                              <m:t>𝑦</m:t>
                            </m:r>
                          </m:e>
                        </m:acc>
                        <m:sSub>
                          <m:sSubPr>
                            <m:ctrlPr>
                              <a:rPr lang="en-US" altLang="zh-CN" sz="2000" b="0" i="1">
                                <a:solidFill>
                                  <a:schemeClr val="tx1"/>
                                </a:solidFill>
                                <a:latin typeface="Cambria Math" panose="02040503050406030204" pitchFamily="18" charset="0"/>
                              </a:rPr>
                            </m:ctrlPr>
                          </m:sSubPr>
                          <m:e>
                            <m:acc>
                              <m:accPr>
                                <m:chr m:val="̅"/>
                                <m:ctrlPr>
                                  <a:rPr lang="en-US" altLang="zh-CN" sz="2000" b="0" i="1">
                                    <a:solidFill>
                                      <a:schemeClr val="tx1"/>
                                    </a:solidFill>
                                    <a:latin typeface="Cambria Math" panose="02040503050406030204" pitchFamily="18" charset="0"/>
                                  </a:rPr>
                                </m:ctrlPr>
                              </m:accPr>
                              <m:e>
                                <m:r>
                                  <a:rPr lang="en-US" altLang="zh-CN" sz="2000" b="0" i="1">
                                    <a:solidFill>
                                      <a:schemeClr val="tx1"/>
                                    </a:solidFill>
                                    <a:latin typeface="Cambria Math" panose="02040503050406030204" pitchFamily="18" charset="0"/>
                                  </a:rPr>
                                  <m:t>𝑄</m:t>
                                </m:r>
                              </m:e>
                            </m:acc>
                          </m:e>
                          <m:sub>
                            <m:r>
                              <a:rPr lang="en-US" altLang="zh-CN" sz="2000" b="0" i="1">
                                <a:solidFill>
                                  <a:schemeClr val="tx1"/>
                                </a:solidFill>
                                <a:latin typeface="Cambria Math" panose="02040503050406030204" pitchFamily="18" charset="0"/>
                              </a:rPr>
                              <m:t>2</m:t>
                            </m:r>
                          </m:sub>
                        </m:sSub>
                        <m:r>
                          <a:rPr lang="en-US" altLang="zh-CN" sz="2000" b="0" i="1" smtClean="0">
                            <a:solidFill>
                              <a:schemeClr val="tx1"/>
                            </a:solidFill>
                            <a:latin typeface="Cambria Math" panose="02040503050406030204" pitchFamily="18" charset="0"/>
                          </a:rPr>
                          <m:t>+</m:t>
                        </m:r>
                        <m:acc>
                          <m:accPr>
                            <m:chr m:val="̅"/>
                            <m:ctrlPr>
                              <a:rPr lang="en-US" altLang="zh-CN" sz="2000" b="0" i="1">
                                <a:solidFill>
                                  <a:schemeClr val="tx1"/>
                                </a:solidFill>
                                <a:latin typeface="Cambria Math" panose="02040503050406030204" pitchFamily="18" charset="0"/>
                              </a:rPr>
                            </m:ctrlPr>
                          </m:accPr>
                          <m:e>
                            <m:r>
                              <a:rPr lang="en-US" altLang="zh-CN" sz="2000" b="0" i="1">
                                <a:solidFill>
                                  <a:schemeClr val="tx1"/>
                                </a:solidFill>
                                <a:latin typeface="Cambria Math" panose="02040503050406030204" pitchFamily="18" charset="0"/>
                              </a:rPr>
                              <m:t>𝑥</m:t>
                            </m:r>
                          </m:e>
                        </m:acc>
                        <m:sSub>
                          <m:sSubPr>
                            <m:ctrlPr>
                              <a:rPr lang="en-US" altLang="zh-CN" sz="2000" b="0" i="1">
                                <a:solidFill>
                                  <a:schemeClr val="tx1"/>
                                </a:solidFill>
                                <a:latin typeface="Cambria Math" panose="02040503050406030204" pitchFamily="18" charset="0"/>
                              </a:rPr>
                            </m:ctrlPr>
                          </m:sSubPr>
                          <m:e>
                            <m:acc>
                              <m:accPr>
                                <m:chr m:val="̅"/>
                                <m:ctrlPr>
                                  <a:rPr lang="en-US" altLang="zh-CN" sz="2000" b="0" i="1">
                                    <a:solidFill>
                                      <a:schemeClr val="tx1"/>
                                    </a:solidFill>
                                    <a:latin typeface="Cambria Math" panose="02040503050406030204" pitchFamily="18" charset="0"/>
                                  </a:rPr>
                                </m:ctrlPr>
                              </m:accPr>
                              <m:e>
                                <m:r>
                                  <a:rPr lang="en-US" altLang="zh-CN" sz="2000" b="0" i="1">
                                    <a:solidFill>
                                      <a:schemeClr val="tx1"/>
                                    </a:solidFill>
                                    <a:latin typeface="Cambria Math" panose="02040503050406030204" pitchFamily="18" charset="0"/>
                                  </a:rPr>
                                  <m:t>𝑄</m:t>
                                </m:r>
                              </m:e>
                            </m:acc>
                          </m:e>
                          <m:sub>
                            <m:r>
                              <a:rPr lang="en-US" altLang="zh-CN" sz="2000" b="0" i="1">
                                <a:solidFill>
                                  <a:schemeClr val="tx1"/>
                                </a:solidFill>
                                <a:latin typeface="Cambria Math" panose="02040503050406030204" pitchFamily="18" charset="0"/>
                              </a:rPr>
                              <m:t>1</m:t>
                            </m:r>
                          </m:sub>
                        </m:sSub>
                        <m:sSub>
                          <m:sSubPr>
                            <m:ctrlPr>
                              <a:rPr lang="en-US" altLang="zh-CN" sz="2000" b="0" i="1">
                                <a:solidFill>
                                  <a:schemeClr val="tx1"/>
                                </a:solidFill>
                                <a:latin typeface="Cambria Math" panose="02040503050406030204" pitchFamily="18" charset="0"/>
                              </a:rPr>
                            </m:ctrlPr>
                          </m:sSubPr>
                          <m:e>
                            <m:r>
                              <a:rPr lang="en-US" altLang="zh-CN" sz="2000" b="0" i="1">
                                <a:solidFill>
                                  <a:schemeClr val="tx1"/>
                                </a:solidFill>
                                <a:latin typeface="Cambria Math" panose="02040503050406030204" pitchFamily="18" charset="0"/>
                              </a:rPr>
                              <m:t>𝑄</m:t>
                            </m:r>
                          </m:e>
                          <m:sub>
                            <m:r>
                              <a:rPr lang="en-US" altLang="zh-CN" sz="2000" b="0" i="1">
                                <a:solidFill>
                                  <a:schemeClr val="tx1"/>
                                </a:solidFill>
                                <a:latin typeface="Cambria Math" panose="02040503050406030204" pitchFamily="18" charset="0"/>
                              </a:rPr>
                              <m:t>2</m:t>
                            </m:r>
                          </m:sub>
                        </m:sSub>
                        <m:r>
                          <a:rPr lang="en-US" altLang="zh-CN" sz="2000" b="0" i="1" smtClean="0">
                            <a:solidFill>
                              <a:schemeClr val="tx1"/>
                            </a:solidFill>
                            <a:latin typeface="Cambria Math" panose="02040503050406030204" pitchFamily="18" charset="0"/>
                          </a:rPr>
                          <m:t>+</m:t>
                        </m:r>
                        <m:acc>
                          <m:accPr>
                            <m:chr m:val="̅"/>
                            <m:ctrlPr>
                              <a:rPr lang="en-US" altLang="zh-CN" sz="2000" b="0" i="1" smtClean="0">
                                <a:solidFill>
                                  <a:schemeClr val="tx1"/>
                                </a:solidFill>
                                <a:latin typeface="Cambria Math" panose="02040503050406030204" pitchFamily="18" charset="0"/>
                              </a:rPr>
                            </m:ctrlPr>
                          </m:accPr>
                          <m:e>
                            <m:r>
                              <a:rPr lang="en-US" altLang="zh-CN" sz="2000" b="0" i="1" smtClean="0">
                                <a:solidFill>
                                  <a:schemeClr val="tx1"/>
                                </a:solidFill>
                                <a:latin typeface="Cambria Math" panose="02040503050406030204" pitchFamily="18" charset="0"/>
                              </a:rPr>
                              <m:t>𝑦</m:t>
                            </m:r>
                          </m:e>
                        </m:acc>
                        <m:sSub>
                          <m:sSubPr>
                            <m:ctrlPr>
                              <a:rPr lang="en-US" altLang="zh-CN" sz="2000" b="0" i="1" smtClean="0">
                                <a:solidFill>
                                  <a:schemeClr val="tx1"/>
                                </a:solidFill>
                                <a:latin typeface="Cambria Math" panose="02040503050406030204" pitchFamily="18" charset="0"/>
                              </a:rPr>
                            </m:ctrlPr>
                          </m:sSubPr>
                          <m:e>
                            <m:sSub>
                              <m:sSubPr>
                                <m:ctrlPr>
                                  <a:rPr lang="en-US" altLang="zh-CN" sz="2000" b="0" i="1">
                                    <a:solidFill>
                                      <a:schemeClr val="tx1"/>
                                    </a:solidFill>
                                    <a:latin typeface="Cambria Math" panose="02040503050406030204" pitchFamily="18" charset="0"/>
                                  </a:rPr>
                                </m:ctrlPr>
                              </m:sSubPr>
                              <m:e>
                                <m:acc>
                                  <m:accPr>
                                    <m:chr m:val="̅"/>
                                    <m:ctrlPr>
                                      <a:rPr lang="en-US" altLang="zh-CN" sz="2000" b="0" i="1">
                                        <a:solidFill>
                                          <a:schemeClr val="tx1"/>
                                        </a:solidFill>
                                        <a:latin typeface="Cambria Math" panose="02040503050406030204" pitchFamily="18" charset="0"/>
                                      </a:rPr>
                                    </m:ctrlPr>
                                  </m:accPr>
                                  <m:e>
                                    <m:r>
                                      <a:rPr lang="en-US" altLang="zh-CN" sz="2000" b="0" i="1">
                                        <a:solidFill>
                                          <a:schemeClr val="tx1"/>
                                        </a:solidFill>
                                        <a:latin typeface="Cambria Math" panose="02040503050406030204" pitchFamily="18" charset="0"/>
                                      </a:rPr>
                                      <m:t>𝑄</m:t>
                                    </m:r>
                                  </m:e>
                                </m:acc>
                              </m:e>
                              <m:sub>
                                <m:r>
                                  <a:rPr lang="en-US" altLang="zh-CN" sz="2000" b="0" i="1">
                                    <a:solidFill>
                                      <a:schemeClr val="tx1"/>
                                    </a:solidFill>
                                    <a:latin typeface="Cambria Math" panose="02040503050406030204" pitchFamily="18" charset="0"/>
                                  </a:rPr>
                                  <m:t>1</m:t>
                                </m:r>
                              </m:sub>
                            </m:sSub>
                            <m:r>
                              <a:rPr lang="en-US" altLang="zh-CN" sz="2000" b="0" i="1" smtClean="0">
                                <a:solidFill>
                                  <a:schemeClr val="tx1"/>
                                </a:solidFill>
                                <a:latin typeface="Cambria Math" panose="02040503050406030204" pitchFamily="18" charset="0"/>
                              </a:rPr>
                              <m:t>𝑄</m:t>
                            </m:r>
                          </m:e>
                          <m:sub>
                            <m:r>
                              <a:rPr lang="en-US" altLang="zh-CN" sz="2000" b="0" i="1" smtClean="0">
                                <a:solidFill>
                                  <a:schemeClr val="tx1"/>
                                </a:solidFill>
                                <a:latin typeface="Cambria Math" panose="02040503050406030204" pitchFamily="18" charset="0"/>
                              </a:rPr>
                              <m:t>2</m:t>
                            </m:r>
                          </m:sub>
                        </m:sSub>
                      </m:oMath>
                    </m:oMathPara>
                  </a14:m>
                  <a:endParaRPr lang="en-US" altLang="zh-CN" sz="2000" b="0" dirty="0">
                    <a:solidFill>
                      <a:schemeClr val="tx1"/>
                    </a:solidFill>
                    <a:latin typeface="+mn-lt"/>
                  </a:endParaRPr>
                </a:p>
              </p:txBody>
            </p:sp>
          </mc:Choice>
          <mc:Fallback xmlns="">
            <p:sp>
              <p:nvSpPr>
                <p:cNvPr id="43" name="文本框 42">
                  <a:extLst>
                    <a:ext uri="{FF2B5EF4-FFF2-40B4-BE49-F238E27FC236}">
                      <a16:creationId xmlns:a16="http://schemas.microsoft.com/office/drawing/2014/main" id="{7DA78C25-BAC9-0319-ED2E-56E76207DF40}"/>
                    </a:ext>
                  </a:extLst>
                </p:cNvPr>
                <p:cNvSpPr txBox="1">
                  <a:spLocks noRot="1" noChangeAspect="1" noMove="1" noResize="1" noEditPoints="1" noAdjustHandles="1" noChangeArrowheads="1" noChangeShapeType="1" noTextEdit="1"/>
                </p:cNvSpPr>
                <p:nvPr/>
              </p:nvSpPr>
              <p:spPr>
                <a:xfrm>
                  <a:off x="4143716" y="5585703"/>
                  <a:ext cx="3342132" cy="309444"/>
                </a:xfrm>
                <a:prstGeom prst="rect">
                  <a:avLst/>
                </a:prstGeom>
                <a:blipFill>
                  <a:blip r:embed="rId8"/>
                  <a:stretch>
                    <a:fillRect l="-1825" r="-182" b="-29412"/>
                  </a:stretch>
                </a:blipFill>
              </p:spPr>
              <p:txBody>
                <a:bodyPr/>
                <a:lstStyle/>
                <a:p>
                  <a:r>
                    <a:rPr lang="zh-CN" altLang="en-US">
                      <a:noFill/>
                    </a:rPr>
                    <a:t> </a:t>
                  </a:r>
                </a:p>
              </p:txBody>
            </p:sp>
          </mc:Fallback>
        </mc:AlternateContent>
      </p:grpSp>
      <p:sp>
        <p:nvSpPr>
          <p:cNvPr id="16" name="Title 4">
            <a:extLst>
              <a:ext uri="{FF2B5EF4-FFF2-40B4-BE49-F238E27FC236}">
                <a16:creationId xmlns:a16="http://schemas.microsoft.com/office/drawing/2014/main" id="{E12F1F2B-F85D-020C-D513-D805DDA8868E}"/>
              </a:ext>
            </a:extLst>
          </p:cNvPr>
          <p:cNvSpPr txBox="1">
            <a:spLocks/>
          </p:cNvSpPr>
          <p:nvPr/>
        </p:nvSpPr>
        <p:spPr bwMode="auto">
          <a:xfrm>
            <a:off x="457200" y="136800"/>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sz="4000" dirty="0">
                <a:latin typeface="+mn-lt"/>
              </a:rPr>
              <a:t>分析举例</a:t>
            </a:r>
            <a:endParaRPr lang="en-CN" kern="0" dirty="0"/>
          </a:p>
        </p:txBody>
      </p:sp>
      <p:graphicFrame>
        <p:nvGraphicFramePr>
          <p:cNvPr id="2" name="Object 3">
            <a:extLst>
              <a:ext uri="{FF2B5EF4-FFF2-40B4-BE49-F238E27FC236}">
                <a16:creationId xmlns:a16="http://schemas.microsoft.com/office/drawing/2014/main" id="{545F0E46-CD8E-A2B6-127C-6CEAB2D60E8F}"/>
              </a:ext>
            </a:extLst>
          </p:cNvPr>
          <p:cNvGraphicFramePr>
            <a:graphicFrameLocks noChangeAspect="1"/>
          </p:cNvGraphicFramePr>
          <p:nvPr/>
        </p:nvGraphicFramePr>
        <p:xfrm>
          <a:off x="-820431" y="2057400"/>
          <a:ext cx="8171343" cy="4114800"/>
        </p:xfrm>
        <a:graphic>
          <a:graphicData uri="http://schemas.openxmlformats.org/presentationml/2006/ole">
            <mc:AlternateContent xmlns:mc="http://schemas.openxmlformats.org/markup-compatibility/2006">
              <mc:Choice xmlns:v="urn:schemas-microsoft-com:vml" Requires="v">
                <p:oleObj name="Visio" r:id="rId9" imgW="6581891" imgH="3319329" progId="Visio.Drawing.11">
                  <p:embed/>
                </p:oleObj>
              </mc:Choice>
              <mc:Fallback>
                <p:oleObj name="Visio" r:id="rId9" imgW="6581891" imgH="3319329" progId="Visio.Drawing.11">
                  <p:embed/>
                  <p:pic>
                    <p:nvPicPr>
                      <p:cNvPr id="3" name="Object 3">
                        <a:extLst>
                          <a:ext uri="{FF2B5EF4-FFF2-40B4-BE49-F238E27FC236}">
                            <a16:creationId xmlns:a16="http://schemas.microsoft.com/office/drawing/2014/main" id="{F17E1278-BA20-11B8-F7BD-6B915975C60E}"/>
                          </a:ext>
                        </a:extLst>
                      </p:cNvPr>
                      <p:cNvPicPr>
                        <a:picLocks noChangeAspect="1" noChangeArrowheads="1"/>
                      </p:cNvPicPr>
                      <p:nvPr/>
                    </p:nvPicPr>
                    <p:blipFill>
                      <a:blip r:embed="rId10"/>
                      <a:srcRect/>
                      <a:stretch>
                        <a:fillRect/>
                      </a:stretch>
                    </p:blipFill>
                    <p:spPr bwMode="auto">
                      <a:xfrm>
                        <a:off x="-820431" y="2057400"/>
                        <a:ext cx="8171343" cy="411480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289511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358FAA2D-208E-D818-9D56-5B7037D8DC31}"/>
              </a:ext>
            </a:extLst>
          </p:cNvPr>
          <p:cNvSpPr txBox="1">
            <a:spLocks/>
          </p:cNvSpPr>
          <p:nvPr/>
        </p:nvSpPr>
        <p:spPr bwMode="auto">
          <a:xfrm>
            <a:off x="457200" y="136800"/>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dirty="0"/>
              <a:t>状态转移表</a:t>
            </a:r>
            <a:endParaRPr lang="en-CN" kern="0" dirty="0"/>
          </a:p>
        </p:txBody>
      </p:sp>
      <p:sp>
        <p:nvSpPr>
          <p:cNvPr id="14341" name="Rectangle 4"/>
          <p:cNvSpPr>
            <a:spLocks noChangeArrowheads="1"/>
          </p:cNvSpPr>
          <p:nvPr/>
        </p:nvSpPr>
        <p:spPr bwMode="auto">
          <a:xfrm>
            <a:off x="3790950" y="3516990"/>
            <a:ext cx="1420582" cy="584775"/>
          </a:xfrm>
          <a:prstGeom prst="rect">
            <a:avLst/>
          </a:prstGeom>
          <a:noFill/>
          <a:ln w="9525">
            <a:noFill/>
            <a:miter lim="800000"/>
            <a:headEnd/>
            <a:tailEnd/>
          </a:ln>
        </p:spPr>
        <p:txBody>
          <a:bodyPr wrap="none">
            <a:spAutoFit/>
          </a:bodyPr>
          <a:lstStyle/>
          <a:p>
            <a:pPr algn="l"/>
            <a:r>
              <a:rPr lang="zh-CN" altLang="en-US" sz="3200" b="0" dirty="0">
                <a:solidFill>
                  <a:srgbClr val="3399FF"/>
                </a:solidFill>
                <a:latin typeface="+mn-lt"/>
              </a:rPr>
              <a:t>状态表</a:t>
            </a:r>
            <a:endParaRPr lang="en-US" altLang="zh-CN" sz="3200" b="0" dirty="0">
              <a:solidFill>
                <a:srgbClr val="3399FF"/>
              </a:solidFill>
              <a:latin typeface="+mn-lt"/>
            </a:endParaRPr>
          </a:p>
        </p:txBody>
      </p:sp>
      <p:graphicFrame>
        <p:nvGraphicFramePr>
          <p:cNvPr id="795710" name="Group 62"/>
          <p:cNvGraphicFramePr>
            <a:graphicFrameLocks noGrp="1"/>
          </p:cNvGraphicFramePr>
          <p:nvPr>
            <p:extLst>
              <p:ext uri="{D42A27DB-BD31-4B8C-83A1-F6EECF244321}">
                <p14:modId xmlns:p14="http://schemas.microsoft.com/office/powerpoint/2010/main" val="638607639"/>
              </p:ext>
            </p:extLst>
          </p:nvPr>
        </p:nvGraphicFramePr>
        <p:xfrm>
          <a:off x="514350" y="3593190"/>
          <a:ext cx="7924800" cy="3108960"/>
        </p:xfrm>
        <a:graphic>
          <a:graphicData uri="http://schemas.openxmlformats.org/drawingml/2006/table">
            <a:tbl>
              <a:tblPr/>
              <a:tblGrid>
                <a:gridCol w="1687513">
                  <a:extLst>
                    <a:ext uri="{9D8B030D-6E8A-4147-A177-3AD203B41FA5}">
                      <a16:colId xmlns:a16="http://schemas.microsoft.com/office/drawing/2014/main" val="20000"/>
                    </a:ext>
                  </a:extLst>
                </a:gridCol>
                <a:gridCol w="1150937">
                  <a:extLst>
                    <a:ext uri="{9D8B030D-6E8A-4147-A177-3AD203B41FA5}">
                      <a16:colId xmlns:a16="http://schemas.microsoft.com/office/drawing/2014/main" val="20001"/>
                    </a:ext>
                  </a:extLst>
                </a:gridCol>
                <a:gridCol w="1150938">
                  <a:extLst>
                    <a:ext uri="{9D8B030D-6E8A-4147-A177-3AD203B41FA5}">
                      <a16:colId xmlns:a16="http://schemas.microsoft.com/office/drawing/2014/main" val="20002"/>
                    </a:ext>
                  </a:extLst>
                </a:gridCol>
                <a:gridCol w="1150937">
                  <a:extLst>
                    <a:ext uri="{9D8B030D-6E8A-4147-A177-3AD203B41FA5}">
                      <a16:colId xmlns:a16="http://schemas.microsoft.com/office/drawing/2014/main" val="20003"/>
                    </a:ext>
                  </a:extLst>
                </a:gridCol>
                <a:gridCol w="1220788">
                  <a:extLst>
                    <a:ext uri="{9D8B030D-6E8A-4147-A177-3AD203B41FA5}">
                      <a16:colId xmlns:a16="http://schemas.microsoft.com/office/drawing/2014/main" val="20004"/>
                    </a:ext>
                  </a:extLst>
                </a:gridCol>
                <a:gridCol w="742950">
                  <a:extLst>
                    <a:ext uri="{9D8B030D-6E8A-4147-A177-3AD203B41FA5}">
                      <a16:colId xmlns:a16="http://schemas.microsoft.com/office/drawing/2014/main" val="20005"/>
                    </a:ext>
                  </a:extLst>
                </a:gridCol>
                <a:gridCol w="820737">
                  <a:extLst>
                    <a:ext uri="{9D8B030D-6E8A-4147-A177-3AD203B41FA5}">
                      <a16:colId xmlns:a16="http://schemas.microsoft.com/office/drawing/2014/main" val="20006"/>
                    </a:ext>
                  </a:extLst>
                </a:gridCol>
              </a:tblGrid>
              <a:tr h="4540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mn-lt"/>
                          <a:ea typeface="+mn-ea"/>
                        </a:rPr>
                        <a:t>现态</a:t>
                      </a:r>
                      <a:endParaRPr kumimoji="0" lang="en-US" altLang="zh-CN" sz="2400" b="0" i="0" u="none" strike="noStrike" cap="none" normalizeH="0" baseline="0" dirty="0">
                        <a:ln>
                          <a:noFill/>
                        </a:ln>
                        <a:solidFill>
                          <a:schemeClr val="tx1"/>
                        </a:solidFill>
                        <a:effectLst/>
                        <a:latin typeface="+mn-lt"/>
                        <a:ea typeface="+mn-ea"/>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mn-lt"/>
                          <a:ea typeface="+mn-ea"/>
                        </a:rPr>
                        <a:t>Q</a:t>
                      </a:r>
                      <a:r>
                        <a:rPr kumimoji="0" lang="en-US" altLang="zh-CN" sz="2400" b="0" i="0" u="none" strike="noStrike" cap="none" normalizeH="0" baseline="-25000" dirty="0">
                          <a:ln>
                            <a:noFill/>
                          </a:ln>
                          <a:solidFill>
                            <a:schemeClr val="tx1"/>
                          </a:solidFill>
                          <a:effectLst/>
                          <a:latin typeface="+mn-lt"/>
                          <a:ea typeface="+mn-ea"/>
                        </a:rPr>
                        <a:t>1</a:t>
                      </a:r>
                      <a:r>
                        <a:rPr kumimoji="0" lang="en-US" altLang="zh-CN" sz="2400" b="0" i="0" u="none" strike="noStrike" cap="none" normalizeH="0" baseline="0" dirty="0">
                          <a:ln>
                            <a:noFill/>
                          </a:ln>
                          <a:solidFill>
                            <a:schemeClr val="tx1"/>
                          </a:solidFill>
                          <a:effectLst/>
                          <a:latin typeface="+mn-lt"/>
                          <a:ea typeface="+mn-ea"/>
                        </a:rPr>
                        <a:t>Q</a:t>
                      </a:r>
                      <a:r>
                        <a:rPr kumimoji="0" lang="en-US" altLang="zh-CN" sz="2400" b="0" i="0" u="none" strike="noStrike" cap="none" normalizeH="0" baseline="-25000" dirty="0">
                          <a:ln>
                            <a:noFill/>
                          </a:ln>
                          <a:solidFill>
                            <a:schemeClr val="tx1"/>
                          </a:solidFill>
                          <a:effectLst/>
                          <a:latin typeface="+mn-lt"/>
                          <a:ea typeface="+mn-ea"/>
                        </a:rPr>
                        <a:t>2</a:t>
                      </a:r>
                      <a:endParaRPr kumimoji="0" lang="en-US" altLang="zh-CN" sz="2400" b="0" i="0" u="none" strike="noStrike" cap="none" normalizeH="0" baseline="0" dirty="0">
                        <a:ln>
                          <a:noFill/>
                        </a:ln>
                        <a:solidFill>
                          <a:schemeClr val="tx1"/>
                        </a:solidFill>
                        <a:effectLst/>
                        <a:latin typeface="+mn-lt"/>
                        <a:ea typeface="+mn-ea"/>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gridSpan="4">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mn-lt"/>
                          <a:ea typeface="+mn-ea"/>
                        </a:rPr>
                        <a:t>次态</a:t>
                      </a:r>
                      <a:endParaRPr kumimoji="0" lang="en-US" altLang="zh-CN" sz="2400" b="0" i="0" u="none" strike="noStrike" cap="none" normalizeH="0" baseline="0" dirty="0">
                        <a:ln>
                          <a:noFill/>
                        </a:ln>
                        <a:solidFill>
                          <a:schemeClr val="tx1"/>
                        </a:solidFill>
                        <a:effectLst/>
                        <a:latin typeface="+mn-lt"/>
                        <a:ea typeface="+mn-ea"/>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mn-lt"/>
                          <a:ea typeface="+mn-ea"/>
                        </a:rPr>
                        <a:t>Q</a:t>
                      </a:r>
                      <a:r>
                        <a:rPr kumimoji="0" lang="en-US" altLang="zh-CN" sz="2400" b="0" i="0" u="none" strike="noStrike" cap="none" normalizeH="0" baseline="30000" dirty="0">
                          <a:ln>
                            <a:noFill/>
                          </a:ln>
                          <a:solidFill>
                            <a:schemeClr val="tx1"/>
                          </a:solidFill>
                          <a:effectLst/>
                          <a:latin typeface="+mn-lt"/>
                          <a:ea typeface="+mn-ea"/>
                        </a:rPr>
                        <a:t>+</a:t>
                      </a:r>
                      <a:r>
                        <a:rPr kumimoji="0" lang="en-US" altLang="zh-CN" sz="2400" b="0" i="0" u="none" strike="noStrike" cap="none" normalizeH="0" baseline="-25000" dirty="0">
                          <a:ln>
                            <a:noFill/>
                          </a:ln>
                          <a:solidFill>
                            <a:schemeClr val="tx1"/>
                          </a:solidFill>
                          <a:effectLst/>
                          <a:latin typeface="+mn-lt"/>
                          <a:ea typeface="+mn-ea"/>
                        </a:rPr>
                        <a:t>1</a:t>
                      </a:r>
                      <a:r>
                        <a:rPr kumimoji="0" lang="en-US" altLang="zh-CN" sz="2400" b="0" i="0" u="none" strike="noStrike" cap="none" normalizeH="0" baseline="0" dirty="0">
                          <a:ln>
                            <a:noFill/>
                          </a:ln>
                          <a:solidFill>
                            <a:schemeClr val="tx1"/>
                          </a:solidFill>
                          <a:effectLst/>
                          <a:latin typeface="+mn-lt"/>
                          <a:ea typeface="+mn-ea"/>
                        </a:rPr>
                        <a:t>Q</a:t>
                      </a:r>
                      <a:r>
                        <a:rPr kumimoji="0" lang="en-US" altLang="zh-CN" sz="2400" b="0" i="0" u="none" strike="noStrike" cap="none" normalizeH="0" baseline="30000" dirty="0">
                          <a:ln>
                            <a:noFill/>
                          </a:ln>
                          <a:solidFill>
                            <a:schemeClr val="tx1"/>
                          </a:solidFill>
                          <a:effectLst/>
                          <a:latin typeface="+mn-lt"/>
                          <a:ea typeface="+mn-ea"/>
                        </a:rPr>
                        <a:t>+</a:t>
                      </a:r>
                      <a:r>
                        <a:rPr kumimoji="0" lang="en-US" altLang="zh-CN" sz="2400" b="0" i="0" u="none" strike="noStrike" cap="none" normalizeH="0" baseline="-25000" dirty="0">
                          <a:ln>
                            <a:noFill/>
                          </a:ln>
                          <a:solidFill>
                            <a:schemeClr val="tx1"/>
                          </a:solidFill>
                          <a:effectLst/>
                          <a:latin typeface="+mn-lt"/>
                          <a:ea typeface="+mn-ea"/>
                        </a:rPr>
                        <a:t>2</a:t>
                      </a:r>
                      <a:endParaRPr kumimoji="0" lang="en-US" altLang="zh-CN" sz="2400" b="0" i="0" u="none" strike="noStrike" cap="none" normalizeH="0" baseline="0" dirty="0">
                        <a:ln>
                          <a:noFill/>
                        </a:ln>
                        <a:solidFill>
                          <a:schemeClr val="tx1"/>
                        </a:solidFill>
                        <a:effectLst/>
                        <a:latin typeface="+mn-lt"/>
                        <a:ea typeface="+mn-ea"/>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mn-lt"/>
                          <a:ea typeface="+mn-ea"/>
                        </a:rPr>
                        <a:t>输出</a:t>
                      </a:r>
                      <a:r>
                        <a:rPr kumimoji="0" lang="en-US" altLang="zh-CN" sz="2400" b="0" i="0" u="none" strike="noStrike" cap="none" normalizeH="0" baseline="0" dirty="0">
                          <a:ln>
                            <a:noFill/>
                          </a:ln>
                          <a:solidFill>
                            <a:schemeClr val="tx1"/>
                          </a:solidFill>
                          <a:effectLst/>
                          <a:latin typeface="+mn-lt"/>
                          <a:ea typeface="+mn-ea"/>
                        </a:rPr>
                        <a:t> </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mn-lt"/>
                          <a:ea typeface="+mn-ea"/>
                        </a:rPr>
                        <a:t>Z</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endParaRPr lang="zh-CN" altLang="en-US"/>
                    </a:p>
                  </a:txBody>
                  <a:tcPr/>
                </a:tc>
                <a:extLst>
                  <a:ext uri="{0D108BD9-81ED-4DB2-BD59-A6C34878D82A}">
                    <a16:rowId xmlns:a16="http://schemas.microsoft.com/office/drawing/2014/main" val="10000"/>
                  </a:ext>
                </a:extLst>
              </a:tr>
              <a:tr h="4095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zh-CN" sz="2400" b="0" i="0" u="none" strike="noStrike" cap="none" normalizeH="0" baseline="0" dirty="0">
                        <a:ln>
                          <a:noFill/>
                        </a:ln>
                        <a:solidFill>
                          <a:schemeClr val="accent2">
                            <a:lumMod val="75000"/>
                          </a:schemeClr>
                        </a:solidFill>
                        <a:effectLst/>
                        <a:latin typeface="Arial"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err="1">
                          <a:ln>
                            <a:noFill/>
                          </a:ln>
                          <a:solidFill>
                            <a:schemeClr val="tx1"/>
                          </a:solidFill>
                          <a:effectLst/>
                          <a:latin typeface="Arial" charset="0"/>
                          <a:ea typeface="宋体" pitchFamily="2" charset="-122"/>
                        </a:rPr>
                        <a:t>xy</a:t>
                      </a:r>
                      <a:r>
                        <a:rPr kumimoji="0" lang="en-US" altLang="zh-CN" sz="2400" b="0" i="0" u="none" strike="noStrike" cap="none" normalizeH="0" baseline="0" dirty="0">
                          <a:ln>
                            <a:noFill/>
                          </a:ln>
                          <a:solidFill>
                            <a:schemeClr val="tx1"/>
                          </a:solidFill>
                          <a:effectLst/>
                          <a:latin typeface="Arial" charset="0"/>
                          <a:ea typeface="宋体" pitchFamily="2" charset="-122"/>
                        </a:rPr>
                        <a:t>=00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err="1">
                          <a:ln>
                            <a:noFill/>
                          </a:ln>
                          <a:solidFill>
                            <a:schemeClr val="tx1"/>
                          </a:solidFill>
                          <a:effectLst/>
                          <a:latin typeface="Arial" charset="0"/>
                          <a:ea typeface="宋体" pitchFamily="2" charset="-122"/>
                        </a:rPr>
                        <a:t>xy</a:t>
                      </a:r>
                      <a:r>
                        <a:rPr kumimoji="0" lang="en-US" altLang="zh-CN" sz="2400" b="0" i="0" u="none" strike="noStrike" cap="none" normalizeH="0" baseline="0" dirty="0">
                          <a:ln>
                            <a:noFill/>
                          </a:ln>
                          <a:solidFill>
                            <a:schemeClr val="tx1"/>
                          </a:solidFill>
                          <a:effectLst/>
                          <a:latin typeface="Arial" charset="0"/>
                          <a:ea typeface="宋体" pitchFamily="2" charset="-122"/>
                        </a:rPr>
                        <a:t>=01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err="1">
                          <a:ln>
                            <a:noFill/>
                          </a:ln>
                          <a:solidFill>
                            <a:schemeClr val="tx1"/>
                          </a:solidFill>
                          <a:effectLst/>
                          <a:latin typeface="Arial" charset="0"/>
                          <a:ea typeface="宋体" pitchFamily="2" charset="-122"/>
                        </a:rPr>
                        <a:t>xy</a:t>
                      </a:r>
                      <a:r>
                        <a:rPr kumimoji="0" lang="en-US" altLang="zh-CN" sz="2400" b="0" i="0" u="none" strike="noStrike" cap="none" normalizeH="0" baseline="0" dirty="0">
                          <a:ln>
                            <a:noFill/>
                          </a:ln>
                          <a:solidFill>
                            <a:schemeClr val="tx1"/>
                          </a:solidFill>
                          <a:effectLst/>
                          <a:latin typeface="Arial" charset="0"/>
                          <a:ea typeface="宋体" pitchFamily="2" charset="-122"/>
                        </a:rPr>
                        <a:t>=10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err="1">
                          <a:ln>
                            <a:noFill/>
                          </a:ln>
                          <a:solidFill>
                            <a:schemeClr val="tx1"/>
                          </a:solidFill>
                          <a:effectLst/>
                          <a:latin typeface="Arial" charset="0"/>
                          <a:ea typeface="宋体" pitchFamily="2" charset="-122"/>
                        </a:rPr>
                        <a:t>xy</a:t>
                      </a:r>
                      <a:r>
                        <a:rPr kumimoji="0" lang="en-US" altLang="zh-CN" sz="2400" b="0" i="0" u="none" strike="noStrike" cap="none" normalizeH="0" baseline="0" dirty="0">
                          <a:ln>
                            <a:noFill/>
                          </a:ln>
                          <a:solidFill>
                            <a:schemeClr val="tx1"/>
                          </a:solidFill>
                          <a:effectLst/>
                          <a:latin typeface="Arial" charset="0"/>
                          <a:ea typeface="宋体" pitchFamily="2" charset="-122"/>
                        </a:rPr>
                        <a:t>=11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x=0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x=1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095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    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01</a:t>
                      </a:r>
                      <a:endParaRPr kumimoji="0" lang="en-US" altLang="zh-CN" sz="2400" b="0" i="0" u="none" strike="noStrike" cap="none" normalizeH="0" baseline="0" dirty="0">
                        <a:ln>
                          <a:noFill/>
                        </a:ln>
                        <a:solidFill>
                          <a:schemeClr val="tx1"/>
                        </a:solidFill>
                        <a:effectLst/>
                        <a:latin typeface="Arial" charset="0"/>
                        <a:ea typeface="宋体" pitchFamily="2" charset="-122"/>
                        <a:sym typeface="Symbol"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10</a:t>
                      </a:r>
                      <a:endParaRPr kumimoji="0" lang="en-US" altLang="zh-CN" sz="2400" b="0" i="0" u="none" strike="noStrike" cap="none" normalizeH="0" baseline="0" dirty="0">
                        <a:ln>
                          <a:noFill/>
                        </a:ln>
                        <a:solidFill>
                          <a:schemeClr val="tx1"/>
                        </a:solidFill>
                        <a:effectLst/>
                        <a:latin typeface="Arial" charset="0"/>
                        <a:ea typeface="宋体" pitchFamily="2" charset="-122"/>
                        <a:sym typeface="Symbol"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10</a:t>
                      </a:r>
                      <a:endParaRPr kumimoji="0" lang="en-US" altLang="zh-CN" sz="2400" b="0" i="0" u="none" strike="noStrike" cap="none" normalizeH="0" baseline="0" dirty="0">
                        <a:ln>
                          <a:noFill/>
                        </a:ln>
                        <a:solidFill>
                          <a:schemeClr val="tx1"/>
                        </a:solidFill>
                        <a:effectLst/>
                        <a:latin typeface="Arial" charset="0"/>
                        <a:ea typeface="宋体" pitchFamily="2" charset="-122"/>
                        <a:sym typeface="Symbol"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10</a:t>
                      </a:r>
                      <a:endParaRPr kumimoji="0" lang="en-US" altLang="zh-CN" sz="2400" b="0" i="0" u="none" strike="noStrike" cap="none" normalizeH="0" baseline="0" dirty="0">
                        <a:ln>
                          <a:noFill/>
                        </a:ln>
                        <a:solidFill>
                          <a:schemeClr val="tx1"/>
                        </a:solidFill>
                        <a:effectLst/>
                        <a:latin typeface="Arial" charset="0"/>
                        <a:ea typeface="宋体" pitchFamily="2" charset="-122"/>
                        <a:sym typeface="Symbol"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095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    01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01</a:t>
                      </a:r>
                      <a:endParaRPr kumimoji="0" lang="en-US" altLang="zh-CN" sz="2400" b="0" i="0" u="none" strike="noStrike" cap="none" normalizeH="0" baseline="0" dirty="0">
                        <a:ln>
                          <a:noFill/>
                        </a:ln>
                        <a:solidFill>
                          <a:schemeClr val="tx1"/>
                        </a:solidFill>
                        <a:effectLst/>
                        <a:latin typeface="Arial" charset="0"/>
                        <a:ea typeface="宋体" pitchFamily="2" charset="-122"/>
                        <a:sym typeface="Symbol"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11</a:t>
                      </a:r>
                      <a:endParaRPr kumimoji="0" lang="en-US" altLang="zh-CN" sz="2400" b="0" i="0" u="none" strike="noStrike" cap="none" normalizeH="0" baseline="0" dirty="0">
                        <a:ln>
                          <a:noFill/>
                        </a:ln>
                        <a:solidFill>
                          <a:schemeClr val="tx1"/>
                        </a:solidFill>
                        <a:effectLst/>
                        <a:latin typeface="Arial" charset="0"/>
                        <a:ea typeface="宋体" pitchFamily="2" charset="-122"/>
                        <a:sym typeface="Symbol"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01</a:t>
                      </a:r>
                      <a:endParaRPr kumimoji="0" lang="en-US" altLang="zh-CN" sz="2400" b="0" i="0" u="none" strike="noStrike" cap="none" normalizeH="0" baseline="0" dirty="0">
                        <a:ln>
                          <a:noFill/>
                        </a:ln>
                        <a:solidFill>
                          <a:schemeClr val="tx1"/>
                        </a:solidFill>
                        <a:effectLst/>
                        <a:latin typeface="Arial" charset="0"/>
                        <a:ea typeface="宋体" pitchFamily="2" charset="-122"/>
                        <a:sym typeface="Symbol"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10</a:t>
                      </a:r>
                      <a:endParaRPr kumimoji="0" lang="en-US" altLang="zh-CN" sz="2400" b="0" i="0" u="none" strike="noStrike" cap="none" normalizeH="0" baseline="0" dirty="0">
                        <a:ln>
                          <a:noFill/>
                        </a:ln>
                        <a:solidFill>
                          <a:schemeClr val="tx1"/>
                        </a:solidFill>
                        <a:effectLst/>
                        <a:latin typeface="Arial" charset="0"/>
                        <a:ea typeface="宋体" pitchFamily="2" charset="-122"/>
                        <a:sym typeface="Symbol"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4111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    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11</a:t>
                      </a:r>
                      <a:endParaRPr kumimoji="0" lang="en-US" altLang="zh-CN" sz="2400" b="0" i="0" u="none" strike="noStrike" cap="none" normalizeH="0" baseline="0" dirty="0">
                        <a:ln>
                          <a:noFill/>
                        </a:ln>
                        <a:solidFill>
                          <a:schemeClr val="tx1"/>
                        </a:solidFill>
                        <a:effectLst/>
                        <a:latin typeface="Arial" charset="0"/>
                        <a:ea typeface="宋体" pitchFamily="2" charset="-122"/>
                        <a:sym typeface="Symbol"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00</a:t>
                      </a:r>
                      <a:endParaRPr kumimoji="0" lang="en-US" altLang="zh-CN" sz="2400" b="0" i="0" u="none" strike="noStrike" cap="none" normalizeH="0" baseline="0" dirty="0">
                        <a:ln>
                          <a:noFill/>
                        </a:ln>
                        <a:solidFill>
                          <a:schemeClr val="tx1"/>
                        </a:solidFill>
                        <a:effectLst/>
                        <a:latin typeface="Arial" charset="0"/>
                        <a:ea typeface="宋体" pitchFamily="2" charset="-122"/>
                        <a:sym typeface="Symbol"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10</a:t>
                      </a:r>
                      <a:endParaRPr kumimoji="0" lang="en-US" altLang="zh-CN" sz="2400" b="0" i="0" u="none" strike="noStrike" cap="none" normalizeH="0" baseline="0" dirty="0">
                        <a:ln>
                          <a:noFill/>
                        </a:ln>
                        <a:solidFill>
                          <a:schemeClr val="tx1"/>
                        </a:solidFill>
                        <a:effectLst/>
                        <a:latin typeface="Arial" charset="0"/>
                        <a:ea typeface="宋体" pitchFamily="2" charset="-122"/>
                        <a:sym typeface="Symbol"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00</a:t>
                      </a:r>
                      <a:endParaRPr kumimoji="0" lang="en-US" altLang="zh-CN" sz="2400" b="0" i="0" u="none" strike="noStrike" cap="none" normalizeH="0" baseline="0" dirty="0">
                        <a:ln>
                          <a:noFill/>
                        </a:ln>
                        <a:solidFill>
                          <a:schemeClr val="tx1"/>
                        </a:solidFill>
                        <a:effectLst/>
                        <a:latin typeface="Arial" charset="0"/>
                        <a:ea typeface="宋体" pitchFamily="2" charset="-122"/>
                        <a:sym typeface="Symbol"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4095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    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00</a:t>
                      </a:r>
                      <a:endParaRPr kumimoji="0" lang="en-US" altLang="zh-CN" sz="2400" b="0" i="0" u="none" strike="noStrike" cap="none" normalizeH="0" baseline="0" dirty="0">
                        <a:ln>
                          <a:noFill/>
                        </a:ln>
                        <a:solidFill>
                          <a:schemeClr val="tx1"/>
                        </a:solidFill>
                        <a:effectLst/>
                        <a:latin typeface="Arial" charset="0"/>
                        <a:ea typeface="宋体" pitchFamily="2" charset="-122"/>
                        <a:sym typeface="Symbol"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00</a:t>
                      </a:r>
                      <a:endParaRPr kumimoji="0" lang="en-US" altLang="zh-CN" sz="2400" b="0" i="0" u="none" strike="noStrike" cap="none" normalizeH="0" baseline="0" dirty="0">
                        <a:ln>
                          <a:noFill/>
                        </a:ln>
                        <a:solidFill>
                          <a:schemeClr val="tx1"/>
                        </a:solidFill>
                        <a:effectLst/>
                        <a:latin typeface="Arial" charset="0"/>
                        <a:ea typeface="宋体" pitchFamily="2" charset="-122"/>
                        <a:sym typeface="Symbol"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10</a:t>
                      </a:r>
                      <a:endParaRPr kumimoji="0" lang="en-US" altLang="zh-CN" sz="2400" b="0" i="0" u="none" strike="noStrike" cap="none" normalizeH="0" baseline="0" dirty="0">
                        <a:ln>
                          <a:noFill/>
                        </a:ln>
                        <a:solidFill>
                          <a:schemeClr val="tx1"/>
                        </a:solidFill>
                        <a:effectLst/>
                        <a:latin typeface="Arial" charset="0"/>
                        <a:ea typeface="宋体" pitchFamily="2" charset="-122"/>
                        <a:sym typeface="Symbol"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10</a:t>
                      </a:r>
                      <a:endParaRPr kumimoji="0" lang="en-US" altLang="zh-CN" sz="2400" b="0" i="0" u="none" strike="noStrike" cap="none" normalizeH="0" baseline="0" dirty="0">
                        <a:ln>
                          <a:noFill/>
                        </a:ln>
                        <a:solidFill>
                          <a:schemeClr val="tx1"/>
                        </a:solidFill>
                        <a:effectLst/>
                        <a:latin typeface="Arial" charset="0"/>
                        <a:ea typeface="宋体" pitchFamily="2" charset="-122"/>
                        <a:sym typeface="Symbol"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bl>
          </a:graphicData>
        </a:graphic>
      </p:graphicFrame>
      <p:sp>
        <p:nvSpPr>
          <p:cNvPr id="10" name="灯片编号占位符 9"/>
          <p:cNvSpPr>
            <a:spLocks noGrp="1"/>
          </p:cNvSpPr>
          <p:nvPr>
            <p:ph type="sldNum" sz="quarter" idx="12"/>
          </p:nvPr>
        </p:nvSpPr>
        <p:spPr/>
        <p:txBody>
          <a:bodyPr/>
          <a:lstStyle/>
          <a:p>
            <a:pPr>
              <a:defRPr/>
            </a:pPr>
            <a:fld id="{3259D7DD-E1BE-4482-9234-29898EB39847}" type="slidenum">
              <a:rPr lang="en-US" altLang="zh-CN" smtClean="0"/>
              <a:pPr>
                <a:defRPr/>
              </a:pPr>
              <a:t>10</a:t>
            </a:fld>
            <a:endParaRPr lang="en-US" altLang="zh-CN" dirty="0"/>
          </a:p>
        </p:txBody>
      </p:sp>
      <p:graphicFrame>
        <p:nvGraphicFramePr>
          <p:cNvPr id="6" name="表格 5">
            <a:extLst>
              <a:ext uri="{FF2B5EF4-FFF2-40B4-BE49-F238E27FC236}">
                <a16:creationId xmlns:a16="http://schemas.microsoft.com/office/drawing/2014/main" id="{E6E77317-53B4-26FF-F68F-EE1CA8752D0A}"/>
              </a:ext>
            </a:extLst>
          </p:cNvPr>
          <p:cNvGraphicFramePr>
            <a:graphicFrameLocks noGrp="1"/>
          </p:cNvGraphicFramePr>
          <p:nvPr>
            <p:extLst>
              <p:ext uri="{D42A27DB-BD31-4B8C-83A1-F6EECF244321}">
                <p14:modId xmlns:p14="http://schemas.microsoft.com/office/powerpoint/2010/main" val="1822511803"/>
              </p:ext>
            </p:extLst>
          </p:nvPr>
        </p:nvGraphicFramePr>
        <p:xfrm>
          <a:off x="2164441" y="4873350"/>
          <a:ext cx="4673600" cy="1828800"/>
        </p:xfrm>
        <a:graphic>
          <a:graphicData uri="http://schemas.openxmlformats.org/drawingml/2006/table">
            <a:tbl>
              <a:tblPr/>
              <a:tblGrid>
                <a:gridCol w="1150937">
                  <a:extLst>
                    <a:ext uri="{9D8B030D-6E8A-4147-A177-3AD203B41FA5}">
                      <a16:colId xmlns:a16="http://schemas.microsoft.com/office/drawing/2014/main" val="3719379449"/>
                    </a:ext>
                  </a:extLst>
                </a:gridCol>
                <a:gridCol w="1150938">
                  <a:extLst>
                    <a:ext uri="{9D8B030D-6E8A-4147-A177-3AD203B41FA5}">
                      <a16:colId xmlns:a16="http://schemas.microsoft.com/office/drawing/2014/main" val="694027405"/>
                    </a:ext>
                  </a:extLst>
                </a:gridCol>
                <a:gridCol w="1150937">
                  <a:extLst>
                    <a:ext uri="{9D8B030D-6E8A-4147-A177-3AD203B41FA5}">
                      <a16:colId xmlns:a16="http://schemas.microsoft.com/office/drawing/2014/main" val="3606025572"/>
                    </a:ext>
                  </a:extLst>
                </a:gridCol>
                <a:gridCol w="1220788">
                  <a:extLst>
                    <a:ext uri="{9D8B030D-6E8A-4147-A177-3AD203B41FA5}">
                      <a16:colId xmlns:a16="http://schemas.microsoft.com/office/drawing/2014/main" val="1807045546"/>
                    </a:ext>
                  </a:extLst>
                </a:gridCol>
              </a:tblGrid>
              <a:tr h="409575">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FF"/>
                          </a:solidFill>
                          <a:effectLst/>
                          <a:latin typeface="Arial" charset="0"/>
                          <a:ea typeface="宋体" pitchFamily="2" charset="-122"/>
                          <a:sym typeface="Symbol" pitchFamily="18" charset="2"/>
                        </a:rPr>
                        <a:t>B</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FF"/>
                          </a:solidFill>
                          <a:effectLst/>
                          <a:latin typeface="Arial" charset="0"/>
                          <a:ea typeface="宋体" pitchFamily="2" charset="-122"/>
                          <a:sym typeface="Symbol" pitchFamily="18" charset="2"/>
                        </a:rPr>
                        <a:t>C</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FF"/>
                          </a:solidFill>
                          <a:effectLst/>
                          <a:latin typeface="Arial" charset="0"/>
                          <a:ea typeface="宋体" pitchFamily="2" charset="-122"/>
                          <a:sym typeface="Symbol" pitchFamily="18" charset="2"/>
                        </a:rPr>
                        <a:t>C</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FF"/>
                          </a:solidFill>
                          <a:effectLst/>
                          <a:latin typeface="Arial" charset="0"/>
                          <a:ea typeface="宋体" pitchFamily="2" charset="-122"/>
                          <a:sym typeface="Symbol" pitchFamily="18" charset="2"/>
                        </a:rPr>
                        <a:t>C</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90392603"/>
                  </a:ext>
                </a:extLst>
              </a:tr>
              <a:tr h="409575">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FF"/>
                          </a:solidFill>
                          <a:effectLst/>
                          <a:latin typeface="Arial" charset="0"/>
                          <a:ea typeface="宋体" pitchFamily="2" charset="-122"/>
                          <a:sym typeface="Symbol" pitchFamily="18" charset="2"/>
                        </a:rPr>
                        <a:t>B</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FF"/>
                          </a:solidFill>
                          <a:effectLst/>
                          <a:latin typeface="Arial" charset="0"/>
                          <a:ea typeface="宋体" pitchFamily="2" charset="-122"/>
                          <a:sym typeface="Symbol" pitchFamily="18" charset="2"/>
                        </a:rPr>
                        <a:t>D</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FF"/>
                          </a:solidFill>
                          <a:effectLst/>
                          <a:latin typeface="Arial" charset="0"/>
                          <a:ea typeface="宋体" pitchFamily="2" charset="-122"/>
                          <a:sym typeface="Symbol" pitchFamily="18" charset="2"/>
                        </a:rPr>
                        <a:t>B</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FF"/>
                          </a:solidFill>
                          <a:effectLst/>
                          <a:latin typeface="Arial" charset="0"/>
                          <a:ea typeface="宋体" pitchFamily="2" charset="-122"/>
                          <a:sym typeface="Symbol" pitchFamily="18" charset="2"/>
                        </a:rPr>
                        <a:t>C</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00677496"/>
                  </a:ext>
                </a:extLst>
              </a:tr>
              <a:tr h="411163">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FF"/>
                          </a:solidFill>
                          <a:effectLst/>
                          <a:latin typeface="Arial" charset="0"/>
                          <a:ea typeface="宋体" pitchFamily="2" charset="-122"/>
                          <a:sym typeface="Symbol" pitchFamily="18" charset="2"/>
                        </a:rPr>
                        <a:t>D</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FF"/>
                          </a:solidFill>
                          <a:effectLst/>
                          <a:latin typeface="Arial" charset="0"/>
                          <a:ea typeface="宋体" pitchFamily="2" charset="-122"/>
                          <a:sym typeface="Symbol" pitchFamily="18" charset="2"/>
                        </a:rPr>
                        <a:t>A</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FF"/>
                          </a:solidFill>
                          <a:effectLst/>
                          <a:latin typeface="Arial" charset="0"/>
                          <a:ea typeface="宋体" pitchFamily="2" charset="-122"/>
                          <a:sym typeface="Symbol" pitchFamily="18" charset="2"/>
                        </a:rPr>
                        <a:t>C</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FF"/>
                          </a:solidFill>
                          <a:effectLst/>
                          <a:latin typeface="Arial" charset="0"/>
                          <a:ea typeface="宋体" pitchFamily="2" charset="-122"/>
                          <a:sym typeface="Symbol" pitchFamily="18" charset="2"/>
                        </a:rPr>
                        <a:t>A</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60271268"/>
                  </a:ext>
                </a:extLst>
              </a:tr>
              <a:tr h="409575">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FF"/>
                          </a:solidFill>
                          <a:effectLst/>
                          <a:latin typeface="Arial" charset="0"/>
                          <a:ea typeface="宋体" pitchFamily="2" charset="-122"/>
                          <a:sym typeface="Symbol" pitchFamily="18" charset="2"/>
                        </a:rPr>
                        <a:t>A</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FF"/>
                          </a:solidFill>
                          <a:effectLst/>
                          <a:latin typeface="Arial" charset="0"/>
                          <a:ea typeface="宋体" pitchFamily="2" charset="-122"/>
                          <a:sym typeface="Symbol" pitchFamily="18" charset="2"/>
                        </a:rPr>
                        <a:t>A</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FF"/>
                          </a:solidFill>
                          <a:effectLst/>
                          <a:latin typeface="Arial" charset="0"/>
                          <a:ea typeface="宋体" pitchFamily="2" charset="-122"/>
                          <a:sym typeface="Symbol" pitchFamily="18" charset="2"/>
                        </a:rPr>
                        <a:t>C</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FF"/>
                          </a:solidFill>
                          <a:effectLst/>
                          <a:latin typeface="Arial" charset="0"/>
                          <a:ea typeface="宋体" pitchFamily="2" charset="-122"/>
                          <a:sym typeface="Symbol" pitchFamily="18" charset="2"/>
                        </a:rPr>
                        <a:t>C</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3358079"/>
                  </a:ext>
                </a:extLst>
              </a:tr>
            </a:tbl>
          </a:graphicData>
        </a:graphic>
      </p:graphicFrame>
      <p:sp>
        <p:nvSpPr>
          <p:cNvPr id="7" name="文本框 6">
            <a:extLst>
              <a:ext uri="{FF2B5EF4-FFF2-40B4-BE49-F238E27FC236}">
                <a16:creationId xmlns:a16="http://schemas.microsoft.com/office/drawing/2014/main" id="{3C718FEE-79E1-6D5A-2F92-A0C38A93A3F0}"/>
              </a:ext>
            </a:extLst>
          </p:cNvPr>
          <p:cNvSpPr txBox="1"/>
          <p:nvPr/>
        </p:nvSpPr>
        <p:spPr>
          <a:xfrm>
            <a:off x="2073880" y="3105674"/>
            <a:ext cx="4805739" cy="461665"/>
          </a:xfrm>
          <a:prstGeom prst="rect">
            <a:avLst/>
          </a:prstGeom>
          <a:noFill/>
        </p:spPr>
        <p:txBody>
          <a:bodyPr wrap="none" rtlCol="0">
            <a:spAutoFit/>
          </a:bodyPr>
          <a:lstStyle/>
          <a:p>
            <a:r>
              <a:rPr kumimoji="1" lang="zh-CN" altLang="en-US" sz="2400" b="0" dirty="0">
                <a:solidFill>
                  <a:srgbClr val="0000FF"/>
                </a:solidFill>
                <a:latin typeface="Arial" panose="020B0604020202020204" pitchFamily="34" charset="0"/>
                <a:ea typeface="+mj-ea"/>
                <a:cs typeface="Arial" panose="020B0604020202020204" pitchFamily="34" charset="0"/>
              </a:rPr>
              <a:t>假设</a:t>
            </a:r>
            <a:r>
              <a:rPr kumimoji="1" lang="en-US" altLang="zh-CN" sz="2400" b="0" dirty="0">
                <a:solidFill>
                  <a:srgbClr val="0000FF"/>
                </a:solidFill>
                <a:latin typeface="Arial" panose="020B0604020202020204" pitchFamily="34" charset="0"/>
                <a:ea typeface="+mj-ea"/>
                <a:cs typeface="Arial" panose="020B0604020202020204" pitchFamily="34" charset="0"/>
              </a:rPr>
              <a:t> 00</a:t>
            </a:r>
            <a:r>
              <a:rPr kumimoji="1" lang="en-US" altLang="zh-CN" sz="2400" b="0" dirty="0">
                <a:solidFill>
                  <a:srgbClr val="0000FF"/>
                </a:solidFill>
                <a:latin typeface="Arial" panose="020B0604020202020204" pitchFamily="34" charset="0"/>
                <a:ea typeface="+mj-ea"/>
                <a:cs typeface="Arial" panose="020B0604020202020204" pitchFamily="34" charset="0"/>
                <a:sym typeface="Wingdings" pitchFamily="2" charset="2"/>
              </a:rPr>
              <a:t>A, 01B, 10C, 11D</a:t>
            </a:r>
            <a:endParaRPr kumimoji="1" lang="zh-CN" altLang="en-US" sz="2400" b="0" dirty="0">
              <a:solidFill>
                <a:srgbClr val="0000FF"/>
              </a:solidFill>
              <a:latin typeface="Arial" panose="020B0604020202020204" pitchFamily="34" charset="0"/>
              <a:ea typeface="+mj-ea"/>
              <a:cs typeface="Arial" panose="020B0604020202020204" pitchFamily="34" charset="0"/>
            </a:endParaRPr>
          </a:p>
        </p:txBody>
      </p:sp>
      <p:graphicFrame>
        <p:nvGraphicFramePr>
          <p:cNvPr id="9" name="表格 8">
            <a:extLst>
              <a:ext uri="{FF2B5EF4-FFF2-40B4-BE49-F238E27FC236}">
                <a16:creationId xmlns:a16="http://schemas.microsoft.com/office/drawing/2014/main" id="{D00BBB53-66DE-66BD-F4FD-9AE611E37BDA}"/>
              </a:ext>
            </a:extLst>
          </p:cNvPr>
          <p:cNvGraphicFramePr>
            <a:graphicFrameLocks noGrp="1"/>
          </p:cNvGraphicFramePr>
          <p:nvPr>
            <p:extLst>
              <p:ext uri="{D42A27DB-BD31-4B8C-83A1-F6EECF244321}">
                <p14:modId xmlns:p14="http://schemas.microsoft.com/office/powerpoint/2010/main" val="458835244"/>
              </p:ext>
            </p:extLst>
          </p:nvPr>
        </p:nvGraphicFramePr>
        <p:xfrm>
          <a:off x="762000" y="4873350"/>
          <a:ext cx="1150937" cy="1828800"/>
        </p:xfrm>
        <a:graphic>
          <a:graphicData uri="http://schemas.openxmlformats.org/drawingml/2006/table">
            <a:tbl>
              <a:tblPr/>
              <a:tblGrid>
                <a:gridCol w="1150937">
                  <a:extLst>
                    <a:ext uri="{9D8B030D-6E8A-4147-A177-3AD203B41FA5}">
                      <a16:colId xmlns:a16="http://schemas.microsoft.com/office/drawing/2014/main" val="293423535"/>
                    </a:ext>
                  </a:extLst>
                </a:gridCol>
              </a:tblGrid>
              <a:tr h="409575">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FF"/>
                          </a:solidFill>
                          <a:effectLst/>
                          <a:latin typeface="Arial" charset="0"/>
                          <a:ea typeface="宋体" pitchFamily="2" charset="-122"/>
                          <a:sym typeface="Symbol" pitchFamily="18" charset="2"/>
                        </a:rPr>
                        <a:t>A</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30007171"/>
                  </a:ext>
                </a:extLst>
              </a:tr>
              <a:tr h="409575">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FF"/>
                          </a:solidFill>
                          <a:effectLst/>
                          <a:latin typeface="Arial" charset="0"/>
                          <a:ea typeface="宋体" pitchFamily="2" charset="-122"/>
                          <a:sym typeface="Symbol" pitchFamily="18" charset="2"/>
                        </a:rPr>
                        <a:t>B</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66655205"/>
                  </a:ext>
                </a:extLst>
              </a:tr>
              <a:tr h="411163">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FF"/>
                          </a:solidFill>
                          <a:effectLst/>
                          <a:latin typeface="Arial" charset="0"/>
                          <a:ea typeface="宋体" pitchFamily="2" charset="-122"/>
                          <a:sym typeface="Symbol" pitchFamily="18" charset="2"/>
                        </a:rPr>
                        <a:t>C</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27446563"/>
                  </a:ext>
                </a:extLst>
              </a:tr>
              <a:tr h="409575">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FF"/>
                          </a:solidFill>
                          <a:effectLst/>
                          <a:latin typeface="Arial" charset="0"/>
                          <a:ea typeface="宋体" pitchFamily="2" charset="-122"/>
                          <a:sym typeface="Symbol" pitchFamily="18" charset="2"/>
                        </a:rPr>
                        <a:t>D</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65280662"/>
                  </a:ext>
                </a:extLst>
              </a:tr>
            </a:tbl>
          </a:graphicData>
        </a:graphic>
      </p:graphicFrame>
      <p:sp>
        <p:nvSpPr>
          <p:cNvPr id="12" name="Rectangle 2">
            <a:extLst>
              <a:ext uri="{FF2B5EF4-FFF2-40B4-BE49-F238E27FC236}">
                <a16:creationId xmlns:a16="http://schemas.microsoft.com/office/drawing/2014/main" id="{63FA08A2-23E1-4B64-01A1-94DE167BDCCC}"/>
              </a:ext>
            </a:extLst>
          </p:cNvPr>
          <p:cNvSpPr>
            <a:spLocks noChangeArrowheads="1"/>
          </p:cNvSpPr>
          <p:nvPr/>
        </p:nvSpPr>
        <p:spPr bwMode="auto">
          <a:xfrm>
            <a:off x="514350" y="1224834"/>
            <a:ext cx="4968952" cy="461665"/>
          </a:xfrm>
          <a:prstGeom prst="rect">
            <a:avLst/>
          </a:prstGeom>
          <a:noFill/>
          <a:ln w="9525">
            <a:noFill/>
            <a:miter lim="800000"/>
            <a:headEnd/>
            <a:tailEnd/>
          </a:ln>
        </p:spPr>
        <p:txBody>
          <a:bodyPr wrap="square">
            <a:spAutoFit/>
          </a:bodyPr>
          <a:lstStyle/>
          <a:p>
            <a:pPr algn="l"/>
            <a:r>
              <a:rPr lang="zh-CN" altLang="en-US" sz="2400" b="0" dirty="0">
                <a:latin typeface="+mn-lt"/>
                <a:ea typeface="SimHei" panose="02010609060101010101" pitchFamily="49" charset="-122"/>
              </a:rPr>
              <a:t>状态转移方程</a:t>
            </a:r>
            <a:r>
              <a:rPr lang="en-US" altLang="zh-CN" sz="2400" b="0" dirty="0">
                <a:latin typeface="+mn-lt"/>
                <a:ea typeface="SimHei" panose="02010609060101010101" pitchFamily="49" charset="-122"/>
              </a:rPr>
              <a:t>(</a:t>
            </a:r>
            <a:r>
              <a:rPr lang="zh-CN" altLang="en-US" sz="2400" b="0" dirty="0">
                <a:latin typeface="+mn-lt"/>
                <a:ea typeface="SimHei" panose="02010609060101010101" pitchFamily="49" charset="-122"/>
              </a:rPr>
              <a:t>重复</a:t>
            </a:r>
            <a:r>
              <a:rPr lang="en-US" altLang="zh-CN" sz="2400" b="0" dirty="0">
                <a:latin typeface="+mn-lt"/>
                <a:ea typeface="SimHei" panose="02010609060101010101" pitchFamily="49" charset="-122"/>
              </a:rPr>
              <a:t>)</a:t>
            </a:r>
          </a:p>
        </p:txBody>
      </p:sp>
      <p:sp>
        <p:nvSpPr>
          <p:cNvPr id="13" name="Rectangle 5">
            <a:extLst>
              <a:ext uri="{FF2B5EF4-FFF2-40B4-BE49-F238E27FC236}">
                <a16:creationId xmlns:a16="http://schemas.microsoft.com/office/drawing/2014/main" id="{0C7C923D-16A0-FC08-D1DE-828BF8719DF8}"/>
              </a:ext>
            </a:extLst>
          </p:cNvPr>
          <p:cNvSpPr>
            <a:spLocks noChangeArrowheads="1"/>
          </p:cNvSpPr>
          <p:nvPr/>
        </p:nvSpPr>
        <p:spPr bwMode="auto">
          <a:xfrm>
            <a:off x="533400" y="2623512"/>
            <a:ext cx="2514602" cy="461665"/>
          </a:xfrm>
          <a:prstGeom prst="rect">
            <a:avLst/>
          </a:prstGeom>
          <a:noFill/>
          <a:ln w="9525">
            <a:noFill/>
            <a:miter lim="800000"/>
            <a:headEnd/>
            <a:tailEnd/>
          </a:ln>
        </p:spPr>
        <p:txBody>
          <a:bodyPr wrap="square">
            <a:spAutoFit/>
          </a:bodyPr>
          <a:lstStyle/>
          <a:p>
            <a:pPr algn="l"/>
            <a:r>
              <a:rPr lang="zh-CN" altLang="en-US" sz="2400" b="0" dirty="0">
                <a:latin typeface="+mn-lt"/>
                <a:ea typeface="SimHei" panose="02010609060101010101" pitchFamily="49" charset="-122"/>
              </a:rPr>
              <a:t>输出方程</a:t>
            </a:r>
            <a:endParaRPr lang="en-US" altLang="zh-CN" sz="2400" b="0" dirty="0">
              <a:latin typeface="+mn-lt"/>
              <a:ea typeface="SimHei" panose="02010609060101010101" pitchFamily="49" charset="-122"/>
            </a:endParaRPr>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4AE2B51A-4364-9F44-6087-61A30CBBC035}"/>
                  </a:ext>
                </a:extLst>
              </p:cNvPr>
              <p:cNvSpPr txBox="1"/>
              <p:nvPr/>
            </p:nvSpPr>
            <p:spPr>
              <a:xfrm>
                <a:off x="2059132" y="1674731"/>
                <a:ext cx="6088142" cy="38266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sz="2400" b="0" i="1" smtClean="0">
                              <a:solidFill>
                                <a:schemeClr val="tx1"/>
                              </a:solidFill>
                              <a:latin typeface="Cambria Math" panose="02040503050406030204" pitchFamily="18" charset="0"/>
                            </a:rPr>
                          </m:ctrlPr>
                        </m:sSubSupPr>
                        <m:e>
                          <m:r>
                            <a:rPr lang="en-US" altLang="zh-CN" sz="2400" b="0" i="1" smtClean="0">
                              <a:solidFill>
                                <a:schemeClr val="tx1"/>
                              </a:solidFill>
                              <a:latin typeface="Cambria Math" panose="02040503050406030204" pitchFamily="18" charset="0"/>
                            </a:rPr>
                            <m:t>𝑄</m:t>
                          </m:r>
                        </m:e>
                        <m:sub>
                          <m:r>
                            <a:rPr lang="en-US" altLang="zh-CN" sz="2400" b="0" i="1" smtClean="0">
                              <a:solidFill>
                                <a:schemeClr val="tx1"/>
                              </a:solidFill>
                              <a:latin typeface="Cambria Math" panose="02040503050406030204" pitchFamily="18" charset="0"/>
                            </a:rPr>
                            <m:t>1</m:t>
                          </m:r>
                        </m:sub>
                        <m:sup>
                          <m:r>
                            <a:rPr lang="en-US" altLang="zh-CN" sz="2400" b="0" i="1" smtClean="0">
                              <a:solidFill>
                                <a:schemeClr val="tx1"/>
                              </a:solidFill>
                              <a:latin typeface="Cambria Math" panose="02040503050406030204" pitchFamily="18" charset="0"/>
                            </a:rPr>
                            <m:t>+</m:t>
                          </m:r>
                        </m:sup>
                      </m:sSubSup>
                      <m:r>
                        <a:rPr lang="en-US" altLang="zh-CN" sz="2400" b="0" i="1" smtClean="0">
                          <a:solidFill>
                            <a:schemeClr val="tx1"/>
                          </a:solidFill>
                          <a:latin typeface="Cambria Math" panose="02040503050406030204" pitchFamily="18" charset="0"/>
                        </a:rPr>
                        <m:t>=</m:t>
                      </m:r>
                      <m:r>
                        <a:rPr lang="en-US" altLang="zh-CN" sz="2400" b="0" i="1" smtClean="0">
                          <a:solidFill>
                            <a:schemeClr val="tx1"/>
                          </a:solidFill>
                          <a:latin typeface="Cambria Math" panose="02040503050406030204" pitchFamily="18" charset="0"/>
                        </a:rPr>
                        <m:t>𝑦</m:t>
                      </m:r>
                      <m:sSub>
                        <m:sSubPr>
                          <m:ctrlPr>
                            <a:rPr lang="en-US" altLang="zh-CN" sz="2400" b="0" i="1">
                              <a:solidFill>
                                <a:schemeClr val="tx1"/>
                              </a:solidFill>
                              <a:latin typeface="Cambria Math" panose="02040503050406030204" pitchFamily="18" charset="0"/>
                            </a:rPr>
                          </m:ctrlPr>
                        </m:sSubPr>
                        <m:e>
                          <m:acc>
                            <m:accPr>
                              <m:chr m:val="̅"/>
                              <m:ctrlPr>
                                <a:rPr lang="en-US" altLang="zh-CN" sz="2400" b="0" i="1">
                                  <a:solidFill>
                                    <a:schemeClr val="tx1"/>
                                  </a:solidFill>
                                  <a:latin typeface="Cambria Math" panose="02040503050406030204" pitchFamily="18" charset="0"/>
                                </a:rPr>
                              </m:ctrlPr>
                            </m:accPr>
                            <m:e>
                              <m:r>
                                <a:rPr lang="en-US" altLang="zh-CN" sz="2400" b="0" i="1">
                                  <a:solidFill>
                                    <a:schemeClr val="tx1"/>
                                  </a:solidFill>
                                  <a:latin typeface="Cambria Math" panose="02040503050406030204" pitchFamily="18" charset="0"/>
                                </a:rPr>
                                <m:t>𝑄</m:t>
                              </m:r>
                            </m:e>
                          </m:acc>
                        </m:e>
                        <m:sub>
                          <m:r>
                            <a:rPr lang="en-US" altLang="zh-CN" sz="2400" b="0" i="1" smtClean="0">
                              <a:solidFill>
                                <a:schemeClr val="tx1"/>
                              </a:solidFill>
                              <a:latin typeface="Cambria Math" panose="02040503050406030204" pitchFamily="18" charset="0"/>
                            </a:rPr>
                            <m:t>1</m:t>
                          </m:r>
                        </m:sub>
                      </m:sSub>
                      <m:r>
                        <a:rPr lang="en-US" altLang="zh-CN" sz="2400" b="0" i="1" smtClean="0">
                          <a:solidFill>
                            <a:schemeClr val="tx1"/>
                          </a:solidFill>
                          <a:latin typeface="Cambria Math" panose="02040503050406030204" pitchFamily="18" charset="0"/>
                        </a:rPr>
                        <m:t>+</m:t>
                      </m:r>
                      <m:r>
                        <a:rPr lang="en-US" altLang="zh-CN" sz="2400" b="0" i="1" smtClean="0">
                          <a:solidFill>
                            <a:schemeClr val="tx1"/>
                          </a:solidFill>
                          <a:latin typeface="Cambria Math" panose="02040503050406030204" pitchFamily="18" charset="0"/>
                        </a:rPr>
                        <m:t>𝑥</m:t>
                      </m:r>
                      <m:sSub>
                        <m:sSubPr>
                          <m:ctrlPr>
                            <a:rPr lang="en-US" altLang="zh-CN" sz="2400" b="0" i="1">
                              <a:solidFill>
                                <a:schemeClr val="tx1"/>
                              </a:solidFill>
                              <a:latin typeface="Cambria Math" panose="02040503050406030204" pitchFamily="18" charset="0"/>
                            </a:rPr>
                          </m:ctrlPr>
                        </m:sSubPr>
                        <m:e>
                          <m:acc>
                            <m:accPr>
                              <m:chr m:val="̅"/>
                              <m:ctrlPr>
                                <a:rPr lang="en-US" altLang="zh-CN" sz="2400" b="0" i="1">
                                  <a:solidFill>
                                    <a:schemeClr val="tx1"/>
                                  </a:solidFill>
                                  <a:latin typeface="Cambria Math" panose="02040503050406030204" pitchFamily="18" charset="0"/>
                                </a:rPr>
                              </m:ctrlPr>
                            </m:accPr>
                            <m:e>
                              <m:r>
                                <a:rPr lang="en-US" altLang="zh-CN" sz="2400" b="0" i="1">
                                  <a:solidFill>
                                    <a:schemeClr val="tx1"/>
                                  </a:solidFill>
                                  <a:latin typeface="Cambria Math" panose="02040503050406030204" pitchFamily="18" charset="0"/>
                                </a:rPr>
                                <m:t>𝑄</m:t>
                              </m:r>
                            </m:e>
                          </m:acc>
                        </m:e>
                        <m:sub>
                          <m:r>
                            <a:rPr lang="en-US" altLang="zh-CN" sz="2400" b="0" i="1" smtClean="0">
                              <a:solidFill>
                                <a:schemeClr val="tx1"/>
                              </a:solidFill>
                              <a:latin typeface="Cambria Math" panose="02040503050406030204" pitchFamily="18" charset="0"/>
                            </a:rPr>
                            <m:t>1</m:t>
                          </m:r>
                        </m:sub>
                      </m:sSub>
                      <m:sSub>
                        <m:sSubPr>
                          <m:ctrlPr>
                            <a:rPr lang="en-US" altLang="zh-CN" sz="2400" b="0" i="1">
                              <a:solidFill>
                                <a:schemeClr val="tx1"/>
                              </a:solidFill>
                              <a:latin typeface="Cambria Math" panose="02040503050406030204" pitchFamily="18" charset="0"/>
                            </a:rPr>
                          </m:ctrlPr>
                        </m:sSubPr>
                        <m:e>
                          <m:acc>
                            <m:accPr>
                              <m:chr m:val="̅"/>
                              <m:ctrlPr>
                                <a:rPr lang="en-US" altLang="zh-CN" sz="2400" b="0" i="1">
                                  <a:solidFill>
                                    <a:schemeClr val="tx1"/>
                                  </a:solidFill>
                                  <a:latin typeface="Cambria Math" panose="02040503050406030204" pitchFamily="18" charset="0"/>
                                </a:rPr>
                              </m:ctrlPr>
                            </m:accPr>
                            <m:e>
                              <m:r>
                                <a:rPr lang="en-US" altLang="zh-CN" sz="2400" b="0" i="1">
                                  <a:solidFill>
                                    <a:schemeClr val="tx1"/>
                                  </a:solidFill>
                                  <a:latin typeface="Cambria Math" panose="02040503050406030204" pitchFamily="18" charset="0"/>
                                </a:rPr>
                                <m:t>𝑄</m:t>
                              </m:r>
                            </m:e>
                          </m:acc>
                        </m:e>
                        <m:sub>
                          <m:r>
                            <a:rPr lang="en-US" altLang="zh-CN" sz="2400" b="0" i="1">
                              <a:solidFill>
                                <a:schemeClr val="tx1"/>
                              </a:solidFill>
                              <a:latin typeface="Cambria Math" panose="02040503050406030204" pitchFamily="18" charset="0"/>
                            </a:rPr>
                            <m:t>2</m:t>
                          </m:r>
                        </m:sub>
                      </m:sSub>
                      <m:r>
                        <a:rPr lang="en-US" altLang="zh-CN" sz="2400" b="0" i="1" smtClean="0">
                          <a:solidFill>
                            <a:schemeClr val="tx1"/>
                          </a:solidFill>
                          <a:latin typeface="Cambria Math" panose="02040503050406030204" pitchFamily="18" charset="0"/>
                        </a:rPr>
                        <m:t>+</m:t>
                      </m:r>
                      <m:r>
                        <a:rPr lang="en-US" altLang="zh-CN" sz="2400" b="0" i="1" smtClean="0">
                          <a:solidFill>
                            <a:schemeClr val="tx1"/>
                          </a:solidFill>
                          <a:latin typeface="Cambria Math" panose="02040503050406030204" pitchFamily="18" charset="0"/>
                        </a:rPr>
                        <m:t>𝑥</m:t>
                      </m:r>
                      <m:acc>
                        <m:accPr>
                          <m:chr m:val="̅"/>
                          <m:ctrlPr>
                            <a:rPr lang="en-US" altLang="zh-CN" sz="2400" b="0" i="1" smtClean="0">
                              <a:solidFill>
                                <a:schemeClr val="tx1"/>
                              </a:solidFill>
                              <a:latin typeface="Cambria Math" panose="02040503050406030204" pitchFamily="18" charset="0"/>
                            </a:rPr>
                          </m:ctrlPr>
                        </m:accPr>
                        <m:e>
                          <m:r>
                            <a:rPr lang="en-US" altLang="zh-CN" sz="2400" b="0" i="1" smtClean="0">
                              <a:solidFill>
                                <a:schemeClr val="tx1"/>
                              </a:solidFill>
                              <a:latin typeface="Cambria Math" panose="02040503050406030204" pitchFamily="18" charset="0"/>
                            </a:rPr>
                            <m:t>𝑦</m:t>
                          </m:r>
                        </m:e>
                      </m:acc>
                      <m:sSub>
                        <m:sSubPr>
                          <m:ctrlPr>
                            <a:rPr lang="en-US" altLang="zh-CN" sz="2400" b="0" i="1" smtClean="0">
                              <a:solidFill>
                                <a:schemeClr val="tx1"/>
                              </a:solidFill>
                              <a:latin typeface="Cambria Math" panose="02040503050406030204" pitchFamily="18" charset="0"/>
                            </a:rPr>
                          </m:ctrlPr>
                        </m:sSubPr>
                        <m:e>
                          <m:r>
                            <a:rPr lang="en-US" altLang="zh-CN" sz="2400" b="0" i="1" smtClean="0">
                              <a:solidFill>
                                <a:schemeClr val="tx1"/>
                              </a:solidFill>
                              <a:latin typeface="Cambria Math" panose="02040503050406030204" pitchFamily="18" charset="0"/>
                            </a:rPr>
                            <m:t>𝑄</m:t>
                          </m:r>
                        </m:e>
                        <m:sub>
                          <m:r>
                            <a:rPr lang="en-US" altLang="zh-CN" sz="2400" b="0" i="1" smtClean="0">
                              <a:solidFill>
                                <a:schemeClr val="tx1"/>
                              </a:solidFill>
                              <a:latin typeface="Cambria Math" panose="02040503050406030204" pitchFamily="18" charset="0"/>
                            </a:rPr>
                            <m:t>1</m:t>
                          </m:r>
                        </m:sub>
                      </m:sSub>
                      <m:r>
                        <a:rPr lang="en-US" altLang="zh-CN" sz="2400" b="0" i="1" smtClean="0">
                          <a:solidFill>
                            <a:schemeClr val="tx1"/>
                          </a:solidFill>
                          <a:latin typeface="Cambria Math" panose="02040503050406030204" pitchFamily="18" charset="0"/>
                        </a:rPr>
                        <m:t>+</m:t>
                      </m:r>
                      <m:r>
                        <a:rPr lang="en-US" altLang="zh-CN" sz="2400" b="0" i="1" smtClean="0">
                          <a:solidFill>
                            <a:schemeClr val="tx1"/>
                          </a:solidFill>
                          <a:latin typeface="Cambria Math" panose="02040503050406030204" pitchFamily="18" charset="0"/>
                        </a:rPr>
                        <m:t>𝑥</m:t>
                      </m:r>
                      <m:sSub>
                        <m:sSubPr>
                          <m:ctrlPr>
                            <a:rPr lang="en-US" altLang="zh-CN" sz="2400" b="0" i="1" smtClean="0">
                              <a:solidFill>
                                <a:schemeClr val="tx1"/>
                              </a:solidFill>
                              <a:latin typeface="Cambria Math" panose="02040503050406030204" pitchFamily="18" charset="0"/>
                            </a:rPr>
                          </m:ctrlPr>
                        </m:sSubPr>
                        <m:e>
                          <m:r>
                            <a:rPr lang="en-US" altLang="zh-CN" sz="2400" b="0" i="1" smtClean="0">
                              <a:solidFill>
                                <a:schemeClr val="tx1"/>
                              </a:solidFill>
                              <a:latin typeface="Cambria Math" panose="02040503050406030204" pitchFamily="18" charset="0"/>
                            </a:rPr>
                            <m:t>𝑄</m:t>
                          </m:r>
                        </m:e>
                        <m:sub>
                          <m:r>
                            <a:rPr lang="en-US" altLang="zh-CN" sz="2400" b="0" i="1" smtClean="0">
                              <a:solidFill>
                                <a:schemeClr val="tx1"/>
                              </a:solidFill>
                              <a:latin typeface="Cambria Math" panose="02040503050406030204" pitchFamily="18" charset="0"/>
                            </a:rPr>
                            <m:t>1</m:t>
                          </m:r>
                        </m:sub>
                      </m:sSub>
                      <m:sSub>
                        <m:sSubPr>
                          <m:ctrlPr>
                            <a:rPr lang="en-US" altLang="zh-CN" sz="2400" b="0" i="1" smtClean="0">
                              <a:solidFill>
                                <a:schemeClr val="tx1"/>
                              </a:solidFill>
                              <a:latin typeface="Cambria Math" panose="02040503050406030204" pitchFamily="18" charset="0"/>
                            </a:rPr>
                          </m:ctrlPr>
                        </m:sSubPr>
                        <m:e>
                          <m:r>
                            <a:rPr lang="en-US" altLang="zh-CN" sz="2400" b="0" i="1" smtClean="0">
                              <a:solidFill>
                                <a:schemeClr val="tx1"/>
                              </a:solidFill>
                              <a:latin typeface="Cambria Math" panose="02040503050406030204" pitchFamily="18" charset="0"/>
                            </a:rPr>
                            <m:t>𝑄</m:t>
                          </m:r>
                        </m:e>
                        <m:sub>
                          <m:r>
                            <a:rPr lang="en-US" altLang="zh-CN" sz="2400" b="0" i="1" smtClean="0">
                              <a:solidFill>
                                <a:schemeClr val="tx1"/>
                              </a:solidFill>
                              <a:latin typeface="Cambria Math" panose="02040503050406030204" pitchFamily="18" charset="0"/>
                            </a:rPr>
                            <m:t>2</m:t>
                          </m:r>
                        </m:sub>
                      </m:sSub>
                      <m:r>
                        <a:rPr lang="en-US" altLang="zh-CN" sz="2400" b="0" i="1" smtClean="0">
                          <a:solidFill>
                            <a:schemeClr val="tx1"/>
                          </a:solidFill>
                          <a:latin typeface="Cambria Math" panose="02040503050406030204" pitchFamily="18" charset="0"/>
                        </a:rPr>
                        <m:t>+</m:t>
                      </m:r>
                      <m:acc>
                        <m:accPr>
                          <m:chr m:val="̅"/>
                          <m:ctrlPr>
                            <a:rPr lang="en-US" altLang="zh-CN" sz="2400" b="0" i="1" smtClean="0">
                              <a:solidFill>
                                <a:schemeClr val="tx1"/>
                              </a:solidFill>
                              <a:latin typeface="Cambria Math" panose="02040503050406030204" pitchFamily="18" charset="0"/>
                            </a:rPr>
                          </m:ctrlPr>
                        </m:accPr>
                        <m:e>
                          <m:r>
                            <a:rPr lang="en-US" altLang="zh-CN" sz="2400" b="0" i="1" smtClean="0">
                              <a:solidFill>
                                <a:schemeClr val="tx1"/>
                              </a:solidFill>
                              <a:latin typeface="Cambria Math" panose="02040503050406030204" pitchFamily="18" charset="0"/>
                            </a:rPr>
                            <m:t>𝑦</m:t>
                          </m:r>
                        </m:e>
                      </m:acc>
                      <m:sSub>
                        <m:sSubPr>
                          <m:ctrlPr>
                            <a:rPr lang="en-US" altLang="zh-CN" sz="2400" b="0" i="1" smtClean="0">
                              <a:solidFill>
                                <a:schemeClr val="tx1"/>
                              </a:solidFill>
                              <a:latin typeface="Cambria Math" panose="02040503050406030204" pitchFamily="18" charset="0"/>
                            </a:rPr>
                          </m:ctrlPr>
                        </m:sSubPr>
                        <m:e>
                          <m:r>
                            <a:rPr lang="en-US" altLang="zh-CN" sz="2400" b="0" i="1" smtClean="0">
                              <a:solidFill>
                                <a:schemeClr val="tx1"/>
                              </a:solidFill>
                              <a:latin typeface="Cambria Math" panose="02040503050406030204" pitchFamily="18" charset="0"/>
                            </a:rPr>
                            <m:t>𝑄</m:t>
                          </m:r>
                        </m:e>
                        <m:sub>
                          <m:r>
                            <a:rPr lang="en-US" altLang="zh-CN" sz="2400" b="0" i="1" smtClean="0">
                              <a:solidFill>
                                <a:schemeClr val="tx1"/>
                              </a:solidFill>
                              <a:latin typeface="Cambria Math" panose="02040503050406030204" pitchFamily="18" charset="0"/>
                            </a:rPr>
                            <m:t>1</m:t>
                          </m:r>
                        </m:sub>
                      </m:sSub>
                      <m:sSub>
                        <m:sSubPr>
                          <m:ctrlPr>
                            <a:rPr lang="en-US" altLang="zh-CN" sz="2400" b="0" i="1">
                              <a:solidFill>
                                <a:schemeClr val="tx1"/>
                              </a:solidFill>
                              <a:latin typeface="Cambria Math" panose="02040503050406030204" pitchFamily="18" charset="0"/>
                            </a:rPr>
                          </m:ctrlPr>
                        </m:sSubPr>
                        <m:e>
                          <m:acc>
                            <m:accPr>
                              <m:chr m:val="̅"/>
                              <m:ctrlPr>
                                <a:rPr lang="en-US" altLang="zh-CN" sz="2400" b="0" i="1">
                                  <a:solidFill>
                                    <a:schemeClr val="tx1"/>
                                  </a:solidFill>
                                  <a:latin typeface="Cambria Math" panose="02040503050406030204" pitchFamily="18" charset="0"/>
                                </a:rPr>
                              </m:ctrlPr>
                            </m:accPr>
                            <m:e>
                              <m:r>
                                <a:rPr lang="en-US" altLang="zh-CN" sz="2400" b="0" i="1">
                                  <a:solidFill>
                                    <a:schemeClr val="tx1"/>
                                  </a:solidFill>
                                  <a:latin typeface="Cambria Math" panose="02040503050406030204" pitchFamily="18" charset="0"/>
                                </a:rPr>
                                <m:t>𝑄</m:t>
                              </m:r>
                            </m:e>
                          </m:acc>
                        </m:e>
                        <m:sub>
                          <m:r>
                            <a:rPr lang="en-US" altLang="zh-CN" sz="2400" b="0" i="1">
                              <a:solidFill>
                                <a:schemeClr val="tx1"/>
                              </a:solidFill>
                              <a:latin typeface="Cambria Math" panose="02040503050406030204" pitchFamily="18" charset="0"/>
                            </a:rPr>
                            <m:t>2</m:t>
                          </m:r>
                        </m:sub>
                      </m:sSub>
                    </m:oMath>
                  </m:oMathPara>
                </a14:m>
                <a:endParaRPr lang="en-US" altLang="zh-CN" sz="2400" b="0" dirty="0">
                  <a:solidFill>
                    <a:schemeClr val="tx1"/>
                  </a:solidFill>
                  <a:latin typeface="+mn-lt"/>
                </a:endParaRPr>
              </a:p>
            </p:txBody>
          </p:sp>
        </mc:Choice>
        <mc:Fallback xmlns="">
          <p:sp>
            <p:nvSpPr>
              <p:cNvPr id="14" name="文本框 13">
                <a:extLst>
                  <a:ext uri="{FF2B5EF4-FFF2-40B4-BE49-F238E27FC236}">
                    <a16:creationId xmlns:a16="http://schemas.microsoft.com/office/drawing/2014/main" id="{4AE2B51A-4364-9F44-6087-61A30CBBC035}"/>
                  </a:ext>
                </a:extLst>
              </p:cNvPr>
              <p:cNvSpPr txBox="1">
                <a:spLocks noRot="1" noChangeAspect="1" noMove="1" noResize="1" noEditPoints="1" noAdjustHandles="1" noChangeArrowheads="1" noChangeShapeType="1" noTextEdit="1"/>
              </p:cNvSpPr>
              <p:nvPr/>
            </p:nvSpPr>
            <p:spPr>
              <a:xfrm>
                <a:off x="2059132" y="1674731"/>
                <a:ext cx="6088142" cy="382669"/>
              </a:xfrm>
              <a:prstGeom prst="rect">
                <a:avLst/>
              </a:prstGeom>
              <a:blipFill>
                <a:blip r:embed="rId3"/>
                <a:stretch>
                  <a:fillRect l="-1042" b="-19355"/>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BDEDCD37-DF1B-C5CB-40A7-D393866ED475}"/>
                  </a:ext>
                </a:extLst>
              </p:cNvPr>
              <p:cNvSpPr txBox="1"/>
              <p:nvPr/>
            </p:nvSpPr>
            <p:spPr>
              <a:xfrm>
                <a:off x="2062595" y="2131931"/>
                <a:ext cx="4220514" cy="38266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sz="2400" b="0" i="1" smtClean="0">
                              <a:solidFill>
                                <a:schemeClr val="tx1"/>
                              </a:solidFill>
                              <a:latin typeface="Cambria Math" panose="02040503050406030204" pitchFamily="18" charset="0"/>
                            </a:rPr>
                          </m:ctrlPr>
                        </m:sSubSupPr>
                        <m:e>
                          <m:r>
                            <a:rPr lang="en-US" altLang="zh-CN" sz="2400" b="0" i="1" smtClean="0">
                              <a:solidFill>
                                <a:schemeClr val="tx1"/>
                              </a:solidFill>
                              <a:latin typeface="Cambria Math" panose="02040503050406030204" pitchFamily="18" charset="0"/>
                            </a:rPr>
                            <m:t>𝑄</m:t>
                          </m:r>
                        </m:e>
                        <m:sub>
                          <m:r>
                            <a:rPr lang="en-US" altLang="zh-CN" sz="2400" b="0" i="1" smtClean="0">
                              <a:solidFill>
                                <a:schemeClr val="tx1"/>
                              </a:solidFill>
                              <a:latin typeface="Cambria Math" panose="02040503050406030204" pitchFamily="18" charset="0"/>
                            </a:rPr>
                            <m:t>2</m:t>
                          </m:r>
                        </m:sub>
                        <m:sup>
                          <m:r>
                            <a:rPr lang="en-US" altLang="zh-CN" sz="2400" b="0" i="1" smtClean="0">
                              <a:solidFill>
                                <a:schemeClr val="tx1"/>
                              </a:solidFill>
                              <a:latin typeface="Cambria Math" panose="02040503050406030204" pitchFamily="18" charset="0"/>
                            </a:rPr>
                            <m:t>+</m:t>
                          </m:r>
                        </m:sup>
                      </m:sSubSup>
                      <m:r>
                        <a:rPr lang="en-US" altLang="zh-CN" sz="2400" b="0" i="1" smtClean="0">
                          <a:solidFill>
                            <a:schemeClr val="tx1"/>
                          </a:solidFill>
                          <a:latin typeface="Cambria Math" panose="02040503050406030204" pitchFamily="18" charset="0"/>
                        </a:rPr>
                        <m:t>=</m:t>
                      </m:r>
                      <m:acc>
                        <m:accPr>
                          <m:chr m:val="̅"/>
                          <m:ctrlPr>
                            <a:rPr lang="en-US" altLang="zh-CN" sz="2400" b="0" i="1">
                              <a:solidFill>
                                <a:schemeClr val="tx1"/>
                              </a:solidFill>
                              <a:latin typeface="Cambria Math" panose="02040503050406030204" pitchFamily="18" charset="0"/>
                            </a:rPr>
                          </m:ctrlPr>
                        </m:accPr>
                        <m:e>
                          <m:r>
                            <a:rPr lang="en-US" altLang="zh-CN" sz="2400" b="0" i="1">
                              <a:solidFill>
                                <a:schemeClr val="tx1"/>
                              </a:solidFill>
                              <a:latin typeface="Cambria Math" panose="02040503050406030204" pitchFamily="18" charset="0"/>
                            </a:rPr>
                            <m:t>𝑥</m:t>
                          </m:r>
                        </m:e>
                      </m:acc>
                      <m:r>
                        <a:rPr lang="en-US" altLang="zh-CN" sz="2400" b="0" i="1">
                          <a:solidFill>
                            <a:schemeClr val="tx1"/>
                          </a:solidFill>
                          <a:latin typeface="Cambria Math" panose="02040503050406030204" pitchFamily="18" charset="0"/>
                          <a:ea typeface="Cambria Math" panose="02040503050406030204" pitchFamily="18" charset="0"/>
                        </a:rPr>
                        <m:t>⋅</m:t>
                      </m:r>
                      <m:acc>
                        <m:accPr>
                          <m:chr m:val="̅"/>
                          <m:ctrlPr>
                            <a:rPr lang="en-US" altLang="zh-CN" sz="2400" b="0" i="1">
                              <a:solidFill>
                                <a:schemeClr val="tx1"/>
                              </a:solidFill>
                              <a:latin typeface="Cambria Math" panose="02040503050406030204" pitchFamily="18" charset="0"/>
                              <a:ea typeface="Cambria Math" panose="02040503050406030204" pitchFamily="18" charset="0"/>
                            </a:rPr>
                          </m:ctrlPr>
                        </m:accPr>
                        <m:e>
                          <m:r>
                            <a:rPr lang="en-US" altLang="zh-CN" sz="2400" b="0" i="1">
                              <a:solidFill>
                                <a:schemeClr val="tx1"/>
                              </a:solidFill>
                              <a:latin typeface="Cambria Math" panose="02040503050406030204" pitchFamily="18" charset="0"/>
                              <a:ea typeface="Cambria Math" panose="02040503050406030204" pitchFamily="18" charset="0"/>
                            </a:rPr>
                            <m:t>𝑦</m:t>
                          </m:r>
                        </m:e>
                      </m:acc>
                      <m:sSub>
                        <m:sSubPr>
                          <m:ctrlPr>
                            <a:rPr lang="en-US" altLang="zh-CN" sz="2400" b="0" i="1">
                              <a:solidFill>
                                <a:schemeClr val="tx1"/>
                              </a:solidFill>
                              <a:latin typeface="Cambria Math" panose="02040503050406030204" pitchFamily="18" charset="0"/>
                            </a:rPr>
                          </m:ctrlPr>
                        </m:sSubPr>
                        <m:e>
                          <m:acc>
                            <m:accPr>
                              <m:chr m:val="̅"/>
                              <m:ctrlPr>
                                <a:rPr lang="en-US" altLang="zh-CN" sz="2400" b="0" i="1">
                                  <a:solidFill>
                                    <a:schemeClr val="tx1"/>
                                  </a:solidFill>
                                  <a:latin typeface="Cambria Math" panose="02040503050406030204" pitchFamily="18" charset="0"/>
                                </a:rPr>
                              </m:ctrlPr>
                            </m:accPr>
                            <m:e>
                              <m:r>
                                <a:rPr lang="en-US" altLang="zh-CN" sz="2400" b="0" i="1">
                                  <a:solidFill>
                                    <a:schemeClr val="tx1"/>
                                  </a:solidFill>
                                  <a:latin typeface="Cambria Math" panose="02040503050406030204" pitchFamily="18" charset="0"/>
                                </a:rPr>
                                <m:t>𝑄</m:t>
                              </m:r>
                            </m:e>
                          </m:acc>
                        </m:e>
                        <m:sub>
                          <m:r>
                            <a:rPr lang="en-US" altLang="zh-CN" sz="2400" b="0" i="1">
                              <a:solidFill>
                                <a:schemeClr val="tx1"/>
                              </a:solidFill>
                              <a:latin typeface="Cambria Math" panose="02040503050406030204" pitchFamily="18" charset="0"/>
                            </a:rPr>
                            <m:t>2</m:t>
                          </m:r>
                        </m:sub>
                      </m:sSub>
                      <m:r>
                        <a:rPr lang="en-US" altLang="zh-CN" sz="2400" b="0" i="1" smtClean="0">
                          <a:solidFill>
                            <a:schemeClr val="tx1"/>
                          </a:solidFill>
                          <a:latin typeface="Cambria Math" panose="02040503050406030204" pitchFamily="18" charset="0"/>
                        </a:rPr>
                        <m:t>+</m:t>
                      </m:r>
                      <m:acc>
                        <m:accPr>
                          <m:chr m:val="̅"/>
                          <m:ctrlPr>
                            <a:rPr lang="en-US" altLang="zh-CN" sz="2400" b="0" i="1">
                              <a:solidFill>
                                <a:schemeClr val="tx1"/>
                              </a:solidFill>
                              <a:latin typeface="Cambria Math" panose="02040503050406030204" pitchFamily="18" charset="0"/>
                            </a:rPr>
                          </m:ctrlPr>
                        </m:accPr>
                        <m:e>
                          <m:r>
                            <a:rPr lang="en-US" altLang="zh-CN" sz="2400" b="0" i="1">
                              <a:solidFill>
                                <a:schemeClr val="tx1"/>
                              </a:solidFill>
                              <a:latin typeface="Cambria Math" panose="02040503050406030204" pitchFamily="18" charset="0"/>
                            </a:rPr>
                            <m:t>𝑥</m:t>
                          </m:r>
                        </m:e>
                      </m:acc>
                      <m:sSub>
                        <m:sSubPr>
                          <m:ctrlPr>
                            <a:rPr lang="en-US" altLang="zh-CN" sz="2400" b="0" i="1">
                              <a:solidFill>
                                <a:schemeClr val="tx1"/>
                              </a:solidFill>
                              <a:latin typeface="Cambria Math" panose="02040503050406030204" pitchFamily="18" charset="0"/>
                            </a:rPr>
                          </m:ctrlPr>
                        </m:sSubPr>
                        <m:e>
                          <m:acc>
                            <m:accPr>
                              <m:chr m:val="̅"/>
                              <m:ctrlPr>
                                <a:rPr lang="en-US" altLang="zh-CN" sz="2400" b="0" i="1">
                                  <a:solidFill>
                                    <a:schemeClr val="tx1"/>
                                  </a:solidFill>
                                  <a:latin typeface="Cambria Math" panose="02040503050406030204" pitchFamily="18" charset="0"/>
                                </a:rPr>
                              </m:ctrlPr>
                            </m:accPr>
                            <m:e>
                              <m:r>
                                <a:rPr lang="en-US" altLang="zh-CN" sz="2400" b="0" i="1">
                                  <a:solidFill>
                                    <a:schemeClr val="tx1"/>
                                  </a:solidFill>
                                  <a:latin typeface="Cambria Math" panose="02040503050406030204" pitchFamily="18" charset="0"/>
                                </a:rPr>
                                <m:t>𝑄</m:t>
                              </m:r>
                            </m:e>
                          </m:acc>
                        </m:e>
                        <m:sub>
                          <m:r>
                            <a:rPr lang="en-US" altLang="zh-CN" sz="2400" b="0" i="1">
                              <a:solidFill>
                                <a:schemeClr val="tx1"/>
                              </a:solidFill>
                              <a:latin typeface="Cambria Math" panose="02040503050406030204" pitchFamily="18" charset="0"/>
                            </a:rPr>
                            <m:t>1</m:t>
                          </m:r>
                        </m:sub>
                      </m:sSub>
                      <m:sSub>
                        <m:sSubPr>
                          <m:ctrlPr>
                            <a:rPr lang="en-US" altLang="zh-CN" sz="2400" b="0" i="1">
                              <a:solidFill>
                                <a:schemeClr val="tx1"/>
                              </a:solidFill>
                              <a:latin typeface="Cambria Math" panose="02040503050406030204" pitchFamily="18" charset="0"/>
                            </a:rPr>
                          </m:ctrlPr>
                        </m:sSubPr>
                        <m:e>
                          <m:r>
                            <a:rPr lang="en-US" altLang="zh-CN" sz="2400" b="0" i="1">
                              <a:solidFill>
                                <a:schemeClr val="tx1"/>
                              </a:solidFill>
                              <a:latin typeface="Cambria Math" panose="02040503050406030204" pitchFamily="18" charset="0"/>
                            </a:rPr>
                            <m:t>𝑄</m:t>
                          </m:r>
                        </m:e>
                        <m:sub>
                          <m:r>
                            <a:rPr lang="en-US" altLang="zh-CN" sz="2400" b="0" i="1">
                              <a:solidFill>
                                <a:schemeClr val="tx1"/>
                              </a:solidFill>
                              <a:latin typeface="Cambria Math" panose="02040503050406030204" pitchFamily="18" charset="0"/>
                            </a:rPr>
                            <m:t>2</m:t>
                          </m:r>
                        </m:sub>
                      </m:sSub>
                      <m:r>
                        <a:rPr lang="en-US" altLang="zh-CN" sz="2400" b="0" i="1" smtClean="0">
                          <a:solidFill>
                            <a:schemeClr val="tx1"/>
                          </a:solidFill>
                          <a:latin typeface="Cambria Math" panose="02040503050406030204" pitchFamily="18" charset="0"/>
                        </a:rPr>
                        <m:t>+</m:t>
                      </m:r>
                      <m:acc>
                        <m:accPr>
                          <m:chr m:val="̅"/>
                          <m:ctrlPr>
                            <a:rPr lang="en-US" altLang="zh-CN" sz="2400" b="0" i="1" smtClean="0">
                              <a:solidFill>
                                <a:schemeClr val="tx1"/>
                              </a:solidFill>
                              <a:latin typeface="Cambria Math" panose="02040503050406030204" pitchFamily="18" charset="0"/>
                            </a:rPr>
                          </m:ctrlPr>
                        </m:accPr>
                        <m:e>
                          <m:r>
                            <a:rPr lang="en-US" altLang="zh-CN" sz="2400" b="0" i="1" smtClean="0">
                              <a:solidFill>
                                <a:schemeClr val="tx1"/>
                              </a:solidFill>
                              <a:latin typeface="Cambria Math" panose="02040503050406030204" pitchFamily="18" charset="0"/>
                            </a:rPr>
                            <m:t>𝑦</m:t>
                          </m:r>
                        </m:e>
                      </m:acc>
                      <m:sSub>
                        <m:sSubPr>
                          <m:ctrlPr>
                            <a:rPr lang="en-US" altLang="zh-CN" sz="2400" b="0" i="1" smtClean="0">
                              <a:solidFill>
                                <a:schemeClr val="tx1"/>
                              </a:solidFill>
                              <a:latin typeface="Cambria Math" panose="02040503050406030204" pitchFamily="18" charset="0"/>
                            </a:rPr>
                          </m:ctrlPr>
                        </m:sSubPr>
                        <m:e>
                          <m:sSub>
                            <m:sSubPr>
                              <m:ctrlPr>
                                <a:rPr lang="en-US" altLang="zh-CN" sz="2400" b="0" i="1">
                                  <a:solidFill>
                                    <a:schemeClr val="tx1"/>
                                  </a:solidFill>
                                  <a:latin typeface="Cambria Math" panose="02040503050406030204" pitchFamily="18" charset="0"/>
                                </a:rPr>
                              </m:ctrlPr>
                            </m:sSubPr>
                            <m:e>
                              <m:acc>
                                <m:accPr>
                                  <m:chr m:val="̅"/>
                                  <m:ctrlPr>
                                    <a:rPr lang="en-US" altLang="zh-CN" sz="2400" b="0" i="1">
                                      <a:solidFill>
                                        <a:schemeClr val="tx1"/>
                                      </a:solidFill>
                                      <a:latin typeface="Cambria Math" panose="02040503050406030204" pitchFamily="18" charset="0"/>
                                    </a:rPr>
                                  </m:ctrlPr>
                                </m:accPr>
                                <m:e>
                                  <m:r>
                                    <a:rPr lang="en-US" altLang="zh-CN" sz="2400" b="0" i="1">
                                      <a:solidFill>
                                        <a:schemeClr val="tx1"/>
                                      </a:solidFill>
                                      <a:latin typeface="Cambria Math" panose="02040503050406030204" pitchFamily="18" charset="0"/>
                                    </a:rPr>
                                    <m:t>𝑄</m:t>
                                  </m:r>
                                </m:e>
                              </m:acc>
                            </m:e>
                            <m:sub>
                              <m:r>
                                <a:rPr lang="en-US" altLang="zh-CN" sz="2400" b="0" i="1">
                                  <a:solidFill>
                                    <a:schemeClr val="tx1"/>
                                  </a:solidFill>
                                  <a:latin typeface="Cambria Math" panose="02040503050406030204" pitchFamily="18" charset="0"/>
                                </a:rPr>
                                <m:t>1</m:t>
                              </m:r>
                            </m:sub>
                          </m:sSub>
                          <m:r>
                            <a:rPr lang="en-US" altLang="zh-CN" sz="2400" b="0" i="1" smtClean="0">
                              <a:solidFill>
                                <a:schemeClr val="tx1"/>
                              </a:solidFill>
                              <a:latin typeface="Cambria Math" panose="02040503050406030204" pitchFamily="18" charset="0"/>
                            </a:rPr>
                            <m:t>𝑄</m:t>
                          </m:r>
                        </m:e>
                        <m:sub>
                          <m:r>
                            <a:rPr lang="en-US" altLang="zh-CN" sz="2400" b="0" i="1" smtClean="0">
                              <a:solidFill>
                                <a:schemeClr val="tx1"/>
                              </a:solidFill>
                              <a:latin typeface="Cambria Math" panose="02040503050406030204" pitchFamily="18" charset="0"/>
                            </a:rPr>
                            <m:t>2</m:t>
                          </m:r>
                        </m:sub>
                      </m:sSub>
                    </m:oMath>
                  </m:oMathPara>
                </a14:m>
                <a:endParaRPr lang="en-US" altLang="zh-CN" sz="2400" b="0" dirty="0">
                  <a:solidFill>
                    <a:schemeClr val="tx1"/>
                  </a:solidFill>
                  <a:latin typeface="+mn-lt"/>
                </a:endParaRPr>
              </a:p>
            </p:txBody>
          </p:sp>
        </mc:Choice>
        <mc:Fallback xmlns="">
          <p:sp>
            <p:nvSpPr>
              <p:cNvPr id="15" name="文本框 14">
                <a:extLst>
                  <a:ext uri="{FF2B5EF4-FFF2-40B4-BE49-F238E27FC236}">
                    <a16:creationId xmlns:a16="http://schemas.microsoft.com/office/drawing/2014/main" id="{BDEDCD37-DF1B-C5CB-40A7-D393866ED475}"/>
                  </a:ext>
                </a:extLst>
              </p:cNvPr>
              <p:cNvSpPr txBox="1">
                <a:spLocks noRot="1" noChangeAspect="1" noMove="1" noResize="1" noEditPoints="1" noAdjustHandles="1" noChangeArrowheads="1" noChangeShapeType="1" noTextEdit="1"/>
              </p:cNvSpPr>
              <p:nvPr/>
            </p:nvSpPr>
            <p:spPr>
              <a:xfrm>
                <a:off x="2062595" y="2131931"/>
                <a:ext cx="4220514" cy="382669"/>
              </a:xfrm>
              <a:prstGeom prst="rect">
                <a:avLst/>
              </a:prstGeom>
              <a:blipFill>
                <a:blip r:embed="rId4"/>
                <a:stretch>
                  <a:fillRect l="-1802" b="-22581"/>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4BFB51D4-4F74-B772-91E3-A7CB4024EE7A}"/>
                  </a:ext>
                </a:extLst>
              </p:cNvPr>
              <p:cNvSpPr txBox="1"/>
              <p:nvPr/>
            </p:nvSpPr>
            <p:spPr>
              <a:xfrm>
                <a:off x="3110795" y="2677899"/>
                <a:ext cx="2179828" cy="3701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solidFill>
                            <a:schemeClr val="tx1"/>
                          </a:solidFill>
                          <a:latin typeface="Cambria Math" panose="02040503050406030204" pitchFamily="18" charset="0"/>
                        </a:rPr>
                        <m:t>𝑧</m:t>
                      </m:r>
                      <m:r>
                        <a:rPr lang="en-US" altLang="zh-CN" sz="2400" b="0" i="1" smtClean="0">
                          <a:solidFill>
                            <a:schemeClr val="tx1"/>
                          </a:solidFill>
                          <a:latin typeface="Cambria Math" panose="02040503050406030204" pitchFamily="18" charset="0"/>
                        </a:rPr>
                        <m:t>=</m:t>
                      </m:r>
                      <m:acc>
                        <m:accPr>
                          <m:chr m:val="̅"/>
                          <m:ctrlPr>
                            <a:rPr lang="en-US" altLang="zh-CN" sz="2400" b="0" i="1">
                              <a:solidFill>
                                <a:schemeClr val="tx1"/>
                              </a:solidFill>
                              <a:latin typeface="Cambria Math" panose="02040503050406030204" pitchFamily="18" charset="0"/>
                            </a:rPr>
                          </m:ctrlPr>
                        </m:accPr>
                        <m:e>
                          <m:r>
                            <a:rPr lang="en-US" altLang="zh-CN" sz="2400" b="0" i="1">
                              <a:solidFill>
                                <a:schemeClr val="tx1"/>
                              </a:solidFill>
                              <a:latin typeface="Cambria Math" panose="02040503050406030204" pitchFamily="18" charset="0"/>
                            </a:rPr>
                            <m:t>𝑥</m:t>
                          </m:r>
                        </m:e>
                      </m:acc>
                      <m:sSub>
                        <m:sSubPr>
                          <m:ctrlPr>
                            <a:rPr lang="en-US" altLang="zh-CN" sz="2400" b="0" i="1">
                              <a:solidFill>
                                <a:schemeClr val="tx1"/>
                              </a:solidFill>
                              <a:latin typeface="Cambria Math" panose="02040503050406030204" pitchFamily="18" charset="0"/>
                            </a:rPr>
                          </m:ctrlPr>
                        </m:sSubPr>
                        <m:e>
                          <m:acc>
                            <m:accPr>
                              <m:chr m:val="̅"/>
                              <m:ctrlPr>
                                <a:rPr lang="en-US" altLang="zh-CN" sz="2400" b="0" i="1">
                                  <a:solidFill>
                                    <a:schemeClr val="tx1"/>
                                  </a:solidFill>
                                  <a:latin typeface="Cambria Math" panose="02040503050406030204" pitchFamily="18" charset="0"/>
                                </a:rPr>
                              </m:ctrlPr>
                            </m:accPr>
                            <m:e>
                              <m:r>
                                <a:rPr lang="en-US" altLang="zh-CN" sz="2400" b="0" i="1">
                                  <a:solidFill>
                                    <a:schemeClr val="tx1"/>
                                  </a:solidFill>
                                  <a:latin typeface="Cambria Math" panose="02040503050406030204" pitchFamily="18" charset="0"/>
                                </a:rPr>
                                <m:t>𝑄</m:t>
                              </m:r>
                            </m:e>
                          </m:acc>
                        </m:e>
                        <m:sub>
                          <m:r>
                            <a:rPr lang="en-US" altLang="zh-CN" sz="2400" b="0" i="1" smtClean="0">
                              <a:solidFill>
                                <a:schemeClr val="tx1"/>
                              </a:solidFill>
                              <a:latin typeface="Cambria Math" panose="02040503050406030204" pitchFamily="18" charset="0"/>
                            </a:rPr>
                            <m:t>1</m:t>
                          </m:r>
                        </m:sub>
                      </m:sSub>
                      <m:r>
                        <a:rPr lang="en-US" altLang="zh-CN" sz="2400" b="0" i="1" smtClean="0">
                          <a:solidFill>
                            <a:schemeClr val="tx1"/>
                          </a:solidFill>
                          <a:latin typeface="Cambria Math" panose="02040503050406030204" pitchFamily="18" charset="0"/>
                        </a:rPr>
                        <m:t>+</m:t>
                      </m:r>
                      <m:sSub>
                        <m:sSubPr>
                          <m:ctrlPr>
                            <a:rPr lang="en-US" altLang="zh-CN" sz="2400" b="0" i="1">
                              <a:solidFill>
                                <a:schemeClr val="tx1"/>
                              </a:solidFill>
                              <a:latin typeface="Cambria Math" panose="02040503050406030204" pitchFamily="18" charset="0"/>
                            </a:rPr>
                          </m:ctrlPr>
                        </m:sSubPr>
                        <m:e>
                          <m:r>
                            <a:rPr lang="en-US" altLang="zh-CN" sz="2400" b="0" i="1">
                              <a:solidFill>
                                <a:schemeClr val="tx1"/>
                              </a:solidFill>
                              <a:latin typeface="Cambria Math" panose="02040503050406030204" pitchFamily="18" charset="0"/>
                            </a:rPr>
                            <m:t>𝑄</m:t>
                          </m:r>
                        </m:e>
                        <m:sub>
                          <m:r>
                            <a:rPr lang="en-US" altLang="zh-CN" sz="2400" b="0" i="1" smtClean="0">
                              <a:solidFill>
                                <a:schemeClr val="tx1"/>
                              </a:solidFill>
                              <a:latin typeface="Cambria Math" panose="02040503050406030204" pitchFamily="18" charset="0"/>
                            </a:rPr>
                            <m:t>1</m:t>
                          </m:r>
                        </m:sub>
                      </m:sSub>
                      <m:sSub>
                        <m:sSubPr>
                          <m:ctrlPr>
                            <a:rPr lang="en-US" altLang="zh-CN" sz="2400" b="0" i="1">
                              <a:solidFill>
                                <a:schemeClr val="tx1"/>
                              </a:solidFill>
                              <a:latin typeface="Cambria Math" panose="02040503050406030204" pitchFamily="18" charset="0"/>
                            </a:rPr>
                          </m:ctrlPr>
                        </m:sSubPr>
                        <m:e>
                          <m:acc>
                            <m:accPr>
                              <m:chr m:val="̅"/>
                              <m:ctrlPr>
                                <a:rPr lang="en-US" altLang="zh-CN" sz="2400" b="0" i="1">
                                  <a:solidFill>
                                    <a:schemeClr val="tx1"/>
                                  </a:solidFill>
                                  <a:latin typeface="Cambria Math" panose="02040503050406030204" pitchFamily="18" charset="0"/>
                                </a:rPr>
                              </m:ctrlPr>
                            </m:accPr>
                            <m:e>
                              <m:r>
                                <a:rPr lang="en-US" altLang="zh-CN" sz="2400" b="0" i="1">
                                  <a:solidFill>
                                    <a:schemeClr val="tx1"/>
                                  </a:solidFill>
                                  <a:latin typeface="Cambria Math" panose="02040503050406030204" pitchFamily="18" charset="0"/>
                                </a:rPr>
                                <m:t>𝑄</m:t>
                              </m:r>
                            </m:e>
                          </m:acc>
                        </m:e>
                        <m:sub>
                          <m:r>
                            <a:rPr lang="en-US" altLang="zh-CN" sz="2400" b="0" i="1" smtClean="0">
                              <a:solidFill>
                                <a:schemeClr val="tx1"/>
                              </a:solidFill>
                              <a:latin typeface="Cambria Math" panose="02040503050406030204" pitchFamily="18" charset="0"/>
                            </a:rPr>
                            <m:t>2</m:t>
                          </m:r>
                        </m:sub>
                      </m:sSub>
                    </m:oMath>
                  </m:oMathPara>
                </a14:m>
                <a:endParaRPr lang="en-US" altLang="zh-CN" sz="2400" b="0" dirty="0">
                  <a:solidFill>
                    <a:schemeClr val="tx1"/>
                  </a:solidFill>
                  <a:latin typeface="+mn-lt"/>
                </a:endParaRPr>
              </a:p>
            </p:txBody>
          </p:sp>
        </mc:Choice>
        <mc:Fallback xmlns="">
          <p:sp>
            <p:nvSpPr>
              <p:cNvPr id="16" name="文本框 15">
                <a:extLst>
                  <a:ext uri="{FF2B5EF4-FFF2-40B4-BE49-F238E27FC236}">
                    <a16:creationId xmlns:a16="http://schemas.microsoft.com/office/drawing/2014/main" id="{4BFB51D4-4F74-B772-91E3-A7CB4024EE7A}"/>
                  </a:ext>
                </a:extLst>
              </p:cNvPr>
              <p:cNvSpPr txBox="1">
                <a:spLocks noRot="1" noChangeAspect="1" noMove="1" noResize="1" noEditPoints="1" noAdjustHandles="1" noChangeArrowheads="1" noChangeShapeType="1" noTextEdit="1"/>
              </p:cNvSpPr>
              <p:nvPr/>
            </p:nvSpPr>
            <p:spPr>
              <a:xfrm>
                <a:off x="3110795" y="2677899"/>
                <a:ext cx="2179828" cy="370101"/>
              </a:xfrm>
              <a:prstGeom prst="rect">
                <a:avLst/>
              </a:prstGeom>
              <a:blipFill>
                <a:blip r:embed="rId5"/>
                <a:stretch>
                  <a:fillRect l="-1156" r="-578" b="-25806"/>
                </a:stretch>
              </a:blipFill>
            </p:spPr>
            <p:txBody>
              <a:bodyPr/>
              <a:lstStyle/>
              <a:p>
                <a:r>
                  <a:rPr lang="en-CN">
                    <a:noFill/>
                  </a:rPr>
                  <a:t> </a:t>
                </a:r>
              </a:p>
            </p:txBody>
          </p:sp>
        </mc:Fallback>
      </mc:AlternateContent>
    </p:spTree>
    <p:extLst>
      <p:ext uri="{BB962C8B-B14F-4D97-AF65-F5344CB8AC3E}">
        <p14:creationId xmlns:p14="http://schemas.microsoft.com/office/powerpoint/2010/main" val="433752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22" presetClass="entr" presetSubtype="8" fill="hold" nodeType="withEffect">
                                  <p:stCondLst>
                                    <p:cond delay="0"/>
                                  </p:stCondLst>
                                  <p:childTnLst>
                                    <p:set>
                                      <p:cBhvr>
                                        <p:cTn id="8" dur="1" fill="hold">
                                          <p:stCondLst>
                                            <p:cond delay="0"/>
                                          </p:stCondLst>
                                        </p:cTn>
                                        <p:tgtEl>
                                          <p:spTgt spid="9"/>
                                        </p:tgtEl>
                                        <p:attrNameLst>
                                          <p:attrName>style.visibility</p:attrName>
                                        </p:attrNameLst>
                                      </p:cBhvr>
                                      <p:to>
                                        <p:strVal val="visible"/>
                                      </p:to>
                                    </p:set>
                                    <p:animEffect transition="in" filter="wipe(left)">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5" presetClass="entr" presetSubtype="1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checkerboard(across)">
                                      <p:cBhvr>
                                        <p:cTn id="1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14"/>
          <p:cNvSpPr>
            <a:spLocks noGrp="1"/>
          </p:cNvSpPr>
          <p:nvPr>
            <p:ph type="sldNum" sz="quarter" idx="12"/>
          </p:nvPr>
        </p:nvSpPr>
        <p:spPr>
          <a:xfrm>
            <a:off x="8077200" y="6245225"/>
            <a:ext cx="609600" cy="476250"/>
          </a:xfrm>
        </p:spPr>
        <p:txBody>
          <a:bodyPr/>
          <a:lstStyle/>
          <a:p>
            <a:pPr>
              <a:defRPr/>
            </a:pPr>
            <a:fld id="{22B21E6A-63F2-479C-B5EE-DDDF4AF1FCB7}" type="slidenum">
              <a:rPr lang="en-US" altLang="zh-CN" smtClean="0"/>
              <a:pPr>
                <a:defRPr/>
              </a:pPr>
              <a:t>11</a:t>
            </a:fld>
            <a:endParaRPr lang="en-US" altLang="zh-CN" dirty="0"/>
          </a:p>
        </p:txBody>
      </p:sp>
      <p:graphicFrame>
        <p:nvGraphicFramePr>
          <p:cNvPr id="796750" name="Group 78"/>
          <p:cNvGraphicFramePr>
            <a:graphicFrameLocks noGrp="1"/>
          </p:cNvGraphicFramePr>
          <p:nvPr>
            <p:ph sz="half" idx="4294967295"/>
            <p:extLst>
              <p:ext uri="{D42A27DB-BD31-4B8C-83A1-F6EECF244321}">
                <p14:modId xmlns:p14="http://schemas.microsoft.com/office/powerpoint/2010/main" val="927099213"/>
              </p:ext>
            </p:extLst>
          </p:nvPr>
        </p:nvGraphicFramePr>
        <p:xfrm>
          <a:off x="595556" y="1408261"/>
          <a:ext cx="4837535" cy="2469245"/>
        </p:xfrm>
        <a:graphic>
          <a:graphicData uri="http://schemas.openxmlformats.org/drawingml/2006/table">
            <a:tbl>
              <a:tblPr/>
              <a:tblGrid>
                <a:gridCol w="1080124">
                  <a:extLst>
                    <a:ext uri="{9D8B030D-6E8A-4147-A177-3AD203B41FA5}">
                      <a16:colId xmlns:a16="http://schemas.microsoft.com/office/drawing/2014/main" val="20000"/>
                    </a:ext>
                  </a:extLst>
                </a:gridCol>
                <a:gridCol w="574933">
                  <a:extLst>
                    <a:ext uri="{9D8B030D-6E8A-4147-A177-3AD203B41FA5}">
                      <a16:colId xmlns:a16="http://schemas.microsoft.com/office/drawing/2014/main" val="20001"/>
                    </a:ext>
                  </a:extLst>
                </a:gridCol>
                <a:gridCol w="576067">
                  <a:extLst>
                    <a:ext uri="{9D8B030D-6E8A-4147-A177-3AD203B41FA5}">
                      <a16:colId xmlns:a16="http://schemas.microsoft.com/office/drawing/2014/main" val="20002"/>
                    </a:ext>
                  </a:extLst>
                </a:gridCol>
                <a:gridCol w="574933">
                  <a:extLst>
                    <a:ext uri="{9D8B030D-6E8A-4147-A177-3AD203B41FA5}">
                      <a16:colId xmlns:a16="http://schemas.microsoft.com/office/drawing/2014/main" val="20003"/>
                    </a:ext>
                  </a:extLst>
                </a:gridCol>
                <a:gridCol w="574933">
                  <a:extLst>
                    <a:ext uri="{9D8B030D-6E8A-4147-A177-3AD203B41FA5}">
                      <a16:colId xmlns:a16="http://schemas.microsoft.com/office/drawing/2014/main" val="20004"/>
                    </a:ext>
                  </a:extLst>
                </a:gridCol>
                <a:gridCol w="720083">
                  <a:extLst>
                    <a:ext uri="{9D8B030D-6E8A-4147-A177-3AD203B41FA5}">
                      <a16:colId xmlns:a16="http://schemas.microsoft.com/office/drawing/2014/main" val="20005"/>
                    </a:ext>
                  </a:extLst>
                </a:gridCol>
                <a:gridCol w="736462">
                  <a:extLst>
                    <a:ext uri="{9D8B030D-6E8A-4147-A177-3AD203B41FA5}">
                      <a16:colId xmlns:a16="http://schemas.microsoft.com/office/drawing/2014/main" val="20006"/>
                    </a:ext>
                  </a:extLst>
                </a:gridCol>
              </a:tblGrid>
              <a:tr h="57923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现态</a:t>
                      </a:r>
                      <a:endParaRPr kumimoji="0"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4">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mn-ea"/>
                          <a:ea typeface="+mn-ea"/>
                        </a:rPr>
                        <a:t>次态</a:t>
                      </a:r>
                      <a:endParaRPr kumimoji="0" lang="en-US" altLang="zh-CN" sz="1800" b="0" i="0" u="none" strike="noStrike" cap="none" normalizeH="0" baseline="0" dirty="0">
                        <a:ln>
                          <a:noFill/>
                        </a:ln>
                        <a:solidFill>
                          <a:schemeClr val="tx1"/>
                        </a:solidFill>
                        <a:effectLst/>
                        <a:latin typeface="+mn-ea"/>
                        <a:ea typeface="+mn-ea"/>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mn-ea"/>
                          <a:ea typeface="+mn-ea"/>
                        </a:rPr>
                        <a:t>输出</a:t>
                      </a:r>
                      <a:endParaRPr kumimoji="0" lang="en-US" altLang="zh-CN" sz="1800" b="0" i="0" u="none" strike="noStrike" cap="none" normalizeH="0" baseline="0" dirty="0">
                        <a:ln>
                          <a:noFill/>
                        </a:ln>
                        <a:solidFill>
                          <a:schemeClr val="tx1"/>
                        </a:solidFill>
                        <a:effectLst/>
                        <a:latin typeface="+mn-ea"/>
                        <a:ea typeface="+mn-ea"/>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charset="0"/>
                          <a:ea typeface="宋体" pitchFamily="2" charset="-122"/>
                        </a:rPr>
                        <a:t>z</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0"/>
                  </a:ext>
                </a:extLst>
              </a:tr>
              <a:tr h="36583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rgbClr val="FF3300"/>
                        </a:solidFill>
                        <a:effectLst/>
                        <a:latin typeface="Arial"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kern="1200" cap="none" normalizeH="0" baseline="0" dirty="0">
                          <a:ln>
                            <a:noFill/>
                          </a:ln>
                          <a:solidFill>
                            <a:schemeClr val="accent1">
                              <a:lumMod val="75000"/>
                            </a:schemeClr>
                          </a:solidFill>
                          <a:effectLst/>
                          <a:latin typeface="Arial" charset="0"/>
                          <a:ea typeface="宋体" pitchFamily="2" charset="-122"/>
                          <a:cs typeface="+mn-cs"/>
                        </a:rPr>
                        <a:t>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kern="1200" cap="none" normalizeH="0" baseline="0" dirty="0">
                          <a:ln>
                            <a:noFill/>
                          </a:ln>
                          <a:solidFill>
                            <a:schemeClr val="accent1">
                              <a:lumMod val="75000"/>
                            </a:schemeClr>
                          </a:solidFill>
                          <a:effectLst/>
                          <a:latin typeface="Arial" charset="0"/>
                          <a:ea typeface="宋体" pitchFamily="2" charset="-122"/>
                          <a:cs typeface="+mn-cs"/>
                        </a:rPr>
                        <a:t>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kern="1200" cap="none" normalizeH="0" baseline="0" dirty="0">
                          <a:ln>
                            <a:noFill/>
                          </a:ln>
                          <a:solidFill>
                            <a:schemeClr val="accent1">
                              <a:lumMod val="75000"/>
                            </a:schemeClr>
                          </a:solidFill>
                          <a:effectLst/>
                          <a:latin typeface="Arial" charset="0"/>
                          <a:ea typeface="宋体" pitchFamily="2" charset="-122"/>
                          <a:cs typeface="+mn-cs"/>
                        </a:rPr>
                        <a:t>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kern="1200" cap="none" normalizeH="0" baseline="0" dirty="0">
                          <a:ln>
                            <a:noFill/>
                          </a:ln>
                          <a:solidFill>
                            <a:schemeClr val="accent1">
                              <a:lumMod val="75000"/>
                            </a:schemeClr>
                          </a:solidFill>
                          <a:effectLst/>
                          <a:latin typeface="Arial" charset="0"/>
                          <a:ea typeface="宋体" pitchFamily="2" charset="-122"/>
                          <a:cs typeface="+mn-cs"/>
                        </a:rPr>
                        <a:t>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kern="1200" cap="none" normalizeH="0" baseline="0" dirty="0">
                          <a:ln>
                            <a:noFill/>
                          </a:ln>
                          <a:solidFill>
                            <a:schemeClr val="tx1"/>
                          </a:solidFill>
                          <a:effectLst/>
                          <a:latin typeface="Arial" charset="0"/>
                          <a:ea typeface="宋体" pitchFamily="2" charset="-122"/>
                          <a:cs typeface="+mn-cs"/>
                        </a:rPr>
                        <a:t>x=0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charset="0"/>
                          <a:ea typeface="宋体" pitchFamily="2" charset="-122"/>
                        </a:rPr>
                        <a:t>x=1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83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charset="0"/>
                          <a:ea typeface="宋体" pitchFamily="2" charset="-122"/>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charset="0"/>
                          <a:ea typeface="宋体" pitchFamily="2" charset="-122"/>
                          <a:sym typeface="Symbol" pitchFamily="18" charset="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charset="0"/>
                          <a:ea typeface="宋体" pitchFamily="2" charset="-122"/>
                          <a:sym typeface="Symbol" pitchFamily="18" charset="2"/>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charset="0"/>
                          <a:ea typeface="宋体" pitchFamily="2" charset="-122"/>
                          <a:sym typeface="Symbol" pitchFamily="18" charset="2"/>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charset="0"/>
                          <a:ea typeface="宋体" pitchFamily="2" charset="-122"/>
                          <a:sym typeface="Symbol" pitchFamily="18" charset="2"/>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83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charset="0"/>
                          <a:ea typeface="宋体" pitchFamily="2" charset="-122"/>
                        </a:rPr>
                        <a:t>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charset="0"/>
                          <a:ea typeface="宋体" pitchFamily="2" charset="-122"/>
                          <a:sym typeface="Symbol" pitchFamily="18" charset="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charset="0"/>
                          <a:ea typeface="宋体" pitchFamily="2" charset="-122"/>
                          <a:sym typeface="Symbol" pitchFamily="18" charset="2"/>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charset="0"/>
                          <a:ea typeface="宋体" pitchFamily="2" charset="-122"/>
                          <a:sym typeface="Symbol" pitchFamily="18" charset="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charset="0"/>
                          <a:ea typeface="宋体" pitchFamily="2" charset="-122"/>
                          <a:sym typeface="Symbol" pitchFamily="18" charset="2"/>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83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charset="0"/>
                          <a:ea typeface="宋体" pitchFamily="2" charset="-122"/>
                        </a:rPr>
                        <a:t>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charset="0"/>
                          <a:ea typeface="宋体" pitchFamily="2" charset="-122"/>
                          <a:sym typeface="Symbol" pitchFamily="18" charset="2"/>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charset="0"/>
                          <a:ea typeface="宋体" pitchFamily="2" charset="-122"/>
                          <a:sym typeface="Symbol" pitchFamily="18" charset="2"/>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charset="0"/>
                          <a:ea typeface="宋体" pitchFamily="2" charset="-122"/>
                          <a:sym typeface="Symbol" pitchFamily="18" charset="2"/>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charset="0"/>
                          <a:ea typeface="宋体" pitchFamily="2" charset="-122"/>
                          <a:sym typeface="Symbol" pitchFamily="18" charset="2"/>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583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charset="0"/>
                          <a:ea typeface="宋体" pitchFamily="2" charset="-122"/>
                        </a:rPr>
                        <a:t>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charset="0"/>
                          <a:ea typeface="宋体" pitchFamily="2" charset="-122"/>
                          <a:sym typeface="Symbol" pitchFamily="18" charset="2"/>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charset="0"/>
                          <a:ea typeface="宋体" pitchFamily="2" charset="-122"/>
                          <a:sym typeface="Symbol" pitchFamily="18" charset="2"/>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charset="0"/>
                          <a:ea typeface="宋体" pitchFamily="2" charset="-122"/>
                          <a:sym typeface="Symbol" pitchFamily="18" charset="2"/>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charset="0"/>
                          <a:ea typeface="宋体" pitchFamily="2" charset="-122"/>
                          <a:sym typeface="Symbol" pitchFamily="18" charset="2"/>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14" name="Object 56">
            <a:extLst>
              <a:ext uri="{FF2B5EF4-FFF2-40B4-BE49-F238E27FC236}">
                <a16:creationId xmlns:a16="http://schemas.microsoft.com/office/drawing/2014/main" id="{0127C89E-C7E9-0842-B000-A33338E193D3}"/>
              </a:ext>
            </a:extLst>
          </p:cNvPr>
          <p:cNvGraphicFramePr>
            <a:graphicFrameLocks noGrp="1" noChangeAspect="1"/>
          </p:cNvGraphicFramePr>
          <p:nvPr>
            <p:ph sz="half" idx="4294967295"/>
            <p:extLst>
              <p:ext uri="{D42A27DB-BD31-4B8C-83A1-F6EECF244321}">
                <p14:modId xmlns:p14="http://schemas.microsoft.com/office/powerpoint/2010/main" val="2842603012"/>
              </p:ext>
            </p:extLst>
          </p:nvPr>
        </p:nvGraphicFramePr>
        <p:xfrm>
          <a:off x="6019800" y="3177014"/>
          <a:ext cx="2932784" cy="2963358"/>
        </p:xfrm>
        <a:graphic>
          <a:graphicData uri="http://schemas.openxmlformats.org/presentationml/2006/ole">
            <mc:AlternateContent xmlns:mc="http://schemas.openxmlformats.org/markup-compatibility/2006">
              <mc:Choice xmlns:v="urn:schemas-microsoft-com:vml" Requires="v">
                <p:oleObj name="Visio" r:id="rId3" imgW="1980342" imgH="2000329" progId="Visio.Drawing.11">
                  <p:embed/>
                </p:oleObj>
              </mc:Choice>
              <mc:Fallback>
                <p:oleObj name="Visio" r:id="rId3" imgW="1980342" imgH="2000329" progId="Visio.Drawing.11">
                  <p:embed/>
                  <p:pic>
                    <p:nvPicPr>
                      <p:cNvPr id="14" name="Object 56">
                        <a:extLst>
                          <a:ext uri="{FF2B5EF4-FFF2-40B4-BE49-F238E27FC236}">
                            <a16:creationId xmlns:a16="http://schemas.microsoft.com/office/drawing/2014/main" id="{0127C89E-C7E9-0842-B000-A33338E193D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19800" y="3177014"/>
                        <a:ext cx="2932784" cy="2963358"/>
                      </a:xfrm>
                      <a:prstGeom prst="rect">
                        <a:avLst/>
                      </a:prstGeom>
                      <a:noFill/>
                      <a:ln>
                        <a:noFill/>
                      </a:ln>
                      <a:effectLst/>
                    </p:spPr>
                  </p:pic>
                </p:oleObj>
              </mc:Fallback>
            </mc:AlternateContent>
          </a:graphicData>
        </a:graphic>
      </p:graphicFrame>
      <p:grpSp>
        <p:nvGrpSpPr>
          <p:cNvPr id="4" name="组合 3">
            <a:extLst>
              <a:ext uri="{FF2B5EF4-FFF2-40B4-BE49-F238E27FC236}">
                <a16:creationId xmlns:a16="http://schemas.microsoft.com/office/drawing/2014/main" id="{E7853175-01A5-D34C-B6FD-D57C16F9EB65}"/>
              </a:ext>
            </a:extLst>
          </p:cNvPr>
          <p:cNvGrpSpPr/>
          <p:nvPr/>
        </p:nvGrpSpPr>
        <p:grpSpPr>
          <a:xfrm>
            <a:off x="6230642" y="1473118"/>
            <a:ext cx="2684867" cy="1447800"/>
            <a:chOff x="6015181" y="2209800"/>
            <a:chExt cx="2684867" cy="1447800"/>
          </a:xfrm>
        </p:grpSpPr>
        <p:grpSp>
          <p:nvGrpSpPr>
            <p:cNvPr id="2" name="Group 59"/>
            <p:cNvGrpSpPr>
              <a:grpSpLocks/>
            </p:cNvGrpSpPr>
            <p:nvPr/>
          </p:nvGrpSpPr>
          <p:grpSpPr bwMode="auto">
            <a:xfrm>
              <a:off x="6015181" y="2935288"/>
              <a:ext cx="1156105" cy="720725"/>
              <a:chOff x="716" y="3475"/>
              <a:chExt cx="631" cy="454"/>
            </a:xfrm>
          </p:grpSpPr>
          <p:sp>
            <p:nvSpPr>
              <p:cNvPr id="15426" name="Oval 60"/>
              <p:cNvSpPr>
                <a:spLocks noChangeArrowheads="1"/>
              </p:cNvSpPr>
              <p:nvPr/>
            </p:nvSpPr>
            <p:spPr bwMode="auto">
              <a:xfrm>
                <a:off x="716" y="3475"/>
                <a:ext cx="454" cy="454"/>
              </a:xfrm>
              <a:prstGeom prst="ellipse">
                <a:avLst/>
              </a:prstGeom>
              <a:noFill/>
              <a:ln w="9525">
                <a:solidFill>
                  <a:schemeClr val="tx1"/>
                </a:solidFill>
                <a:round/>
                <a:headEnd/>
                <a:tailEnd/>
              </a:ln>
            </p:spPr>
            <p:txBody>
              <a:bodyPr wrap="none" anchor="ctr"/>
              <a:lstStyle/>
              <a:p>
                <a:endParaRPr lang="zh-CN" altLang="en-US"/>
              </a:p>
            </p:txBody>
          </p:sp>
          <p:sp>
            <p:nvSpPr>
              <p:cNvPr id="15427" name="Text Box 61"/>
              <p:cNvSpPr txBox="1">
                <a:spLocks noChangeArrowheads="1"/>
              </p:cNvSpPr>
              <p:nvPr/>
            </p:nvSpPr>
            <p:spPr bwMode="auto">
              <a:xfrm>
                <a:off x="802" y="3521"/>
                <a:ext cx="545" cy="327"/>
              </a:xfrm>
              <a:prstGeom prst="rect">
                <a:avLst/>
              </a:prstGeom>
              <a:noFill/>
              <a:ln w="9525">
                <a:noFill/>
                <a:miter lim="800000"/>
                <a:headEnd/>
                <a:tailEnd/>
              </a:ln>
            </p:spPr>
            <p:txBody>
              <a:bodyPr>
                <a:spAutoFit/>
              </a:bodyPr>
              <a:lstStyle/>
              <a:p>
                <a:pPr>
                  <a:spcBef>
                    <a:spcPct val="50000"/>
                  </a:spcBef>
                </a:pPr>
                <a:r>
                  <a:rPr lang="en-US" altLang="zh-CN" sz="2800" b="0" dirty="0">
                    <a:solidFill>
                      <a:schemeClr val="tx1"/>
                    </a:solidFill>
                    <a:latin typeface="Arial" charset="0"/>
                  </a:rPr>
                  <a:t>S</a:t>
                </a:r>
                <a:r>
                  <a:rPr lang="en-US" altLang="zh-CN" sz="2800" b="0" baseline="-25000" dirty="0">
                    <a:solidFill>
                      <a:schemeClr val="tx1"/>
                    </a:solidFill>
                    <a:latin typeface="Arial" charset="0"/>
                  </a:rPr>
                  <a:t>1</a:t>
                </a:r>
              </a:p>
            </p:txBody>
          </p:sp>
        </p:grpSp>
        <p:sp>
          <p:nvSpPr>
            <p:cNvPr id="796734" name="AutoShape 62"/>
            <p:cNvSpPr>
              <a:spLocks noChangeArrowheads="1"/>
            </p:cNvSpPr>
            <p:nvPr/>
          </p:nvSpPr>
          <p:spPr bwMode="auto">
            <a:xfrm>
              <a:off x="6729413" y="2759075"/>
              <a:ext cx="1063625" cy="288925"/>
            </a:xfrm>
            <a:prstGeom prst="curvedDownArrow">
              <a:avLst>
                <a:gd name="adj1" fmla="val 73626"/>
                <a:gd name="adj2" fmla="val 147253"/>
                <a:gd name="adj3" fmla="val 33333"/>
              </a:avLst>
            </a:prstGeom>
            <a:noFill/>
            <a:ln w="9525">
              <a:solidFill>
                <a:schemeClr val="tx1"/>
              </a:solidFill>
              <a:miter lim="800000"/>
              <a:headEnd/>
              <a:tailEnd/>
            </a:ln>
          </p:spPr>
          <p:txBody>
            <a:bodyPr wrap="none" anchor="ctr"/>
            <a:lstStyle/>
            <a:p>
              <a:endParaRPr lang="zh-CN" altLang="en-US"/>
            </a:p>
          </p:txBody>
        </p:sp>
        <p:sp>
          <p:nvSpPr>
            <p:cNvPr id="796735" name="Text Box 63"/>
            <p:cNvSpPr txBox="1">
              <a:spLocks noChangeArrowheads="1"/>
            </p:cNvSpPr>
            <p:nvPr/>
          </p:nvSpPr>
          <p:spPr bwMode="auto">
            <a:xfrm>
              <a:off x="6858000" y="2209800"/>
              <a:ext cx="838200" cy="519113"/>
            </a:xfrm>
            <a:prstGeom prst="rect">
              <a:avLst/>
            </a:prstGeom>
            <a:noFill/>
            <a:ln w="9525">
              <a:noFill/>
              <a:miter lim="800000"/>
              <a:headEnd/>
              <a:tailEnd/>
            </a:ln>
          </p:spPr>
          <p:txBody>
            <a:bodyPr>
              <a:spAutoFit/>
            </a:bodyPr>
            <a:lstStyle/>
            <a:p>
              <a:pPr algn="l">
                <a:spcBef>
                  <a:spcPct val="50000"/>
                </a:spcBef>
              </a:pPr>
              <a:r>
                <a:rPr lang="en-US" altLang="zh-CN" sz="2800" b="0">
                  <a:solidFill>
                    <a:schemeClr val="tx1"/>
                  </a:solidFill>
                  <a:latin typeface="Arial" charset="0"/>
                </a:rPr>
                <a:t>xy/z</a:t>
              </a:r>
            </a:p>
          </p:txBody>
        </p:sp>
        <p:grpSp>
          <p:nvGrpSpPr>
            <p:cNvPr id="3" name="Group 64"/>
            <p:cNvGrpSpPr>
              <a:grpSpLocks/>
            </p:cNvGrpSpPr>
            <p:nvPr/>
          </p:nvGrpSpPr>
          <p:grpSpPr bwMode="auto">
            <a:xfrm>
              <a:off x="7543944" y="2936875"/>
              <a:ext cx="1156104" cy="720725"/>
              <a:chOff x="716" y="3475"/>
              <a:chExt cx="631" cy="454"/>
            </a:xfrm>
          </p:grpSpPr>
          <p:sp>
            <p:nvSpPr>
              <p:cNvPr id="15424" name="Oval 65"/>
              <p:cNvSpPr>
                <a:spLocks noChangeArrowheads="1"/>
              </p:cNvSpPr>
              <p:nvPr/>
            </p:nvSpPr>
            <p:spPr bwMode="auto">
              <a:xfrm>
                <a:off x="716" y="3475"/>
                <a:ext cx="454" cy="454"/>
              </a:xfrm>
              <a:prstGeom prst="ellipse">
                <a:avLst/>
              </a:prstGeom>
              <a:noFill/>
              <a:ln w="9525">
                <a:solidFill>
                  <a:schemeClr val="tx1"/>
                </a:solidFill>
                <a:round/>
                <a:headEnd/>
                <a:tailEnd/>
              </a:ln>
            </p:spPr>
            <p:txBody>
              <a:bodyPr wrap="none" anchor="ctr"/>
              <a:lstStyle/>
              <a:p>
                <a:endParaRPr lang="zh-CN" altLang="en-US"/>
              </a:p>
            </p:txBody>
          </p:sp>
          <p:sp>
            <p:nvSpPr>
              <p:cNvPr id="15425" name="Text Box 66"/>
              <p:cNvSpPr txBox="1">
                <a:spLocks noChangeArrowheads="1"/>
              </p:cNvSpPr>
              <p:nvPr/>
            </p:nvSpPr>
            <p:spPr bwMode="auto">
              <a:xfrm>
                <a:off x="802" y="3521"/>
                <a:ext cx="545" cy="327"/>
              </a:xfrm>
              <a:prstGeom prst="rect">
                <a:avLst/>
              </a:prstGeom>
              <a:noFill/>
              <a:ln w="9525">
                <a:noFill/>
                <a:miter lim="800000"/>
                <a:headEnd/>
                <a:tailEnd/>
              </a:ln>
            </p:spPr>
            <p:txBody>
              <a:bodyPr>
                <a:spAutoFit/>
              </a:bodyPr>
              <a:lstStyle/>
              <a:p>
                <a:pPr>
                  <a:spcBef>
                    <a:spcPct val="50000"/>
                  </a:spcBef>
                </a:pPr>
                <a:r>
                  <a:rPr lang="en-US" altLang="zh-CN" sz="2800" b="0">
                    <a:solidFill>
                      <a:schemeClr val="tx1"/>
                    </a:solidFill>
                    <a:latin typeface="Arial" charset="0"/>
                  </a:rPr>
                  <a:t>S</a:t>
                </a:r>
                <a:r>
                  <a:rPr lang="en-US" altLang="zh-CN" sz="2800" b="0" baseline="-25000">
                    <a:solidFill>
                      <a:schemeClr val="tx1"/>
                    </a:solidFill>
                    <a:latin typeface="Arial" charset="0"/>
                  </a:rPr>
                  <a:t>2</a:t>
                </a:r>
              </a:p>
            </p:txBody>
          </p:sp>
        </p:grpSp>
      </p:grpSp>
      <p:pic>
        <p:nvPicPr>
          <p:cNvPr id="7" name="图片 6">
            <a:extLst>
              <a:ext uri="{FF2B5EF4-FFF2-40B4-BE49-F238E27FC236}">
                <a16:creationId xmlns:a16="http://schemas.microsoft.com/office/drawing/2014/main" id="{FBA9DD8F-071B-86CA-212B-57AB2EA562A9}"/>
              </a:ext>
            </a:extLst>
          </p:cNvPr>
          <p:cNvPicPr>
            <a:picLocks noChangeAspect="1"/>
          </p:cNvPicPr>
          <p:nvPr/>
        </p:nvPicPr>
        <p:blipFill>
          <a:blip r:embed="rId5"/>
          <a:stretch>
            <a:fillRect/>
          </a:stretch>
        </p:blipFill>
        <p:spPr>
          <a:xfrm>
            <a:off x="457200" y="3971897"/>
            <a:ext cx="5287102" cy="2723727"/>
          </a:xfrm>
          <a:prstGeom prst="rect">
            <a:avLst/>
          </a:prstGeom>
        </p:spPr>
      </p:pic>
      <p:sp>
        <p:nvSpPr>
          <p:cNvPr id="8" name="Rectangle 1">
            <a:extLst>
              <a:ext uri="{FF2B5EF4-FFF2-40B4-BE49-F238E27FC236}">
                <a16:creationId xmlns:a16="http://schemas.microsoft.com/office/drawing/2014/main" id="{21E887AC-CAFA-4A79-A274-4D47AC9558C2}"/>
              </a:ext>
            </a:extLst>
          </p:cNvPr>
          <p:cNvSpPr/>
          <p:nvPr/>
        </p:nvSpPr>
        <p:spPr>
          <a:xfrm>
            <a:off x="5744301" y="6245225"/>
            <a:ext cx="1200573" cy="400110"/>
          </a:xfrm>
          <a:prstGeom prst="rect">
            <a:avLst/>
          </a:prstGeom>
        </p:spPr>
        <p:txBody>
          <a:bodyPr wrap="square">
            <a:spAutoFit/>
          </a:bodyPr>
          <a:lstStyle/>
          <a:p>
            <a:pPr algn="ctr"/>
            <a:r>
              <a:rPr lang="zh-CN" altLang="en-US" sz="2000" b="0" dirty="0">
                <a:solidFill>
                  <a:schemeClr val="accent5">
                    <a:lumMod val="25000"/>
                  </a:schemeClr>
                </a:solidFill>
                <a:latin typeface="+mn-lt"/>
                <a:ea typeface="黑体"/>
              </a:rPr>
              <a:t>米利机</a:t>
            </a:r>
            <a:endParaRPr lang="en-CN" sz="4000" dirty="0">
              <a:solidFill>
                <a:schemeClr val="accent5">
                  <a:lumMod val="25000"/>
                </a:schemeClr>
              </a:solidFill>
              <a:latin typeface="+mn-lt"/>
            </a:endParaRPr>
          </a:p>
        </p:txBody>
      </p:sp>
      <p:sp>
        <p:nvSpPr>
          <p:cNvPr id="6" name="Title 4">
            <a:extLst>
              <a:ext uri="{FF2B5EF4-FFF2-40B4-BE49-F238E27FC236}">
                <a16:creationId xmlns:a16="http://schemas.microsoft.com/office/drawing/2014/main" id="{46B20FCC-FDCE-7FC6-A978-2134B75C115F}"/>
              </a:ext>
            </a:extLst>
          </p:cNvPr>
          <p:cNvSpPr txBox="1">
            <a:spLocks/>
          </p:cNvSpPr>
          <p:nvPr/>
        </p:nvSpPr>
        <p:spPr bwMode="auto">
          <a:xfrm>
            <a:off x="457200" y="136800"/>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dirty="0">
                <a:latin typeface="Arial" panose="020B0604020202020204" pitchFamily="34" charset="0"/>
                <a:cs typeface="Arial" panose="020B0604020202020204" pitchFamily="34" charset="0"/>
              </a:rPr>
              <a:t>状态表和时序图</a:t>
            </a:r>
            <a:endParaRPr lang="en-CN" kern="0" dirty="0"/>
          </a:p>
        </p:txBody>
      </p:sp>
    </p:spTree>
    <p:extLst>
      <p:ext uri="{BB962C8B-B14F-4D97-AF65-F5344CB8AC3E}">
        <p14:creationId xmlns:p14="http://schemas.microsoft.com/office/powerpoint/2010/main" val="3200034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3259D7DD-E1BE-4482-9234-29898EB39847}" type="slidenum">
              <a:rPr lang="en-US" altLang="zh-CN" smtClean="0"/>
              <a:pPr>
                <a:defRPr/>
              </a:pPr>
              <a:t>12</a:t>
            </a:fld>
            <a:endParaRPr lang="en-US" altLang="zh-CN" dirty="0"/>
          </a:p>
        </p:txBody>
      </p:sp>
      <p:sp>
        <p:nvSpPr>
          <p:cNvPr id="74755" name="Rectangle 3"/>
          <p:cNvSpPr>
            <a:spLocks noGrp="1" noChangeArrowheads="1"/>
          </p:cNvSpPr>
          <p:nvPr>
            <p:ph idx="4294967295"/>
          </p:nvPr>
        </p:nvSpPr>
        <p:spPr>
          <a:xfrm>
            <a:off x="476250" y="1474787"/>
            <a:ext cx="8458200" cy="4011613"/>
          </a:xfrm>
        </p:spPr>
        <p:txBody>
          <a:bodyPr/>
          <a:lstStyle/>
          <a:p>
            <a:pPr eaLnBrk="1" hangingPunct="1"/>
            <a:r>
              <a:rPr lang="zh-CN" altLang="en-US" sz="2800" b="0" dirty="0"/>
              <a:t>摩尔机</a:t>
            </a:r>
            <a:endParaRPr lang="en-US" altLang="zh-CN" sz="2800" b="0" dirty="0"/>
          </a:p>
          <a:p>
            <a:pPr lvl="1" eaLnBrk="1" hangingPunct="1"/>
            <a:r>
              <a:rPr lang="zh-CN" altLang="en-US" sz="2400" b="0" dirty="0"/>
              <a:t>输出和状态变化同步</a:t>
            </a:r>
            <a:endParaRPr lang="en-US" altLang="zh-CN" sz="2400" b="0" dirty="0"/>
          </a:p>
          <a:p>
            <a:pPr lvl="1" eaLnBrk="1" hangingPunct="1"/>
            <a:r>
              <a:rPr lang="zh-CN" altLang="en-US" sz="2400" b="0" dirty="0"/>
              <a:t>通常有更多状态</a:t>
            </a:r>
            <a:endParaRPr lang="en-US" altLang="zh-CN" sz="2400" b="0" dirty="0"/>
          </a:p>
          <a:p>
            <a:r>
              <a:rPr lang="zh-CN" altLang="en-US" sz="2800" b="0" dirty="0"/>
              <a:t>米利机</a:t>
            </a:r>
            <a:endParaRPr lang="en-US" altLang="zh-CN" sz="2800" b="0" dirty="0"/>
          </a:p>
          <a:p>
            <a:pPr lvl="1"/>
            <a:r>
              <a:rPr lang="zh-CN" altLang="en-US" sz="2400" b="0" dirty="0">
                <a:solidFill>
                  <a:srgbClr val="3333FF"/>
                </a:solidFill>
              </a:rPr>
              <a:t>输出</a:t>
            </a:r>
            <a:r>
              <a:rPr lang="en-US" altLang="zh-CN" sz="2400" b="0" dirty="0"/>
              <a:t> </a:t>
            </a:r>
            <a:r>
              <a:rPr lang="zh-CN" altLang="en-US" sz="2400" b="0" dirty="0"/>
              <a:t>和</a:t>
            </a:r>
            <a:r>
              <a:rPr lang="en-US" altLang="zh-CN" sz="2400" b="0" dirty="0"/>
              <a:t> </a:t>
            </a:r>
            <a:r>
              <a:rPr lang="zh-CN" altLang="en-US" sz="2400" b="0" dirty="0">
                <a:solidFill>
                  <a:srgbClr val="7030A0"/>
                </a:solidFill>
              </a:rPr>
              <a:t>状态变化</a:t>
            </a:r>
            <a:r>
              <a:rPr lang="en-US" altLang="zh-CN" sz="2400" b="0" dirty="0"/>
              <a:t> </a:t>
            </a:r>
            <a:r>
              <a:rPr lang="zh-CN" altLang="en-US" sz="2400" b="0" dirty="0">
                <a:solidFill>
                  <a:schemeClr val="accent2">
                    <a:lumMod val="75000"/>
                  </a:schemeClr>
                </a:solidFill>
              </a:rPr>
              <a:t>异步</a:t>
            </a:r>
            <a:endParaRPr lang="en-US" altLang="zh-CN" sz="2400" b="0" dirty="0">
              <a:solidFill>
                <a:schemeClr val="accent2">
                  <a:lumMod val="75000"/>
                </a:schemeClr>
              </a:solidFill>
            </a:endParaRPr>
          </a:p>
          <a:p>
            <a:pPr lvl="2"/>
            <a:r>
              <a:rPr lang="zh-CN" altLang="en-US" sz="2000" b="0" dirty="0"/>
              <a:t>输出是输入和状态的组合逻辑</a:t>
            </a:r>
            <a:endParaRPr lang="en-US" altLang="zh-CN" sz="2000" b="0" dirty="0"/>
          </a:p>
          <a:p>
            <a:pPr lvl="1"/>
            <a:r>
              <a:rPr lang="zh-CN" altLang="en-US" sz="2400" b="0" dirty="0"/>
              <a:t>通常有更少状态</a:t>
            </a:r>
            <a:endParaRPr lang="en-US" altLang="zh-CN" sz="2400" b="0" dirty="0"/>
          </a:p>
        </p:txBody>
      </p:sp>
      <p:sp>
        <p:nvSpPr>
          <p:cNvPr id="2" name="Title 4">
            <a:extLst>
              <a:ext uri="{FF2B5EF4-FFF2-40B4-BE49-F238E27FC236}">
                <a16:creationId xmlns:a16="http://schemas.microsoft.com/office/drawing/2014/main" id="{0BA773C0-5BA7-E87D-24B2-C9DF41EBAECB}"/>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sz="4000" dirty="0">
                <a:latin typeface="黑体" panose="02010609060101010101" pitchFamily="49" charset="-122"/>
                <a:ea typeface="黑体" panose="02010609060101010101" pitchFamily="49" charset="-122"/>
              </a:rPr>
              <a:t>比较</a:t>
            </a:r>
            <a:r>
              <a:rPr lang="en-US" altLang="zh-CN" sz="4000" dirty="0"/>
              <a:t>: Mealy vs Moore</a:t>
            </a:r>
            <a:endParaRPr lang="en-CN" kern="0" dirty="0"/>
          </a:p>
        </p:txBody>
      </p:sp>
    </p:spTree>
    <p:extLst>
      <p:ext uri="{BB962C8B-B14F-4D97-AF65-F5344CB8AC3E}">
        <p14:creationId xmlns:p14="http://schemas.microsoft.com/office/powerpoint/2010/main" val="2194330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3259D7DD-E1BE-4482-9234-29898EB39847}" type="slidenum">
              <a:rPr lang="en-US" altLang="zh-CN" smtClean="0"/>
              <a:pPr>
                <a:defRPr/>
              </a:pPr>
              <a:t>13</a:t>
            </a:fld>
            <a:endParaRPr lang="en-US" altLang="zh-CN" dirty="0"/>
          </a:p>
        </p:txBody>
      </p:sp>
      <p:sp>
        <p:nvSpPr>
          <p:cNvPr id="73731" name="Rectangle 3"/>
          <p:cNvSpPr>
            <a:spLocks noGrp="1" noChangeArrowheads="1"/>
          </p:cNvSpPr>
          <p:nvPr>
            <p:ph idx="4294967295"/>
          </p:nvPr>
        </p:nvSpPr>
        <p:spPr>
          <a:xfrm>
            <a:off x="469392" y="1343030"/>
            <a:ext cx="8569325" cy="2133600"/>
          </a:xfrm>
        </p:spPr>
        <p:txBody>
          <a:bodyPr>
            <a:normAutofit/>
          </a:bodyPr>
          <a:lstStyle/>
          <a:p>
            <a:pPr eaLnBrk="1" hangingPunct="1"/>
            <a:r>
              <a:rPr lang="en-US" altLang="zh-CN" sz="2800" b="0" dirty="0">
                <a:latin typeface="+mn-lt"/>
              </a:rPr>
              <a:t>Mealy</a:t>
            </a:r>
            <a:r>
              <a:rPr lang="zh-CN" altLang="en-US" sz="2800" b="0" dirty="0">
                <a:latin typeface="+mn-lt"/>
              </a:rPr>
              <a:t>机的输入直接驱动输出</a:t>
            </a:r>
            <a:r>
              <a:rPr lang="en-US" altLang="zh-CN" sz="2800" b="0" dirty="0">
                <a:latin typeface="+mn-lt"/>
              </a:rPr>
              <a:t>(</a:t>
            </a:r>
            <a:r>
              <a:rPr lang="zh-CN" altLang="en-US" sz="2800" b="0" dirty="0">
                <a:latin typeface="+mn-lt"/>
              </a:rPr>
              <a:t>未经时钟同步</a:t>
            </a:r>
            <a:r>
              <a:rPr lang="en-US" altLang="zh-CN" sz="2800" b="0" dirty="0">
                <a:latin typeface="+mn-lt"/>
              </a:rPr>
              <a:t>)</a:t>
            </a:r>
          </a:p>
          <a:p>
            <a:pPr lvl="1" eaLnBrk="1" hangingPunct="1"/>
            <a:r>
              <a:rPr lang="zh-CN" altLang="en-US" sz="2400" b="0" dirty="0">
                <a:solidFill>
                  <a:srgbClr val="3333FF"/>
                </a:solidFill>
                <a:latin typeface="+mn-lt"/>
              </a:rPr>
              <a:t>如何转化为</a:t>
            </a:r>
            <a:r>
              <a:rPr lang="en-US" altLang="zh-CN" sz="2400" b="0" dirty="0">
                <a:solidFill>
                  <a:srgbClr val="3333FF"/>
                </a:solidFill>
                <a:latin typeface="+mn-lt"/>
              </a:rPr>
              <a:t>Moore</a:t>
            </a:r>
            <a:r>
              <a:rPr lang="zh-CN" altLang="en-US" sz="2400" b="0" dirty="0">
                <a:solidFill>
                  <a:srgbClr val="3333FF"/>
                </a:solidFill>
                <a:latin typeface="+mn-lt"/>
              </a:rPr>
              <a:t>机</a:t>
            </a:r>
            <a:r>
              <a:rPr lang="en-US" altLang="zh-CN" sz="2400" b="0" dirty="0">
                <a:solidFill>
                  <a:srgbClr val="3333FF"/>
                </a:solidFill>
                <a:latin typeface="+mn-lt"/>
              </a:rPr>
              <a:t>?</a:t>
            </a:r>
          </a:p>
        </p:txBody>
      </p:sp>
      <p:sp>
        <p:nvSpPr>
          <p:cNvPr id="40" name="Rectangle 36">
            <a:extLst>
              <a:ext uri="{FF2B5EF4-FFF2-40B4-BE49-F238E27FC236}">
                <a16:creationId xmlns:a16="http://schemas.microsoft.com/office/drawing/2014/main" id="{7DCD825F-A81D-D040-BA9F-701643CE739D}"/>
              </a:ext>
            </a:extLst>
          </p:cNvPr>
          <p:cNvSpPr/>
          <p:nvPr/>
        </p:nvSpPr>
        <p:spPr bwMode="auto">
          <a:xfrm>
            <a:off x="3741154" y="3165273"/>
            <a:ext cx="1525551" cy="668834"/>
          </a:xfrm>
          <a:prstGeom prst="rect">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800" i="0" u="none" strike="noStrike" kern="1200" cap="none" spc="0" normalizeH="0" baseline="0" noProof="0" dirty="0">
                <a:ln>
                  <a:noFill/>
                </a:ln>
                <a:solidFill>
                  <a:srgbClr val="000000"/>
                </a:solidFill>
                <a:effectLst/>
                <a:uLnTx/>
                <a:uFillTx/>
                <a:latin typeface="Arial" panose="020B0604020202020204" pitchFamily="34" charset="0"/>
                <a:ea typeface="SimHei" panose="02010609060101010101" pitchFamily="49" charset="-122"/>
                <a:cs typeface="Arial" panose="020B0604020202020204" pitchFamily="34" charset="0"/>
              </a:rPr>
              <a:t>Comb. Logic </a:t>
            </a:r>
            <a:r>
              <a:rPr lang="en-US" altLang="zh-CN" i="1" dirty="0">
                <a:solidFill>
                  <a:srgbClr val="000000"/>
                </a:solidFill>
                <a:latin typeface="Arial" panose="020B0604020202020204" pitchFamily="34" charset="0"/>
                <a:ea typeface="SimHei" panose="02010609060101010101" pitchFamily="49" charset="-122"/>
                <a:cs typeface="Arial" panose="020B0604020202020204" pitchFamily="34" charset="0"/>
              </a:rPr>
              <a:t>f</a:t>
            </a:r>
            <a:r>
              <a:rPr kumimoji="0" lang="en-US" altLang="zh-CN" sz="1800" i="1" u="none" strike="noStrike" kern="1200" cap="none" spc="0" normalizeH="0" baseline="0" noProof="0" dirty="0">
                <a:ln>
                  <a:noFill/>
                </a:ln>
                <a:solidFill>
                  <a:srgbClr val="000000"/>
                </a:solidFill>
                <a:effectLst/>
                <a:uLnTx/>
                <a:uFillTx/>
                <a:latin typeface="Arial" panose="020B0604020202020204" pitchFamily="34" charset="0"/>
                <a:ea typeface="SimHei" panose="02010609060101010101" pitchFamily="49" charset="-122"/>
                <a:cs typeface="Arial" panose="020B0604020202020204" pitchFamily="34" charset="0"/>
              </a:rPr>
              <a:t>(</a:t>
            </a:r>
            <a:r>
              <a:rPr kumimoji="0" lang="en-US" altLang="zh-CN" sz="1800" i="1" u="none" strike="noStrike" kern="1200" cap="none" spc="0" normalizeH="0" baseline="0" noProof="0" dirty="0" err="1">
                <a:ln>
                  <a:noFill/>
                </a:ln>
                <a:solidFill>
                  <a:srgbClr val="000000"/>
                </a:solidFill>
                <a:effectLst/>
                <a:uLnTx/>
                <a:uFillTx/>
                <a:latin typeface="Arial" panose="020B0604020202020204" pitchFamily="34" charset="0"/>
                <a:ea typeface="SimHei" panose="02010609060101010101" pitchFamily="49" charset="-122"/>
                <a:cs typeface="Arial" panose="020B0604020202020204" pitchFamily="34" charset="0"/>
              </a:rPr>
              <a:t>x,s</a:t>
            </a:r>
            <a:r>
              <a:rPr kumimoji="0" lang="en-US" altLang="zh-CN" sz="1800" i="1" u="none" strike="noStrike" kern="1200" cap="none" spc="0" normalizeH="0" baseline="0" noProof="0" dirty="0">
                <a:ln>
                  <a:noFill/>
                </a:ln>
                <a:solidFill>
                  <a:srgbClr val="000000"/>
                </a:solidFill>
                <a:effectLst/>
                <a:uLnTx/>
                <a:uFillTx/>
                <a:latin typeface="Arial" panose="020B0604020202020204" pitchFamily="34" charset="0"/>
                <a:ea typeface="SimHei" panose="02010609060101010101" pitchFamily="49" charset="-122"/>
                <a:cs typeface="Arial" panose="020B0604020202020204" pitchFamily="34" charset="0"/>
              </a:rPr>
              <a:t>)</a:t>
            </a:r>
          </a:p>
        </p:txBody>
      </p:sp>
      <p:sp>
        <p:nvSpPr>
          <p:cNvPr id="41" name="TextBox 37">
            <a:extLst>
              <a:ext uri="{FF2B5EF4-FFF2-40B4-BE49-F238E27FC236}">
                <a16:creationId xmlns:a16="http://schemas.microsoft.com/office/drawing/2014/main" id="{02A369D0-EFB8-7046-9F59-F42FDDE2F2F1}"/>
              </a:ext>
            </a:extLst>
          </p:cNvPr>
          <p:cNvSpPr txBox="1"/>
          <p:nvPr/>
        </p:nvSpPr>
        <p:spPr>
          <a:xfrm>
            <a:off x="1660183" y="3834107"/>
            <a:ext cx="1118257" cy="400110"/>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Input </a:t>
            </a:r>
            <a:r>
              <a:rPr kumimoji="0" lang="en-US" sz="2000" i="1"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x</a:t>
            </a:r>
          </a:p>
        </p:txBody>
      </p:sp>
      <p:sp>
        <p:nvSpPr>
          <p:cNvPr id="42" name="TextBox 38">
            <a:extLst>
              <a:ext uri="{FF2B5EF4-FFF2-40B4-BE49-F238E27FC236}">
                <a16:creationId xmlns:a16="http://schemas.microsoft.com/office/drawing/2014/main" id="{90EB8C61-D498-4348-B1D3-AEB737783939}"/>
              </a:ext>
            </a:extLst>
          </p:cNvPr>
          <p:cNvSpPr txBox="1"/>
          <p:nvPr/>
        </p:nvSpPr>
        <p:spPr>
          <a:xfrm>
            <a:off x="6491203" y="2878507"/>
            <a:ext cx="1151277" cy="400110"/>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Output </a:t>
            </a:r>
            <a:r>
              <a:rPr kumimoji="0" lang="en-US" sz="2000" i="1"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y</a:t>
            </a:r>
          </a:p>
        </p:txBody>
      </p:sp>
      <p:cxnSp>
        <p:nvCxnSpPr>
          <p:cNvPr id="43" name="Straight Arrow Connector 39">
            <a:extLst>
              <a:ext uri="{FF2B5EF4-FFF2-40B4-BE49-F238E27FC236}">
                <a16:creationId xmlns:a16="http://schemas.microsoft.com/office/drawing/2014/main" id="{0F77FA5D-B587-7548-9A4E-39FF835D2F91}"/>
              </a:ext>
            </a:extLst>
          </p:cNvPr>
          <p:cNvCxnSpPr>
            <a:cxnSpLocks/>
          </p:cNvCxnSpPr>
          <p:nvPr/>
        </p:nvCxnSpPr>
        <p:spPr bwMode="auto">
          <a:xfrm>
            <a:off x="5272711" y="3371346"/>
            <a:ext cx="1517994" cy="0"/>
          </a:xfrm>
          <a:prstGeom prst="straightConnector1">
            <a:avLst/>
          </a:prstGeom>
          <a:noFill/>
          <a:ln w="28575" cap="flat" cmpd="sng" algn="ctr">
            <a:solidFill>
              <a:schemeClr val="tx1"/>
            </a:solidFill>
            <a:prstDash val="solid"/>
            <a:round/>
            <a:headEnd type="none" w="med" len="med"/>
            <a:tailEnd type="triangle" w="med" len="med"/>
          </a:ln>
          <a:effectLst/>
        </p:spPr>
      </p:cxnSp>
      <p:sp>
        <p:nvSpPr>
          <p:cNvPr id="44" name="Rectangle 40">
            <a:extLst>
              <a:ext uri="{FF2B5EF4-FFF2-40B4-BE49-F238E27FC236}">
                <a16:creationId xmlns:a16="http://schemas.microsoft.com/office/drawing/2014/main" id="{9D045E3D-CC5F-D549-8048-3EDD4E3B1437}"/>
              </a:ext>
            </a:extLst>
          </p:cNvPr>
          <p:cNvSpPr/>
          <p:nvPr/>
        </p:nvSpPr>
        <p:spPr bwMode="auto">
          <a:xfrm>
            <a:off x="3818905" y="4904400"/>
            <a:ext cx="1435523" cy="871663"/>
          </a:xfrm>
          <a:prstGeom prst="rect">
            <a:avLst/>
          </a:prstGeom>
          <a:solidFill>
            <a:schemeClr val="accent4">
              <a:lumMod val="20000"/>
              <a:lumOff val="80000"/>
            </a:schemeClr>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i="1" u="none" strike="noStrike" kern="1200" cap="none" spc="0" normalizeH="0" baseline="30000" noProof="0" dirty="0">
              <a:ln>
                <a:noFill/>
              </a:ln>
              <a:solidFill>
                <a:schemeClr val="tx1"/>
              </a:solidFill>
              <a:effectLst/>
              <a:uLnTx/>
              <a:uFillTx/>
              <a:latin typeface="Arial" panose="020B0604020202020204" pitchFamily="34" charset="0"/>
              <a:ea typeface="SimHei" panose="02010609060101010101" pitchFamily="49" charset="-122"/>
              <a:cs typeface="Arial" panose="020B0604020202020204" pitchFamily="34" charset="0"/>
            </a:endParaRPr>
          </a:p>
        </p:txBody>
      </p:sp>
      <p:cxnSp>
        <p:nvCxnSpPr>
          <p:cNvPr id="45" name="Straight Arrow Connector 43">
            <a:extLst>
              <a:ext uri="{FF2B5EF4-FFF2-40B4-BE49-F238E27FC236}">
                <a16:creationId xmlns:a16="http://schemas.microsoft.com/office/drawing/2014/main" id="{A552B080-4D5C-EF45-B4F8-6D7D2D85D976}"/>
              </a:ext>
            </a:extLst>
          </p:cNvPr>
          <p:cNvCxnSpPr>
            <a:cxnSpLocks/>
          </p:cNvCxnSpPr>
          <p:nvPr/>
        </p:nvCxnSpPr>
        <p:spPr bwMode="auto">
          <a:xfrm>
            <a:off x="3476665" y="5573518"/>
            <a:ext cx="340827" cy="0"/>
          </a:xfrm>
          <a:prstGeom prst="straightConnector1">
            <a:avLst/>
          </a:prstGeom>
          <a:noFill/>
          <a:ln w="28575" cap="flat" cmpd="sng" algn="ctr">
            <a:solidFill>
              <a:schemeClr val="tx1"/>
            </a:solidFill>
            <a:prstDash val="solid"/>
            <a:round/>
            <a:headEnd type="none" w="med" len="med"/>
            <a:tailEnd type="triangle" w="med" len="med"/>
          </a:ln>
          <a:effectLst/>
        </p:spPr>
      </p:cxnSp>
      <p:cxnSp>
        <p:nvCxnSpPr>
          <p:cNvPr id="46" name="Straight Arrow Connector 44">
            <a:extLst>
              <a:ext uri="{FF2B5EF4-FFF2-40B4-BE49-F238E27FC236}">
                <a16:creationId xmlns:a16="http://schemas.microsoft.com/office/drawing/2014/main" id="{968D3E55-F174-A242-8EAF-D9E2A6C07EBC}"/>
              </a:ext>
            </a:extLst>
          </p:cNvPr>
          <p:cNvCxnSpPr>
            <a:cxnSpLocks/>
          </p:cNvCxnSpPr>
          <p:nvPr/>
        </p:nvCxnSpPr>
        <p:spPr bwMode="auto">
          <a:xfrm>
            <a:off x="1837705" y="4324707"/>
            <a:ext cx="1918476" cy="0"/>
          </a:xfrm>
          <a:prstGeom prst="straightConnector1">
            <a:avLst/>
          </a:prstGeom>
          <a:noFill/>
          <a:ln w="28575" cap="flat" cmpd="sng" algn="ctr">
            <a:solidFill>
              <a:schemeClr val="tx1"/>
            </a:solidFill>
            <a:prstDash val="solid"/>
            <a:round/>
            <a:headEnd type="none" w="med" len="med"/>
            <a:tailEnd type="triangle" w="med" len="med"/>
          </a:ln>
          <a:effectLst/>
        </p:spPr>
      </p:cxnSp>
      <p:sp>
        <p:nvSpPr>
          <p:cNvPr id="47" name="TextBox 49">
            <a:extLst>
              <a:ext uri="{FF2B5EF4-FFF2-40B4-BE49-F238E27FC236}">
                <a16:creationId xmlns:a16="http://schemas.microsoft.com/office/drawing/2014/main" id="{8A1B8FE4-1256-034B-99B6-B7CFEF174458}"/>
              </a:ext>
            </a:extLst>
          </p:cNvPr>
          <p:cNvSpPr txBox="1"/>
          <p:nvPr/>
        </p:nvSpPr>
        <p:spPr>
          <a:xfrm>
            <a:off x="2700649" y="5350478"/>
            <a:ext cx="827471" cy="400110"/>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Clock</a:t>
            </a:r>
          </a:p>
        </p:txBody>
      </p:sp>
      <p:sp>
        <p:nvSpPr>
          <p:cNvPr id="48" name="Rectangle 50">
            <a:extLst>
              <a:ext uri="{FF2B5EF4-FFF2-40B4-BE49-F238E27FC236}">
                <a16:creationId xmlns:a16="http://schemas.microsoft.com/office/drawing/2014/main" id="{3065894A-21CE-E74F-B048-DC9830E85FB9}"/>
              </a:ext>
            </a:extLst>
          </p:cNvPr>
          <p:cNvSpPr/>
          <p:nvPr/>
        </p:nvSpPr>
        <p:spPr bwMode="auto">
          <a:xfrm>
            <a:off x="3741152" y="3990290"/>
            <a:ext cx="1525551" cy="668834"/>
          </a:xfrm>
          <a:prstGeom prst="rect">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800" i="0" u="none" strike="noStrike" kern="1200" cap="none" spc="0" normalizeH="0" baseline="0" noProof="0" dirty="0">
                <a:ln>
                  <a:noFill/>
                </a:ln>
                <a:solidFill>
                  <a:srgbClr val="000000"/>
                </a:solidFill>
                <a:effectLst/>
                <a:uLnTx/>
                <a:uFillTx/>
                <a:latin typeface="Arial" panose="020B0604020202020204" pitchFamily="34" charset="0"/>
                <a:ea typeface="SimHei" panose="02010609060101010101" pitchFamily="49" charset="-122"/>
                <a:cs typeface="Arial" panose="020B0604020202020204" pitchFamily="34" charset="0"/>
              </a:rPr>
              <a:t>Comb. Logic </a:t>
            </a:r>
            <a:r>
              <a:rPr lang="en-US" altLang="zh-CN" i="1" dirty="0">
                <a:solidFill>
                  <a:srgbClr val="000000"/>
                </a:solidFill>
                <a:latin typeface="Arial" panose="020B0604020202020204" pitchFamily="34" charset="0"/>
                <a:ea typeface="SimHei" panose="02010609060101010101" pitchFamily="49" charset="-122"/>
                <a:cs typeface="Arial" panose="020B0604020202020204" pitchFamily="34" charset="0"/>
              </a:rPr>
              <a:t>g</a:t>
            </a:r>
            <a:r>
              <a:rPr kumimoji="0" lang="en-US" altLang="zh-CN" sz="1800" i="1" u="none" strike="noStrike" kern="1200" cap="none" spc="0" normalizeH="0" baseline="0" noProof="0" dirty="0">
                <a:ln>
                  <a:noFill/>
                </a:ln>
                <a:solidFill>
                  <a:srgbClr val="000000"/>
                </a:solidFill>
                <a:effectLst/>
                <a:uLnTx/>
                <a:uFillTx/>
                <a:latin typeface="Arial" panose="020B0604020202020204" pitchFamily="34" charset="0"/>
                <a:ea typeface="SimHei" panose="02010609060101010101" pitchFamily="49" charset="-122"/>
                <a:cs typeface="Arial" panose="020B0604020202020204" pitchFamily="34" charset="0"/>
              </a:rPr>
              <a:t>(</a:t>
            </a:r>
            <a:r>
              <a:rPr kumimoji="0" lang="en-US" altLang="zh-CN" sz="1800" i="1" u="none" strike="noStrike" kern="1200" cap="none" spc="0" normalizeH="0" baseline="0" noProof="0" dirty="0" err="1">
                <a:ln>
                  <a:noFill/>
                </a:ln>
                <a:solidFill>
                  <a:srgbClr val="000000"/>
                </a:solidFill>
                <a:effectLst/>
                <a:uLnTx/>
                <a:uFillTx/>
                <a:latin typeface="Arial" panose="020B0604020202020204" pitchFamily="34" charset="0"/>
                <a:ea typeface="SimHei" panose="02010609060101010101" pitchFamily="49" charset="-122"/>
                <a:cs typeface="Arial" panose="020B0604020202020204" pitchFamily="34" charset="0"/>
              </a:rPr>
              <a:t>x,s</a:t>
            </a:r>
            <a:r>
              <a:rPr kumimoji="0" lang="en-US" altLang="zh-CN" sz="1800" i="1" u="none" strike="noStrike" kern="1200" cap="none" spc="0" normalizeH="0" baseline="0" noProof="0" dirty="0">
                <a:ln>
                  <a:noFill/>
                </a:ln>
                <a:solidFill>
                  <a:srgbClr val="000000"/>
                </a:solidFill>
                <a:effectLst/>
                <a:uLnTx/>
                <a:uFillTx/>
                <a:latin typeface="Arial" panose="020B0604020202020204" pitchFamily="34" charset="0"/>
                <a:ea typeface="SimHei" panose="02010609060101010101" pitchFamily="49" charset="-122"/>
                <a:cs typeface="Arial" panose="020B0604020202020204" pitchFamily="34" charset="0"/>
              </a:rPr>
              <a:t>)</a:t>
            </a:r>
          </a:p>
        </p:txBody>
      </p:sp>
      <p:sp>
        <p:nvSpPr>
          <p:cNvPr id="49" name="Freeform 8">
            <a:extLst>
              <a:ext uri="{FF2B5EF4-FFF2-40B4-BE49-F238E27FC236}">
                <a16:creationId xmlns:a16="http://schemas.microsoft.com/office/drawing/2014/main" id="{88AA233B-1896-214C-A26E-CFF556FA7562}"/>
              </a:ext>
            </a:extLst>
          </p:cNvPr>
          <p:cNvSpPr/>
          <p:nvPr/>
        </p:nvSpPr>
        <p:spPr>
          <a:xfrm>
            <a:off x="3818905" y="5488834"/>
            <a:ext cx="87682" cy="169101"/>
          </a:xfrm>
          <a:custGeom>
            <a:avLst/>
            <a:gdLst>
              <a:gd name="connsiteX0" fmla="*/ 0 w 87682"/>
              <a:gd name="connsiteY0" fmla="*/ 0 h 169101"/>
              <a:gd name="connsiteX1" fmla="*/ 87682 w 87682"/>
              <a:gd name="connsiteY1" fmla="*/ 87682 h 169101"/>
              <a:gd name="connsiteX2" fmla="*/ 6263 w 87682"/>
              <a:gd name="connsiteY2" fmla="*/ 169101 h 169101"/>
            </a:gdLst>
            <a:ahLst/>
            <a:cxnLst>
              <a:cxn ang="0">
                <a:pos x="connsiteX0" y="connsiteY0"/>
              </a:cxn>
              <a:cxn ang="0">
                <a:pos x="connsiteX1" y="connsiteY1"/>
              </a:cxn>
              <a:cxn ang="0">
                <a:pos x="connsiteX2" y="connsiteY2"/>
              </a:cxn>
            </a:cxnLst>
            <a:rect l="l" t="t" r="r" b="b"/>
            <a:pathLst>
              <a:path w="87682" h="169101">
                <a:moveTo>
                  <a:pt x="0" y="0"/>
                </a:moveTo>
                <a:lnTo>
                  <a:pt x="87682" y="87682"/>
                </a:lnTo>
                <a:lnTo>
                  <a:pt x="6263" y="169101"/>
                </a:lnTo>
              </a:path>
            </a:pathLst>
          </a:cu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CN"/>
          </a:p>
        </p:txBody>
      </p:sp>
      <p:sp>
        <p:nvSpPr>
          <p:cNvPr id="50" name="Freeform 10">
            <a:extLst>
              <a:ext uri="{FF2B5EF4-FFF2-40B4-BE49-F238E27FC236}">
                <a16:creationId xmlns:a16="http://schemas.microsoft.com/office/drawing/2014/main" id="{AD25005B-0848-444D-9015-5FCA427225C9}"/>
              </a:ext>
            </a:extLst>
          </p:cNvPr>
          <p:cNvSpPr/>
          <p:nvPr/>
        </p:nvSpPr>
        <p:spPr>
          <a:xfrm>
            <a:off x="5251126" y="3605509"/>
            <a:ext cx="491243" cy="1883077"/>
          </a:xfrm>
          <a:custGeom>
            <a:avLst/>
            <a:gdLst>
              <a:gd name="connsiteX0" fmla="*/ 25052 w 469726"/>
              <a:gd name="connsiteY0" fmla="*/ 2198317 h 2198317"/>
              <a:gd name="connsiteX1" fmla="*/ 469726 w 469726"/>
              <a:gd name="connsiteY1" fmla="*/ 2198317 h 2198317"/>
              <a:gd name="connsiteX2" fmla="*/ 469726 w 469726"/>
              <a:gd name="connsiteY2" fmla="*/ 0 h 2198317"/>
              <a:gd name="connsiteX3" fmla="*/ 0 w 469726"/>
              <a:gd name="connsiteY3" fmla="*/ 0 h 2198317"/>
              <a:gd name="connsiteX0" fmla="*/ 0 w 484779"/>
              <a:gd name="connsiteY0" fmla="*/ 2198317 h 2198317"/>
              <a:gd name="connsiteX1" fmla="*/ 484779 w 484779"/>
              <a:gd name="connsiteY1" fmla="*/ 2198317 h 2198317"/>
              <a:gd name="connsiteX2" fmla="*/ 484779 w 484779"/>
              <a:gd name="connsiteY2" fmla="*/ 0 h 2198317"/>
              <a:gd name="connsiteX3" fmla="*/ 15053 w 484779"/>
              <a:gd name="connsiteY3" fmla="*/ 0 h 2198317"/>
            </a:gdLst>
            <a:ahLst/>
            <a:cxnLst>
              <a:cxn ang="0">
                <a:pos x="connsiteX0" y="connsiteY0"/>
              </a:cxn>
              <a:cxn ang="0">
                <a:pos x="connsiteX1" y="connsiteY1"/>
              </a:cxn>
              <a:cxn ang="0">
                <a:pos x="connsiteX2" y="connsiteY2"/>
              </a:cxn>
              <a:cxn ang="0">
                <a:pos x="connsiteX3" y="connsiteY3"/>
              </a:cxn>
            </a:cxnLst>
            <a:rect l="l" t="t" r="r" b="b"/>
            <a:pathLst>
              <a:path w="484779" h="2198317">
                <a:moveTo>
                  <a:pt x="0" y="2198317"/>
                </a:moveTo>
                <a:lnTo>
                  <a:pt x="484779" y="2198317"/>
                </a:lnTo>
                <a:lnTo>
                  <a:pt x="484779" y="0"/>
                </a:lnTo>
                <a:lnTo>
                  <a:pt x="15053" y="0"/>
                </a:lnTo>
              </a:path>
            </a:pathLst>
          </a:custGeom>
          <a:noFill/>
          <a:ln>
            <a:tailEnd type="triangle"/>
          </a:ln>
        </p:spPr>
        <p:style>
          <a:lnRef idx="2">
            <a:schemeClr val="dk1"/>
          </a:lnRef>
          <a:fillRef idx="1">
            <a:schemeClr val="lt1"/>
          </a:fillRef>
          <a:effectRef idx="0">
            <a:schemeClr val="dk1"/>
          </a:effectRef>
          <a:fontRef idx="minor">
            <a:schemeClr val="dk1"/>
          </a:fontRef>
        </p:style>
        <p:txBody>
          <a:bodyPr rtlCol="0" anchor="ctr"/>
          <a:lstStyle/>
          <a:p>
            <a:pPr algn="ctr"/>
            <a:endParaRPr lang="en-CN"/>
          </a:p>
        </p:txBody>
      </p:sp>
      <p:sp>
        <p:nvSpPr>
          <p:cNvPr id="51" name="Freeform 17">
            <a:extLst>
              <a:ext uri="{FF2B5EF4-FFF2-40B4-BE49-F238E27FC236}">
                <a16:creationId xmlns:a16="http://schemas.microsoft.com/office/drawing/2014/main" id="{525970BD-7F4B-584C-93F1-4A175DC4A346}"/>
              </a:ext>
            </a:extLst>
          </p:cNvPr>
          <p:cNvSpPr/>
          <p:nvPr/>
        </p:nvSpPr>
        <p:spPr>
          <a:xfrm>
            <a:off x="5246219" y="4419150"/>
            <a:ext cx="289539" cy="788109"/>
          </a:xfrm>
          <a:custGeom>
            <a:avLst/>
            <a:gdLst>
              <a:gd name="connsiteX0" fmla="*/ 0 w 231731"/>
              <a:gd name="connsiteY0" fmla="*/ 0 h 901874"/>
              <a:gd name="connsiteX1" fmla="*/ 231731 w 231731"/>
              <a:gd name="connsiteY1" fmla="*/ 0 h 901874"/>
              <a:gd name="connsiteX2" fmla="*/ 231731 w 231731"/>
              <a:gd name="connsiteY2" fmla="*/ 901874 h 901874"/>
              <a:gd name="connsiteX3" fmla="*/ 31315 w 231731"/>
              <a:gd name="connsiteY3" fmla="*/ 901874 h 901874"/>
              <a:gd name="connsiteX0" fmla="*/ 59067 w 290798"/>
              <a:gd name="connsiteY0" fmla="*/ 0 h 901874"/>
              <a:gd name="connsiteX1" fmla="*/ 290798 w 290798"/>
              <a:gd name="connsiteY1" fmla="*/ 0 h 901874"/>
              <a:gd name="connsiteX2" fmla="*/ 290798 w 290798"/>
              <a:gd name="connsiteY2" fmla="*/ 901874 h 901874"/>
              <a:gd name="connsiteX3" fmla="*/ 0 w 290798"/>
              <a:gd name="connsiteY3" fmla="*/ 887913 h 901874"/>
              <a:gd name="connsiteX0" fmla="*/ 42329 w 274060"/>
              <a:gd name="connsiteY0" fmla="*/ 0 h 902456"/>
              <a:gd name="connsiteX1" fmla="*/ 274060 w 274060"/>
              <a:gd name="connsiteY1" fmla="*/ 0 h 902456"/>
              <a:gd name="connsiteX2" fmla="*/ 274060 w 274060"/>
              <a:gd name="connsiteY2" fmla="*/ 901874 h 902456"/>
              <a:gd name="connsiteX3" fmla="*/ 0 w 274060"/>
              <a:gd name="connsiteY3" fmla="*/ 902456 h 902456"/>
              <a:gd name="connsiteX0" fmla="*/ 6762 w 238493"/>
              <a:gd name="connsiteY0" fmla="*/ 0 h 902456"/>
              <a:gd name="connsiteX1" fmla="*/ 238493 w 238493"/>
              <a:gd name="connsiteY1" fmla="*/ 0 h 902456"/>
              <a:gd name="connsiteX2" fmla="*/ 238493 w 238493"/>
              <a:gd name="connsiteY2" fmla="*/ 901874 h 902456"/>
              <a:gd name="connsiteX3" fmla="*/ 0 w 238493"/>
              <a:gd name="connsiteY3" fmla="*/ 902456 h 902456"/>
            </a:gdLst>
            <a:ahLst/>
            <a:cxnLst>
              <a:cxn ang="0">
                <a:pos x="connsiteX0" y="connsiteY0"/>
              </a:cxn>
              <a:cxn ang="0">
                <a:pos x="connsiteX1" y="connsiteY1"/>
              </a:cxn>
              <a:cxn ang="0">
                <a:pos x="connsiteX2" y="connsiteY2"/>
              </a:cxn>
              <a:cxn ang="0">
                <a:pos x="connsiteX3" y="connsiteY3"/>
              </a:cxn>
            </a:cxnLst>
            <a:rect l="l" t="t" r="r" b="b"/>
            <a:pathLst>
              <a:path w="238493" h="902456">
                <a:moveTo>
                  <a:pt x="6762" y="0"/>
                </a:moveTo>
                <a:lnTo>
                  <a:pt x="238493" y="0"/>
                </a:lnTo>
                <a:lnTo>
                  <a:pt x="238493" y="901874"/>
                </a:lnTo>
                <a:lnTo>
                  <a:pt x="0" y="902456"/>
                </a:lnTo>
              </a:path>
            </a:pathLst>
          </a:custGeom>
          <a:noFill/>
          <a:ln>
            <a:tailEnd type="triangle"/>
          </a:ln>
        </p:spPr>
        <p:style>
          <a:lnRef idx="2">
            <a:schemeClr val="dk1"/>
          </a:lnRef>
          <a:fillRef idx="1">
            <a:schemeClr val="lt1"/>
          </a:fillRef>
          <a:effectRef idx="0">
            <a:schemeClr val="dk1"/>
          </a:effectRef>
          <a:fontRef idx="minor">
            <a:schemeClr val="dk1"/>
          </a:fontRef>
        </p:style>
        <p:txBody>
          <a:bodyPr rtlCol="0" anchor="ctr"/>
          <a:lstStyle/>
          <a:p>
            <a:pPr algn="ctr"/>
            <a:endParaRPr lang="en-CN"/>
          </a:p>
        </p:txBody>
      </p:sp>
      <p:sp>
        <p:nvSpPr>
          <p:cNvPr id="52" name="Freeform 55">
            <a:extLst>
              <a:ext uri="{FF2B5EF4-FFF2-40B4-BE49-F238E27FC236}">
                <a16:creationId xmlns:a16="http://schemas.microsoft.com/office/drawing/2014/main" id="{941AF123-18AB-C144-8327-BF002524FE2A}"/>
              </a:ext>
            </a:extLst>
          </p:cNvPr>
          <p:cNvSpPr/>
          <p:nvPr/>
        </p:nvSpPr>
        <p:spPr>
          <a:xfrm>
            <a:off x="5272643" y="4215107"/>
            <a:ext cx="475989" cy="0"/>
          </a:xfrm>
          <a:custGeom>
            <a:avLst/>
            <a:gdLst>
              <a:gd name="connsiteX0" fmla="*/ 475989 w 475989"/>
              <a:gd name="connsiteY0" fmla="*/ 0 h 0"/>
              <a:gd name="connsiteX1" fmla="*/ 0 w 475989"/>
              <a:gd name="connsiteY1" fmla="*/ 0 h 0"/>
            </a:gdLst>
            <a:ahLst/>
            <a:cxnLst>
              <a:cxn ang="0">
                <a:pos x="connsiteX0" y="connsiteY0"/>
              </a:cxn>
              <a:cxn ang="0">
                <a:pos x="connsiteX1" y="connsiteY1"/>
              </a:cxn>
            </a:cxnLst>
            <a:rect l="l" t="t" r="r" b="b"/>
            <a:pathLst>
              <a:path w="475989">
                <a:moveTo>
                  <a:pt x="475989" y="0"/>
                </a:moveTo>
                <a:lnTo>
                  <a:pt x="0" y="0"/>
                </a:lnTo>
              </a:path>
            </a:pathLst>
          </a:custGeom>
          <a:noFill/>
          <a:ln>
            <a:tailEnd type="triangle"/>
          </a:ln>
        </p:spPr>
        <p:style>
          <a:lnRef idx="2">
            <a:schemeClr val="dk1"/>
          </a:lnRef>
          <a:fillRef idx="1">
            <a:schemeClr val="lt1"/>
          </a:fillRef>
          <a:effectRef idx="0">
            <a:schemeClr val="dk1"/>
          </a:effectRef>
          <a:fontRef idx="minor">
            <a:schemeClr val="dk1"/>
          </a:fontRef>
        </p:style>
        <p:txBody>
          <a:bodyPr rtlCol="0" anchor="ctr"/>
          <a:lstStyle/>
          <a:p>
            <a:pPr algn="ctr"/>
            <a:endParaRPr lang="en-CN"/>
          </a:p>
        </p:txBody>
      </p:sp>
      <p:sp>
        <p:nvSpPr>
          <p:cNvPr id="53" name="Freeform 57">
            <a:extLst>
              <a:ext uri="{FF2B5EF4-FFF2-40B4-BE49-F238E27FC236}">
                <a16:creationId xmlns:a16="http://schemas.microsoft.com/office/drawing/2014/main" id="{E06A3A0F-A0C9-7C42-9BC6-42C3AB5F8B9E}"/>
              </a:ext>
            </a:extLst>
          </p:cNvPr>
          <p:cNvSpPr/>
          <p:nvPr/>
        </p:nvSpPr>
        <p:spPr>
          <a:xfrm>
            <a:off x="3380217" y="3529307"/>
            <a:ext cx="361284" cy="782933"/>
          </a:xfrm>
          <a:custGeom>
            <a:avLst/>
            <a:gdLst>
              <a:gd name="connsiteX0" fmla="*/ 0 w 221064"/>
              <a:gd name="connsiteY0" fmla="*/ 1155560 h 1155560"/>
              <a:gd name="connsiteX1" fmla="*/ 0 w 221064"/>
              <a:gd name="connsiteY1" fmla="*/ 0 h 1155560"/>
              <a:gd name="connsiteX2" fmla="*/ 221064 w 221064"/>
              <a:gd name="connsiteY2" fmla="*/ 0 h 1155560"/>
            </a:gdLst>
            <a:ahLst/>
            <a:cxnLst>
              <a:cxn ang="0">
                <a:pos x="connsiteX0" y="connsiteY0"/>
              </a:cxn>
              <a:cxn ang="0">
                <a:pos x="connsiteX1" y="connsiteY1"/>
              </a:cxn>
              <a:cxn ang="0">
                <a:pos x="connsiteX2" y="connsiteY2"/>
              </a:cxn>
            </a:cxnLst>
            <a:rect l="l" t="t" r="r" b="b"/>
            <a:pathLst>
              <a:path w="221064" h="1155560">
                <a:moveTo>
                  <a:pt x="0" y="1155560"/>
                </a:moveTo>
                <a:lnTo>
                  <a:pt x="0" y="0"/>
                </a:lnTo>
                <a:lnTo>
                  <a:pt x="221064" y="0"/>
                </a:lnTo>
              </a:path>
            </a:pathLst>
          </a:custGeom>
          <a:noFill/>
          <a:ln w="28575">
            <a:solidFill>
              <a:schemeClr val="tx1"/>
            </a:solidFill>
            <a:prstDash val="solid"/>
            <a:tailEnd type="triangle"/>
          </a:ln>
        </p:spPr>
        <p:style>
          <a:lnRef idx="2">
            <a:schemeClr val="dk1"/>
          </a:lnRef>
          <a:fillRef idx="1">
            <a:schemeClr val="lt1"/>
          </a:fillRef>
          <a:effectRef idx="0">
            <a:schemeClr val="dk1"/>
          </a:effectRef>
          <a:fontRef idx="minor">
            <a:schemeClr val="dk1"/>
          </a:fontRef>
        </p:style>
        <p:txBody>
          <a:bodyPr rtlCol="0" anchor="ctr"/>
          <a:lstStyle/>
          <a:p>
            <a:pPr algn="ctr"/>
            <a:endParaRPr lang="en-CN" dirty="0"/>
          </a:p>
        </p:txBody>
      </p:sp>
      <p:sp>
        <p:nvSpPr>
          <p:cNvPr id="54" name="TextBox 38">
            <a:extLst>
              <a:ext uri="{FF2B5EF4-FFF2-40B4-BE49-F238E27FC236}">
                <a16:creationId xmlns:a16="http://schemas.microsoft.com/office/drawing/2014/main" id="{B684E016-F2E3-D545-8613-040CC7778018}"/>
              </a:ext>
            </a:extLst>
          </p:cNvPr>
          <p:cNvSpPr txBox="1"/>
          <p:nvPr/>
        </p:nvSpPr>
        <p:spPr>
          <a:xfrm>
            <a:off x="5236264" y="4851799"/>
            <a:ext cx="327333" cy="400110"/>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i="1"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e</a:t>
            </a:r>
          </a:p>
        </p:txBody>
      </p:sp>
      <p:sp>
        <p:nvSpPr>
          <p:cNvPr id="55" name="TextBox 38">
            <a:extLst>
              <a:ext uri="{FF2B5EF4-FFF2-40B4-BE49-F238E27FC236}">
                <a16:creationId xmlns:a16="http://schemas.microsoft.com/office/drawing/2014/main" id="{53C819B0-2732-F047-B33B-3371A289A472}"/>
              </a:ext>
            </a:extLst>
          </p:cNvPr>
          <p:cNvSpPr txBox="1"/>
          <p:nvPr/>
        </p:nvSpPr>
        <p:spPr>
          <a:xfrm>
            <a:off x="3897066" y="5267980"/>
            <a:ext cx="1309353" cy="523220"/>
          </a:xfrm>
          <a:prstGeom prst="rect">
            <a:avLst/>
          </a:prstGeom>
          <a:noFill/>
        </p:spPr>
        <p:txBody>
          <a:bodyPr wrap="square" lIns="0" rIns="0" rtlCol="0">
            <a:spAutoFit/>
          </a:bodyPr>
          <a:lstStyle/>
          <a:p>
            <a:pPr lvl="0" algn="ctr">
              <a:defRPr/>
            </a:pPr>
            <a:r>
              <a:rPr lang="en-US" sz="1400" dirty="0">
                <a:solidFill>
                  <a:srgbClr val="000000"/>
                </a:solidFill>
                <a:latin typeface="Arial" panose="020B0604020202020204" pitchFamily="34" charset="0"/>
                <a:cs typeface="Arial" panose="020B0604020202020204" pitchFamily="34" charset="0"/>
              </a:rPr>
              <a:t>State transition </a:t>
            </a:r>
            <a:r>
              <a:rPr lang="en-US" sz="1400" i="1" dirty="0">
                <a:solidFill>
                  <a:srgbClr val="000000"/>
                </a:solidFill>
                <a:latin typeface="Arial" panose="020B0604020202020204" pitchFamily="34" charset="0"/>
                <a:cs typeface="Arial" panose="020B0604020202020204" pitchFamily="34" charset="0"/>
              </a:rPr>
              <a:t>s</a:t>
            </a:r>
            <a:r>
              <a:rPr lang="en-US" sz="1400" i="1" baseline="30000" dirty="0">
                <a:solidFill>
                  <a:srgbClr val="000000"/>
                </a:solidFill>
                <a:latin typeface="Arial" panose="020B0604020202020204" pitchFamily="34" charset="0"/>
                <a:cs typeface="Arial" panose="020B0604020202020204" pitchFamily="34" charset="0"/>
              </a:rPr>
              <a:t>+</a:t>
            </a:r>
            <a:r>
              <a:rPr lang="en-US" sz="1400" i="1" dirty="0">
                <a:solidFill>
                  <a:srgbClr val="000000"/>
                </a:solidFill>
                <a:latin typeface="Arial" panose="020B0604020202020204" pitchFamily="34" charset="0"/>
                <a:cs typeface="Arial" panose="020B0604020202020204" pitchFamily="34" charset="0"/>
              </a:rPr>
              <a:t>=h(</a:t>
            </a:r>
            <a:r>
              <a:rPr lang="en-US" sz="1400" i="1" dirty="0" err="1">
                <a:solidFill>
                  <a:srgbClr val="000000"/>
                </a:solidFill>
                <a:latin typeface="Arial" panose="020B0604020202020204" pitchFamily="34" charset="0"/>
                <a:cs typeface="Arial" panose="020B0604020202020204" pitchFamily="34" charset="0"/>
              </a:rPr>
              <a:t>s,e</a:t>
            </a:r>
            <a:r>
              <a:rPr lang="en-US" sz="1400" i="1" dirty="0">
                <a:solidFill>
                  <a:srgbClr val="000000"/>
                </a:solidFill>
                <a:latin typeface="Arial" panose="020B0604020202020204" pitchFamily="34" charset="0"/>
                <a:cs typeface="Arial" panose="020B0604020202020204" pitchFamily="34" charset="0"/>
              </a:rPr>
              <a:t>) </a:t>
            </a:r>
            <a:endParaRPr kumimoji="0" lang="en-US" sz="1400" i="1"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endParaRPr>
          </a:p>
        </p:txBody>
      </p:sp>
      <p:sp>
        <p:nvSpPr>
          <p:cNvPr id="56" name="矩形 10">
            <a:extLst>
              <a:ext uri="{FF2B5EF4-FFF2-40B4-BE49-F238E27FC236}">
                <a16:creationId xmlns:a16="http://schemas.microsoft.com/office/drawing/2014/main" id="{F3B48147-12B2-5E46-BB67-87B9C6863505}"/>
              </a:ext>
            </a:extLst>
          </p:cNvPr>
          <p:cNvSpPr/>
          <p:nvPr/>
        </p:nvSpPr>
        <p:spPr>
          <a:xfrm>
            <a:off x="3793104" y="4936324"/>
            <a:ext cx="1489365" cy="400110"/>
          </a:xfrm>
          <a:prstGeom prst="rect">
            <a:avLst/>
          </a:prstGeom>
          <a:noFill/>
        </p:spPr>
        <p:txBody>
          <a:bodyPr wrap="square" rtlCol="0">
            <a:spAutoFit/>
          </a:bodyPr>
          <a:lstStyle/>
          <a:p>
            <a:pPr algn="ctr"/>
            <a:r>
              <a:rPr lang="en-US" altLang="zh-CN" sz="2000" dirty="0">
                <a:solidFill>
                  <a:srgbClr val="000000"/>
                </a:solidFill>
                <a:latin typeface="Arial" panose="020B0604020202020204" pitchFamily="34" charset="0"/>
                <a:cs typeface="Arial" panose="020B0604020202020204" pitchFamily="34" charset="0"/>
              </a:rPr>
              <a:t>State s/s+</a:t>
            </a:r>
          </a:p>
        </p:txBody>
      </p:sp>
      <p:grpSp>
        <p:nvGrpSpPr>
          <p:cNvPr id="3" name="组合 2">
            <a:extLst>
              <a:ext uri="{FF2B5EF4-FFF2-40B4-BE49-F238E27FC236}">
                <a16:creationId xmlns:a16="http://schemas.microsoft.com/office/drawing/2014/main" id="{D975D278-A3DE-C9CF-1325-FC58B98E8B99}"/>
              </a:ext>
            </a:extLst>
          </p:cNvPr>
          <p:cNvGrpSpPr/>
          <p:nvPr/>
        </p:nvGrpSpPr>
        <p:grpSpPr>
          <a:xfrm>
            <a:off x="2579313" y="3319046"/>
            <a:ext cx="1078286" cy="699839"/>
            <a:chOff x="2676139" y="3549335"/>
            <a:chExt cx="1078286" cy="699839"/>
          </a:xfrm>
        </p:grpSpPr>
        <p:sp>
          <p:nvSpPr>
            <p:cNvPr id="66" name="矩形 33">
              <a:extLst>
                <a:ext uri="{FF2B5EF4-FFF2-40B4-BE49-F238E27FC236}">
                  <a16:creationId xmlns:a16="http://schemas.microsoft.com/office/drawing/2014/main" id="{06481A6A-2EA4-4485-A0F8-72CAD42B9AAD}"/>
                </a:ext>
              </a:extLst>
            </p:cNvPr>
            <p:cNvSpPr/>
            <p:nvPr/>
          </p:nvSpPr>
          <p:spPr>
            <a:xfrm rot="16200000">
              <a:off x="3337168" y="3831916"/>
              <a:ext cx="361284" cy="473231"/>
            </a:xfrm>
            <a:prstGeom prst="rect">
              <a:avLst/>
            </a:prstGeom>
            <a:solidFill>
              <a:schemeClr val="bg1">
                <a:lumMod val="85000"/>
              </a:schemeClr>
            </a:solidFill>
            <a:ln>
              <a:solidFill>
                <a:srgbClr val="0000FF"/>
              </a:solidFill>
              <a:prstDash val="dash"/>
            </a:ln>
          </p:spPr>
          <p:style>
            <a:lnRef idx="2">
              <a:schemeClr val="dk1"/>
            </a:lnRef>
            <a:fillRef idx="1">
              <a:schemeClr val="lt1"/>
            </a:fillRef>
            <a:effectRef idx="0">
              <a:schemeClr val="dk1"/>
            </a:effectRef>
            <a:fontRef idx="minor">
              <a:schemeClr val="dk1"/>
            </a:fontRef>
          </p:style>
          <p:txBody>
            <a:bodyPr wrap="square" rtlCol="0" anchor="ctr">
              <a:noAutofit/>
            </a:bodyPr>
            <a:lstStyle/>
            <a:p>
              <a:pPr algn="l"/>
              <a:endParaRPr lang="zh-CN" altLang="en-US" sz="1800" dirty="0">
                <a:solidFill>
                  <a:schemeClr val="tx1"/>
                </a:solidFill>
                <a:latin typeface="Arial" panose="020B0604020202020204" pitchFamily="34" charset="0"/>
                <a:cs typeface="Arial" panose="020B0604020202020204" pitchFamily="34" charset="0"/>
              </a:endParaRPr>
            </a:p>
          </p:txBody>
        </p:sp>
        <p:sp>
          <p:nvSpPr>
            <p:cNvPr id="68" name="文本框 52">
              <a:extLst>
                <a:ext uri="{FF2B5EF4-FFF2-40B4-BE49-F238E27FC236}">
                  <a16:creationId xmlns:a16="http://schemas.microsoft.com/office/drawing/2014/main" id="{0CB37D6B-0F42-4498-A064-ACC21E846F97}"/>
                </a:ext>
              </a:extLst>
            </p:cNvPr>
            <p:cNvSpPr txBox="1"/>
            <p:nvPr/>
          </p:nvSpPr>
          <p:spPr>
            <a:xfrm>
              <a:off x="2676139" y="3549335"/>
              <a:ext cx="822730" cy="338554"/>
            </a:xfrm>
            <a:prstGeom prst="rect">
              <a:avLst/>
            </a:prstGeom>
            <a:noFill/>
          </p:spPr>
          <p:txBody>
            <a:bodyPr wrap="square" rtlCol="0">
              <a:spAutoFit/>
            </a:bodyPr>
            <a:lstStyle/>
            <a:p>
              <a:r>
                <a:rPr lang="en-US" altLang="zh-CN" sz="1600" dirty="0">
                  <a:solidFill>
                    <a:srgbClr val="0000FF"/>
                  </a:solidFill>
                  <a:latin typeface="+mn-lt"/>
                </a:rPr>
                <a:t>Opt. 3</a:t>
              </a:r>
              <a:endParaRPr lang="zh-CN" altLang="en-US" sz="1600" dirty="0">
                <a:solidFill>
                  <a:srgbClr val="0000FF"/>
                </a:solidFill>
                <a:latin typeface="+mn-lt"/>
              </a:endParaRPr>
            </a:p>
          </p:txBody>
        </p:sp>
      </p:grpSp>
      <p:grpSp>
        <p:nvGrpSpPr>
          <p:cNvPr id="5" name="组合 4">
            <a:extLst>
              <a:ext uri="{FF2B5EF4-FFF2-40B4-BE49-F238E27FC236}">
                <a16:creationId xmlns:a16="http://schemas.microsoft.com/office/drawing/2014/main" id="{C3FAB312-FABB-94F1-3650-819CCC8107F7}"/>
              </a:ext>
            </a:extLst>
          </p:cNvPr>
          <p:cNvGrpSpPr/>
          <p:nvPr/>
        </p:nvGrpSpPr>
        <p:grpSpPr>
          <a:xfrm>
            <a:off x="1962821" y="4181641"/>
            <a:ext cx="1130789" cy="523891"/>
            <a:chOff x="2030116" y="4240560"/>
            <a:chExt cx="1130789" cy="523891"/>
          </a:xfrm>
        </p:grpSpPr>
        <p:sp>
          <p:nvSpPr>
            <p:cNvPr id="65" name="矩形 32">
              <a:extLst>
                <a:ext uri="{FF2B5EF4-FFF2-40B4-BE49-F238E27FC236}">
                  <a16:creationId xmlns:a16="http://schemas.microsoft.com/office/drawing/2014/main" id="{1B2DA0F1-0317-4083-BD13-69217D38878C}"/>
                </a:ext>
              </a:extLst>
            </p:cNvPr>
            <p:cNvSpPr/>
            <p:nvPr/>
          </p:nvSpPr>
          <p:spPr>
            <a:xfrm>
              <a:off x="2799621" y="4240560"/>
              <a:ext cx="361284" cy="473231"/>
            </a:xfrm>
            <a:prstGeom prst="rect">
              <a:avLst/>
            </a:prstGeom>
            <a:solidFill>
              <a:schemeClr val="bg1">
                <a:lumMod val="85000"/>
              </a:schemeClr>
            </a:solidFill>
            <a:ln>
              <a:solidFill>
                <a:srgbClr val="0000FF"/>
              </a:solidFill>
              <a:prstDash val="dash"/>
            </a:ln>
          </p:spPr>
          <p:style>
            <a:lnRef idx="2">
              <a:schemeClr val="dk1"/>
            </a:lnRef>
            <a:fillRef idx="1">
              <a:schemeClr val="lt1"/>
            </a:fillRef>
            <a:effectRef idx="0">
              <a:schemeClr val="dk1"/>
            </a:effectRef>
            <a:fontRef idx="minor">
              <a:schemeClr val="dk1"/>
            </a:fontRef>
          </p:style>
          <p:txBody>
            <a:bodyPr wrap="square" rtlCol="0" anchor="ctr">
              <a:noAutofit/>
            </a:bodyPr>
            <a:lstStyle/>
            <a:p>
              <a:pPr algn="l"/>
              <a:endParaRPr lang="zh-CN" altLang="en-US" sz="1800" dirty="0">
                <a:solidFill>
                  <a:schemeClr val="tx1"/>
                </a:solidFill>
                <a:latin typeface="Arial" panose="020B0604020202020204" pitchFamily="34" charset="0"/>
                <a:cs typeface="Arial" panose="020B0604020202020204" pitchFamily="34" charset="0"/>
              </a:endParaRPr>
            </a:p>
          </p:txBody>
        </p:sp>
        <p:sp>
          <p:nvSpPr>
            <p:cNvPr id="69" name="文本框 53">
              <a:extLst>
                <a:ext uri="{FF2B5EF4-FFF2-40B4-BE49-F238E27FC236}">
                  <a16:creationId xmlns:a16="http://schemas.microsoft.com/office/drawing/2014/main" id="{1C3A1902-015A-4EFF-9024-B42C1DDE502B}"/>
                </a:ext>
              </a:extLst>
            </p:cNvPr>
            <p:cNvSpPr txBox="1"/>
            <p:nvPr/>
          </p:nvSpPr>
          <p:spPr>
            <a:xfrm>
              <a:off x="2030116" y="4425897"/>
              <a:ext cx="822730" cy="338554"/>
            </a:xfrm>
            <a:prstGeom prst="rect">
              <a:avLst/>
            </a:prstGeom>
            <a:noFill/>
          </p:spPr>
          <p:txBody>
            <a:bodyPr wrap="square" rtlCol="0">
              <a:spAutoFit/>
            </a:bodyPr>
            <a:lstStyle/>
            <a:p>
              <a:r>
                <a:rPr lang="en-US" altLang="zh-CN" sz="1600" dirty="0">
                  <a:solidFill>
                    <a:srgbClr val="0000FF"/>
                  </a:solidFill>
                  <a:latin typeface="+mn-lt"/>
                </a:rPr>
                <a:t>Opt. 2</a:t>
              </a:r>
              <a:endParaRPr lang="zh-CN" altLang="en-US" sz="1600" dirty="0">
                <a:solidFill>
                  <a:srgbClr val="0000FF"/>
                </a:solidFill>
                <a:latin typeface="+mn-lt"/>
              </a:endParaRPr>
            </a:p>
          </p:txBody>
        </p:sp>
      </p:grpSp>
      <p:grpSp>
        <p:nvGrpSpPr>
          <p:cNvPr id="2" name="组合 1">
            <a:extLst>
              <a:ext uri="{FF2B5EF4-FFF2-40B4-BE49-F238E27FC236}">
                <a16:creationId xmlns:a16="http://schemas.microsoft.com/office/drawing/2014/main" id="{D1235DE3-065E-7636-3C98-1A97653F047B}"/>
              </a:ext>
            </a:extLst>
          </p:cNvPr>
          <p:cNvGrpSpPr/>
          <p:nvPr/>
        </p:nvGrpSpPr>
        <p:grpSpPr>
          <a:xfrm>
            <a:off x="5734418" y="3189427"/>
            <a:ext cx="1809382" cy="1469695"/>
            <a:chOff x="5801713" y="3248346"/>
            <a:chExt cx="1809382" cy="1469695"/>
          </a:xfrm>
        </p:grpSpPr>
        <p:grpSp>
          <p:nvGrpSpPr>
            <p:cNvPr id="57" name="组合 5">
              <a:extLst>
                <a:ext uri="{FF2B5EF4-FFF2-40B4-BE49-F238E27FC236}">
                  <a16:creationId xmlns:a16="http://schemas.microsoft.com/office/drawing/2014/main" id="{6B9C9466-2691-4C7E-8C75-0F1BDA9CD0D3}"/>
                </a:ext>
              </a:extLst>
            </p:cNvPr>
            <p:cNvGrpSpPr/>
            <p:nvPr/>
          </p:nvGrpSpPr>
          <p:grpSpPr>
            <a:xfrm>
              <a:off x="7022574" y="3937132"/>
              <a:ext cx="497637" cy="668834"/>
              <a:chOff x="6544031" y="3958719"/>
              <a:chExt cx="497637" cy="668834"/>
            </a:xfrm>
          </p:grpSpPr>
          <p:sp>
            <p:nvSpPr>
              <p:cNvPr id="58" name="Rectangle 36">
                <a:extLst>
                  <a:ext uri="{FF2B5EF4-FFF2-40B4-BE49-F238E27FC236}">
                    <a16:creationId xmlns:a16="http://schemas.microsoft.com/office/drawing/2014/main" id="{86DB4FBC-1D01-4B6B-BDB6-08FE372C942A}"/>
                  </a:ext>
                </a:extLst>
              </p:cNvPr>
              <p:cNvSpPr/>
              <p:nvPr/>
            </p:nvSpPr>
            <p:spPr bwMode="auto">
              <a:xfrm>
                <a:off x="6544031" y="3958719"/>
                <a:ext cx="491243" cy="668834"/>
              </a:xfrm>
              <a:prstGeom prst="rect">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200" u="none" strike="noStrike" kern="1200" cap="none" spc="0" normalizeH="0" baseline="0" noProof="0" dirty="0">
                    <a:ln>
                      <a:noFill/>
                    </a:ln>
                    <a:solidFill>
                      <a:srgbClr val="000000"/>
                    </a:solidFill>
                    <a:effectLst/>
                    <a:uLnTx/>
                    <a:uFillTx/>
                    <a:latin typeface="Arial" panose="020B0604020202020204" pitchFamily="34" charset="0"/>
                    <a:ea typeface="SimHei" panose="02010609060101010101" pitchFamily="49" charset="-122"/>
                    <a:cs typeface="Arial" panose="020B0604020202020204" pitchFamily="34" charset="0"/>
                  </a:rPr>
                  <a:t>DFF</a:t>
                </a:r>
              </a:p>
            </p:txBody>
          </p:sp>
          <p:sp>
            <p:nvSpPr>
              <p:cNvPr id="59" name="等腰三角形 2">
                <a:extLst>
                  <a:ext uri="{FF2B5EF4-FFF2-40B4-BE49-F238E27FC236}">
                    <a16:creationId xmlns:a16="http://schemas.microsoft.com/office/drawing/2014/main" id="{E13B670D-7B47-41BF-9AA8-44D3525007FE}"/>
                  </a:ext>
                </a:extLst>
              </p:cNvPr>
              <p:cNvSpPr/>
              <p:nvPr/>
            </p:nvSpPr>
            <p:spPr>
              <a:xfrm rot="5400000">
                <a:off x="6536335" y="4429422"/>
                <a:ext cx="129081" cy="109437"/>
              </a:xfrm>
              <a:prstGeom prst="triangle">
                <a:avLst/>
              </a:prstGeom>
              <a:noFill/>
            </p:spPr>
            <p:style>
              <a:lnRef idx="2">
                <a:schemeClr val="dk1"/>
              </a:lnRef>
              <a:fillRef idx="1">
                <a:schemeClr val="lt1"/>
              </a:fillRef>
              <a:effectRef idx="0">
                <a:schemeClr val="dk1"/>
              </a:effectRef>
              <a:fontRef idx="minor">
                <a:schemeClr val="dk1"/>
              </a:fontRef>
            </p:style>
            <p:txBody>
              <a:bodyPr wrap="square" rtlCol="0" anchor="ctr">
                <a:noAutofit/>
              </a:bodyPr>
              <a:lstStyle/>
              <a:p>
                <a:pPr algn="l"/>
                <a:endParaRPr lang="zh-CN" altLang="en-US" sz="1800" dirty="0">
                  <a:solidFill>
                    <a:schemeClr val="tx1"/>
                  </a:solidFill>
                  <a:latin typeface="Arial" panose="020B0604020202020204" pitchFamily="34" charset="0"/>
                  <a:cs typeface="Arial" panose="020B0604020202020204" pitchFamily="34" charset="0"/>
                </a:endParaRPr>
              </a:p>
            </p:txBody>
          </p:sp>
          <p:sp>
            <p:nvSpPr>
              <p:cNvPr id="60" name="文本框 4">
                <a:extLst>
                  <a:ext uri="{FF2B5EF4-FFF2-40B4-BE49-F238E27FC236}">
                    <a16:creationId xmlns:a16="http://schemas.microsoft.com/office/drawing/2014/main" id="{2B0FB583-1C0D-4143-B067-33AB7215653F}"/>
                  </a:ext>
                </a:extLst>
              </p:cNvPr>
              <p:cNvSpPr txBox="1"/>
              <p:nvPr/>
            </p:nvSpPr>
            <p:spPr>
              <a:xfrm>
                <a:off x="6546157" y="3987786"/>
                <a:ext cx="152400" cy="276999"/>
              </a:xfrm>
              <a:prstGeom prst="rect">
                <a:avLst/>
              </a:prstGeom>
              <a:noFill/>
            </p:spPr>
            <p:txBody>
              <a:bodyPr wrap="square" rtlCol="0">
                <a:spAutoFit/>
              </a:bodyPr>
              <a:lstStyle/>
              <a:p>
                <a:r>
                  <a:rPr lang="en-US" altLang="zh-CN" sz="1200" dirty="0">
                    <a:solidFill>
                      <a:schemeClr val="tx1"/>
                    </a:solidFill>
                    <a:latin typeface="+mn-lt"/>
                  </a:rPr>
                  <a:t>D</a:t>
                </a:r>
                <a:endParaRPr lang="zh-CN" altLang="en-US" sz="1200" dirty="0">
                  <a:solidFill>
                    <a:schemeClr val="tx1"/>
                  </a:solidFill>
                  <a:latin typeface="+mn-lt"/>
                </a:endParaRPr>
              </a:p>
            </p:txBody>
          </p:sp>
          <mc:AlternateContent xmlns:mc="http://schemas.openxmlformats.org/markup-compatibility/2006" xmlns:a14="http://schemas.microsoft.com/office/drawing/2010/main">
            <mc:Choice Requires="a14">
              <p:sp>
                <p:nvSpPr>
                  <p:cNvPr id="61" name="文本框 25">
                    <a:extLst>
                      <a:ext uri="{FF2B5EF4-FFF2-40B4-BE49-F238E27FC236}">
                        <a16:creationId xmlns:a16="http://schemas.microsoft.com/office/drawing/2014/main" id="{CDA7A90D-7CA5-4357-9FE7-2999011D007E}"/>
                      </a:ext>
                    </a:extLst>
                  </p:cNvPr>
                  <p:cNvSpPr txBox="1"/>
                  <p:nvPr/>
                </p:nvSpPr>
                <p:spPr>
                  <a:xfrm>
                    <a:off x="6889268" y="3976503"/>
                    <a:ext cx="152400"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1200" b="0" i="0" smtClean="0">
                              <a:solidFill>
                                <a:schemeClr val="tx1"/>
                              </a:solidFill>
                              <a:latin typeface="Cambria Math" panose="02040503050406030204" pitchFamily="18" charset="0"/>
                            </a:rPr>
                            <m:t>Q</m:t>
                          </m:r>
                        </m:oMath>
                      </m:oMathPara>
                    </a14:m>
                    <a:endParaRPr lang="zh-CN" altLang="en-US" sz="1200" dirty="0">
                      <a:solidFill>
                        <a:schemeClr val="tx1"/>
                      </a:solidFill>
                      <a:latin typeface="+mn-lt"/>
                    </a:endParaRPr>
                  </a:p>
                </p:txBody>
              </p:sp>
            </mc:Choice>
            <mc:Fallback xmlns="">
              <p:sp>
                <p:nvSpPr>
                  <p:cNvPr id="61" name="文本框 25">
                    <a:extLst>
                      <a:ext uri="{FF2B5EF4-FFF2-40B4-BE49-F238E27FC236}">
                        <a16:creationId xmlns:a16="http://schemas.microsoft.com/office/drawing/2014/main" id="{CDA7A90D-7CA5-4357-9FE7-2999011D007E}"/>
                      </a:ext>
                    </a:extLst>
                  </p:cNvPr>
                  <p:cNvSpPr txBox="1">
                    <a:spLocks noRot="1" noChangeAspect="1" noMove="1" noResize="1" noEditPoints="1" noAdjustHandles="1" noChangeArrowheads="1" noChangeShapeType="1" noTextEdit="1"/>
                  </p:cNvSpPr>
                  <p:nvPr/>
                </p:nvSpPr>
                <p:spPr>
                  <a:xfrm>
                    <a:off x="6889268" y="3976503"/>
                    <a:ext cx="152400" cy="276999"/>
                  </a:xfrm>
                  <a:prstGeom prst="rect">
                    <a:avLst/>
                  </a:prstGeom>
                  <a:blipFill>
                    <a:blip r:embed="rId2"/>
                    <a:stretch>
                      <a:fillRect r="-46154" b="-4348"/>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62" name="文本框 26">
                    <a:extLst>
                      <a:ext uri="{FF2B5EF4-FFF2-40B4-BE49-F238E27FC236}">
                        <a16:creationId xmlns:a16="http://schemas.microsoft.com/office/drawing/2014/main" id="{09162D3D-B022-493C-9CB9-28B1B633526C}"/>
                      </a:ext>
                    </a:extLst>
                  </p:cNvPr>
                  <p:cNvSpPr txBox="1"/>
                  <p:nvPr/>
                </p:nvSpPr>
                <p:spPr>
                  <a:xfrm>
                    <a:off x="6889268" y="4339377"/>
                    <a:ext cx="152400" cy="27738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CN" sz="1200" i="1" dirty="0" smtClean="0">
                                  <a:solidFill>
                                    <a:schemeClr val="tx1"/>
                                  </a:solidFill>
                                  <a:latin typeface="Cambria Math" panose="02040503050406030204" pitchFamily="18" charset="0"/>
                                </a:rPr>
                              </m:ctrlPr>
                            </m:accPr>
                            <m:e>
                              <m:r>
                                <m:rPr>
                                  <m:sty m:val="p"/>
                                </m:rPr>
                                <a:rPr lang="en-US" altLang="zh-CN" sz="1200" b="0" i="0" dirty="0" smtClean="0">
                                  <a:solidFill>
                                    <a:schemeClr val="tx1"/>
                                  </a:solidFill>
                                  <a:latin typeface="Cambria Math" panose="02040503050406030204" pitchFamily="18" charset="0"/>
                                </a:rPr>
                                <m:t>Q</m:t>
                              </m:r>
                            </m:e>
                          </m:acc>
                        </m:oMath>
                      </m:oMathPara>
                    </a14:m>
                    <a:endParaRPr lang="zh-CN" altLang="en-US" sz="1200" dirty="0">
                      <a:solidFill>
                        <a:schemeClr val="tx1"/>
                      </a:solidFill>
                      <a:latin typeface="+mn-lt"/>
                    </a:endParaRPr>
                  </a:p>
                </p:txBody>
              </p:sp>
            </mc:Choice>
            <mc:Fallback xmlns="">
              <p:sp>
                <p:nvSpPr>
                  <p:cNvPr id="62" name="文本框 26">
                    <a:extLst>
                      <a:ext uri="{FF2B5EF4-FFF2-40B4-BE49-F238E27FC236}">
                        <a16:creationId xmlns:a16="http://schemas.microsoft.com/office/drawing/2014/main" id="{09162D3D-B022-493C-9CB9-28B1B633526C}"/>
                      </a:ext>
                    </a:extLst>
                  </p:cNvPr>
                  <p:cNvSpPr txBox="1">
                    <a:spLocks noRot="1" noChangeAspect="1" noMove="1" noResize="1" noEditPoints="1" noAdjustHandles="1" noChangeArrowheads="1" noChangeShapeType="1" noTextEdit="1"/>
                  </p:cNvSpPr>
                  <p:nvPr/>
                </p:nvSpPr>
                <p:spPr>
                  <a:xfrm>
                    <a:off x="6889268" y="4339377"/>
                    <a:ext cx="152400" cy="277384"/>
                  </a:xfrm>
                  <a:prstGeom prst="rect">
                    <a:avLst/>
                  </a:prstGeom>
                  <a:blipFill>
                    <a:blip r:embed="rId3"/>
                    <a:stretch>
                      <a:fillRect r="-46154" b="-4348"/>
                    </a:stretch>
                  </a:blipFill>
                </p:spPr>
                <p:txBody>
                  <a:bodyPr/>
                  <a:lstStyle/>
                  <a:p>
                    <a:r>
                      <a:rPr lang="en-CN">
                        <a:noFill/>
                      </a:rPr>
                      <a:t> </a:t>
                    </a:r>
                  </a:p>
                </p:txBody>
              </p:sp>
            </mc:Fallback>
          </mc:AlternateContent>
        </p:grpSp>
        <p:sp>
          <p:nvSpPr>
            <p:cNvPr id="63" name="矩形 7">
              <a:extLst>
                <a:ext uri="{FF2B5EF4-FFF2-40B4-BE49-F238E27FC236}">
                  <a16:creationId xmlns:a16="http://schemas.microsoft.com/office/drawing/2014/main" id="{DCDCC584-983C-4A3D-8C53-70F78AC988B2}"/>
                </a:ext>
              </a:extLst>
            </p:cNvPr>
            <p:cNvSpPr/>
            <p:nvPr/>
          </p:nvSpPr>
          <p:spPr>
            <a:xfrm>
              <a:off x="6925295" y="3819739"/>
              <a:ext cx="685800" cy="898302"/>
            </a:xfrm>
            <a:prstGeom prst="rect">
              <a:avLst/>
            </a:prstGeom>
            <a:noFill/>
            <a:ln>
              <a:solidFill>
                <a:srgbClr val="0000FF"/>
              </a:solidFill>
              <a:prstDash val="dash"/>
            </a:ln>
          </p:spPr>
          <p:style>
            <a:lnRef idx="2">
              <a:schemeClr val="dk1"/>
            </a:lnRef>
            <a:fillRef idx="1">
              <a:schemeClr val="lt1"/>
            </a:fillRef>
            <a:effectRef idx="0">
              <a:schemeClr val="dk1"/>
            </a:effectRef>
            <a:fontRef idx="minor">
              <a:schemeClr val="dk1"/>
            </a:fontRef>
          </p:style>
          <p:txBody>
            <a:bodyPr wrap="square" rtlCol="0" anchor="ctr">
              <a:noAutofit/>
            </a:bodyPr>
            <a:lstStyle/>
            <a:p>
              <a:pPr algn="l"/>
              <a:endParaRPr lang="zh-CN" altLang="en-US" sz="1800" dirty="0">
                <a:solidFill>
                  <a:schemeClr val="tx1"/>
                </a:solidFill>
                <a:latin typeface="Arial" panose="020B0604020202020204" pitchFamily="34" charset="0"/>
                <a:cs typeface="Arial" panose="020B0604020202020204" pitchFamily="34" charset="0"/>
              </a:endParaRPr>
            </a:p>
          </p:txBody>
        </p:sp>
        <p:sp>
          <p:nvSpPr>
            <p:cNvPr id="64" name="矩形 31">
              <a:extLst>
                <a:ext uri="{FF2B5EF4-FFF2-40B4-BE49-F238E27FC236}">
                  <a16:creationId xmlns:a16="http://schemas.microsoft.com/office/drawing/2014/main" id="{8B325932-C116-46F8-9FB4-A064E59D117B}"/>
                </a:ext>
              </a:extLst>
            </p:cNvPr>
            <p:cNvSpPr/>
            <p:nvPr/>
          </p:nvSpPr>
          <p:spPr>
            <a:xfrm>
              <a:off x="5925742" y="3248346"/>
              <a:ext cx="361284" cy="473231"/>
            </a:xfrm>
            <a:prstGeom prst="rect">
              <a:avLst/>
            </a:prstGeom>
            <a:solidFill>
              <a:schemeClr val="bg1">
                <a:lumMod val="85000"/>
              </a:schemeClr>
            </a:solidFill>
            <a:ln>
              <a:solidFill>
                <a:srgbClr val="0000FF"/>
              </a:solidFill>
              <a:prstDash val="dash"/>
            </a:ln>
          </p:spPr>
          <p:style>
            <a:lnRef idx="2">
              <a:schemeClr val="dk1"/>
            </a:lnRef>
            <a:fillRef idx="1">
              <a:schemeClr val="lt1"/>
            </a:fillRef>
            <a:effectRef idx="0">
              <a:schemeClr val="dk1"/>
            </a:effectRef>
            <a:fontRef idx="minor">
              <a:schemeClr val="dk1"/>
            </a:fontRef>
          </p:style>
          <p:txBody>
            <a:bodyPr wrap="square" rtlCol="0" anchor="ctr">
              <a:noAutofit/>
            </a:bodyPr>
            <a:lstStyle/>
            <a:p>
              <a:pPr algn="l"/>
              <a:endParaRPr lang="zh-CN" altLang="en-US" sz="1800" dirty="0">
                <a:solidFill>
                  <a:schemeClr val="tx1"/>
                </a:solidFill>
                <a:latin typeface="Arial" panose="020B0604020202020204" pitchFamily="34" charset="0"/>
                <a:cs typeface="Arial" panose="020B0604020202020204" pitchFamily="34" charset="0"/>
              </a:endParaRPr>
            </a:p>
          </p:txBody>
        </p:sp>
        <p:sp>
          <p:nvSpPr>
            <p:cNvPr id="67" name="文本框 8">
              <a:extLst>
                <a:ext uri="{FF2B5EF4-FFF2-40B4-BE49-F238E27FC236}">
                  <a16:creationId xmlns:a16="http://schemas.microsoft.com/office/drawing/2014/main" id="{8C14E04A-9DFF-4FF3-B25A-5785EA44DAE2}"/>
                </a:ext>
              </a:extLst>
            </p:cNvPr>
            <p:cNvSpPr txBox="1"/>
            <p:nvPr/>
          </p:nvSpPr>
          <p:spPr>
            <a:xfrm>
              <a:off x="5801713" y="3736754"/>
              <a:ext cx="822730" cy="338554"/>
            </a:xfrm>
            <a:prstGeom prst="rect">
              <a:avLst/>
            </a:prstGeom>
            <a:noFill/>
          </p:spPr>
          <p:txBody>
            <a:bodyPr wrap="square" rtlCol="0">
              <a:spAutoFit/>
            </a:bodyPr>
            <a:lstStyle/>
            <a:p>
              <a:r>
                <a:rPr lang="en-US" altLang="zh-CN" sz="1600" dirty="0">
                  <a:solidFill>
                    <a:srgbClr val="0000FF"/>
                  </a:solidFill>
                  <a:latin typeface="+mn-lt"/>
                </a:rPr>
                <a:t>Opt. 1</a:t>
              </a:r>
              <a:endParaRPr lang="zh-CN" altLang="en-US" sz="1600" dirty="0">
                <a:solidFill>
                  <a:srgbClr val="0000FF"/>
                </a:solidFill>
                <a:latin typeface="+mn-lt"/>
              </a:endParaRPr>
            </a:p>
          </p:txBody>
        </p:sp>
        <p:cxnSp>
          <p:nvCxnSpPr>
            <p:cNvPr id="70" name="直接箭头连接符 10">
              <a:extLst>
                <a:ext uri="{FF2B5EF4-FFF2-40B4-BE49-F238E27FC236}">
                  <a16:creationId xmlns:a16="http://schemas.microsoft.com/office/drawing/2014/main" id="{8706E8EA-E414-4EE5-A88B-15D952864B2C}"/>
                </a:ext>
              </a:extLst>
            </p:cNvPr>
            <p:cNvCxnSpPr>
              <a:cxnSpLocks/>
            </p:cNvCxnSpPr>
            <p:nvPr/>
          </p:nvCxnSpPr>
          <p:spPr>
            <a:xfrm>
              <a:off x="6443368" y="3682805"/>
              <a:ext cx="414632" cy="210221"/>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p:sp>
        <p:nvSpPr>
          <p:cNvPr id="8" name="Title 4">
            <a:extLst>
              <a:ext uri="{FF2B5EF4-FFF2-40B4-BE49-F238E27FC236}">
                <a16:creationId xmlns:a16="http://schemas.microsoft.com/office/drawing/2014/main" id="{FF641A73-E712-50BE-5C22-6A3752CCC071}"/>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sz="4000" dirty="0">
                <a:latin typeface="黑体" panose="02010609060101010101" pitchFamily="49" charset="-122"/>
                <a:ea typeface="黑体" panose="02010609060101010101" pitchFamily="49" charset="-122"/>
              </a:rPr>
              <a:t>比较</a:t>
            </a:r>
            <a:r>
              <a:rPr lang="en-US" altLang="zh-CN" sz="4000" dirty="0"/>
              <a:t>: Mealy vs Moore</a:t>
            </a:r>
            <a:endParaRPr lang="en-CN" kern="0" dirty="0"/>
          </a:p>
        </p:txBody>
      </p:sp>
    </p:spTree>
    <p:extLst>
      <p:ext uri="{BB962C8B-B14F-4D97-AF65-F5344CB8AC3E}">
        <p14:creationId xmlns:p14="http://schemas.microsoft.com/office/powerpoint/2010/main" val="2111765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373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灯片编号占位符 13"/>
          <p:cNvSpPr>
            <a:spLocks noGrp="1"/>
          </p:cNvSpPr>
          <p:nvPr>
            <p:ph type="sldNum" sz="quarter" idx="12"/>
          </p:nvPr>
        </p:nvSpPr>
        <p:spPr/>
        <p:txBody>
          <a:bodyPr/>
          <a:lstStyle/>
          <a:p>
            <a:pPr>
              <a:defRPr/>
            </a:pPr>
            <a:fld id="{3259D7DD-E1BE-4482-9234-29898EB39847}" type="slidenum">
              <a:rPr lang="en-US" altLang="zh-CN" smtClean="0"/>
              <a:pPr>
                <a:defRPr/>
              </a:pPr>
              <a:t>14</a:t>
            </a:fld>
            <a:endParaRPr lang="en-US" altLang="zh-CN" dirty="0"/>
          </a:p>
        </p:txBody>
      </p:sp>
      <p:sp>
        <p:nvSpPr>
          <p:cNvPr id="799747" name="Rectangle 3"/>
          <p:cNvSpPr>
            <a:spLocks noGrp="1" noChangeArrowheads="1"/>
          </p:cNvSpPr>
          <p:nvPr>
            <p:ph type="body" idx="4294967295"/>
          </p:nvPr>
        </p:nvSpPr>
        <p:spPr>
          <a:xfrm>
            <a:off x="457200" y="1378924"/>
            <a:ext cx="8534400" cy="5029200"/>
          </a:xfrm>
        </p:spPr>
        <p:txBody>
          <a:bodyPr>
            <a:noAutofit/>
          </a:bodyPr>
          <a:lstStyle/>
          <a:p>
            <a:pPr eaLnBrk="1" hangingPunct="1"/>
            <a:r>
              <a:rPr lang="zh-CN" altLang="en-US" sz="2800" b="0" dirty="0">
                <a:latin typeface="+mn-lt"/>
              </a:rPr>
              <a:t>状态转移表，状态图</a:t>
            </a:r>
            <a:r>
              <a:rPr lang="en-US" altLang="zh-CN" sz="2800" b="0" dirty="0">
                <a:latin typeface="+mn-lt"/>
              </a:rPr>
              <a:t> (</a:t>
            </a:r>
            <a:r>
              <a:rPr lang="zh-CN" altLang="en-US" sz="2800" b="0" dirty="0">
                <a:latin typeface="+mn-lt"/>
              </a:rPr>
              <a:t>注意和</a:t>
            </a:r>
            <a:r>
              <a:rPr lang="en-US" altLang="zh-CN" sz="2800" b="0" dirty="0">
                <a:solidFill>
                  <a:srgbClr val="3333FF"/>
                </a:solidFill>
                <a:latin typeface="+mn-lt"/>
              </a:rPr>
              <a:t>Mealy</a:t>
            </a:r>
            <a:r>
              <a:rPr lang="zh-CN" altLang="en-US" sz="2800" b="0" dirty="0">
                <a:latin typeface="+mn-lt"/>
              </a:rPr>
              <a:t>型的不同</a:t>
            </a:r>
            <a:r>
              <a:rPr lang="en-US" altLang="zh-CN" sz="2800" b="0" dirty="0">
                <a:latin typeface="+mn-lt"/>
              </a:rPr>
              <a:t>)</a:t>
            </a:r>
          </a:p>
          <a:p>
            <a:pPr marL="0" indent="0" eaLnBrk="1" hangingPunct="1">
              <a:buNone/>
            </a:pPr>
            <a:endParaRPr lang="en-US" altLang="zh-CN" sz="2800" b="0" dirty="0"/>
          </a:p>
          <a:p>
            <a:pPr marL="0" indent="0" eaLnBrk="1" hangingPunct="1">
              <a:buNone/>
            </a:pPr>
            <a:endParaRPr lang="en-US" altLang="zh-CN" sz="2800" b="0" dirty="0">
              <a:latin typeface="+mn-lt"/>
            </a:endParaRPr>
          </a:p>
          <a:p>
            <a:pPr eaLnBrk="1" hangingPunct="1"/>
            <a:r>
              <a:rPr lang="zh-CN" altLang="en-US" sz="2800" b="0" dirty="0">
                <a:latin typeface="+mn-lt"/>
              </a:rPr>
              <a:t>课后练习</a:t>
            </a:r>
            <a:endParaRPr lang="en-US" altLang="zh-CN" sz="2800" b="0" dirty="0">
              <a:latin typeface="+mn-lt"/>
            </a:endParaRPr>
          </a:p>
        </p:txBody>
      </p:sp>
      <p:graphicFrame>
        <p:nvGraphicFramePr>
          <p:cNvPr id="799749" name="Group 5"/>
          <p:cNvGraphicFramePr>
            <a:graphicFrameLocks noGrp="1"/>
          </p:cNvGraphicFramePr>
          <p:nvPr>
            <p:ph idx="4294967295"/>
            <p:extLst>
              <p:ext uri="{D42A27DB-BD31-4B8C-83A1-F6EECF244321}">
                <p14:modId xmlns:p14="http://schemas.microsoft.com/office/powerpoint/2010/main" val="3854270133"/>
              </p:ext>
            </p:extLst>
          </p:nvPr>
        </p:nvGraphicFramePr>
        <p:xfrm>
          <a:off x="838200" y="2072541"/>
          <a:ext cx="3505200" cy="706636"/>
        </p:xfrm>
        <a:graphic>
          <a:graphicData uri="http://schemas.openxmlformats.org/drawingml/2006/table">
            <a:tbl>
              <a:tblPr/>
              <a:tblGrid>
                <a:gridCol w="10668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gridCol w="990600">
                  <a:extLst>
                    <a:ext uri="{9D8B030D-6E8A-4147-A177-3AD203B41FA5}">
                      <a16:colId xmlns:a16="http://schemas.microsoft.com/office/drawing/2014/main" val="20003"/>
                    </a:ext>
                  </a:extLst>
                </a:gridCol>
              </a:tblGrid>
              <a:tr h="307942">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当前状态</a:t>
                      </a:r>
                      <a:endPar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黑体" panose="02010609060101010101" pitchFamily="49" charset="-122"/>
                          <a:ea typeface="+mn-ea"/>
                          <a:cs typeface="+mn-cs"/>
                        </a:rPr>
                        <a:t>次态</a:t>
                      </a:r>
                      <a:endParaRPr kumimoji="0" lang="en-US" altLang="zh-CN" sz="2000" b="0" i="0" u="none" strike="noStrike" kern="1200" cap="none" spc="0" normalizeH="0" baseline="0" noProof="0" dirty="0">
                        <a:ln>
                          <a:noFill/>
                        </a:ln>
                        <a:solidFill>
                          <a:srgbClr val="000000"/>
                        </a:solidFill>
                        <a:effectLst/>
                        <a:uLnTx/>
                        <a:uFillTx/>
                        <a:latin typeface="黑体" panose="02010609060101010101" pitchFamily="49" charset="-122"/>
                        <a:ea typeface="+mn-ea"/>
                        <a:cs typeface="+mn-cs"/>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黑体" panose="02010609060101010101" pitchFamily="49" charset="-122"/>
                          <a:ea typeface="黑体"/>
                          <a:cs typeface="+mn-cs"/>
                        </a:rPr>
                        <a:t>输出</a:t>
                      </a:r>
                      <a:endParaRPr kumimoji="0" lang="en-US" altLang="zh-CN" sz="2000" b="0" i="0" u="none" strike="noStrike" kern="1200" cap="none" spc="0" normalizeH="0" baseline="0" noProof="0" dirty="0">
                        <a:ln>
                          <a:noFill/>
                        </a:ln>
                        <a:solidFill>
                          <a:srgbClr val="000000"/>
                        </a:solidFill>
                        <a:effectLst/>
                        <a:uLnTx/>
                        <a:uFillTx/>
                        <a:latin typeface="黑体" panose="02010609060101010101" pitchFamily="49" charset="-122"/>
                        <a:ea typeface="黑体"/>
                        <a:cs typeface="+mn-cs"/>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Arial" charset="0"/>
                          <a:ea typeface="宋体" pitchFamily="2" charset="-122"/>
                        </a:rPr>
                        <a:t>Z</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8694">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3333FF"/>
                          </a:solidFill>
                          <a:effectLst/>
                          <a:latin typeface="Arial" charset="0"/>
                          <a:ea typeface="宋体" pitchFamily="2" charset="-122"/>
                        </a:rPr>
                        <a:t>x=0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3333FF"/>
                          </a:solidFill>
                          <a:effectLst/>
                          <a:latin typeface="Arial" charset="0"/>
                          <a:ea typeface="宋体" pitchFamily="2" charset="-122"/>
                        </a:rPr>
                        <a:t>x=1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0001"/>
                  </a:ext>
                </a:extLst>
              </a:tr>
            </a:tbl>
          </a:graphicData>
        </a:graphic>
      </p:graphicFrame>
      <p:grpSp>
        <p:nvGrpSpPr>
          <p:cNvPr id="4" name="组合 3">
            <a:extLst>
              <a:ext uri="{FF2B5EF4-FFF2-40B4-BE49-F238E27FC236}">
                <a16:creationId xmlns:a16="http://schemas.microsoft.com/office/drawing/2014/main" id="{925CE0A2-9B9A-4846-8DCF-F4F1ADAA9CD0}"/>
              </a:ext>
            </a:extLst>
          </p:cNvPr>
          <p:cNvGrpSpPr/>
          <p:nvPr/>
        </p:nvGrpSpPr>
        <p:grpSpPr>
          <a:xfrm>
            <a:off x="5786580" y="1981200"/>
            <a:ext cx="2574938" cy="865187"/>
            <a:chOff x="5265880" y="2155633"/>
            <a:chExt cx="2574938" cy="865187"/>
          </a:xfrm>
        </p:grpSpPr>
        <p:grpSp>
          <p:nvGrpSpPr>
            <p:cNvPr id="2" name="Group 19"/>
            <p:cNvGrpSpPr>
              <a:grpSpLocks/>
            </p:cNvGrpSpPr>
            <p:nvPr/>
          </p:nvGrpSpPr>
          <p:grpSpPr bwMode="auto">
            <a:xfrm>
              <a:off x="5265880" y="2298508"/>
              <a:ext cx="1007698" cy="720725"/>
              <a:chOff x="716" y="3475"/>
              <a:chExt cx="550" cy="454"/>
            </a:xfrm>
          </p:grpSpPr>
          <p:sp>
            <p:nvSpPr>
              <p:cNvPr id="17433" name="Oval 20"/>
              <p:cNvSpPr>
                <a:spLocks noChangeArrowheads="1"/>
              </p:cNvSpPr>
              <p:nvPr/>
            </p:nvSpPr>
            <p:spPr bwMode="auto">
              <a:xfrm>
                <a:off x="716" y="3475"/>
                <a:ext cx="454" cy="454"/>
              </a:xfrm>
              <a:prstGeom prst="ellipse">
                <a:avLst/>
              </a:prstGeom>
              <a:noFill/>
              <a:ln w="9525">
                <a:solidFill>
                  <a:schemeClr val="tx1"/>
                </a:solidFill>
                <a:round/>
                <a:headEnd/>
                <a:tailEnd/>
              </a:ln>
            </p:spPr>
            <p:txBody>
              <a:bodyPr wrap="none" anchor="ctr"/>
              <a:lstStyle/>
              <a:p>
                <a:endParaRPr lang="zh-CN" altLang="en-US"/>
              </a:p>
            </p:txBody>
          </p:sp>
          <p:sp>
            <p:nvSpPr>
              <p:cNvPr id="17434" name="Text Box 21"/>
              <p:cNvSpPr txBox="1">
                <a:spLocks noChangeArrowheads="1"/>
              </p:cNvSpPr>
              <p:nvPr/>
            </p:nvSpPr>
            <p:spPr bwMode="auto">
              <a:xfrm>
                <a:off x="721" y="3550"/>
                <a:ext cx="545" cy="291"/>
              </a:xfrm>
              <a:prstGeom prst="rect">
                <a:avLst/>
              </a:prstGeom>
              <a:noFill/>
              <a:ln w="9525">
                <a:noFill/>
                <a:miter lim="800000"/>
                <a:headEnd/>
                <a:tailEnd/>
              </a:ln>
            </p:spPr>
            <p:txBody>
              <a:bodyPr>
                <a:spAutoFit/>
              </a:bodyPr>
              <a:lstStyle/>
              <a:p>
                <a:pPr>
                  <a:spcBef>
                    <a:spcPct val="50000"/>
                  </a:spcBef>
                </a:pPr>
                <a:r>
                  <a:rPr lang="en-US" altLang="zh-CN" sz="2400" b="0" dirty="0">
                    <a:solidFill>
                      <a:schemeClr val="tx1"/>
                    </a:solidFill>
                    <a:latin typeface="Arial" charset="0"/>
                  </a:rPr>
                  <a:t>S</a:t>
                </a:r>
                <a:r>
                  <a:rPr lang="en-US" altLang="zh-CN" sz="2400" b="0" baseline="-25000" dirty="0">
                    <a:solidFill>
                      <a:schemeClr val="tx1"/>
                    </a:solidFill>
                    <a:latin typeface="Arial" charset="0"/>
                  </a:rPr>
                  <a:t>1</a:t>
                </a:r>
                <a:r>
                  <a:rPr lang="en-US" altLang="zh-CN" sz="2400" b="0" dirty="0">
                    <a:solidFill>
                      <a:schemeClr val="tx1"/>
                    </a:solidFill>
                    <a:latin typeface="Arial" charset="0"/>
                  </a:rPr>
                  <a:t>/z</a:t>
                </a:r>
                <a:r>
                  <a:rPr lang="en-US" altLang="zh-CN" sz="2400" b="0" baseline="-25000" dirty="0">
                    <a:solidFill>
                      <a:schemeClr val="tx1"/>
                    </a:solidFill>
                    <a:latin typeface="Arial" charset="0"/>
                  </a:rPr>
                  <a:t>1</a:t>
                </a:r>
              </a:p>
            </p:txBody>
          </p:sp>
        </p:grpSp>
        <p:sp>
          <p:nvSpPr>
            <p:cNvPr id="799766" name="AutoShape 22"/>
            <p:cNvSpPr>
              <a:spLocks noChangeArrowheads="1"/>
            </p:cNvSpPr>
            <p:nvPr/>
          </p:nvSpPr>
          <p:spPr bwMode="auto">
            <a:xfrm>
              <a:off x="5980112" y="2155633"/>
              <a:ext cx="1063625" cy="288925"/>
            </a:xfrm>
            <a:prstGeom prst="curvedDownArrow">
              <a:avLst>
                <a:gd name="adj1" fmla="val 73626"/>
                <a:gd name="adj2" fmla="val 147253"/>
                <a:gd name="adj3" fmla="val 33333"/>
              </a:avLst>
            </a:prstGeom>
            <a:noFill/>
            <a:ln w="9525">
              <a:solidFill>
                <a:schemeClr val="tx1"/>
              </a:solidFill>
              <a:miter lim="800000"/>
              <a:headEnd/>
              <a:tailEnd/>
            </a:ln>
          </p:spPr>
          <p:txBody>
            <a:bodyPr wrap="none" anchor="ctr"/>
            <a:lstStyle/>
            <a:p>
              <a:endParaRPr lang="zh-CN" altLang="en-US"/>
            </a:p>
          </p:txBody>
        </p:sp>
        <p:sp>
          <p:nvSpPr>
            <p:cNvPr id="799767" name="Text Box 23"/>
            <p:cNvSpPr txBox="1">
              <a:spLocks noChangeArrowheads="1"/>
            </p:cNvSpPr>
            <p:nvPr/>
          </p:nvSpPr>
          <p:spPr bwMode="auto">
            <a:xfrm>
              <a:off x="6261100" y="2155633"/>
              <a:ext cx="333375" cy="461665"/>
            </a:xfrm>
            <a:prstGeom prst="rect">
              <a:avLst/>
            </a:prstGeom>
            <a:noFill/>
            <a:ln w="9525">
              <a:noFill/>
              <a:miter lim="800000"/>
              <a:headEnd/>
              <a:tailEnd/>
            </a:ln>
          </p:spPr>
          <p:txBody>
            <a:bodyPr>
              <a:spAutoFit/>
            </a:bodyPr>
            <a:lstStyle/>
            <a:p>
              <a:pPr algn="l">
                <a:spcBef>
                  <a:spcPct val="50000"/>
                </a:spcBef>
              </a:pPr>
              <a:r>
                <a:rPr lang="en-US" altLang="zh-CN" sz="2400" b="0" dirty="0">
                  <a:solidFill>
                    <a:schemeClr val="tx1"/>
                  </a:solidFill>
                  <a:latin typeface="Arial" charset="0"/>
                </a:rPr>
                <a:t>x</a:t>
              </a:r>
            </a:p>
          </p:txBody>
        </p:sp>
        <p:grpSp>
          <p:nvGrpSpPr>
            <p:cNvPr id="3" name="Group 24"/>
            <p:cNvGrpSpPr>
              <a:grpSpLocks/>
            </p:cNvGrpSpPr>
            <p:nvPr/>
          </p:nvGrpSpPr>
          <p:grpSpPr bwMode="auto">
            <a:xfrm>
              <a:off x="6794643" y="2300095"/>
              <a:ext cx="1046175" cy="720725"/>
              <a:chOff x="716" y="3475"/>
              <a:chExt cx="571" cy="454"/>
            </a:xfrm>
          </p:grpSpPr>
          <p:sp>
            <p:nvSpPr>
              <p:cNvPr id="17431" name="Oval 25"/>
              <p:cNvSpPr>
                <a:spLocks noChangeArrowheads="1"/>
              </p:cNvSpPr>
              <p:nvPr/>
            </p:nvSpPr>
            <p:spPr bwMode="auto">
              <a:xfrm>
                <a:off x="716" y="3475"/>
                <a:ext cx="454" cy="454"/>
              </a:xfrm>
              <a:prstGeom prst="ellipse">
                <a:avLst/>
              </a:prstGeom>
              <a:noFill/>
              <a:ln w="9525">
                <a:solidFill>
                  <a:schemeClr val="tx1"/>
                </a:solidFill>
                <a:round/>
                <a:headEnd/>
                <a:tailEnd/>
              </a:ln>
            </p:spPr>
            <p:txBody>
              <a:bodyPr wrap="none" anchor="ctr"/>
              <a:lstStyle/>
              <a:p>
                <a:endParaRPr lang="zh-CN" altLang="en-US"/>
              </a:p>
            </p:txBody>
          </p:sp>
          <p:sp>
            <p:nvSpPr>
              <p:cNvPr id="17432" name="Text Box 26"/>
              <p:cNvSpPr txBox="1">
                <a:spLocks noChangeArrowheads="1"/>
              </p:cNvSpPr>
              <p:nvPr/>
            </p:nvSpPr>
            <p:spPr bwMode="auto">
              <a:xfrm>
                <a:off x="742" y="3548"/>
                <a:ext cx="545" cy="291"/>
              </a:xfrm>
              <a:prstGeom prst="rect">
                <a:avLst/>
              </a:prstGeom>
              <a:noFill/>
              <a:ln w="9525">
                <a:noFill/>
                <a:miter lim="800000"/>
                <a:headEnd/>
                <a:tailEnd/>
              </a:ln>
            </p:spPr>
            <p:txBody>
              <a:bodyPr>
                <a:spAutoFit/>
              </a:bodyPr>
              <a:lstStyle/>
              <a:p>
                <a:pPr>
                  <a:spcBef>
                    <a:spcPct val="50000"/>
                  </a:spcBef>
                </a:pPr>
                <a:r>
                  <a:rPr lang="en-US" altLang="zh-CN" sz="2400" b="0" dirty="0">
                    <a:solidFill>
                      <a:schemeClr val="tx1"/>
                    </a:solidFill>
                    <a:latin typeface="Arial" charset="0"/>
                  </a:rPr>
                  <a:t>S</a:t>
                </a:r>
                <a:r>
                  <a:rPr lang="en-US" altLang="zh-CN" sz="2400" b="0" baseline="-25000" dirty="0">
                    <a:solidFill>
                      <a:schemeClr val="tx1"/>
                    </a:solidFill>
                    <a:latin typeface="Arial" charset="0"/>
                  </a:rPr>
                  <a:t>2</a:t>
                </a:r>
                <a:r>
                  <a:rPr lang="en-US" altLang="zh-CN" sz="2400" b="0" dirty="0">
                    <a:solidFill>
                      <a:schemeClr val="tx1"/>
                    </a:solidFill>
                    <a:latin typeface="Arial" charset="0"/>
                  </a:rPr>
                  <a:t>/z</a:t>
                </a:r>
                <a:r>
                  <a:rPr lang="en-US" altLang="zh-CN" sz="2400" b="0" baseline="-25000" dirty="0">
                    <a:solidFill>
                      <a:schemeClr val="tx1"/>
                    </a:solidFill>
                    <a:latin typeface="Arial" charset="0"/>
                  </a:rPr>
                  <a:t>2</a:t>
                </a:r>
              </a:p>
            </p:txBody>
          </p:sp>
        </p:grpSp>
      </p:grpSp>
      <p:graphicFrame>
        <p:nvGraphicFramePr>
          <p:cNvPr id="16" name="Object 4">
            <a:extLst>
              <a:ext uri="{FF2B5EF4-FFF2-40B4-BE49-F238E27FC236}">
                <a16:creationId xmlns:a16="http://schemas.microsoft.com/office/drawing/2014/main" id="{5BD32D58-EADB-174F-AF41-DA93E9B13EE8}"/>
              </a:ext>
            </a:extLst>
          </p:cNvPr>
          <p:cNvGraphicFramePr>
            <a:graphicFrameLocks noChangeAspect="1"/>
          </p:cNvGraphicFramePr>
          <p:nvPr>
            <p:extLst>
              <p:ext uri="{D42A27DB-BD31-4B8C-83A1-F6EECF244321}">
                <p14:modId xmlns:p14="http://schemas.microsoft.com/office/powerpoint/2010/main" val="1612704896"/>
              </p:ext>
            </p:extLst>
          </p:nvPr>
        </p:nvGraphicFramePr>
        <p:xfrm>
          <a:off x="457200" y="3581400"/>
          <a:ext cx="3660775" cy="3103562"/>
        </p:xfrm>
        <a:graphic>
          <a:graphicData uri="http://schemas.openxmlformats.org/presentationml/2006/ole">
            <mc:AlternateContent xmlns:mc="http://schemas.openxmlformats.org/markup-compatibility/2006">
              <mc:Choice xmlns:v="urn:schemas-microsoft-com:vml" Requires="v">
                <p:oleObj name="Visio" r:id="rId2" imgW="2810482" imgH="2383025" progId="Visio.Drawing.11">
                  <p:embed/>
                </p:oleObj>
              </mc:Choice>
              <mc:Fallback>
                <p:oleObj name="Visio" r:id="rId2" imgW="2810482" imgH="2383025" progId="Visio.Drawing.11">
                  <p:embed/>
                  <p:pic>
                    <p:nvPicPr>
                      <p:cNvPr id="16" name="Object 4">
                        <a:extLst>
                          <a:ext uri="{FF2B5EF4-FFF2-40B4-BE49-F238E27FC236}">
                            <a16:creationId xmlns:a16="http://schemas.microsoft.com/office/drawing/2014/main" id="{5BD32D58-EADB-174F-AF41-DA93E9B13E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3581400"/>
                        <a:ext cx="3660775" cy="3103562"/>
                      </a:xfrm>
                      <a:prstGeom prst="rect">
                        <a:avLst/>
                      </a:prstGeom>
                      <a:noFill/>
                      <a:ln>
                        <a:noFill/>
                      </a:ln>
                      <a:effectLst/>
                    </p:spPr>
                  </p:pic>
                </p:oleObj>
              </mc:Fallback>
            </mc:AlternateContent>
          </a:graphicData>
        </a:graphic>
      </p:graphicFrame>
      <p:graphicFrame>
        <p:nvGraphicFramePr>
          <p:cNvPr id="17" name="Object 3">
            <a:extLst>
              <a:ext uri="{FF2B5EF4-FFF2-40B4-BE49-F238E27FC236}">
                <a16:creationId xmlns:a16="http://schemas.microsoft.com/office/drawing/2014/main" id="{B084DB4C-AB6D-2F4F-A689-FE3E4EA92B26}"/>
              </a:ext>
            </a:extLst>
          </p:cNvPr>
          <p:cNvGraphicFramePr>
            <a:graphicFrameLocks noChangeAspect="1"/>
          </p:cNvGraphicFramePr>
          <p:nvPr>
            <p:extLst>
              <p:ext uri="{D42A27DB-BD31-4B8C-83A1-F6EECF244321}">
                <p14:modId xmlns:p14="http://schemas.microsoft.com/office/powerpoint/2010/main" val="3922595092"/>
              </p:ext>
            </p:extLst>
          </p:nvPr>
        </p:nvGraphicFramePr>
        <p:xfrm>
          <a:off x="3898900" y="4437063"/>
          <a:ext cx="2478088" cy="1443037"/>
        </p:xfrm>
        <a:graphic>
          <a:graphicData uri="http://schemas.openxmlformats.org/presentationml/2006/ole">
            <mc:AlternateContent xmlns:mc="http://schemas.openxmlformats.org/markup-compatibility/2006">
              <mc:Choice xmlns:v="urn:schemas-microsoft-com:vml" Requires="v">
                <p:oleObj name="Equation" r:id="rId4" imgW="1371600" imgH="736560" progId="Equation.DSMT4">
                  <p:embed/>
                </p:oleObj>
              </mc:Choice>
              <mc:Fallback>
                <p:oleObj name="Equation" r:id="rId4" imgW="1371600" imgH="736560" progId="Equation.DSMT4">
                  <p:embed/>
                  <p:pic>
                    <p:nvPicPr>
                      <p:cNvPr id="17" name="Object 3">
                        <a:extLst>
                          <a:ext uri="{FF2B5EF4-FFF2-40B4-BE49-F238E27FC236}">
                            <a16:creationId xmlns:a16="http://schemas.microsoft.com/office/drawing/2014/main" id="{B084DB4C-AB6D-2F4F-A689-FE3E4EA92B2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98900" y="4437063"/>
                        <a:ext cx="2478088" cy="1443037"/>
                      </a:xfrm>
                      <a:prstGeom prst="rect">
                        <a:avLst/>
                      </a:prstGeom>
                      <a:noFill/>
                    </p:spPr>
                  </p:pic>
                </p:oleObj>
              </mc:Fallback>
            </mc:AlternateContent>
          </a:graphicData>
        </a:graphic>
      </p:graphicFrame>
      <p:graphicFrame>
        <p:nvGraphicFramePr>
          <p:cNvPr id="18" name="Object 95">
            <a:extLst>
              <a:ext uri="{FF2B5EF4-FFF2-40B4-BE49-F238E27FC236}">
                <a16:creationId xmlns:a16="http://schemas.microsoft.com/office/drawing/2014/main" id="{A6F55FD1-2FF5-EC4E-846B-ECC3F4E3DBD4}"/>
              </a:ext>
            </a:extLst>
          </p:cNvPr>
          <p:cNvGraphicFramePr>
            <a:graphicFrameLocks noChangeAspect="1"/>
          </p:cNvGraphicFramePr>
          <p:nvPr>
            <p:extLst>
              <p:ext uri="{D42A27DB-BD31-4B8C-83A1-F6EECF244321}">
                <p14:modId xmlns:p14="http://schemas.microsoft.com/office/powerpoint/2010/main" val="1472614439"/>
              </p:ext>
            </p:extLst>
          </p:nvPr>
        </p:nvGraphicFramePr>
        <p:xfrm>
          <a:off x="6646863" y="3763963"/>
          <a:ext cx="2039937" cy="2406650"/>
        </p:xfrm>
        <a:graphic>
          <a:graphicData uri="http://schemas.openxmlformats.org/presentationml/2006/ole">
            <mc:AlternateContent xmlns:mc="http://schemas.openxmlformats.org/markup-compatibility/2006">
              <mc:Choice xmlns:v="urn:schemas-microsoft-com:vml" Requires="v">
                <p:oleObj name="Visio" r:id="rId6" imgW="2106416" imgH="2413656" progId="Visio.Drawing.11">
                  <p:embed/>
                </p:oleObj>
              </mc:Choice>
              <mc:Fallback>
                <p:oleObj name="Visio" r:id="rId6" imgW="2106416" imgH="2413656" progId="Visio.Drawing.11">
                  <p:embed/>
                  <p:pic>
                    <p:nvPicPr>
                      <p:cNvPr id="18" name="Object 95">
                        <a:extLst>
                          <a:ext uri="{FF2B5EF4-FFF2-40B4-BE49-F238E27FC236}">
                            <a16:creationId xmlns:a16="http://schemas.microsoft.com/office/drawing/2014/main" id="{A6F55FD1-2FF5-EC4E-846B-ECC3F4E3DBD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646863" y="3763963"/>
                        <a:ext cx="2039937" cy="2406650"/>
                      </a:xfrm>
                      <a:prstGeom prst="rect">
                        <a:avLst/>
                      </a:prstGeom>
                      <a:noFill/>
                      <a:ln>
                        <a:noFill/>
                      </a:ln>
                      <a:effectLst/>
                    </p:spPr>
                  </p:pic>
                </p:oleObj>
              </mc:Fallback>
            </mc:AlternateContent>
          </a:graphicData>
        </a:graphic>
      </p:graphicFrame>
      <p:sp>
        <p:nvSpPr>
          <p:cNvPr id="5" name="Title 4">
            <a:extLst>
              <a:ext uri="{FF2B5EF4-FFF2-40B4-BE49-F238E27FC236}">
                <a16:creationId xmlns:a16="http://schemas.microsoft.com/office/drawing/2014/main" id="{701FB291-EAB7-89E1-9AFC-D00B5BA69F1D}"/>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en-US" altLang="zh-CN" dirty="0">
                <a:ea typeface="黑体" panose="02010609060101010101" pitchFamily="49" charset="-122"/>
              </a:rPr>
              <a:t>Moore</a:t>
            </a:r>
            <a:r>
              <a:rPr lang="zh-CN" altLang="en-US" dirty="0">
                <a:ea typeface="黑体" panose="02010609060101010101" pitchFamily="49" charset="-122"/>
              </a:rPr>
              <a:t>机</a:t>
            </a:r>
            <a:r>
              <a:rPr lang="zh-CN" altLang="en-US" dirty="0"/>
              <a:t>分析</a:t>
            </a:r>
            <a:endParaRPr lang="en-CN" kern="0" dirty="0"/>
          </a:p>
        </p:txBody>
      </p:sp>
    </p:spTree>
    <p:extLst>
      <p:ext uri="{BB962C8B-B14F-4D97-AF65-F5344CB8AC3E}">
        <p14:creationId xmlns:p14="http://schemas.microsoft.com/office/powerpoint/2010/main" val="914461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3259D7DD-E1BE-4482-9234-29898EB39847}" type="slidenum">
              <a:rPr lang="en-US" altLang="zh-CN" smtClean="0"/>
              <a:pPr>
                <a:defRPr/>
              </a:pPr>
              <a:t>15</a:t>
            </a:fld>
            <a:endParaRPr lang="en-US" altLang="zh-CN" dirty="0"/>
          </a:p>
        </p:txBody>
      </p:sp>
      <p:sp>
        <p:nvSpPr>
          <p:cNvPr id="3" name="内容占位符 2"/>
          <p:cNvSpPr>
            <a:spLocks noGrp="1"/>
          </p:cNvSpPr>
          <p:nvPr>
            <p:ph idx="4294967295"/>
          </p:nvPr>
        </p:nvSpPr>
        <p:spPr>
          <a:xfrm>
            <a:off x="609600" y="2133600"/>
            <a:ext cx="7924800" cy="2905125"/>
          </a:xfrm>
        </p:spPr>
        <p:txBody>
          <a:bodyPr anchor="ctr">
            <a:normAutofit/>
          </a:bodyPr>
          <a:lstStyle/>
          <a:p>
            <a:pPr marL="0" indent="0" algn="ctr">
              <a:buNone/>
            </a:pPr>
            <a:r>
              <a:rPr lang="zh-CN" altLang="en-US" b="1" dirty="0">
                <a:latin typeface="+mn-lt"/>
              </a:rPr>
              <a:t>从</a:t>
            </a:r>
            <a:br>
              <a:rPr lang="en-US" altLang="zh-CN" b="1" dirty="0">
                <a:latin typeface="+mn-lt"/>
              </a:rPr>
            </a:br>
            <a:r>
              <a:rPr lang="zh-CN" altLang="en-US" b="1" dirty="0">
                <a:solidFill>
                  <a:srgbClr val="3333FF"/>
                </a:solidFill>
                <a:latin typeface="+mn-lt"/>
              </a:rPr>
              <a:t>功能分析</a:t>
            </a:r>
            <a:r>
              <a:rPr lang="en-US" altLang="zh-CN" b="1" dirty="0">
                <a:solidFill>
                  <a:srgbClr val="3333FF"/>
                </a:solidFill>
                <a:latin typeface="+mn-lt"/>
              </a:rPr>
              <a:t> </a:t>
            </a:r>
          </a:p>
          <a:p>
            <a:pPr marL="0" indent="0" algn="ctr">
              <a:buNone/>
            </a:pPr>
            <a:br>
              <a:rPr lang="en-US" altLang="zh-CN" b="1" dirty="0">
                <a:latin typeface="+mn-lt"/>
              </a:rPr>
            </a:br>
            <a:r>
              <a:rPr lang="zh-CN" altLang="en-US" b="1" dirty="0">
                <a:latin typeface="+mn-lt"/>
              </a:rPr>
              <a:t>到</a:t>
            </a:r>
            <a:br>
              <a:rPr lang="en-US" altLang="zh-CN" b="1" dirty="0">
                <a:latin typeface="+mn-lt"/>
              </a:rPr>
            </a:br>
            <a:r>
              <a:rPr lang="zh-CN" altLang="en-US" b="1" dirty="0">
                <a:solidFill>
                  <a:srgbClr val="C00000"/>
                </a:solidFill>
                <a:latin typeface="+mn-lt"/>
              </a:rPr>
              <a:t>性能分析</a:t>
            </a:r>
            <a:r>
              <a:rPr lang="en-US" altLang="zh-CN" b="1" dirty="0">
                <a:solidFill>
                  <a:srgbClr val="C00000"/>
                </a:solidFill>
                <a:latin typeface="+mn-lt"/>
              </a:rPr>
              <a:t>?</a:t>
            </a:r>
            <a:endParaRPr lang="zh-CN" altLang="en-US" b="1" dirty="0">
              <a:solidFill>
                <a:srgbClr val="C00000"/>
              </a:solidFill>
              <a:latin typeface="+mn-lt"/>
            </a:endParaRPr>
          </a:p>
        </p:txBody>
      </p:sp>
      <p:sp>
        <p:nvSpPr>
          <p:cNvPr id="5" name="Title 4">
            <a:extLst>
              <a:ext uri="{FF2B5EF4-FFF2-40B4-BE49-F238E27FC236}">
                <a16:creationId xmlns:a16="http://schemas.microsoft.com/office/drawing/2014/main" id="{1C415566-742C-F9F6-2097-E8CFC96AA69D}"/>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dirty="0">
                <a:latin typeface="黑体" panose="02010609060101010101" pitchFamily="49" charset="-122"/>
                <a:ea typeface="黑体" panose="02010609060101010101" pitchFamily="49" charset="-122"/>
              </a:rPr>
              <a:t>问题</a:t>
            </a:r>
            <a:endParaRPr lang="en-CN" kern="0" dirty="0"/>
          </a:p>
        </p:txBody>
      </p:sp>
    </p:spTree>
    <p:extLst>
      <p:ext uri="{BB962C8B-B14F-4D97-AF65-F5344CB8AC3E}">
        <p14:creationId xmlns:p14="http://schemas.microsoft.com/office/powerpoint/2010/main" val="18331479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60" name="灯片编号占位符 3"/>
          <p:cNvSpPr>
            <a:spLocks noGrp="1"/>
          </p:cNvSpPr>
          <p:nvPr>
            <p:ph type="sldNum" sz="quarter" idx="12"/>
          </p:nvPr>
        </p:nvSpPr>
        <p:spPr>
          <a:noFill/>
          <a:ln>
            <a:noFill/>
          </a:ln>
          <a:effectLst/>
        </p:spPr>
        <p:txBody>
          <a:bodyPr vert="horz" wrap="square" lIns="91440" tIns="45720" rIns="91440" bIns="45720" numCol="1" anchor="t" anchorCtr="0" compatLnSpc="1">
            <a:prstTxWarp prst="textNoShape">
              <a:avLst/>
            </a:prstTxWarp>
          </a:bodyPr>
          <a:lstStyle/>
          <a:p>
            <a:fld id="{CF93F461-0F77-49BB-BE92-FF5BDB5D8925}" type="slidenum">
              <a:rPr lang="en-US" altLang="zh-CN" smtClean="0"/>
              <a:pPr/>
              <a:t>16</a:t>
            </a:fld>
            <a:endParaRPr lang="en-US" altLang="zh-CN" dirty="0"/>
          </a:p>
        </p:txBody>
      </p:sp>
      <p:sp>
        <p:nvSpPr>
          <p:cNvPr id="96259" name="Rectangle 3"/>
          <p:cNvSpPr>
            <a:spLocks noGrp="1" noChangeArrowheads="1"/>
          </p:cNvSpPr>
          <p:nvPr>
            <p:ph idx="4294967295"/>
          </p:nvPr>
        </p:nvSpPr>
        <p:spPr>
          <a:xfrm>
            <a:off x="495300" y="1454150"/>
            <a:ext cx="8435975" cy="5029200"/>
          </a:xfrm>
        </p:spPr>
        <p:txBody>
          <a:bodyPr>
            <a:normAutofit/>
          </a:bodyPr>
          <a:lstStyle/>
          <a:p>
            <a:pPr eaLnBrk="1" hangingPunct="1">
              <a:spcBef>
                <a:spcPts val="0"/>
              </a:spcBef>
            </a:pPr>
            <a:r>
              <a:rPr lang="zh-CN" altLang="en-US" sz="2800" b="0" dirty="0">
                <a:latin typeface="+mn-lt"/>
              </a:rPr>
              <a:t>建立时间</a:t>
            </a:r>
            <a:r>
              <a:rPr lang="en-US" altLang="zh-CN" sz="2800" b="0" dirty="0">
                <a:latin typeface="+mn-lt"/>
              </a:rPr>
              <a:t> </a:t>
            </a:r>
            <a:r>
              <a:rPr lang="en-US" altLang="zh-CN" sz="2800" b="0" dirty="0" err="1">
                <a:latin typeface="+mn-lt"/>
              </a:rPr>
              <a:t>t</a:t>
            </a:r>
            <a:r>
              <a:rPr lang="en-US" altLang="zh-CN" sz="2800" b="0" baseline="-25000" dirty="0" err="1">
                <a:latin typeface="+mn-lt"/>
              </a:rPr>
              <a:t>su</a:t>
            </a:r>
            <a:endParaRPr lang="en-US" altLang="zh-CN" sz="2800" b="0" dirty="0">
              <a:latin typeface="+mn-lt"/>
            </a:endParaRPr>
          </a:p>
          <a:p>
            <a:pPr lvl="1"/>
            <a:r>
              <a:rPr lang="zh-CN" altLang="en-US" sz="2400" b="0" dirty="0">
                <a:latin typeface="+mn-lt"/>
              </a:rPr>
              <a:t>锁存操作</a:t>
            </a:r>
            <a:r>
              <a:rPr lang="zh-CN" altLang="en-US" sz="2400" b="0" dirty="0">
                <a:solidFill>
                  <a:srgbClr val="3333FF"/>
                </a:solidFill>
                <a:latin typeface="+mn-lt"/>
              </a:rPr>
              <a:t>开始之前</a:t>
            </a:r>
            <a:r>
              <a:rPr lang="zh-CN" altLang="en-US" sz="2400" b="0" dirty="0">
                <a:latin typeface="+mn-lt"/>
              </a:rPr>
              <a:t>，输入信号应保持不变的最短时间</a:t>
            </a:r>
          </a:p>
          <a:p>
            <a:pPr marL="342900" lvl="1" indent="0">
              <a:buNone/>
            </a:pPr>
            <a:endParaRPr lang="en-US" altLang="zh-CN" sz="2000" b="0" dirty="0">
              <a:latin typeface="+mn-lt"/>
            </a:endParaRPr>
          </a:p>
          <a:p>
            <a:pPr eaLnBrk="1" hangingPunct="1">
              <a:spcBef>
                <a:spcPts val="0"/>
              </a:spcBef>
            </a:pPr>
            <a:r>
              <a:rPr lang="zh-CN" altLang="en-US" sz="2800" b="0" dirty="0">
                <a:latin typeface="+mn-lt"/>
              </a:rPr>
              <a:t>保持时间</a:t>
            </a:r>
            <a:r>
              <a:rPr lang="en-US" altLang="zh-CN" sz="2800" b="0" dirty="0">
                <a:latin typeface="+mn-lt"/>
              </a:rPr>
              <a:t> </a:t>
            </a:r>
            <a:r>
              <a:rPr lang="en-US" altLang="zh-CN" sz="2800" b="0" dirty="0" err="1">
                <a:latin typeface="+mn-lt"/>
              </a:rPr>
              <a:t>t</a:t>
            </a:r>
            <a:r>
              <a:rPr lang="en-US" altLang="zh-CN" sz="2800" b="0" baseline="-25000" dirty="0" err="1">
                <a:latin typeface="+mn-lt"/>
              </a:rPr>
              <a:t>h</a:t>
            </a:r>
            <a:endParaRPr lang="en-US" altLang="zh-CN" sz="2800" b="0" baseline="-25000" dirty="0">
              <a:latin typeface="+mn-lt"/>
            </a:endParaRPr>
          </a:p>
          <a:p>
            <a:pPr lvl="1"/>
            <a:r>
              <a:rPr lang="zh-CN" altLang="en-US" sz="2400" b="0" dirty="0">
                <a:latin typeface="+mn-lt"/>
              </a:rPr>
              <a:t>锁存操作</a:t>
            </a:r>
            <a:r>
              <a:rPr lang="zh-CN" altLang="en-US" sz="2400" b="0" dirty="0">
                <a:solidFill>
                  <a:srgbClr val="3333FF"/>
                </a:solidFill>
                <a:latin typeface="+mn-lt"/>
              </a:rPr>
              <a:t>之后</a:t>
            </a:r>
            <a:r>
              <a:rPr lang="zh-CN" altLang="en-US" sz="2400" b="0" dirty="0">
                <a:latin typeface="+mn-lt"/>
              </a:rPr>
              <a:t>，输入信号还应保持不变的最短时间</a:t>
            </a:r>
            <a:endParaRPr lang="en-US" altLang="zh-CN" sz="2400" b="0" dirty="0">
              <a:latin typeface="+mn-lt"/>
            </a:endParaRPr>
          </a:p>
          <a:p>
            <a:pPr lvl="1"/>
            <a:endParaRPr lang="zh-CN" altLang="en-US" sz="2000" b="0" dirty="0">
              <a:latin typeface="+mn-lt"/>
            </a:endParaRPr>
          </a:p>
          <a:p>
            <a:pPr>
              <a:spcBef>
                <a:spcPts val="0"/>
              </a:spcBef>
            </a:pPr>
            <a:r>
              <a:rPr lang="zh-CN" altLang="en-US" sz="2800" b="0" dirty="0">
                <a:latin typeface="+mn-lt"/>
              </a:rPr>
              <a:t>输出响应时间 </a:t>
            </a:r>
            <a:r>
              <a:rPr lang="en-US" altLang="zh-CN" sz="2800" b="0" dirty="0" err="1">
                <a:latin typeface="+mn-lt"/>
              </a:rPr>
              <a:t>t</a:t>
            </a:r>
            <a:r>
              <a:rPr lang="en-US" altLang="zh-CN" sz="2800" b="0" baseline="-25000" dirty="0" err="1">
                <a:latin typeface="+mn-lt"/>
              </a:rPr>
              <a:t>co</a:t>
            </a:r>
            <a:r>
              <a:rPr lang="zh-CN" altLang="en-US" sz="2800" b="0" dirty="0">
                <a:latin typeface="+mn-lt"/>
              </a:rPr>
              <a:t> </a:t>
            </a:r>
            <a:r>
              <a:rPr lang="en-US" altLang="zh-CN" sz="2800" b="0" dirty="0">
                <a:latin typeface="+mn-lt"/>
              </a:rPr>
              <a:t>or </a:t>
            </a:r>
            <a:r>
              <a:rPr lang="en-US" altLang="zh-CN" sz="2800" b="0" dirty="0" err="1">
                <a:latin typeface="+mn-lt"/>
              </a:rPr>
              <a:t>t</a:t>
            </a:r>
            <a:r>
              <a:rPr lang="en-US" altLang="zh-CN" sz="2800" b="0" baseline="-25000" dirty="0" err="1">
                <a:latin typeface="+mn-lt"/>
              </a:rPr>
              <a:t>cq</a:t>
            </a:r>
            <a:r>
              <a:rPr lang="zh-CN" altLang="en-US" sz="2800" b="0" baseline="-25000" dirty="0">
                <a:latin typeface="+mn-lt"/>
              </a:rPr>
              <a:t> </a:t>
            </a:r>
            <a:r>
              <a:rPr lang="en-US" altLang="zh-CN" sz="2800" b="0" dirty="0">
                <a:latin typeface="+mn-lt"/>
              </a:rPr>
              <a:t>(</a:t>
            </a:r>
            <a:r>
              <a:rPr lang="en-US" altLang="zh-CN" sz="2800" b="0" dirty="0" err="1">
                <a:latin typeface="+mn-lt"/>
              </a:rPr>
              <a:t>clk</a:t>
            </a:r>
            <a:r>
              <a:rPr lang="en-US" altLang="zh-CN" sz="2800" b="0" dirty="0">
                <a:latin typeface="+mn-lt"/>
              </a:rPr>
              <a:t>-to-output)</a:t>
            </a:r>
            <a:endParaRPr lang="zh-CN" altLang="en-US" sz="2800" b="0" baseline="-25000" dirty="0">
              <a:latin typeface="+mn-lt"/>
            </a:endParaRPr>
          </a:p>
          <a:p>
            <a:pPr lvl="1"/>
            <a:r>
              <a:rPr lang="zh-CN" altLang="en-US" sz="2400" b="0" dirty="0">
                <a:latin typeface="+mn-lt"/>
              </a:rPr>
              <a:t>从开始</a:t>
            </a:r>
            <a:r>
              <a:rPr lang="zh-CN" altLang="en-US" sz="2400" b="0" dirty="0">
                <a:solidFill>
                  <a:srgbClr val="3333FF"/>
                </a:solidFill>
                <a:latin typeface="+mn-lt"/>
              </a:rPr>
              <a:t>采样到输出</a:t>
            </a:r>
            <a:r>
              <a:rPr lang="zh-CN" altLang="en-US" sz="2400" b="0" dirty="0">
                <a:latin typeface="+mn-lt"/>
              </a:rPr>
              <a:t>信号的延时</a:t>
            </a:r>
          </a:p>
        </p:txBody>
      </p:sp>
      <p:sp>
        <p:nvSpPr>
          <p:cNvPr id="2" name="Title 4">
            <a:extLst>
              <a:ext uri="{FF2B5EF4-FFF2-40B4-BE49-F238E27FC236}">
                <a16:creationId xmlns:a16="http://schemas.microsoft.com/office/drawing/2014/main" id="{CD56CEBD-CC77-8682-F32E-931687528394}"/>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dirty="0">
                <a:latin typeface="黑体" panose="02010609060101010101" pitchFamily="49" charset="-122"/>
                <a:ea typeface="黑体" panose="02010609060101010101" pitchFamily="49" charset="-122"/>
              </a:rPr>
              <a:t>复习</a:t>
            </a:r>
            <a:r>
              <a:rPr lang="en-US" altLang="zh-CN" dirty="0">
                <a:latin typeface="黑体" panose="02010609060101010101" pitchFamily="49" charset="-122"/>
                <a:ea typeface="黑体" panose="02010609060101010101" pitchFamily="49" charset="-122"/>
              </a:rPr>
              <a:t>: </a:t>
            </a:r>
            <a:r>
              <a:rPr lang="zh-CN" altLang="en-US" dirty="0">
                <a:latin typeface="黑体" panose="02010609060101010101" pitchFamily="49" charset="-122"/>
                <a:ea typeface="黑体" panose="02010609060101010101" pitchFamily="49" charset="-122"/>
              </a:rPr>
              <a:t>建立时间和保持时间</a:t>
            </a:r>
            <a:endParaRPr lang="en-CN" kern="0" dirty="0"/>
          </a:p>
        </p:txBody>
      </p:sp>
    </p:spTree>
    <p:extLst>
      <p:ext uri="{BB962C8B-B14F-4D97-AF65-F5344CB8AC3E}">
        <p14:creationId xmlns:p14="http://schemas.microsoft.com/office/powerpoint/2010/main" val="1361266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4103B-3E86-EA43-81D9-521091A7A627}"/>
              </a:ext>
            </a:extLst>
          </p:cNvPr>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为什么需要时序</a:t>
            </a:r>
            <a:r>
              <a:rPr lang="en-CN"/>
              <a:t>?</a:t>
            </a:r>
            <a:endParaRPr lang="en-CN" dirty="0"/>
          </a:p>
        </p:txBody>
      </p:sp>
      <p:sp>
        <p:nvSpPr>
          <p:cNvPr id="3" name="Content Placeholder 2">
            <a:extLst>
              <a:ext uri="{FF2B5EF4-FFF2-40B4-BE49-F238E27FC236}">
                <a16:creationId xmlns:a16="http://schemas.microsoft.com/office/drawing/2014/main" id="{A03562E1-8181-7243-85AE-F1DDB7D50CE8}"/>
              </a:ext>
            </a:extLst>
          </p:cNvPr>
          <p:cNvSpPr>
            <a:spLocks noGrp="1"/>
          </p:cNvSpPr>
          <p:nvPr>
            <p:ph idx="1"/>
          </p:nvPr>
        </p:nvSpPr>
        <p:spPr>
          <a:xfrm>
            <a:off x="567415" y="1351358"/>
            <a:ext cx="8229600" cy="924272"/>
          </a:xfrm>
        </p:spPr>
        <p:txBody>
          <a:bodyPr/>
          <a:lstStyle/>
          <a:p>
            <a:r>
              <a:rPr lang="zh-CN" altLang="en-US" sz="2800" b="1" dirty="0">
                <a:solidFill>
                  <a:srgbClr val="3333FF"/>
                </a:solidFill>
              </a:rPr>
              <a:t>更好组织计算</a:t>
            </a:r>
            <a:r>
              <a:rPr lang="en-CN" sz="2800" b="1" dirty="0">
                <a:solidFill>
                  <a:srgbClr val="3333FF"/>
                </a:solidFill>
              </a:rPr>
              <a:t>!</a:t>
            </a:r>
          </a:p>
        </p:txBody>
      </p:sp>
      <p:sp>
        <p:nvSpPr>
          <p:cNvPr id="4" name="Slide Number Placeholder 3">
            <a:extLst>
              <a:ext uri="{FF2B5EF4-FFF2-40B4-BE49-F238E27FC236}">
                <a16:creationId xmlns:a16="http://schemas.microsoft.com/office/drawing/2014/main" id="{6C0907DD-6104-774A-B9B0-174E75B82471}"/>
              </a:ext>
            </a:extLst>
          </p:cNvPr>
          <p:cNvSpPr>
            <a:spLocks noGrp="1"/>
          </p:cNvSpPr>
          <p:nvPr>
            <p:ph type="sldNum" sz="quarter" idx="12"/>
          </p:nvPr>
        </p:nvSpPr>
        <p:spPr/>
        <p:txBody>
          <a:bodyPr/>
          <a:lstStyle/>
          <a:p>
            <a:fld id="{176ACFD1-D213-4B9C-817B-45486DBF105A}" type="slidenum">
              <a:rPr lang="en-US" smtClean="0">
                <a:solidFill>
                  <a:prstClr val="black"/>
                </a:solidFill>
              </a:rPr>
              <a:pPr/>
              <a:t>17</a:t>
            </a:fld>
            <a:endParaRPr lang="en-US" dirty="0">
              <a:solidFill>
                <a:prstClr val="black"/>
              </a:solidFill>
            </a:endParaRPr>
          </a:p>
        </p:txBody>
      </p:sp>
      <p:sp>
        <p:nvSpPr>
          <p:cNvPr id="70" name="TextBox 69">
            <a:extLst>
              <a:ext uri="{FF2B5EF4-FFF2-40B4-BE49-F238E27FC236}">
                <a16:creationId xmlns:a16="http://schemas.microsoft.com/office/drawing/2014/main" id="{7FCEAEBA-1577-3F4F-8766-8E320846BF54}"/>
              </a:ext>
            </a:extLst>
          </p:cNvPr>
          <p:cNvSpPr txBox="1"/>
          <p:nvPr/>
        </p:nvSpPr>
        <p:spPr>
          <a:xfrm>
            <a:off x="2188265" y="4950853"/>
            <a:ext cx="6266274" cy="1631216"/>
          </a:xfrm>
          <a:prstGeom prst="rect">
            <a:avLst/>
          </a:prstGeom>
          <a:noFill/>
        </p:spPr>
        <p:txBody>
          <a:bodyPr wrap="square" rtlCol="0">
            <a:spAutoFit/>
          </a:bodyPr>
          <a:lstStyle/>
          <a:p>
            <a:pPr marL="342900" indent="-342900" algn="l">
              <a:buFont typeface="Wingdings" pitchFamily="2" charset="2"/>
              <a:buChar char="ü"/>
            </a:pPr>
            <a:r>
              <a:rPr lang="en-CN" sz="2000" dirty="0">
                <a:solidFill>
                  <a:schemeClr val="tx1"/>
                </a:solidFill>
                <a:latin typeface="+mn-lt"/>
                <a:ea typeface="+mn-ea"/>
                <a:cs typeface="Arial" panose="020B0604020202020204" pitchFamily="34" charset="0"/>
              </a:rPr>
              <a:t>D </a:t>
            </a:r>
            <a:r>
              <a:rPr lang="zh-CN" altLang="en-US" sz="2000" dirty="0">
                <a:solidFill>
                  <a:schemeClr val="tx1"/>
                </a:solidFill>
                <a:latin typeface="+mn-lt"/>
                <a:ea typeface="+mn-ea"/>
                <a:cs typeface="Arial" panose="020B0604020202020204" pitchFamily="34" charset="0"/>
              </a:rPr>
              <a:t>应该在采样开始之前准备好</a:t>
            </a:r>
            <a:r>
              <a:rPr lang="en-CN" sz="2000" dirty="0">
                <a:solidFill>
                  <a:schemeClr val="tx1"/>
                </a:solidFill>
                <a:latin typeface="+mn-lt"/>
                <a:ea typeface="+mn-ea"/>
                <a:cs typeface="Arial" panose="020B0604020202020204" pitchFamily="34" charset="0"/>
              </a:rPr>
              <a:t>: </a:t>
            </a:r>
            <a:r>
              <a:rPr lang="en-CN" sz="2000" i="1" dirty="0">
                <a:solidFill>
                  <a:schemeClr val="tx1"/>
                </a:solidFill>
                <a:latin typeface="+mn-lt"/>
                <a:ea typeface="+mn-ea"/>
                <a:cs typeface="Arial" panose="020B0604020202020204" pitchFamily="34" charset="0"/>
              </a:rPr>
              <a:t>e</a:t>
            </a:r>
            <a:r>
              <a:rPr lang="en-US" sz="2000" i="1" dirty="0">
                <a:solidFill>
                  <a:schemeClr val="tx1"/>
                </a:solidFill>
                <a:latin typeface="+mn-lt"/>
                <a:ea typeface="+mn-ea"/>
                <a:cs typeface="Arial" panose="020B0604020202020204" pitchFamily="34" charset="0"/>
              </a:rPr>
              <a:t> </a:t>
            </a:r>
            <a:r>
              <a:rPr lang="en-CN" sz="2000" i="1" dirty="0">
                <a:solidFill>
                  <a:schemeClr val="tx1"/>
                </a:solidFill>
                <a:latin typeface="+mn-lt"/>
                <a:ea typeface="+mn-ea"/>
                <a:cs typeface="Arial" panose="020B0604020202020204" pitchFamily="34" charset="0"/>
              </a:rPr>
              <a:t>=</a:t>
            </a:r>
            <a:r>
              <a:rPr lang="en-US" sz="2000" i="1" dirty="0">
                <a:solidFill>
                  <a:schemeClr val="tx1"/>
                </a:solidFill>
                <a:latin typeface="+mn-lt"/>
                <a:ea typeface="+mn-ea"/>
                <a:cs typeface="Arial" panose="020B0604020202020204" pitchFamily="34" charset="0"/>
              </a:rPr>
              <a:t> </a:t>
            </a:r>
            <a:r>
              <a:rPr lang="en-CN" sz="2000" i="1" dirty="0">
                <a:solidFill>
                  <a:schemeClr val="tx1"/>
                </a:solidFill>
                <a:latin typeface="+mn-lt"/>
                <a:ea typeface="+mn-ea"/>
                <a:cs typeface="Arial" panose="020B0604020202020204" pitchFamily="34" charset="0"/>
              </a:rPr>
              <a:t>f(x,s)</a:t>
            </a:r>
            <a:r>
              <a:rPr lang="en-US" sz="2000" i="1" dirty="0">
                <a:solidFill>
                  <a:schemeClr val="tx1"/>
                </a:solidFill>
                <a:latin typeface="+mn-lt"/>
                <a:ea typeface="+mn-ea"/>
                <a:cs typeface="Arial" panose="020B0604020202020204" pitchFamily="34" charset="0"/>
              </a:rPr>
              <a:t> </a:t>
            </a:r>
            <a:r>
              <a:rPr lang="zh-CN" altLang="en-US" sz="2000" dirty="0">
                <a:latin typeface="+mn-lt"/>
                <a:ea typeface="+mn-ea"/>
                <a:cs typeface="Arial" panose="020B0604020202020204" pitchFamily="34" charset="0"/>
                <a:sym typeface="Wingdings" pitchFamily="2" charset="2"/>
              </a:rPr>
              <a:t>→ </a:t>
            </a:r>
            <a:r>
              <a:rPr lang="en-CN" sz="2000" dirty="0">
                <a:solidFill>
                  <a:schemeClr val="tx1"/>
                </a:solidFill>
                <a:latin typeface="+mn-lt"/>
                <a:ea typeface="+mn-ea"/>
                <a:cs typeface="Arial" panose="020B0604020202020204" pitchFamily="34" charset="0"/>
                <a:sym typeface="Wingdings" pitchFamily="2" charset="2"/>
              </a:rPr>
              <a:t>D</a:t>
            </a:r>
            <a:r>
              <a:rPr lang="en-CN" sz="2000" dirty="0">
                <a:solidFill>
                  <a:schemeClr val="tx1"/>
                </a:solidFill>
                <a:latin typeface="+mn-lt"/>
                <a:ea typeface="+mn-ea"/>
                <a:cs typeface="Arial" panose="020B0604020202020204" pitchFamily="34" charset="0"/>
              </a:rPr>
              <a:t> </a:t>
            </a:r>
            <a:r>
              <a:rPr lang="zh-CN" altLang="en-US" sz="2000" dirty="0">
                <a:solidFill>
                  <a:schemeClr val="tx1"/>
                </a:solidFill>
                <a:latin typeface="+mn-lt"/>
                <a:ea typeface="+mn-ea"/>
                <a:cs typeface="Arial" panose="020B0604020202020204" pitchFamily="34" charset="0"/>
              </a:rPr>
              <a:t>可能因为一个慢的反馈环路花费太多时间</a:t>
            </a:r>
            <a:r>
              <a:rPr lang="en-CN" sz="2000" dirty="0">
                <a:solidFill>
                  <a:schemeClr val="tx1"/>
                </a:solidFill>
                <a:latin typeface="+mn-lt"/>
                <a:ea typeface="+mn-ea"/>
                <a:cs typeface="Arial" panose="020B0604020202020204" pitchFamily="34" charset="0"/>
              </a:rPr>
              <a:t>!</a:t>
            </a:r>
          </a:p>
          <a:p>
            <a:pPr marL="342900" indent="-342900" algn="l">
              <a:buFont typeface="Wingdings" pitchFamily="2" charset="2"/>
              <a:buChar char="ü"/>
            </a:pPr>
            <a:endParaRPr lang="en-CN" sz="2000" dirty="0">
              <a:solidFill>
                <a:schemeClr val="tx1"/>
              </a:solidFill>
              <a:latin typeface="+mn-lt"/>
              <a:ea typeface="+mn-ea"/>
              <a:cs typeface="Arial" panose="020B0604020202020204" pitchFamily="34" charset="0"/>
            </a:endParaRPr>
          </a:p>
          <a:p>
            <a:pPr marL="342900" indent="-342900">
              <a:buFont typeface="Wingdings" pitchFamily="2" charset="2"/>
              <a:buChar char="ü"/>
            </a:pPr>
            <a:r>
              <a:rPr lang="en-CN" sz="2000" dirty="0">
                <a:solidFill>
                  <a:schemeClr val="tx1"/>
                </a:solidFill>
                <a:latin typeface="+mn-lt"/>
                <a:ea typeface="+mn-ea"/>
                <a:cs typeface="Arial" panose="020B0604020202020204" pitchFamily="34" charset="0"/>
              </a:rPr>
              <a:t>D </a:t>
            </a:r>
            <a:r>
              <a:rPr lang="zh-CN" altLang="en-US" sz="2000" dirty="0">
                <a:solidFill>
                  <a:schemeClr val="tx1"/>
                </a:solidFill>
                <a:latin typeface="+mn-lt"/>
                <a:ea typeface="+mn-ea"/>
                <a:cs typeface="Arial" panose="020B0604020202020204" pitchFamily="34" charset="0"/>
              </a:rPr>
              <a:t>应该在采样开始后保持稳定</a:t>
            </a:r>
            <a:r>
              <a:rPr lang="en-CN" sz="2000" dirty="0">
                <a:solidFill>
                  <a:schemeClr val="tx1"/>
                </a:solidFill>
                <a:latin typeface="+mn-lt"/>
                <a:ea typeface="+mn-ea"/>
                <a:cs typeface="Arial" panose="020B0604020202020204" pitchFamily="34" charset="0"/>
              </a:rPr>
              <a:t>: </a:t>
            </a:r>
            <a:r>
              <a:rPr lang="en-CN" sz="2000" i="1" dirty="0">
                <a:solidFill>
                  <a:schemeClr val="tx1"/>
                </a:solidFill>
                <a:latin typeface="+mn-lt"/>
                <a:ea typeface="+mn-ea"/>
                <a:cs typeface="Arial" panose="020B0604020202020204" pitchFamily="34" charset="0"/>
              </a:rPr>
              <a:t>e</a:t>
            </a:r>
            <a:r>
              <a:rPr lang="en-US" sz="2000" i="1" dirty="0">
                <a:solidFill>
                  <a:schemeClr val="tx1"/>
                </a:solidFill>
                <a:latin typeface="+mn-lt"/>
                <a:ea typeface="+mn-ea"/>
                <a:cs typeface="Arial" panose="020B0604020202020204" pitchFamily="34" charset="0"/>
              </a:rPr>
              <a:t> </a:t>
            </a:r>
            <a:r>
              <a:rPr lang="en-CN" sz="2000" i="1" dirty="0">
                <a:solidFill>
                  <a:schemeClr val="tx1"/>
                </a:solidFill>
                <a:latin typeface="+mn-lt"/>
                <a:ea typeface="+mn-ea"/>
                <a:cs typeface="Arial" panose="020B0604020202020204" pitchFamily="34" charset="0"/>
              </a:rPr>
              <a:t>=</a:t>
            </a:r>
            <a:r>
              <a:rPr lang="en-US" sz="2000" i="1" dirty="0">
                <a:solidFill>
                  <a:schemeClr val="tx1"/>
                </a:solidFill>
                <a:latin typeface="+mn-lt"/>
                <a:ea typeface="+mn-ea"/>
                <a:cs typeface="Arial" panose="020B0604020202020204" pitchFamily="34" charset="0"/>
              </a:rPr>
              <a:t> </a:t>
            </a:r>
            <a:r>
              <a:rPr lang="en-CN" sz="2000" i="1" dirty="0">
                <a:solidFill>
                  <a:schemeClr val="tx1"/>
                </a:solidFill>
                <a:latin typeface="+mn-lt"/>
                <a:ea typeface="+mn-ea"/>
                <a:cs typeface="Arial" panose="020B0604020202020204" pitchFamily="34" charset="0"/>
              </a:rPr>
              <a:t>f(x,s)</a:t>
            </a:r>
            <a:r>
              <a:rPr lang="zh-CN" altLang="en-US" sz="2000" dirty="0">
                <a:cs typeface="Arial" panose="020B0604020202020204" pitchFamily="34" charset="0"/>
                <a:sym typeface="Wingdings" pitchFamily="2" charset="2"/>
              </a:rPr>
              <a:t> → </a:t>
            </a:r>
            <a:r>
              <a:rPr lang="en-CN" sz="2000" dirty="0">
                <a:solidFill>
                  <a:schemeClr val="tx1"/>
                </a:solidFill>
                <a:latin typeface="+mn-lt"/>
                <a:ea typeface="+mn-ea"/>
                <a:cs typeface="Arial" panose="020B0604020202020204" pitchFamily="34" charset="0"/>
                <a:sym typeface="Wingdings" pitchFamily="2" charset="2"/>
              </a:rPr>
              <a:t>D</a:t>
            </a:r>
            <a:r>
              <a:rPr lang="en-CN" sz="2000" dirty="0">
                <a:solidFill>
                  <a:schemeClr val="tx1"/>
                </a:solidFill>
                <a:latin typeface="+mn-lt"/>
                <a:ea typeface="+mn-ea"/>
                <a:cs typeface="Arial" panose="020B0604020202020204" pitchFamily="34" charset="0"/>
              </a:rPr>
              <a:t> </a:t>
            </a:r>
            <a:r>
              <a:rPr lang="zh-CN" altLang="en-US" sz="2000" dirty="0">
                <a:solidFill>
                  <a:schemeClr val="tx1"/>
                </a:solidFill>
                <a:latin typeface="+mn-lt"/>
                <a:ea typeface="+mn-ea"/>
                <a:cs typeface="Arial" panose="020B0604020202020204" pitchFamily="34" charset="0"/>
              </a:rPr>
              <a:t>可能因为一个快的反馈环路而被破坏</a:t>
            </a:r>
            <a:r>
              <a:rPr lang="en-CN" sz="2000" dirty="0">
                <a:solidFill>
                  <a:schemeClr val="tx1"/>
                </a:solidFill>
                <a:latin typeface="+mn-lt"/>
                <a:ea typeface="+mn-ea"/>
                <a:cs typeface="Arial" panose="020B0604020202020204" pitchFamily="34" charset="0"/>
              </a:rPr>
              <a:t>!</a:t>
            </a:r>
          </a:p>
        </p:txBody>
      </p:sp>
      <p:pic>
        <p:nvPicPr>
          <p:cNvPr id="86" name="Picture 2" descr="Image result for 接力 icon">
            <a:extLst>
              <a:ext uri="{FF2B5EF4-FFF2-40B4-BE49-F238E27FC236}">
                <a16:creationId xmlns:a16="http://schemas.microsoft.com/office/drawing/2014/main" id="{B09CF525-2CEC-8F4D-9B33-AEF5F5B8D70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8702" b="29082"/>
          <a:stretch/>
        </p:blipFill>
        <p:spPr bwMode="auto">
          <a:xfrm>
            <a:off x="89302" y="5200315"/>
            <a:ext cx="2019300" cy="1193656"/>
          </a:xfrm>
          <a:prstGeom prst="rect">
            <a:avLst/>
          </a:prstGeom>
          <a:noFill/>
          <a:extLst>
            <a:ext uri="{909E8E84-426E-40DD-AFC4-6F175D3DCCD1}">
              <a14:hiddenFill xmlns:a14="http://schemas.microsoft.com/office/drawing/2010/main">
                <a:solidFill>
                  <a:srgbClr val="FFFFFF"/>
                </a:solidFill>
              </a14:hiddenFill>
            </a:ext>
          </a:extLst>
        </p:spPr>
      </p:pic>
      <p:sp>
        <p:nvSpPr>
          <p:cNvPr id="101" name="Rectangle 63">
            <a:extLst>
              <a:ext uri="{FF2B5EF4-FFF2-40B4-BE49-F238E27FC236}">
                <a16:creationId xmlns:a16="http://schemas.microsoft.com/office/drawing/2014/main" id="{15202FA6-A3ED-481F-BFDD-1D9D818E627F}"/>
              </a:ext>
            </a:extLst>
          </p:cNvPr>
          <p:cNvSpPr/>
          <p:nvPr/>
        </p:nvSpPr>
        <p:spPr bwMode="auto">
          <a:xfrm>
            <a:off x="1389687" y="2109140"/>
            <a:ext cx="1597160" cy="685800"/>
          </a:xfrm>
          <a:prstGeom prst="rect">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i="0" u="none" strike="noStrike" kern="1200" cap="none" spc="0" normalizeH="0" baseline="0" noProof="0" dirty="0">
                <a:ln>
                  <a:noFill/>
                </a:ln>
                <a:solidFill>
                  <a:srgbClr val="000000"/>
                </a:solidFill>
                <a:effectLst/>
                <a:uLnTx/>
                <a:uFillTx/>
                <a:latin typeface="Arial" panose="020B0604020202020204" pitchFamily="34" charset="0"/>
                <a:ea typeface="SimHei" panose="02010609060101010101" pitchFamily="49" charset="-122"/>
                <a:cs typeface="Arial" panose="020B0604020202020204" pitchFamily="34" charset="0"/>
              </a:rPr>
              <a:t>Comb. Logic</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i="1" u="none" strike="noStrike" kern="1200" cap="none" spc="0" normalizeH="0" baseline="0" noProof="0" dirty="0">
                <a:ln>
                  <a:noFill/>
                </a:ln>
                <a:solidFill>
                  <a:srgbClr val="000000"/>
                </a:solidFill>
                <a:effectLst/>
                <a:uLnTx/>
                <a:uFillTx/>
                <a:latin typeface="Arial" panose="020B0604020202020204" pitchFamily="34" charset="0"/>
                <a:ea typeface="SimHei" panose="02010609060101010101" pitchFamily="49" charset="-122"/>
                <a:cs typeface="Arial" panose="020B0604020202020204" pitchFamily="34" charset="0"/>
              </a:rPr>
              <a:t>f</a:t>
            </a:r>
            <a:r>
              <a:rPr lang="en-US" altLang="zh-CN" i="1" dirty="0">
                <a:solidFill>
                  <a:srgbClr val="000000"/>
                </a:solidFill>
                <a:latin typeface="Arial" panose="020B0604020202020204" pitchFamily="34" charset="0"/>
                <a:ea typeface="SimHei" panose="02010609060101010101" pitchFamily="49" charset="-122"/>
                <a:cs typeface="Arial" panose="020B0604020202020204" pitchFamily="34" charset="0"/>
              </a:rPr>
              <a:t>(x, s)</a:t>
            </a:r>
            <a:endParaRPr kumimoji="0" lang="en-US" altLang="zh-CN" i="1" u="none" strike="noStrike" kern="1200" cap="none" spc="0" normalizeH="0" baseline="0" noProof="0" dirty="0">
              <a:ln>
                <a:noFill/>
              </a:ln>
              <a:solidFill>
                <a:srgbClr val="000000"/>
              </a:solidFill>
              <a:effectLst/>
              <a:uLnTx/>
              <a:uFillTx/>
              <a:latin typeface="Arial" panose="020B0604020202020204" pitchFamily="34" charset="0"/>
              <a:ea typeface="SimHei" panose="02010609060101010101" pitchFamily="49" charset="-122"/>
              <a:cs typeface="Arial" panose="020B0604020202020204" pitchFamily="34" charset="0"/>
            </a:endParaRPr>
          </a:p>
        </p:txBody>
      </p:sp>
      <p:sp>
        <p:nvSpPr>
          <p:cNvPr id="102" name="TextBox 64">
            <a:extLst>
              <a:ext uri="{FF2B5EF4-FFF2-40B4-BE49-F238E27FC236}">
                <a16:creationId xmlns:a16="http://schemas.microsoft.com/office/drawing/2014/main" id="{55F1FBBB-8B01-4416-83CA-DC6163CEF9C6}"/>
              </a:ext>
            </a:extLst>
          </p:cNvPr>
          <p:cNvSpPr txBox="1"/>
          <p:nvPr/>
        </p:nvSpPr>
        <p:spPr>
          <a:xfrm>
            <a:off x="32054" y="3192149"/>
            <a:ext cx="952505" cy="400110"/>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Input </a:t>
            </a:r>
            <a:r>
              <a:rPr kumimoji="0" lang="en-US" altLang="zh-CN" sz="2000" i="1"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x</a:t>
            </a:r>
            <a:endParaRPr kumimoji="0" lang="en-US" sz="2000" i="1"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endParaRPr>
          </a:p>
        </p:txBody>
      </p:sp>
      <p:sp>
        <p:nvSpPr>
          <p:cNvPr id="103" name="TextBox 65">
            <a:extLst>
              <a:ext uri="{FF2B5EF4-FFF2-40B4-BE49-F238E27FC236}">
                <a16:creationId xmlns:a16="http://schemas.microsoft.com/office/drawing/2014/main" id="{AAECB4D9-8A92-46D5-AC2C-208B6D139CAF}"/>
              </a:ext>
            </a:extLst>
          </p:cNvPr>
          <p:cNvSpPr txBox="1"/>
          <p:nvPr/>
        </p:nvSpPr>
        <p:spPr>
          <a:xfrm>
            <a:off x="3445050" y="2092174"/>
            <a:ext cx="1279709" cy="707886"/>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Output</a:t>
            </a:r>
          </a:p>
          <a:p>
            <a:pPr marL="0" marR="0" lvl="0" indent="0" algn="ctr" defTabSz="914400" rtl="0" eaLnBrk="1" fontAlgn="base" latinLnBrk="0" hangingPunct="1">
              <a:lnSpc>
                <a:spcPct val="100000"/>
              </a:lnSpc>
              <a:spcBef>
                <a:spcPct val="0"/>
              </a:spcBef>
              <a:spcAft>
                <a:spcPct val="0"/>
              </a:spcAft>
              <a:buClrTx/>
              <a:buSzTx/>
              <a:buFontTx/>
              <a:buNone/>
              <a:tabLst/>
              <a:defRPr/>
            </a:pPr>
            <a:r>
              <a:rPr lang="en-US" sz="2000" i="1" dirty="0">
                <a:solidFill>
                  <a:srgbClr val="000000"/>
                </a:solidFill>
                <a:latin typeface="Arial" panose="020B0604020202020204" pitchFamily="34" charset="0"/>
                <a:cs typeface="Arial" panose="020B0604020202020204" pitchFamily="34" charset="0"/>
              </a:rPr>
              <a:t>y </a:t>
            </a:r>
            <a:r>
              <a:rPr lang="en-US" sz="2000" dirty="0">
                <a:solidFill>
                  <a:srgbClr val="000000"/>
                </a:solidFill>
                <a:latin typeface="Arial" panose="020B0604020202020204" pitchFamily="34" charset="0"/>
                <a:cs typeface="Arial" panose="020B0604020202020204" pitchFamily="34" charset="0"/>
              </a:rPr>
              <a:t>=</a:t>
            </a:r>
            <a:r>
              <a:rPr lang="en-US" sz="2000" i="1" dirty="0">
                <a:solidFill>
                  <a:srgbClr val="000000"/>
                </a:solidFill>
                <a:latin typeface="Arial" panose="020B0604020202020204" pitchFamily="34" charset="0"/>
                <a:cs typeface="Arial" panose="020B0604020202020204" pitchFamily="34" charset="0"/>
              </a:rPr>
              <a:t> f(x, s)</a:t>
            </a:r>
            <a:endParaRPr kumimoji="0" lang="en-US" sz="2000" i="1"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endParaRPr>
          </a:p>
        </p:txBody>
      </p:sp>
      <p:cxnSp>
        <p:nvCxnSpPr>
          <p:cNvPr id="104" name="Straight Arrow Connector 66">
            <a:extLst>
              <a:ext uri="{FF2B5EF4-FFF2-40B4-BE49-F238E27FC236}">
                <a16:creationId xmlns:a16="http://schemas.microsoft.com/office/drawing/2014/main" id="{DDD9F820-A933-4759-BC2D-50EA9AF8170E}"/>
              </a:ext>
            </a:extLst>
          </p:cNvPr>
          <p:cNvCxnSpPr>
            <a:cxnSpLocks/>
          </p:cNvCxnSpPr>
          <p:nvPr/>
        </p:nvCxnSpPr>
        <p:spPr bwMode="auto">
          <a:xfrm>
            <a:off x="2992623" y="2315213"/>
            <a:ext cx="603594" cy="0"/>
          </a:xfrm>
          <a:prstGeom prst="straightConnector1">
            <a:avLst/>
          </a:prstGeom>
          <a:noFill/>
          <a:ln w="28575" cap="flat" cmpd="sng" algn="ctr">
            <a:solidFill>
              <a:schemeClr val="tx1"/>
            </a:solidFill>
            <a:prstDash val="solid"/>
            <a:round/>
            <a:headEnd type="none" w="med" len="med"/>
            <a:tailEnd type="triangle" w="med" len="med"/>
          </a:ln>
          <a:effectLst/>
        </p:spPr>
      </p:cxnSp>
      <p:sp>
        <p:nvSpPr>
          <p:cNvPr id="105" name="Rectangle 67">
            <a:extLst>
              <a:ext uri="{FF2B5EF4-FFF2-40B4-BE49-F238E27FC236}">
                <a16:creationId xmlns:a16="http://schemas.microsoft.com/office/drawing/2014/main" id="{94E1DCA3-C27F-46DF-8E28-49CF92AE125C}"/>
              </a:ext>
            </a:extLst>
          </p:cNvPr>
          <p:cNvSpPr/>
          <p:nvPr/>
        </p:nvSpPr>
        <p:spPr bwMode="auto">
          <a:xfrm>
            <a:off x="1404714" y="3945724"/>
            <a:ext cx="1597160" cy="685800"/>
          </a:xfrm>
          <a:prstGeom prst="rect">
            <a:avLst/>
          </a:prstGeom>
          <a:solidFill>
            <a:schemeClr val="accent4">
              <a:lumMod val="20000"/>
              <a:lumOff val="80000"/>
            </a:schemeClr>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i="0" u="none" strike="noStrike" kern="1200" cap="none" spc="0" normalizeH="0" baseline="0" noProof="0" dirty="0">
                <a:ln>
                  <a:noFill/>
                </a:ln>
                <a:solidFill>
                  <a:schemeClr val="tx1"/>
                </a:solidFill>
                <a:effectLst/>
                <a:uLnTx/>
                <a:uFillTx/>
                <a:latin typeface="Arial" panose="020B0604020202020204" pitchFamily="34" charset="0"/>
                <a:ea typeface="SimHei" panose="02010609060101010101" pitchFamily="49" charset="-122"/>
                <a:cs typeface="Arial" panose="020B0604020202020204" pitchFamily="34" charset="0"/>
              </a:rPr>
              <a:t>States </a:t>
            </a:r>
            <a:r>
              <a:rPr kumimoji="0" lang="en-US" altLang="zh-CN" i="1" u="none" strike="noStrike" kern="1200" cap="none" spc="0" normalizeH="0" baseline="0" noProof="0" dirty="0">
                <a:ln>
                  <a:noFill/>
                </a:ln>
                <a:solidFill>
                  <a:schemeClr val="tx1"/>
                </a:solidFill>
                <a:effectLst/>
                <a:uLnTx/>
                <a:uFillTx/>
                <a:latin typeface="Arial" panose="020B0604020202020204" pitchFamily="34" charset="0"/>
                <a:ea typeface="SimHei" panose="02010609060101010101" pitchFamily="49" charset="-122"/>
                <a:cs typeface="Arial" panose="020B0604020202020204" pitchFamily="34" charset="0"/>
              </a:rPr>
              <a:t>s</a:t>
            </a:r>
            <a:r>
              <a:rPr kumimoji="0" lang="en-US" altLang="zh-CN" i="0" u="none" strike="noStrike" kern="1200" cap="none" spc="0" normalizeH="0" baseline="0" noProof="0" dirty="0">
                <a:ln>
                  <a:noFill/>
                </a:ln>
                <a:solidFill>
                  <a:schemeClr val="tx1"/>
                </a:solidFill>
                <a:effectLst/>
                <a:uLnTx/>
                <a:uFillTx/>
                <a:latin typeface="Arial" panose="020B0604020202020204" pitchFamily="34" charset="0"/>
                <a:ea typeface="SimHei" panose="02010609060101010101" pitchFamily="49" charset="-122"/>
                <a:cs typeface="Arial" panose="020B0604020202020204" pitchFamily="34" charset="0"/>
              </a:rPr>
              <a:t>/</a:t>
            </a:r>
            <a:r>
              <a:rPr kumimoji="0" lang="en-US" altLang="zh-CN" i="1" u="none" strike="noStrike" kern="1200" cap="none" spc="0" normalizeH="0" baseline="0" noProof="0" dirty="0">
                <a:ln>
                  <a:noFill/>
                </a:ln>
                <a:solidFill>
                  <a:schemeClr val="tx1"/>
                </a:solidFill>
                <a:effectLst/>
                <a:uLnTx/>
                <a:uFillTx/>
                <a:latin typeface="Arial" panose="020B0604020202020204" pitchFamily="34" charset="0"/>
                <a:ea typeface="SimHei" panose="02010609060101010101" pitchFamily="49" charset="-122"/>
                <a:cs typeface="Arial" panose="020B0604020202020204" pitchFamily="34" charset="0"/>
              </a:rPr>
              <a:t>s</a:t>
            </a:r>
            <a:r>
              <a:rPr kumimoji="0" lang="en-US" altLang="zh-CN" i="0" u="none" strike="noStrike" kern="1200" cap="none" spc="0" normalizeH="0" baseline="30000" noProof="0" dirty="0">
                <a:ln>
                  <a:noFill/>
                </a:ln>
                <a:solidFill>
                  <a:schemeClr val="tx1"/>
                </a:solidFill>
                <a:effectLst/>
                <a:uLnTx/>
                <a:uFillTx/>
                <a:latin typeface="Arial" panose="020B0604020202020204" pitchFamily="34" charset="0"/>
                <a:ea typeface="SimHei" panose="02010609060101010101" pitchFamily="49" charset="-122"/>
                <a:cs typeface="Arial" panose="020B0604020202020204" pitchFamily="34" charset="0"/>
              </a:rPr>
              <a:t>+</a:t>
            </a:r>
          </a:p>
          <a:p>
            <a:pPr marL="0" marR="0" lvl="0" indent="0" algn="ctr" defTabSz="914400" rtl="0" eaLnBrk="1" fontAlgn="base" latinLnBrk="0" hangingPunct="1">
              <a:lnSpc>
                <a:spcPct val="100000"/>
              </a:lnSpc>
              <a:spcBef>
                <a:spcPct val="0"/>
              </a:spcBef>
              <a:spcAft>
                <a:spcPct val="0"/>
              </a:spcAft>
              <a:buClrTx/>
              <a:buSzTx/>
              <a:buFontTx/>
              <a:buNone/>
              <a:tabLst/>
              <a:defRPr/>
            </a:pPr>
            <a:r>
              <a:rPr lang="en-US" i="1" dirty="0">
                <a:latin typeface="Arial" panose="020B0604020202020204" pitchFamily="34" charset="0"/>
                <a:ea typeface="SimHei" panose="02010609060101010101" pitchFamily="49" charset="-122"/>
                <a:cs typeface="Arial" panose="020B0604020202020204" pitchFamily="34" charset="0"/>
              </a:rPr>
              <a:t>s</a:t>
            </a:r>
            <a:r>
              <a:rPr lang="en-US" baseline="30000" dirty="0">
                <a:latin typeface="Arial" panose="020B0604020202020204" pitchFamily="34" charset="0"/>
                <a:ea typeface="SimHei" panose="02010609060101010101" pitchFamily="49" charset="-122"/>
                <a:cs typeface="Arial" panose="020B0604020202020204" pitchFamily="34" charset="0"/>
              </a:rPr>
              <a:t>+</a:t>
            </a:r>
            <a:r>
              <a:rPr lang="en-US" dirty="0">
                <a:latin typeface="Arial" panose="020B0604020202020204" pitchFamily="34" charset="0"/>
                <a:ea typeface="SimHei" panose="02010609060101010101" pitchFamily="49" charset="-122"/>
                <a:cs typeface="Arial" panose="020B0604020202020204" pitchFamily="34" charset="0"/>
              </a:rPr>
              <a:t> = </a:t>
            </a:r>
            <a:r>
              <a:rPr lang="en-US" i="1" dirty="0">
                <a:latin typeface="Arial" panose="020B0604020202020204" pitchFamily="34" charset="0"/>
                <a:ea typeface="SimHei" panose="02010609060101010101" pitchFamily="49" charset="-122"/>
                <a:cs typeface="Arial" panose="020B0604020202020204" pitchFamily="34" charset="0"/>
              </a:rPr>
              <a:t>h(s, e)</a:t>
            </a:r>
            <a:endParaRPr kumimoji="0" lang="en-US" i="1" u="none" strike="noStrike" kern="1200" cap="none" spc="0" normalizeH="0" baseline="0" noProof="0" dirty="0">
              <a:ln>
                <a:noFill/>
              </a:ln>
              <a:solidFill>
                <a:schemeClr val="tx1"/>
              </a:solidFill>
              <a:effectLst/>
              <a:uLnTx/>
              <a:uFillTx/>
              <a:latin typeface="Arial" panose="020B0604020202020204" pitchFamily="34" charset="0"/>
              <a:ea typeface="SimHei" panose="02010609060101010101" pitchFamily="49" charset="-122"/>
              <a:cs typeface="Arial" panose="020B0604020202020204" pitchFamily="34" charset="0"/>
            </a:endParaRPr>
          </a:p>
        </p:txBody>
      </p:sp>
      <p:cxnSp>
        <p:nvCxnSpPr>
          <p:cNvPr id="106" name="Straight Arrow Connector 68">
            <a:extLst>
              <a:ext uri="{FF2B5EF4-FFF2-40B4-BE49-F238E27FC236}">
                <a16:creationId xmlns:a16="http://schemas.microsoft.com/office/drawing/2014/main" id="{B0364310-9C62-4459-B294-F60534EF87CE}"/>
              </a:ext>
            </a:extLst>
          </p:cNvPr>
          <p:cNvCxnSpPr>
            <a:cxnSpLocks/>
          </p:cNvCxnSpPr>
          <p:nvPr/>
        </p:nvCxnSpPr>
        <p:spPr bwMode="auto">
          <a:xfrm>
            <a:off x="1000027" y="4308674"/>
            <a:ext cx="411480" cy="0"/>
          </a:xfrm>
          <a:prstGeom prst="straightConnector1">
            <a:avLst/>
          </a:prstGeom>
          <a:noFill/>
          <a:ln w="28575" cap="flat" cmpd="sng" algn="ctr">
            <a:solidFill>
              <a:schemeClr val="tx1"/>
            </a:solidFill>
            <a:prstDash val="solid"/>
            <a:round/>
            <a:headEnd type="none" w="med" len="med"/>
            <a:tailEnd type="triangle" w="med" len="med"/>
          </a:ln>
          <a:effectLst/>
        </p:spPr>
      </p:cxnSp>
      <p:cxnSp>
        <p:nvCxnSpPr>
          <p:cNvPr id="107" name="Straight Arrow Connector 69">
            <a:extLst>
              <a:ext uri="{FF2B5EF4-FFF2-40B4-BE49-F238E27FC236}">
                <a16:creationId xmlns:a16="http://schemas.microsoft.com/office/drawing/2014/main" id="{EF1422AE-52F1-444B-BC2B-7AEF09D0168D}"/>
              </a:ext>
            </a:extLst>
          </p:cNvPr>
          <p:cNvCxnSpPr>
            <a:cxnSpLocks/>
          </p:cNvCxnSpPr>
          <p:nvPr/>
        </p:nvCxnSpPr>
        <p:spPr bwMode="auto">
          <a:xfrm>
            <a:off x="1000027" y="3404687"/>
            <a:ext cx="411480" cy="0"/>
          </a:xfrm>
          <a:prstGeom prst="straightConnector1">
            <a:avLst/>
          </a:prstGeom>
          <a:noFill/>
          <a:ln w="28575" cap="flat" cmpd="sng" algn="ctr">
            <a:solidFill>
              <a:schemeClr val="tx1"/>
            </a:solidFill>
            <a:prstDash val="solid"/>
            <a:round/>
            <a:headEnd type="none" w="med" len="med"/>
            <a:tailEnd type="triangle" w="med" len="med"/>
          </a:ln>
          <a:effectLst/>
        </p:spPr>
      </p:cxnSp>
      <p:sp>
        <p:nvSpPr>
          <p:cNvPr id="108" name="TextBox 70">
            <a:extLst>
              <a:ext uri="{FF2B5EF4-FFF2-40B4-BE49-F238E27FC236}">
                <a16:creationId xmlns:a16="http://schemas.microsoft.com/office/drawing/2014/main" id="{0F5F0B99-4745-4DE3-9CAB-C1C93B677EB9}"/>
              </a:ext>
            </a:extLst>
          </p:cNvPr>
          <p:cNvSpPr txBox="1"/>
          <p:nvPr/>
        </p:nvSpPr>
        <p:spPr>
          <a:xfrm>
            <a:off x="89302" y="4107480"/>
            <a:ext cx="827471" cy="400110"/>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Clock</a:t>
            </a:r>
          </a:p>
        </p:txBody>
      </p:sp>
      <p:sp>
        <p:nvSpPr>
          <p:cNvPr id="109" name="Rectangle 71">
            <a:extLst>
              <a:ext uri="{FF2B5EF4-FFF2-40B4-BE49-F238E27FC236}">
                <a16:creationId xmlns:a16="http://schemas.microsoft.com/office/drawing/2014/main" id="{42274189-E82B-4612-96D5-D5024965DB45}"/>
              </a:ext>
            </a:extLst>
          </p:cNvPr>
          <p:cNvSpPr/>
          <p:nvPr/>
        </p:nvSpPr>
        <p:spPr bwMode="auto">
          <a:xfrm>
            <a:off x="1389685" y="3027432"/>
            <a:ext cx="1597160" cy="685800"/>
          </a:xfrm>
          <a:prstGeom prst="rect">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i="0" u="none" strike="noStrike" kern="1200" cap="none" spc="0" normalizeH="0" baseline="0" noProof="0" dirty="0">
                <a:ln>
                  <a:noFill/>
                </a:ln>
                <a:solidFill>
                  <a:srgbClr val="000000"/>
                </a:solidFill>
                <a:effectLst/>
                <a:uLnTx/>
                <a:uFillTx/>
                <a:latin typeface="Arial" panose="020B0604020202020204" pitchFamily="34" charset="0"/>
                <a:ea typeface="SimHei" panose="02010609060101010101" pitchFamily="49" charset="-122"/>
                <a:cs typeface="Arial" panose="020B0604020202020204" pitchFamily="34" charset="0"/>
              </a:rPr>
              <a:t>Comb. Logic </a:t>
            </a:r>
            <a:r>
              <a:rPr kumimoji="0" lang="en-US" altLang="zh-CN" i="1" u="none" strike="noStrike" kern="1200" cap="none" spc="0" normalizeH="0" baseline="0" noProof="0" dirty="0">
                <a:ln>
                  <a:noFill/>
                </a:ln>
                <a:solidFill>
                  <a:srgbClr val="000000"/>
                </a:solidFill>
                <a:effectLst/>
                <a:uLnTx/>
                <a:uFillTx/>
                <a:latin typeface="Arial" panose="020B0604020202020204" pitchFamily="34" charset="0"/>
                <a:ea typeface="SimHei" panose="02010609060101010101" pitchFamily="49" charset="-122"/>
                <a:cs typeface="Arial" panose="020B0604020202020204" pitchFamily="34" charset="0"/>
              </a:rPr>
              <a:t>g(x, s)</a:t>
            </a:r>
          </a:p>
        </p:txBody>
      </p:sp>
      <p:sp>
        <p:nvSpPr>
          <p:cNvPr id="110" name="Freeform 72">
            <a:extLst>
              <a:ext uri="{FF2B5EF4-FFF2-40B4-BE49-F238E27FC236}">
                <a16:creationId xmlns:a16="http://schemas.microsoft.com/office/drawing/2014/main" id="{6AAA7F9D-6CE3-422D-AC4D-56648283A3C2}"/>
              </a:ext>
            </a:extLst>
          </p:cNvPr>
          <p:cNvSpPr/>
          <p:nvPr/>
        </p:nvSpPr>
        <p:spPr>
          <a:xfrm>
            <a:off x="1411506" y="4222984"/>
            <a:ext cx="114695" cy="169101"/>
          </a:xfrm>
          <a:custGeom>
            <a:avLst/>
            <a:gdLst>
              <a:gd name="connsiteX0" fmla="*/ 0 w 87682"/>
              <a:gd name="connsiteY0" fmla="*/ 0 h 169101"/>
              <a:gd name="connsiteX1" fmla="*/ 87682 w 87682"/>
              <a:gd name="connsiteY1" fmla="*/ 87682 h 169101"/>
              <a:gd name="connsiteX2" fmla="*/ 6263 w 87682"/>
              <a:gd name="connsiteY2" fmla="*/ 169101 h 169101"/>
            </a:gdLst>
            <a:ahLst/>
            <a:cxnLst>
              <a:cxn ang="0">
                <a:pos x="connsiteX0" y="connsiteY0"/>
              </a:cxn>
              <a:cxn ang="0">
                <a:pos x="connsiteX1" y="connsiteY1"/>
              </a:cxn>
              <a:cxn ang="0">
                <a:pos x="connsiteX2" y="connsiteY2"/>
              </a:cxn>
            </a:cxnLst>
            <a:rect l="l" t="t" r="r" b="b"/>
            <a:pathLst>
              <a:path w="87682" h="169101">
                <a:moveTo>
                  <a:pt x="0" y="0"/>
                </a:moveTo>
                <a:lnTo>
                  <a:pt x="87682" y="87682"/>
                </a:lnTo>
                <a:lnTo>
                  <a:pt x="6263" y="169101"/>
                </a:lnTo>
              </a:path>
            </a:pathLst>
          </a:cu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CN"/>
          </a:p>
        </p:txBody>
      </p:sp>
      <p:sp>
        <p:nvSpPr>
          <p:cNvPr id="111" name="Freeform 73">
            <a:extLst>
              <a:ext uri="{FF2B5EF4-FFF2-40B4-BE49-F238E27FC236}">
                <a16:creationId xmlns:a16="http://schemas.microsoft.com/office/drawing/2014/main" id="{A38B2BBA-A686-4B4A-A970-49E7F342AAB7}"/>
              </a:ext>
            </a:extLst>
          </p:cNvPr>
          <p:cNvSpPr/>
          <p:nvPr/>
        </p:nvSpPr>
        <p:spPr>
          <a:xfrm>
            <a:off x="2992555" y="2644709"/>
            <a:ext cx="469726" cy="1857138"/>
          </a:xfrm>
          <a:custGeom>
            <a:avLst/>
            <a:gdLst>
              <a:gd name="connsiteX0" fmla="*/ 25052 w 469726"/>
              <a:gd name="connsiteY0" fmla="*/ 2198317 h 2198317"/>
              <a:gd name="connsiteX1" fmla="*/ 469726 w 469726"/>
              <a:gd name="connsiteY1" fmla="*/ 2198317 h 2198317"/>
              <a:gd name="connsiteX2" fmla="*/ 469726 w 469726"/>
              <a:gd name="connsiteY2" fmla="*/ 0 h 2198317"/>
              <a:gd name="connsiteX3" fmla="*/ 0 w 469726"/>
              <a:gd name="connsiteY3" fmla="*/ 0 h 2198317"/>
            </a:gdLst>
            <a:ahLst/>
            <a:cxnLst>
              <a:cxn ang="0">
                <a:pos x="connsiteX0" y="connsiteY0"/>
              </a:cxn>
              <a:cxn ang="0">
                <a:pos x="connsiteX1" y="connsiteY1"/>
              </a:cxn>
              <a:cxn ang="0">
                <a:pos x="connsiteX2" y="connsiteY2"/>
              </a:cxn>
              <a:cxn ang="0">
                <a:pos x="connsiteX3" y="connsiteY3"/>
              </a:cxn>
            </a:cxnLst>
            <a:rect l="l" t="t" r="r" b="b"/>
            <a:pathLst>
              <a:path w="469726" h="2198317">
                <a:moveTo>
                  <a:pt x="25052" y="2198317"/>
                </a:moveTo>
                <a:lnTo>
                  <a:pt x="469726" y="2198317"/>
                </a:lnTo>
                <a:lnTo>
                  <a:pt x="469726" y="0"/>
                </a:lnTo>
                <a:lnTo>
                  <a:pt x="0" y="0"/>
                </a:lnTo>
              </a:path>
            </a:pathLst>
          </a:custGeom>
          <a:noFill/>
          <a:ln w="28575">
            <a:tailEnd type="triangle"/>
          </a:ln>
        </p:spPr>
        <p:style>
          <a:lnRef idx="2">
            <a:schemeClr val="dk1"/>
          </a:lnRef>
          <a:fillRef idx="1">
            <a:schemeClr val="lt1"/>
          </a:fillRef>
          <a:effectRef idx="0">
            <a:schemeClr val="dk1"/>
          </a:effectRef>
          <a:fontRef idx="minor">
            <a:schemeClr val="dk1"/>
          </a:fontRef>
        </p:style>
        <p:txBody>
          <a:bodyPr rtlCol="0" anchor="ctr"/>
          <a:lstStyle/>
          <a:p>
            <a:pPr algn="ctr"/>
            <a:endParaRPr lang="en-CN"/>
          </a:p>
        </p:txBody>
      </p:sp>
      <p:sp>
        <p:nvSpPr>
          <p:cNvPr id="112" name="Freeform 74">
            <a:extLst>
              <a:ext uri="{FF2B5EF4-FFF2-40B4-BE49-F238E27FC236}">
                <a16:creationId xmlns:a16="http://schemas.microsoft.com/office/drawing/2014/main" id="{DBC8A093-F5A6-4447-A3B8-17DF0B5FE61B}"/>
              </a:ext>
            </a:extLst>
          </p:cNvPr>
          <p:cNvSpPr/>
          <p:nvPr/>
        </p:nvSpPr>
        <p:spPr>
          <a:xfrm>
            <a:off x="2986725" y="3581688"/>
            <a:ext cx="268945" cy="568929"/>
          </a:xfrm>
          <a:custGeom>
            <a:avLst/>
            <a:gdLst>
              <a:gd name="connsiteX0" fmla="*/ 0 w 231731"/>
              <a:gd name="connsiteY0" fmla="*/ 0 h 901874"/>
              <a:gd name="connsiteX1" fmla="*/ 231731 w 231731"/>
              <a:gd name="connsiteY1" fmla="*/ 0 h 901874"/>
              <a:gd name="connsiteX2" fmla="*/ 231731 w 231731"/>
              <a:gd name="connsiteY2" fmla="*/ 901874 h 901874"/>
              <a:gd name="connsiteX3" fmla="*/ 31315 w 231731"/>
              <a:gd name="connsiteY3" fmla="*/ 901874 h 901874"/>
            </a:gdLst>
            <a:ahLst/>
            <a:cxnLst>
              <a:cxn ang="0">
                <a:pos x="connsiteX0" y="connsiteY0"/>
              </a:cxn>
              <a:cxn ang="0">
                <a:pos x="connsiteX1" y="connsiteY1"/>
              </a:cxn>
              <a:cxn ang="0">
                <a:pos x="connsiteX2" y="connsiteY2"/>
              </a:cxn>
              <a:cxn ang="0">
                <a:pos x="connsiteX3" y="connsiteY3"/>
              </a:cxn>
            </a:cxnLst>
            <a:rect l="l" t="t" r="r" b="b"/>
            <a:pathLst>
              <a:path w="231731" h="901874">
                <a:moveTo>
                  <a:pt x="0" y="0"/>
                </a:moveTo>
                <a:lnTo>
                  <a:pt x="231731" y="0"/>
                </a:lnTo>
                <a:lnTo>
                  <a:pt x="231731" y="901874"/>
                </a:lnTo>
                <a:lnTo>
                  <a:pt x="31315" y="901874"/>
                </a:lnTo>
              </a:path>
            </a:pathLst>
          </a:custGeom>
          <a:noFill/>
          <a:ln w="28575">
            <a:tailEnd type="triangle"/>
          </a:ln>
        </p:spPr>
        <p:style>
          <a:lnRef idx="2">
            <a:schemeClr val="dk1"/>
          </a:lnRef>
          <a:fillRef idx="1">
            <a:schemeClr val="lt1"/>
          </a:fillRef>
          <a:effectRef idx="0">
            <a:schemeClr val="dk1"/>
          </a:effectRef>
          <a:fontRef idx="minor">
            <a:schemeClr val="dk1"/>
          </a:fontRef>
        </p:style>
        <p:txBody>
          <a:bodyPr rtlCol="0" anchor="ctr"/>
          <a:lstStyle/>
          <a:p>
            <a:pPr algn="ctr"/>
            <a:endParaRPr lang="en-CN"/>
          </a:p>
        </p:txBody>
      </p:sp>
      <p:sp>
        <p:nvSpPr>
          <p:cNvPr id="113" name="Freeform 75">
            <a:extLst>
              <a:ext uri="{FF2B5EF4-FFF2-40B4-BE49-F238E27FC236}">
                <a16:creationId xmlns:a16="http://schemas.microsoft.com/office/drawing/2014/main" id="{FB52F14A-D60C-4B60-BDD0-6EC7C87069AD}"/>
              </a:ext>
            </a:extLst>
          </p:cNvPr>
          <p:cNvSpPr/>
          <p:nvPr/>
        </p:nvSpPr>
        <p:spPr>
          <a:xfrm>
            <a:off x="2992555" y="3245344"/>
            <a:ext cx="475989" cy="0"/>
          </a:xfrm>
          <a:custGeom>
            <a:avLst/>
            <a:gdLst>
              <a:gd name="connsiteX0" fmla="*/ 475989 w 475989"/>
              <a:gd name="connsiteY0" fmla="*/ 0 h 0"/>
              <a:gd name="connsiteX1" fmla="*/ 0 w 475989"/>
              <a:gd name="connsiteY1" fmla="*/ 0 h 0"/>
            </a:gdLst>
            <a:ahLst/>
            <a:cxnLst>
              <a:cxn ang="0">
                <a:pos x="connsiteX0" y="connsiteY0"/>
              </a:cxn>
              <a:cxn ang="0">
                <a:pos x="connsiteX1" y="connsiteY1"/>
              </a:cxn>
            </a:cxnLst>
            <a:rect l="l" t="t" r="r" b="b"/>
            <a:pathLst>
              <a:path w="475989">
                <a:moveTo>
                  <a:pt x="475989" y="0"/>
                </a:moveTo>
                <a:lnTo>
                  <a:pt x="0" y="0"/>
                </a:lnTo>
              </a:path>
            </a:pathLst>
          </a:custGeom>
          <a:noFill/>
          <a:ln w="28575">
            <a:tailEnd type="triangle"/>
          </a:ln>
        </p:spPr>
        <p:style>
          <a:lnRef idx="2">
            <a:schemeClr val="dk1"/>
          </a:lnRef>
          <a:fillRef idx="1">
            <a:schemeClr val="lt1"/>
          </a:fillRef>
          <a:effectRef idx="0">
            <a:schemeClr val="dk1"/>
          </a:effectRef>
          <a:fontRef idx="minor">
            <a:schemeClr val="dk1"/>
          </a:fontRef>
        </p:style>
        <p:txBody>
          <a:bodyPr rtlCol="0" anchor="ctr"/>
          <a:lstStyle/>
          <a:p>
            <a:pPr algn="ctr"/>
            <a:endParaRPr lang="en-CN"/>
          </a:p>
        </p:txBody>
      </p:sp>
      <p:sp>
        <p:nvSpPr>
          <p:cNvPr id="114" name="Freeform 57">
            <a:extLst>
              <a:ext uri="{FF2B5EF4-FFF2-40B4-BE49-F238E27FC236}">
                <a16:creationId xmlns:a16="http://schemas.microsoft.com/office/drawing/2014/main" id="{7FFE9A6E-5377-42D6-A6AD-7068439E25D8}"/>
              </a:ext>
            </a:extLst>
          </p:cNvPr>
          <p:cNvSpPr/>
          <p:nvPr/>
        </p:nvSpPr>
        <p:spPr>
          <a:xfrm>
            <a:off x="1177451" y="2471306"/>
            <a:ext cx="221064" cy="934598"/>
          </a:xfrm>
          <a:custGeom>
            <a:avLst/>
            <a:gdLst>
              <a:gd name="connsiteX0" fmla="*/ 0 w 221064"/>
              <a:gd name="connsiteY0" fmla="*/ 1155560 h 1155560"/>
              <a:gd name="connsiteX1" fmla="*/ 0 w 221064"/>
              <a:gd name="connsiteY1" fmla="*/ 0 h 1155560"/>
              <a:gd name="connsiteX2" fmla="*/ 221064 w 221064"/>
              <a:gd name="connsiteY2" fmla="*/ 0 h 1155560"/>
            </a:gdLst>
            <a:ahLst/>
            <a:cxnLst>
              <a:cxn ang="0">
                <a:pos x="connsiteX0" y="connsiteY0"/>
              </a:cxn>
              <a:cxn ang="0">
                <a:pos x="connsiteX1" y="connsiteY1"/>
              </a:cxn>
              <a:cxn ang="0">
                <a:pos x="connsiteX2" y="connsiteY2"/>
              </a:cxn>
            </a:cxnLst>
            <a:rect l="l" t="t" r="r" b="b"/>
            <a:pathLst>
              <a:path w="221064" h="1155560">
                <a:moveTo>
                  <a:pt x="0" y="1155560"/>
                </a:moveTo>
                <a:lnTo>
                  <a:pt x="0" y="0"/>
                </a:lnTo>
                <a:lnTo>
                  <a:pt x="221064" y="0"/>
                </a:lnTo>
              </a:path>
            </a:pathLst>
          </a:custGeom>
          <a:noFill/>
          <a:ln w="28575">
            <a:solidFill>
              <a:schemeClr val="tx1"/>
            </a:solidFill>
            <a:prstDash val="dash"/>
            <a:tailEnd type="triangle"/>
          </a:ln>
        </p:spPr>
        <p:style>
          <a:lnRef idx="2">
            <a:schemeClr val="dk1"/>
          </a:lnRef>
          <a:fillRef idx="1">
            <a:schemeClr val="lt1"/>
          </a:fillRef>
          <a:effectRef idx="0">
            <a:schemeClr val="dk1"/>
          </a:effectRef>
          <a:fontRef idx="minor">
            <a:schemeClr val="dk1"/>
          </a:fontRef>
        </p:style>
        <p:txBody>
          <a:bodyPr rtlCol="0" anchor="ctr"/>
          <a:lstStyle/>
          <a:p>
            <a:pPr algn="ctr"/>
            <a:endParaRPr lang="en-CN" b="0" dirty="0"/>
          </a:p>
        </p:txBody>
      </p:sp>
      <p:sp>
        <p:nvSpPr>
          <p:cNvPr id="115" name="TextBox 154">
            <a:extLst>
              <a:ext uri="{FF2B5EF4-FFF2-40B4-BE49-F238E27FC236}">
                <a16:creationId xmlns:a16="http://schemas.microsoft.com/office/drawing/2014/main" id="{EC9A31B7-C7CA-4D27-824B-A75235BFA53B}"/>
              </a:ext>
            </a:extLst>
          </p:cNvPr>
          <p:cNvSpPr txBox="1"/>
          <p:nvPr/>
        </p:nvSpPr>
        <p:spPr>
          <a:xfrm>
            <a:off x="2971170" y="3668524"/>
            <a:ext cx="1356462" cy="400110"/>
          </a:xfrm>
          <a:prstGeom prst="rect">
            <a:avLst/>
          </a:prstGeom>
          <a:noFill/>
        </p:spPr>
        <p:txBody>
          <a:bodyPr wrap="none" rtlCol="0">
            <a:spAutoFit/>
          </a:bodyPr>
          <a:lstStyle/>
          <a:p>
            <a:r>
              <a:rPr lang="en-US" sz="2000" i="1" dirty="0"/>
              <a:t>e </a:t>
            </a:r>
            <a:r>
              <a:rPr lang="en-US" sz="2000" dirty="0"/>
              <a:t>=</a:t>
            </a:r>
            <a:r>
              <a:rPr lang="en-US" sz="2000" i="1" dirty="0"/>
              <a:t> g(x, s)</a:t>
            </a:r>
            <a:endParaRPr lang="en-CN" sz="2000" i="1" dirty="0"/>
          </a:p>
        </p:txBody>
      </p:sp>
      <p:sp>
        <p:nvSpPr>
          <p:cNvPr id="116" name="Rectangle 63">
            <a:extLst>
              <a:ext uri="{FF2B5EF4-FFF2-40B4-BE49-F238E27FC236}">
                <a16:creationId xmlns:a16="http://schemas.microsoft.com/office/drawing/2014/main" id="{B949316F-BFF2-480B-A8D5-71B8FF78B406}"/>
              </a:ext>
            </a:extLst>
          </p:cNvPr>
          <p:cNvSpPr/>
          <p:nvPr/>
        </p:nvSpPr>
        <p:spPr bwMode="auto">
          <a:xfrm>
            <a:off x="5789054" y="2131564"/>
            <a:ext cx="1597160" cy="685800"/>
          </a:xfrm>
          <a:prstGeom prst="rect">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i="0" u="none" strike="noStrike" kern="1200" cap="none" spc="0" normalizeH="0" baseline="0" noProof="0" dirty="0">
                <a:ln>
                  <a:noFill/>
                </a:ln>
                <a:solidFill>
                  <a:srgbClr val="000000"/>
                </a:solidFill>
                <a:effectLst/>
                <a:uLnTx/>
                <a:uFillTx/>
                <a:latin typeface="Arial" panose="020B0604020202020204" pitchFamily="34" charset="0"/>
                <a:ea typeface="SimHei" panose="02010609060101010101" pitchFamily="49" charset="-122"/>
                <a:cs typeface="Arial" panose="020B0604020202020204" pitchFamily="34" charset="0"/>
              </a:rPr>
              <a:t>Comb. Logic</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i="1" u="none" strike="noStrike" kern="1200" cap="none" spc="0" normalizeH="0" baseline="0" noProof="0" dirty="0">
                <a:ln>
                  <a:noFill/>
                </a:ln>
                <a:solidFill>
                  <a:srgbClr val="000000"/>
                </a:solidFill>
                <a:effectLst/>
                <a:uLnTx/>
                <a:uFillTx/>
                <a:latin typeface="Arial" panose="020B0604020202020204" pitchFamily="34" charset="0"/>
                <a:ea typeface="SimHei" panose="02010609060101010101" pitchFamily="49" charset="-122"/>
                <a:cs typeface="Arial" panose="020B0604020202020204" pitchFamily="34" charset="0"/>
              </a:rPr>
              <a:t>f</a:t>
            </a:r>
            <a:r>
              <a:rPr lang="en-US" altLang="zh-CN" i="1" dirty="0">
                <a:solidFill>
                  <a:srgbClr val="000000"/>
                </a:solidFill>
                <a:latin typeface="Arial" panose="020B0604020202020204" pitchFamily="34" charset="0"/>
                <a:ea typeface="SimHei" panose="02010609060101010101" pitchFamily="49" charset="-122"/>
                <a:cs typeface="Arial" panose="020B0604020202020204" pitchFamily="34" charset="0"/>
              </a:rPr>
              <a:t>(x, s)</a:t>
            </a:r>
            <a:endParaRPr kumimoji="0" lang="en-US" altLang="zh-CN" i="1" u="none" strike="noStrike" kern="1200" cap="none" spc="0" normalizeH="0" baseline="0" noProof="0" dirty="0">
              <a:ln>
                <a:noFill/>
              </a:ln>
              <a:solidFill>
                <a:srgbClr val="000000"/>
              </a:solidFill>
              <a:effectLst/>
              <a:uLnTx/>
              <a:uFillTx/>
              <a:latin typeface="Arial" panose="020B0604020202020204" pitchFamily="34" charset="0"/>
              <a:ea typeface="SimHei" panose="02010609060101010101" pitchFamily="49" charset="-122"/>
              <a:cs typeface="Arial" panose="020B0604020202020204" pitchFamily="34" charset="0"/>
            </a:endParaRPr>
          </a:p>
        </p:txBody>
      </p:sp>
      <p:sp>
        <p:nvSpPr>
          <p:cNvPr id="117" name="TextBox 64">
            <a:extLst>
              <a:ext uri="{FF2B5EF4-FFF2-40B4-BE49-F238E27FC236}">
                <a16:creationId xmlns:a16="http://schemas.microsoft.com/office/drawing/2014/main" id="{FE96FB93-F2CC-44E2-8869-086F69E770C2}"/>
              </a:ext>
            </a:extLst>
          </p:cNvPr>
          <p:cNvSpPr txBox="1"/>
          <p:nvPr/>
        </p:nvSpPr>
        <p:spPr>
          <a:xfrm>
            <a:off x="4431421" y="3214573"/>
            <a:ext cx="952505" cy="400110"/>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Input </a:t>
            </a:r>
            <a:r>
              <a:rPr kumimoji="0" lang="en-US" altLang="zh-CN" sz="2000" i="1"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x</a:t>
            </a:r>
            <a:endParaRPr kumimoji="0" lang="en-US" sz="2000" i="1"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endParaRPr>
          </a:p>
        </p:txBody>
      </p:sp>
      <p:sp>
        <p:nvSpPr>
          <p:cNvPr id="118" name="TextBox 65">
            <a:extLst>
              <a:ext uri="{FF2B5EF4-FFF2-40B4-BE49-F238E27FC236}">
                <a16:creationId xmlns:a16="http://schemas.microsoft.com/office/drawing/2014/main" id="{87D07EBC-CC68-4175-82F3-2016D32DC77E}"/>
              </a:ext>
            </a:extLst>
          </p:cNvPr>
          <p:cNvSpPr txBox="1"/>
          <p:nvPr/>
        </p:nvSpPr>
        <p:spPr>
          <a:xfrm>
            <a:off x="7844417" y="2114598"/>
            <a:ext cx="1279709" cy="707886"/>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Output</a:t>
            </a:r>
          </a:p>
          <a:p>
            <a:pPr marL="0" marR="0" lvl="0" indent="0" algn="ctr" defTabSz="914400" rtl="0" eaLnBrk="1" fontAlgn="base" latinLnBrk="0" hangingPunct="1">
              <a:lnSpc>
                <a:spcPct val="100000"/>
              </a:lnSpc>
              <a:spcBef>
                <a:spcPct val="0"/>
              </a:spcBef>
              <a:spcAft>
                <a:spcPct val="0"/>
              </a:spcAft>
              <a:buClrTx/>
              <a:buSzTx/>
              <a:buFontTx/>
              <a:buNone/>
              <a:tabLst/>
              <a:defRPr/>
            </a:pPr>
            <a:r>
              <a:rPr lang="en-US" sz="2000" i="1" dirty="0">
                <a:solidFill>
                  <a:srgbClr val="000000"/>
                </a:solidFill>
                <a:latin typeface="Arial" panose="020B0604020202020204" pitchFamily="34" charset="0"/>
                <a:cs typeface="Arial" panose="020B0604020202020204" pitchFamily="34" charset="0"/>
              </a:rPr>
              <a:t>y </a:t>
            </a:r>
            <a:r>
              <a:rPr lang="en-US" sz="2000" dirty="0">
                <a:solidFill>
                  <a:srgbClr val="000000"/>
                </a:solidFill>
                <a:latin typeface="Arial" panose="020B0604020202020204" pitchFamily="34" charset="0"/>
                <a:cs typeface="Arial" panose="020B0604020202020204" pitchFamily="34" charset="0"/>
              </a:rPr>
              <a:t>=</a:t>
            </a:r>
            <a:r>
              <a:rPr lang="en-US" sz="2000" i="1" dirty="0">
                <a:solidFill>
                  <a:srgbClr val="000000"/>
                </a:solidFill>
                <a:latin typeface="Arial" panose="020B0604020202020204" pitchFamily="34" charset="0"/>
                <a:cs typeface="Arial" panose="020B0604020202020204" pitchFamily="34" charset="0"/>
              </a:rPr>
              <a:t> f(x, s)</a:t>
            </a:r>
            <a:endParaRPr kumimoji="0" lang="en-US" sz="2000" i="1"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endParaRPr>
          </a:p>
        </p:txBody>
      </p:sp>
      <p:cxnSp>
        <p:nvCxnSpPr>
          <p:cNvPr id="119" name="Straight Arrow Connector 66">
            <a:extLst>
              <a:ext uri="{FF2B5EF4-FFF2-40B4-BE49-F238E27FC236}">
                <a16:creationId xmlns:a16="http://schemas.microsoft.com/office/drawing/2014/main" id="{C4F9AC45-ADE4-4122-B49E-41C7CD29827B}"/>
              </a:ext>
            </a:extLst>
          </p:cNvPr>
          <p:cNvCxnSpPr>
            <a:cxnSpLocks/>
          </p:cNvCxnSpPr>
          <p:nvPr/>
        </p:nvCxnSpPr>
        <p:spPr bwMode="auto">
          <a:xfrm>
            <a:off x="7391990" y="2337637"/>
            <a:ext cx="603594" cy="0"/>
          </a:xfrm>
          <a:prstGeom prst="straightConnector1">
            <a:avLst/>
          </a:prstGeom>
          <a:noFill/>
          <a:ln w="28575" cap="flat" cmpd="sng" algn="ctr">
            <a:solidFill>
              <a:schemeClr val="tx1"/>
            </a:solidFill>
            <a:prstDash val="solid"/>
            <a:round/>
            <a:headEnd type="none" w="med" len="med"/>
            <a:tailEnd type="triangle" w="med" len="med"/>
          </a:ln>
          <a:effectLst/>
        </p:spPr>
      </p:cxnSp>
      <p:cxnSp>
        <p:nvCxnSpPr>
          <p:cNvPr id="121" name="Straight Arrow Connector 68">
            <a:extLst>
              <a:ext uri="{FF2B5EF4-FFF2-40B4-BE49-F238E27FC236}">
                <a16:creationId xmlns:a16="http://schemas.microsoft.com/office/drawing/2014/main" id="{A63752B6-CBD5-4B33-9738-29D1474AD554}"/>
              </a:ext>
            </a:extLst>
          </p:cNvPr>
          <p:cNvCxnSpPr>
            <a:cxnSpLocks/>
          </p:cNvCxnSpPr>
          <p:nvPr/>
        </p:nvCxnSpPr>
        <p:spPr bwMode="auto">
          <a:xfrm>
            <a:off x="5399394" y="4331098"/>
            <a:ext cx="411480" cy="0"/>
          </a:xfrm>
          <a:prstGeom prst="straightConnector1">
            <a:avLst/>
          </a:prstGeom>
          <a:noFill/>
          <a:ln w="28575" cap="flat" cmpd="sng" algn="ctr">
            <a:solidFill>
              <a:schemeClr val="tx1"/>
            </a:solidFill>
            <a:prstDash val="solid"/>
            <a:round/>
            <a:headEnd type="none" w="med" len="med"/>
            <a:tailEnd type="triangle" w="med" len="med"/>
          </a:ln>
          <a:effectLst/>
        </p:spPr>
      </p:cxnSp>
      <p:cxnSp>
        <p:nvCxnSpPr>
          <p:cNvPr id="122" name="Straight Arrow Connector 69">
            <a:extLst>
              <a:ext uri="{FF2B5EF4-FFF2-40B4-BE49-F238E27FC236}">
                <a16:creationId xmlns:a16="http://schemas.microsoft.com/office/drawing/2014/main" id="{B821CF99-F355-42D3-B706-834A1D1AD396}"/>
              </a:ext>
            </a:extLst>
          </p:cNvPr>
          <p:cNvCxnSpPr>
            <a:cxnSpLocks/>
          </p:cNvCxnSpPr>
          <p:nvPr/>
        </p:nvCxnSpPr>
        <p:spPr bwMode="auto">
          <a:xfrm>
            <a:off x="5399394" y="3427111"/>
            <a:ext cx="411480" cy="0"/>
          </a:xfrm>
          <a:prstGeom prst="straightConnector1">
            <a:avLst/>
          </a:prstGeom>
          <a:noFill/>
          <a:ln w="28575" cap="flat" cmpd="sng" algn="ctr">
            <a:solidFill>
              <a:schemeClr val="tx1"/>
            </a:solidFill>
            <a:prstDash val="solid"/>
            <a:round/>
            <a:headEnd type="none" w="med" len="med"/>
            <a:tailEnd type="triangle" w="med" len="med"/>
          </a:ln>
          <a:effectLst/>
        </p:spPr>
      </p:cxnSp>
      <p:sp>
        <p:nvSpPr>
          <p:cNvPr id="123" name="TextBox 70">
            <a:extLst>
              <a:ext uri="{FF2B5EF4-FFF2-40B4-BE49-F238E27FC236}">
                <a16:creationId xmlns:a16="http://schemas.microsoft.com/office/drawing/2014/main" id="{110FB9AF-A9F8-4E8F-8FBC-1E3F15B9FE34}"/>
              </a:ext>
            </a:extLst>
          </p:cNvPr>
          <p:cNvSpPr txBox="1"/>
          <p:nvPr/>
        </p:nvSpPr>
        <p:spPr>
          <a:xfrm>
            <a:off x="4488669" y="4129904"/>
            <a:ext cx="827471" cy="400110"/>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Clock</a:t>
            </a:r>
          </a:p>
        </p:txBody>
      </p:sp>
      <p:sp>
        <p:nvSpPr>
          <p:cNvPr id="124" name="Rectangle 71">
            <a:extLst>
              <a:ext uri="{FF2B5EF4-FFF2-40B4-BE49-F238E27FC236}">
                <a16:creationId xmlns:a16="http://schemas.microsoft.com/office/drawing/2014/main" id="{AFEE1461-D06D-4F7C-B089-4024E05FB2E1}"/>
              </a:ext>
            </a:extLst>
          </p:cNvPr>
          <p:cNvSpPr/>
          <p:nvPr/>
        </p:nvSpPr>
        <p:spPr bwMode="auto">
          <a:xfrm>
            <a:off x="5789052" y="3049856"/>
            <a:ext cx="1597160" cy="685800"/>
          </a:xfrm>
          <a:prstGeom prst="rect">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i="0" u="none" strike="noStrike" kern="1200" cap="none" spc="0" normalizeH="0" baseline="0" noProof="0" dirty="0">
                <a:ln>
                  <a:noFill/>
                </a:ln>
                <a:solidFill>
                  <a:srgbClr val="000000"/>
                </a:solidFill>
                <a:effectLst/>
                <a:uLnTx/>
                <a:uFillTx/>
                <a:latin typeface="Arial" panose="020B0604020202020204" pitchFamily="34" charset="0"/>
                <a:ea typeface="SimHei" panose="02010609060101010101" pitchFamily="49" charset="-122"/>
                <a:cs typeface="Arial" panose="020B0604020202020204" pitchFamily="34" charset="0"/>
              </a:rPr>
              <a:t>Comb. Logic </a:t>
            </a:r>
            <a:r>
              <a:rPr kumimoji="0" lang="en-US" altLang="zh-CN" i="1" u="none" strike="noStrike" kern="1200" cap="none" spc="0" normalizeH="0" baseline="0" noProof="0" dirty="0">
                <a:ln>
                  <a:noFill/>
                </a:ln>
                <a:solidFill>
                  <a:srgbClr val="000000"/>
                </a:solidFill>
                <a:effectLst/>
                <a:uLnTx/>
                <a:uFillTx/>
                <a:latin typeface="Arial" panose="020B0604020202020204" pitchFamily="34" charset="0"/>
                <a:ea typeface="SimHei" panose="02010609060101010101" pitchFamily="49" charset="-122"/>
                <a:cs typeface="Arial" panose="020B0604020202020204" pitchFamily="34" charset="0"/>
              </a:rPr>
              <a:t>g(x, s)</a:t>
            </a:r>
          </a:p>
        </p:txBody>
      </p:sp>
      <p:sp>
        <p:nvSpPr>
          <p:cNvPr id="126" name="Freeform 73">
            <a:extLst>
              <a:ext uri="{FF2B5EF4-FFF2-40B4-BE49-F238E27FC236}">
                <a16:creationId xmlns:a16="http://schemas.microsoft.com/office/drawing/2014/main" id="{35E8F380-1773-46A8-B501-DB3C9686AAF2}"/>
              </a:ext>
            </a:extLst>
          </p:cNvPr>
          <p:cNvSpPr/>
          <p:nvPr/>
        </p:nvSpPr>
        <p:spPr>
          <a:xfrm>
            <a:off x="7391922" y="2667133"/>
            <a:ext cx="469726" cy="1857138"/>
          </a:xfrm>
          <a:custGeom>
            <a:avLst/>
            <a:gdLst>
              <a:gd name="connsiteX0" fmla="*/ 25052 w 469726"/>
              <a:gd name="connsiteY0" fmla="*/ 2198317 h 2198317"/>
              <a:gd name="connsiteX1" fmla="*/ 469726 w 469726"/>
              <a:gd name="connsiteY1" fmla="*/ 2198317 h 2198317"/>
              <a:gd name="connsiteX2" fmla="*/ 469726 w 469726"/>
              <a:gd name="connsiteY2" fmla="*/ 0 h 2198317"/>
              <a:gd name="connsiteX3" fmla="*/ 0 w 469726"/>
              <a:gd name="connsiteY3" fmla="*/ 0 h 2198317"/>
            </a:gdLst>
            <a:ahLst/>
            <a:cxnLst>
              <a:cxn ang="0">
                <a:pos x="connsiteX0" y="connsiteY0"/>
              </a:cxn>
              <a:cxn ang="0">
                <a:pos x="connsiteX1" y="connsiteY1"/>
              </a:cxn>
              <a:cxn ang="0">
                <a:pos x="connsiteX2" y="connsiteY2"/>
              </a:cxn>
              <a:cxn ang="0">
                <a:pos x="connsiteX3" y="connsiteY3"/>
              </a:cxn>
            </a:cxnLst>
            <a:rect l="l" t="t" r="r" b="b"/>
            <a:pathLst>
              <a:path w="469726" h="2198317">
                <a:moveTo>
                  <a:pt x="25052" y="2198317"/>
                </a:moveTo>
                <a:lnTo>
                  <a:pt x="469726" y="2198317"/>
                </a:lnTo>
                <a:lnTo>
                  <a:pt x="469726" y="0"/>
                </a:lnTo>
                <a:lnTo>
                  <a:pt x="0" y="0"/>
                </a:lnTo>
              </a:path>
            </a:pathLst>
          </a:custGeom>
          <a:noFill/>
          <a:ln>
            <a:tailEnd type="triangle"/>
          </a:ln>
        </p:spPr>
        <p:style>
          <a:lnRef idx="2">
            <a:schemeClr val="dk1"/>
          </a:lnRef>
          <a:fillRef idx="1">
            <a:schemeClr val="lt1"/>
          </a:fillRef>
          <a:effectRef idx="0">
            <a:schemeClr val="dk1"/>
          </a:effectRef>
          <a:fontRef idx="minor">
            <a:schemeClr val="dk1"/>
          </a:fontRef>
        </p:style>
        <p:txBody>
          <a:bodyPr rtlCol="0" anchor="ctr"/>
          <a:lstStyle/>
          <a:p>
            <a:pPr algn="ctr"/>
            <a:endParaRPr lang="en-CN"/>
          </a:p>
        </p:txBody>
      </p:sp>
      <p:sp>
        <p:nvSpPr>
          <p:cNvPr id="128" name="Freeform 75">
            <a:extLst>
              <a:ext uri="{FF2B5EF4-FFF2-40B4-BE49-F238E27FC236}">
                <a16:creationId xmlns:a16="http://schemas.microsoft.com/office/drawing/2014/main" id="{E8E83A5B-20FD-49D2-9A03-8C2CAF7CCCFA}"/>
              </a:ext>
            </a:extLst>
          </p:cNvPr>
          <p:cNvSpPr/>
          <p:nvPr/>
        </p:nvSpPr>
        <p:spPr>
          <a:xfrm>
            <a:off x="7391922" y="3267768"/>
            <a:ext cx="475989" cy="0"/>
          </a:xfrm>
          <a:custGeom>
            <a:avLst/>
            <a:gdLst>
              <a:gd name="connsiteX0" fmla="*/ 475989 w 475989"/>
              <a:gd name="connsiteY0" fmla="*/ 0 h 0"/>
              <a:gd name="connsiteX1" fmla="*/ 0 w 475989"/>
              <a:gd name="connsiteY1" fmla="*/ 0 h 0"/>
            </a:gdLst>
            <a:ahLst/>
            <a:cxnLst>
              <a:cxn ang="0">
                <a:pos x="connsiteX0" y="connsiteY0"/>
              </a:cxn>
              <a:cxn ang="0">
                <a:pos x="connsiteX1" y="connsiteY1"/>
              </a:cxn>
            </a:cxnLst>
            <a:rect l="l" t="t" r="r" b="b"/>
            <a:pathLst>
              <a:path w="475989">
                <a:moveTo>
                  <a:pt x="475989" y="0"/>
                </a:moveTo>
                <a:lnTo>
                  <a:pt x="0" y="0"/>
                </a:lnTo>
              </a:path>
            </a:pathLst>
          </a:custGeom>
          <a:noFill/>
          <a:ln>
            <a:tailEnd type="triangle"/>
          </a:ln>
        </p:spPr>
        <p:style>
          <a:lnRef idx="2">
            <a:schemeClr val="dk1"/>
          </a:lnRef>
          <a:fillRef idx="1">
            <a:schemeClr val="lt1"/>
          </a:fillRef>
          <a:effectRef idx="0">
            <a:schemeClr val="dk1"/>
          </a:effectRef>
          <a:fontRef idx="minor">
            <a:schemeClr val="dk1"/>
          </a:fontRef>
        </p:style>
        <p:txBody>
          <a:bodyPr rtlCol="0" anchor="ctr"/>
          <a:lstStyle/>
          <a:p>
            <a:pPr algn="ctr"/>
            <a:endParaRPr lang="en-CN"/>
          </a:p>
        </p:txBody>
      </p:sp>
      <p:sp>
        <p:nvSpPr>
          <p:cNvPr id="129" name="Freeform 57">
            <a:extLst>
              <a:ext uri="{FF2B5EF4-FFF2-40B4-BE49-F238E27FC236}">
                <a16:creationId xmlns:a16="http://schemas.microsoft.com/office/drawing/2014/main" id="{BA2CAFFE-659A-4502-82EA-42EABC9ECAB8}"/>
              </a:ext>
            </a:extLst>
          </p:cNvPr>
          <p:cNvSpPr/>
          <p:nvPr/>
        </p:nvSpPr>
        <p:spPr>
          <a:xfrm>
            <a:off x="5576818" y="2493730"/>
            <a:ext cx="221064" cy="934598"/>
          </a:xfrm>
          <a:custGeom>
            <a:avLst/>
            <a:gdLst>
              <a:gd name="connsiteX0" fmla="*/ 0 w 221064"/>
              <a:gd name="connsiteY0" fmla="*/ 1155560 h 1155560"/>
              <a:gd name="connsiteX1" fmla="*/ 0 w 221064"/>
              <a:gd name="connsiteY1" fmla="*/ 0 h 1155560"/>
              <a:gd name="connsiteX2" fmla="*/ 221064 w 221064"/>
              <a:gd name="connsiteY2" fmla="*/ 0 h 1155560"/>
            </a:gdLst>
            <a:ahLst/>
            <a:cxnLst>
              <a:cxn ang="0">
                <a:pos x="connsiteX0" y="connsiteY0"/>
              </a:cxn>
              <a:cxn ang="0">
                <a:pos x="connsiteX1" y="connsiteY1"/>
              </a:cxn>
              <a:cxn ang="0">
                <a:pos x="connsiteX2" y="connsiteY2"/>
              </a:cxn>
            </a:cxnLst>
            <a:rect l="l" t="t" r="r" b="b"/>
            <a:pathLst>
              <a:path w="221064" h="1155560">
                <a:moveTo>
                  <a:pt x="0" y="1155560"/>
                </a:moveTo>
                <a:lnTo>
                  <a:pt x="0" y="0"/>
                </a:lnTo>
                <a:lnTo>
                  <a:pt x="221064" y="0"/>
                </a:lnTo>
              </a:path>
            </a:pathLst>
          </a:custGeom>
          <a:noFill/>
          <a:ln w="28575">
            <a:solidFill>
              <a:schemeClr val="tx1"/>
            </a:solidFill>
            <a:prstDash val="dash"/>
            <a:tailEnd type="triangle"/>
          </a:ln>
        </p:spPr>
        <p:style>
          <a:lnRef idx="2">
            <a:schemeClr val="dk1"/>
          </a:lnRef>
          <a:fillRef idx="1">
            <a:schemeClr val="lt1"/>
          </a:fillRef>
          <a:effectRef idx="0">
            <a:schemeClr val="dk1"/>
          </a:effectRef>
          <a:fontRef idx="minor">
            <a:schemeClr val="dk1"/>
          </a:fontRef>
        </p:style>
        <p:txBody>
          <a:bodyPr rtlCol="0" anchor="ctr"/>
          <a:lstStyle/>
          <a:p>
            <a:pPr algn="ctr"/>
            <a:endParaRPr lang="en-CN" b="0" dirty="0"/>
          </a:p>
        </p:txBody>
      </p:sp>
      <p:sp>
        <p:nvSpPr>
          <p:cNvPr id="130" name="TextBox 154">
            <a:extLst>
              <a:ext uri="{FF2B5EF4-FFF2-40B4-BE49-F238E27FC236}">
                <a16:creationId xmlns:a16="http://schemas.microsoft.com/office/drawing/2014/main" id="{3A17CF05-CB62-401E-95D8-AE1B6E77A291}"/>
              </a:ext>
            </a:extLst>
          </p:cNvPr>
          <p:cNvSpPr txBox="1"/>
          <p:nvPr/>
        </p:nvSpPr>
        <p:spPr>
          <a:xfrm>
            <a:off x="6587632" y="3646821"/>
            <a:ext cx="1356462" cy="400110"/>
          </a:xfrm>
          <a:prstGeom prst="rect">
            <a:avLst/>
          </a:prstGeom>
          <a:noFill/>
        </p:spPr>
        <p:txBody>
          <a:bodyPr wrap="none" rtlCol="0">
            <a:spAutoFit/>
          </a:bodyPr>
          <a:lstStyle/>
          <a:p>
            <a:r>
              <a:rPr lang="en-US" sz="2000" i="1" dirty="0"/>
              <a:t>e </a:t>
            </a:r>
            <a:r>
              <a:rPr lang="en-US" sz="2000" dirty="0"/>
              <a:t>=</a:t>
            </a:r>
            <a:r>
              <a:rPr lang="en-US" sz="2000" i="1" dirty="0"/>
              <a:t> g(x, s)</a:t>
            </a:r>
            <a:endParaRPr lang="en-CN" sz="2000" i="1" dirty="0"/>
          </a:p>
        </p:txBody>
      </p:sp>
      <p:cxnSp>
        <p:nvCxnSpPr>
          <p:cNvPr id="131" name="Straight Connector 68">
            <a:extLst>
              <a:ext uri="{FF2B5EF4-FFF2-40B4-BE49-F238E27FC236}">
                <a16:creationId xmlns:a16="http://schemas.microsoft.com/office/drawing/2014/main" id="{1AE57BCF-6D05-461C-9DC6-8F4B8A830143}"/>
              </a:ext>
            </a:extLst>
          </p:cNvPr>
          <p:cNvCxnSpPr/>
          <p:nvPr/>
        </p:nvCxnSpPr>
        <p:spPr>
          <a:xfrm flipV="1">
            <a:off x="7816993" y="3841430"/>
            <a:ext cx="93915" cy="155154"/>
          </a:xfrm>
          <a:prstGeom prst="line">
            <a:avLst/>
          </a:prstGeom>
          <a:ln w="28575"/>
        </p:spPr>
        <p:style>
          <a:lnRef idx="1">
            <a:schemeClr val="dk1"/>
          </a:lnRef>
          <a:fillRef idx="0">
            <a:schemeClr val="dk1"/>
          </a:fillRef>
          <a:effectRef idx="0">
            <a:schemeClr val="dk1"/>
          </a:effectRef>
          <a:fontRef idx="minor">
            <a:schemeClr val="tx1"/>
          </a:fontRef>
        </p:style>
      </p:cxnSp>
      <p:sp>
        <p:nvSpPr>
          <p:cNvPr id="132" name="Rectangle 40">
            <a:extLst>
              <a:ext uri="{FF2B5EF4-FFF2-40B4-BE49-F238E27FC236}">
                <a16:creationId xmlns:a16="http://schemas.microsoft.com/office/drawing/2014/main" id="{C384E728-3003-4473-9ECC-BE1E94994958}"/>
              </a:ext>
            </a:extLst>
          </p:cNvPr>
          <p:cNvSpPr/>
          <p:nvPr/>
        </p:nvSpPr>
        <p:spPr bwMode="auto">
          <a:xfrm>
            <a:off x="6014612" y="4192361"/>
            <a:ext cx="1371600" cy="594360"/>
          </a:xfrm>
          <a:prstGeom prst="rect">
            <a:avLst/>
          </a:prstGeom>
          <a:solidFill>
            <a:schemeClr val="accent4">
              <a:lumMod val="20000"/>
              <a:lumOff val="80000"/>
            </a:schemeClr>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1" i="1" u="none" strike="noStrike" kern="1200" cap="none" spc="0" normalizeH="0" baseline="30000" noProof="0" dirty="0">
              <a:ln>
                <a:noFill/>
              </a:ln>
              <a:solidFill>
                <a:schemeClr val="tx1"/>
              </a:solidFill>
              <a:effectLst/>
              <a:uLnTx/>
              <a:uFillTx/>
              <a:latin typeface="Arial" panose="020B0604020202020204" pitchFamily="34" charset="0"/>
              <a:ea typeface="SimHei" panose="02010609060101010101" pitchFamily="49" charset="-122"/>
              <a:cs typeface="Arial" panose="020B0604020202020204" pitchFamily="34" charset="0"/>
            </a:endParaRPr>
          </a:p>
        </p:txBody>
      </p:sp>
      <p:sp>
        <p:nvSpPr>
          <p:cNvPr id="133" name="Rectangle 40">
            <a:extLst>
              <a:ext uri="{FF2B5EF4-FFF2-40B4-BE49-F238E27FC236}">
                <a16:creationId xmlns:a16="http://schemas.microsoft.com/office/drawing/2014/main" id="{36AE0026-FB02-4EB5-81E9-FBA4AB458ECC}"/>
              </a:ext>
            </a:extLst>
          </p:cNvPr>
          <p:cNvSpPr/>
          <p:nvPr/>
        </p:nvSpPr>
        <p:spPr bwMode="auto">
          <a:xfrm>
            <a:off x="5911542" y="4106868"/>
            <a:ext cx="1371600" cy="594360"/>
          </a:xfrm>
          <a:prstGeom prst="rect">
            <a:avLst/>
          </a:prstGeom>
          <a:solidFill>
            <a:schemeClr val="accent4">
              <a:lumMod val="20000"/>
              <a:lumOff val="80000"/>
            </a:schemeClr>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1" i="1" u="none" strike="noStrike" kern="1200" cap="none" spc="0" normalizeH="0" baseline="30000" noProof="0" dirty="0">
              <a:ln>
                <a:noFill/>
              </a:ln>
              <a:solidFill>
                <a:schemeClr val="tx1"/>
              </a:solidFill>
              <a:effectLst/>
              <a:uLnTx/>
              <a:uFillTx/>
              <a:latin typeface="Arial" panose="020B0604020202020204" pitchFamily="34" charset="0"/>
              <a:ea typeface="SimHei" panose="02010609060101010101" pitchFamily="49" charset="-122"/>
              <a:cs typeface="Arial" panose="020B0604020202020204" pitchFamily="34" charset="0"/>
            </a:endParaRPr>
          </a:p>
        </p:txBody>
      </p:sp>
      <p:sp>
        <p:nvSpPr>
          <p:cNvPr id="134" name="Rectangle 40">
            <a:extLst>
              <a:ext uri="{FF2B5EF4-FFF2-40B4-BE49-F238E27FC236}">
                <a16:creationId xmlns:a16="http://schemas.microsoft.com/office/drawing/2014/main" id="{CCAD9927-0813-440A-826E-DA9406870AEE}"/>
              </a:ext>
            </a:extLst>
          </p:cNvPr>
          <p:cNvSpPr/>
          <p:nvPr/>
        </p:nvSpPr>
        <p:spPr bwMode="auto">
          <a:xfrm>
            <a:off x="5808471" y="4021374"/>
            <a:ext cx="1371600" cy="594360"/>
          </a:xfrm>
          <a:prstGeom prst="rect">
            <a:avLst/>
          </a:prstGeom>
          <a:solidFill>
            <a:schemeClr val="accent4">
              <a:lumMod val="20000"/>
              <a:lumOff val="80000"/>
            </a:schemeClr>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i="1" u="none" strike="noStrike" kern="1200" cap="none" spc="0" normalizeH="0" baseline="30000" noProof="0" dirty="0">
              <a:ln>
                <a:noFill/>
              </a:ln>
              <a:solidFill>
                <a:schemeClr val="tx1"/>
              </a:solidFill>
              <a:effectLst/>
              <a:uLnTx/>
              <a:uFillTx/>
              <a:latin typeface="Arial" panose="020B0604020202020204" pitchFamily="34" charset="0"/>
              <a:ea typeface="SimHei" panose="02010609060101010101" pitchFamily="49" charset="-122"/>
              <a:cs typeface="Arial" panose="020B0604020202020204" pitchFamily="34" charset="0"/>
            </a:endParaRPr>
          </a:p>
        </p:txBody>
      </p:sp>
      <p:sp>
        <p:nvSpPr>
          <p:cNvPr id="135" name="Freeform 8">
            <a:extLst>
              <a:ext uri="{FF2B5EF4-FFF2-40B4-BE49-F238E27FC236}">
                <a16:creationId xmlns:a16="http://schemas.microsoft.com/office/drawing/2014/main" id="{7C9A7E41-4C86-4F0A-9B09-EE7828E55719}"/>
              </a:ext>
            </a:extLst>
          </p:cNvPr>
          <p:cNvSpPr/>
          <p:nvPr/>
        </p:nvSpPr>
        <p:spPr>
          <a:xfrm>
            <a:off x="5814326" y="4234947"/>
            <a:ext cx="133148" cy="152903"/>
          </a:xfrm>
          <a:custGeom>
            <a:avLst/>
            <a:gdLst>
              <a:gd name="connsiteX0" fmla="*/ 0 w 87682"/>
              <a:gd name="connsiteY0" fmla="*/ 0 h 169101"/>
              <a:gd name="connsiteX1" fmla="*/ 87682 w 87682"/>
              <a:gd name="connsiteY1" fmla="*/ 87682 h 169101"/>
              <a:gd name="connsiteX2" fmla="*/ 6263 w 87682"/>
              <a:gd name="connsiteY2" fmla="*/ 169101 h 169101"/>
            </a:gdLst>
            <a:ahLst/>
            <a:cxnLst>
              <a:cxn ang="0">
                <a:pos x="connsiteX0" y="connsiteY0"/>
              </a:cxn>
              <a:cxn ang="0">
                <a:pos x="connsiteX1" y="connsiteY1"/>
              </a:cxn>
              <a:cxn ang="0">
                <a:pos x="connsiteX2" y="connsiteY2"/>
              </a:cxn>
            </a:cxnLst>
            <a:rect l="l" t="t" r="r" b="b"/>
            <a:pathLst>
              <a:path w="87682" h="169101">
                <a:moveTo>
                  <a:pt x="0" y="0"/>
                </a:moveTo>
                <a:lnTo>
                  <a:pt x="87682" y="87682"/>
                </a:lnTo>
                <a:lnTo>
                  <a:pt x="6263" y="169101"/>
                </a:lnTo>
              </a:path>
            </a:pathLst>
          </a:cu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CN"/>
          </a:p>
        </p:txBody>
      </p:sp>
      <p:sp>
        <p:nvSpPr>
          <p:cNvPr id="136" name="矩形 10">
            <a:extLst>
              <a:ext uri="{FF2B5EF4-FFF2-40B4-BE49-F238E27FC236}">
                <a16:creationId xmlns:a16="http://schemas.microsoft.com/office/drawing/2014/main" id="{90D1752B-48D3-417C-8185-8B85E49CB39F}"/>
              </a:ext>
            </a:extLst>
          </p:cNvPr>
          <p:cNvSpPr/>
          <p:nvPr/>
        </p:nvSpPr>
        <p:spPr>
          <a:xfrm>
            <a:off x="6156454" y="4307092"/>
            <a:ext cx="725146" cy="369332"/>
          </a:xfrm>
          <a:prstGeom prst="rect">
            <a:avLst/>
          </a:prstGeom>
          <a:noFill/>
        </p:spPr>
        <p:txBody>
          <a:bodyPr wrap="square" rtlCol="0">
            <a:spAutoFit/>
          </a:bodyPr>
          <a:lstStyle/>
          <a:p>
            <a:pPr algn="ctr"/>
            <a:r>
              <a:rPr lang="en-US" altLang="zh-CN" dirty="0">
                <a:solidFill>
                  <a:srgbClr val="000000"/>
                </a:solidFill>
                <a:latin typeface="Arial" panose="020B0604020202020204" pitchFamily="34" charset="0"/>
                <a:cs typeface="Arial" panose="020B0604020202020204" pitchFamily="34" charset="0"/>
              </a:rPr>
              <a:t>DFF</a:t>
            </a:r>
          </a:p>
        </p:txBody>
      </p:sp>
      <p:sp>
        <p:nvSpPr>
          <p:cNvPr id="137" name="矩形 10">
            <a:extLst>
              <a:ext uri="{FF2B5EF4-FFF2-40B4-BE49-F238E27FC236}">
                <a16:creationId xmlns:a16="http://schemas.microsoft.com/office/drawing/2014/main" id="{715255AF-CB1C-47A4-8B1B-9077AEB82764}"/>
              </a:ext>
            </a:extLst>
          </p:cNvPr>
          <p:cNvSpPr/>
          <p:nvPr/>
        </p:nvSpPr>
        <p:spPr>
          <a:xfrm>
            <a:off x="6242657" y="3958095"/>
            <a:ext cx="552740" cy="369332"/>
          </a:xfrm>
          <a:prstGeom prst="rect">
            <a:avLst/>
          </a:prstGeom>
          <a:noFill/>
        </p:spPr>
        <p:txBody>
          <a:bodyPr wrap="square" rtlCol="0">
            <a:spAutoFit/>
          </a:bodyPr>
          <a:lstStyle/>
          <a:p>
            <a:pPr algn="ctr"/>
            <a:r>
              <a:rPr lang="en-US" altLang="zh-CN" dirty="0">
                <a:solidFill>
                  <a:srgbClr val="000000"/>
                </a:solidFill>
                <a:latin typeface="Arial" panose="020B0604020202020204" pitchFamily="34" charset="0"/>
                <a:cs typeface="Arial" panose="020B0604020202020204" pitchFamily="34" charset="0"/>
              </a:rPr>
              <a:t>D</a:t>
            </a:r>
          </a:p>
        </p:txBody>
      </p:sp>
      <p:sp>
        <p:nvSpPr>
          <p:cNvPr id="138" name="矩形 10">
            <a:extLst>
              <a:ext uri="{FF2B5EF4-FFF2-40B4-BE49-F238E27FC236}">
                <a16:creationId xmlns:a16="http://schemas.microsoft.com/office/drawing/2014/main" id="{855C8B9C-C3BA-4AA7-8164-35F238DDEAD6}"/>
              </a:ext>
            </a:extLst>
          </p:cNvPr>
          <p:cNvSpPr/>
          <p:nvPr/>
        </p:nvSpPr>
        <p:spPr>
          <a:xfrm>
            <a:off x="6802935" y="4132515"/>
            <a:ext cx="491243" cy="369332"/>
          </a:xfrm>
          <a:prstGeom prst="rect">
            <a:avLst/>
          </a:prstGeom>
          <a:noFill/>
        </p:spPr>
        <p:txBody>
          <a:bodyPr wrap="square" rtlCol="0">
            <a:spAutoFit/>
          </a:bodyPr>
          <a:lstStyle/>
          <a:p>
            <a:pPr algn="ctr"/>
            <a:r>
              <a:rPr lang="en-US" altLang="zh-CN" dirty="0">
                <a:solidFill>
                  <a:srgbClr val="000000"/>
                </a:solidFill>
                <a:latin typeface="Arial" panose="020B0604020202020204" pitchFamily="34" charset="0"/>
                <a:cs typeface="Arial" panose="020B0604020202020204" pitchFamily="34" charset="0"/>
              </a:rPr>
              <a:t>Q</a:t>
            </a:r>
          </a:p>
        </p:txBody>
      </p:sp>
      <p:cxnSp>
        <p:nvCxnSpPr>
          <p:cNvPr id="6" name="直接箭头连接符 5">
            <a:extLst>
              <a:ext uri="{FF2B5EF4-FFF2-40B4-BE49-F238E27FC236}">
                <a16:creationId xmlns:a16="http://schemas.microsoft.com/office/drawing/2014/main" id="{062E2D6C-5BAB-48AA-8101-000E5A658530}"/>
              </a:ext>
            </a:extLst>
          </p:cNvPr>
          <p:cNvCxnSpPr>
            <a:cxnSpLocks/>
          </p:cNvCxnSpPr>
          <p:nvPr/>
        </p:nvCxnSpPr>
        <p:spPr>
          <a:xfrm flipH="1">
            <a:off x="6587632" y="3735656"/>
            <a:ext cx="0" cy="28571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9" name="Straight Connector 68">
            <a:extLst>
              <a:ext uri="{FF2B5EF4-FFF2-40B4-BE49-F238E27FC236}">
                <a16:creationId xmlns:a16="http://schemas.microsoft.com/office/drawing/2014/main" id="{E692C3C7-7FF5-4F3C-AE33-425D842FD155}"/>
              </a:ext>
            </a:extLst>
          </p:cNvPr>
          <p:cNvCxnSpPr/>
          <p:nvPr/>
        </p:nvCxnSpPr>
        <p:spPr>
          <a:xfrm flipV="1">
            <a:off x="6540673" y="3784641"/>
            <a:ext cx="93915" cy="155154"/>
          </a:xfrm>
          <a:prstGeom prst="line">
            <a:avLst/>
          </a:prstGeom>
          <a:ln w="28575"/>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252526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p:cNvSpPr>
            <a:spLocks noGrp="1" noChangeArrowheads="1"/>
          </p:cNvSpPr>
          <p:nvPr>
            <p:ph type="title"/>
          </p:nvPr>
        </p:nvSpPr>
        <p:spPr/>
        <p:txBody>
          <a:bodyPr>
            <a:normAutofit/>
          </a:bodyPr>
          <a:lstStyle/>
          <a:p>
            <a:r>
              <a:rPr lang="zh-CN" altLang="en-US" dirty="0"/>
              <a:t>建立时间约束</a:t>
            </a:r>
            <a:endParaRPr lang="en-US" altLang="zh-CN" dirty="0"/>
          </a:p>
        </p:txBody>
      </p:sp>
      <p:sp>
        <p:nvSpPr>
          <p:cNvPr id="6" name="Text Box 6">
            <a:extLst>
              <a:ext uri="{FF2B5EF4-FFF2-40B4-BE49-F238E27FC236}">
                <a16:creationId xmlns:a16="http://schemas.microsoft.com/office/drawing/2014/main" id="{1739F655-1781-6E4F-9235-664A4118A580}"/>
              </a:ext>
            </a:extLst>
          </p:cNvPr>
          <p:cNvSpPr txBox="1">
            <a:spLocks noChangeArrowheads="1"/>
          </p:cNvSpPr>
          <p:nvPr/>
        </p:nvSpPr>
        <p:spPr bwMode="auto">
          <a:xfrm>
            <a:off x="567415" y="1351358"/>
            <a:ext cx="3589802" cy="523220"/>
          </a:xfrm>
          <a:prstGeom prst="rect">
            <a:avLst/>
          </a:prstGeom>
          <a:noFill/>
          <a:ln w="19050" cap="sq" algn="ctr">
            <a:noFill/>
            <a:miter lim="800000"/>
            <a:headEnd type="none" w="sm" len="sm"/>
            <a:tailEnd type="none" w="sm" len="sm"/>
          </a:ln>
          <a:effectLst/>
        </p:spPr>
        <p:txBody>
          <a:bodyPr wrap="square">
            <a:spAutoFit/>
          </a:bodyPr>
          <a:lstStyle/>
          <a:p>
            <a:pPr marL="342900" indent="-342900">
              <a:buFont typeface="Arial" panose="020B0604020202020204" pitchFamily="34" charset="0"/>
              <a:buChar char="•"/>
            </a:pPr>
            <a:r>
              <a:rPr lang="zh-CN" altLang="en-US" sz="2800" b="1" dirty="0">
                <a:solidFill>
                  <a:srgbClr val="0432FF"/>
                </a:solidFill>
                <a:latin typeface="+mn-ea"/>
                <a:ea typeface="+mn-ea"/>
                <a:cs typeface="Arial" panose="020B0604020202020204" pitchFamily="34" charset="0"/>
              </a:rPr>
              <a:t>上升沿触发例子</a:t>
            </a:r>
            <a:endParaRPr lang="en-US" altLang="zh-CN" sz="2800" b="1" dirty="0">
              <a:solidFill>
                <a:srgbClr val="0432FF"/>
              </a:solidFill>
              <a:latin typeface="+mn-ea"/>
              <a:ea typeface="+mn-ea"/>
              <a:cs typeface="Arial" panose="020B0604020202020204" pitchFamily="34" charset="0"/>
            </a:endParaRPr>
          </a:p>
        </p:txBody>
      </p:sp>
      <p:sp>
        <p:nvSpPr>
          <p:cNvPr id="50" name="Rectangle 7">
            <a:extLst>
              <a:ext uri="{FF2B5EF4-FFF2-40B4-BE49-F238E27FC236}">
                <a16:creationId xmlns:a16="http://schemas.microsoft.com/office/drawing/2014/main" id="{12A9D9DB-7BD6-0549-A5B0-E8EA360088F5}"/>
              </a:ext>
            </a:extLst>
          </p:cNvPr>
          <p:cNvSpPr>
            <a:spLocks noChangeArrowheads="1"/>
          </p:cNvSpPr>
          <p:nvPr/>
        </p:nvSpPr>
        <p:spPr bwMode="auto">
          <a:xfrm>
            <a:off x="1891675" y="3860379"/>
            <a:ext cx="500137" cy="307777"/>
          </a:xfrm>
          <a:prstGeom prst="rect">
            <a:avLst/>
          </a:prstGeom>
          <a:noFill/>
          <a:ln w="9525">
            <a:noFill/>
            <a:miter lim="800000"/>
            <a:headEnd/>
            <a:tailEnd/>
          </a:ln>
        </p:spPr>
        <p:txBody>
          <a:bodyPr wrap="none" lIns="0" tIns="0" rIns="0" bIns="0">
            <a:spAutoFit/>
          </a:bodyPr>
          <a:lstStyle/>
          <a:p>
            <a:pPr algn="ctr"/>
            <a:r>
              <a:rPr lang="en-US" altLang="zh-CN" sz="2000" b="0" i="1" dirty="0">
                <a:solidFill>
                  <a:srgbClr val="000000"/>
                </a:solidFill>
                <a:latin typeface="Arial" panose="020B0604020202020204" pitchFamily="34" charset="0"/>
                <a:ea typeface="STHeiti" panose="02010600040101010101" pitchFamily="2" charset="-122"/>
                <a:cs typeface="Arial" panose="020B0604020202020204" pitchFamily="34" charset="0"/>
              </a:rPr>
              <a:t>CLK</a:t>
            </a:r>
          </a:p>
        </p:txBody>
      </p:sp>
      <p:cxnSp>
        <p:nvCxnSpPr>
          <p:cNvPr id="45" name="肘形连接符 44">
            <a:extLst>
              <a:ext uri="{FF2B5EF4-FFF2-40B4-BE49-F238E27FC236}">
                <a16:creationId xmlns:a16="http://schemas.microsoft.com/office/drawing/2014/main" id="{73FDCCE9-A7FB-FB44-8AE7-B6F518B02E5A}"/>
              </a:ext>
            </a:extLst>
          </p:cNvPr>
          <p:cNvCxnSpPr>
            <a:cxnSpLocks/>
          </p:cNvCxnSpPr>
          <p:nvPr/>
        </p:nvCxnSpPr>
        <p:spPr bwMode="auto">
          <a:xfrm flipV="1">
            <a:off x="2397071" y="3844708"/>
            <a:ext cx="1965325" cy="411028"/>
          </a:xfrm>
          <a:prstGeom prst="bentConnector3">
            <a:avLst>
              <a:gd name="adj1" fmla="val 35456"/>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2" name="肘形连接符 61">
            <a:extLst>
              <a:ext uri="{FF2B5EF4-FFF2-40B4-BE49-F238E27FC236}">
                <a16:creationId xmlns:a16="http://schemas.microsoft.com/office/drawing/2014/main" id="{22D08F96-0926-8744-84EA-40568464AD2C}"/>
              </a:ext>
            </a:extLst>
          </p:cNvPr>
          <p:cNvCxnSpPr>
            <a:cxnSpLocks/>
          </p:cNvCxnSpPr>
          <p:nvPr/>
        </p:nvCxnSpPr>
        <p:spPr bwMode="auto">
          <a:xfrm rot="10800000">
            <a:off x="3714696" y="3844709"/>
            <a:ext cx="1456710" cy="397045"/>
          </a:xfrm>
          <a:prstGeom prst="bentConnector3">
            <a:avLst>
              <a:gd name="adj1" fmla="val 50000"/>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4" name="肘形连接符 63">
            <a:extLst>
              <a:ext uri="{FF2B5EF4-FFF2-40B4-BE49-F238E27FC236}">
                <a16:creationId xmlns:a16="http://schemas.microsoft.com/office/drawing/2014/main" id="{3465127B-8217-F046-8EC0-9F824645D110}"/>
              </a:ext>
            </a:extLst>
          </p:cNvPr>
          <p:cNvCxnSpPr>
            <a:cxnSpLocks/>
          </p:cNvCxnSpPr>
          <p:nvPr/>
        </p:nvCxnSpPr>
        <p:spPr bwMode="auto">
          <a:xfrm flipV="1">
            <a:off x="4500614" y="3824071"/>
            <a:ext cx="2362365" cy="417683"/>
          </a:xfrm>
          <a:prstGeom prst="bentConnector3">
            <a:avLst>
              <a:gd name="adj1" fmla="val 50000"/>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1" name="肘形连接符 70">
            <a:extLst>
              <a:ext uri="{FF2B5EF4-FFF2-40B4-BE49-F238E27FC236}">
                <a16:creationId xmlns:a16="http://schemas.microsoft.com/office/drawing/2014/main" id="{F19A21E4-A95C-8F4F-BD59-1EFC06F5B9FE}"/>
              </a:ext>
            </a:extLst>
          </p:cNvPr>
          <p:cNvCxnSpPr>
            <a:cxnSpLocks/>
          </p:cNvCxnSpPr>
          <p:nvPr/>
        </p:nvCxnSpPr>
        <p:spPr bwMode="auto">
          <a:xfrm flipV="1">
            <a:off x="2389133" y="4622754"/>
            <a:ext cx="4473846" cy="451005"/>
          </a:xfrm>
          <a:prstGeom prst="bentConnector3">
            <a:avLst>
              <a:gd name="adj1" fmla="val 23769"/>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77" name="Rectangle 7">
            <a:extLst>
              <a:ext uri="{FF2B5EF4-FFF2-40B4-BE49-F238E27FC236}">
                <a16:creationId xmlns:a16="http://schemas.microsoft.com/office/drawing/2014/main" id="{688E66AE-BFA8-714B-8EDA-471D94752206}"/>
              </a:ext>
            </a:extLst>
          </p:cNvPr>
          <p:cNvSpPr>
            <a:spLocks noChangeArrowheads="1"/>
          </p:cNvSpPr>
          <p:nvPr/>
        </p:nvSpPr>
        <p:spPr bwMode="auto">
          <a:xfrm>
            <a:off x="1868085" y="4669612"/>
            <a:ext cx="547316" cy="307777"/>
          </a:xfrm>
          <a:prstGeom prst="rect">
            <a:avLst/>
          </a:prstGeom>
          <a:noFill/>
          <a:ln w="9525">
            <a:noFill/>
            <a:miter lim="800000"/>
            <a:headEnd/>
            <a:tailEnd/>
          </a:ln>
        </p:spPr>
        <p:txBody>
          <a:bodyPr wrap="square" lIns="0" tIns="0" rIns="0" bIns="0">
            <a:spAutoFit/>
          </a:bodyPr>
          <a:lstStyle/>
          <a:p>
            <a:pPr algn="ctr"/>
            <a:r>
              <a:rPr lang="en-US" altLang="zh-CN" sz="2000" b="0" i="1" dirty="0">
                <a:solidFill>
                  <a:srgbClr val="000000"/>
                </a:solidFill>
                <a:latin typeface="Arial" panose="020B0604020202020204" pitchFamily="34" charset="0"/>
                <a:ea typeface="STHeiti" panose="02010600040101010101" pitchFamily="2" charset="-122"/>
                <a:cs typeface="Arial" panose="020B0604020202020204" pitchFamily="34" charset="0"/>
              </a:rPr>
              <a:t>Q</a:t>
            </a:r>
            <a:r>
              <a:rPr lang="en-US" altLang="zh-CN" sz="2000" b="0" i="1" baseline="-25000" dirty="0">
                <a:solidFill>
                  <a:srgbClr val="000000"/>
                </a:solidFill>
                <a:latin typeface="Arial" panose="020B0604020202020204" pitchFamily="34" charset="0"/>
                <a:ea typeface="STHeiti" panose="02010600040101010101" pitchFamily="2" charset="-122"/>
                <a:cs typeface="Arial" panose="020B0604020202020204" pitchFamily="34" charset="0"/>
              </a:rPr>
              <a:t>1</a:t>
            </a:r>
            <a:endParaRPr lang="en-US" altLang="zh-CN" sz="2000" b="0" dirty="0">
              <a:solidFill>
                <a:schemeClr val="tx1"/>
              </a:solidFill>
              <a:latin typeface="Arial" panose="020B0604020202020204" pitchFamily="34" charset="0"/>
              <a:ea typeface="STHeiti" panose="02010600040101010101" pitchFamily="2" charset="-122"/>
              <a:cs typeface="Arial" panose="020B0604020202020204" pitchFamily="34" charset="0"/>
            </a:endParaRPr>
          </a:p>
        </p:txBody>
      </p:sp>
      <p:cxnSp>
        <p:nvCxnSpPr>
          <p:cNvPr id="82" name="肘形连接符 81">
            <a:extLst>
              <a:ext uri="{FF2B5EF4-FFF2-40B4-BE49-F238E27FC236}">
                <a16:creationId xmlns:a16="http://schemas.microsoft.com/office/drawing/2014/main" id="{DBC9C53D-960F-9445-95FB-132E45F736EC}"/>
              </a:ext>
            </a:extLst>
          </p:cNvPr>
          <p:cNvCxnSpPr>
            <a:cxnSpLocks/>
          </p:cNvCxnSpPr>
          <p:nvPr/>
        </p:nvCxnSpPr>
        <p:spPr bwMode="auto">
          <a:xfrm flipV="1">
            <a:off x="2427233" y="5439152"/>
            <a:ext cx="4473846" cy="451005"/>
          </a:xfrm>
          <a:prstGeom prst="bentConnector3">
            <a:avLst>
              <a:gd name="adj1" fmla="val 62030"/>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1" name="直线连接符 80">
            <a:extLst>
              <a:ext uri="{FF2B5EF4-FFF2-40B4-BE49-F238E27FC236}">
                <a16:creationId xmlns:a16="http://schemas.microsoft.com/office/drawing/2014/main" id="{D9FDA9AC-112A-4E4E-8958-43910B1705F4}"/>
              </a:ext>
            </a:extLst>
          </p:cNvPr>
          <p:cNvCxnSpPr>
            <a:cxnSpLocks/>
          </p:cNvCxnSpPr>
          <p:nvPr/>
        </p:nvCxnSpPr>
        <p:spPr bwMode="auto">
          <a:xfrm>
            <a:off x="3093801" y="3886428"/>
            <a:ext cx="0" cy="2623368"/>
          </a:xfrm>
          <a:prstGeom prst="line">
            <a:avLst/>
          </a:prstGeom>
          <a:ln w="19050">
            <a:prstDash val="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9" name="直线连接符 88">
            <a:extLst>
              <a:ext uri="{FF2B5EF4-FFF2-40B4-BE49-F238E27FC236}">
                <a16:creationId xmlns:a16="http://schemas.microsoft.com/office/drawing/2014/main" id="{A4980BC7-388D-CD4F-8A41-C75D8D0D0E64}"/>
              </a:ext>
            </a:extLst>
          </p:cNvPr>
          <p:cNvCxnSpPr>
            <a:cxnSpLocks/>
          </p:cNvCxnSpPr>
          <p:nvPr/>
        </p:nvCxnSpPr>
        <p:spPr bwMode="auto">
          <a:xfrm>
            <a:off x="3447996" y="3844708"/>
            <a:ext cx="0" cy="2265363"/>
          </a:xfrm>
          <a:prstGeom prst="line">
            <a:avLst/>
          </a:prstGeom>
          <a:ln w="19050">
            <a:prstDash val="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3" name="直线连接符 92">
            <a:extLst>
              <a:ext uri="{FF2B5EF4-FFF2-40B4-BE49-F238E27FC236}">
                <a16:creationId xmlns:a16="http://schemas.microsoft.com/office/drawing/2014/main" id="{D4511CF0-7168-1B4F-8D91-79A4932B3313}"/>
              </a:ext>
            </a:extLst>
          </p:cNvPr>
          <p:cNvCxnSpPr>
            <a:cxnSpLocks/>
          </p:cNvCxnSpPr>
          <p:nvPr/>
        </p:nvCxnSpPr>
        <p:spPr bwMode="auto">
          <a:xfrm>
            <a:off x="5200596" y="3844708"/>
            <a:ext cx="0" cy="2417763"/>
          </a:xfrm>
          <a:prstGeom prst="line">
            <a:avLst/>
          </a:prstGeom>
          <a:ln w="19050">
            <a:prstDash val="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5" name="直线连接符 94">
            <a:extLst>
              <a:ext uri="{FF2B5EF4-FFF2-40B4-BE49-F238E27FC236}">
                <a16:creationId xmlns:a16="http://schemas.microsoft.com/office/drawing/2014/main" id="{B767FF9A-836F-994E-83B0-04F064F46EE3}"/>
              </a:ext>
            </a:extLst>
          </p:cNvPr>
          <p:cNvCxnSpPr>
            <a:cxnSpLocks/>
          </p:cNvCxnSpPr>
          <p:nvPr/>
        </p:nvCxnSpPr>
        <p:spPr bwMode="auto">
          <a:xfrm>
            <a:off x="5681796" y="3844708"/>
            <a:ext cx="0" cy="2618587"/>
          </a:xfrm>
          <a:prstGeom prst="line">
            <a:avLst/>
          </a:prstGeom>
          <a:ln w="19050">
            <a:prstDash val="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2" name="直线箭头连接符 91">
            <a:extLst>
              <a:ext uri="{FF2B5EF4-FFF2-40B4-BE49-F238E27FC236}">
                <a16:creationId xmlns:a16="http://schemas.microsoft.com/office/drawing/2014/main" id="{55E91F59-1C09-AF40-BDB4-18F9B3613661}"/>
              </a:ext>
            </a:extLst>
          </p:cNvPr>
          <p:cNvCxnSpPr/>
          <p:nvPr/>
        </p:nvCxnSpPr>
        <p:spPr bwMode="auto">
          <a:xfrm>
            <a:off x="3093801" y="4509871"/>
            <a:ext cx="354195"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98" name="直线箭头连接符 97">
            <a:extLst>
              <a:ext uri="{FF2B5EF4-FFF2-40B4-BE49-F238E27FC236}">
                <a16:creationId xmlns:a16="http://schemas.microsoft.com/office/drawing/2014/main" id="{BDACD1A3-FA66-A44F-B0BF-6C2E282C6908}"/>
              </a:ext>
            </a:extLst>
          </p:cNvPr>
          <p:cNvCxnSpPr>
            <a:cxnSpLocks/>
          </p:cNvCxnSpPr>
          <p:nvPr/>
        </p:nvCxnSpPr>
        <p:spPr bwMode="auto">
          <a:xfrm>
            <a:off x="3447996" y="5271871"/>
            <a:ext cx="1752600"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113" name="Rectangle 7">
            <a:extLst>
              <a:ext uri="{FF2B5EF4-FFF2-40B4-BE49-F238E27FC236}">
                <a16:creationId xmlns:a16="http://schemas.microsoft.com/office/drawing/2014/main" id="{A6DF6598-65BA-AC4B-B154-A7374E56B422}"/>
              </a:ext>
            </a:extLst>
          </p:cNvPr>
          <p:cNvSpPr>
            <a:spLocks noChangeArrowheads="1"/>
          </p:cNvSpPr>
          <p:nvPr/>
        </p:nvSpPr>
        <p:spPr bwMode="auto">
          <a:xfrm>
            <a:off x="1922948" y="5555449"/>
            <a:ext cx="437590" cy="307777"/>
          </a:xfrm>
          <a:prstGeom prst="rect">
            <a:avLst/>
          </a:prstGeom>
          <a:noFill/>
          <a:ln w="9525">
            <a:noFill/>
            <a:miter lim="800000"/>
            <a:headEnd/>
            <a:tailEnd/>
          </a:ln>
        </p:spPr>
        <p:txBody>
          <a:bodyPr wrap="square" lIns="0" tIns="0" rIns="0" bIns="0">
            <a:spAutoFit/>
          </a:bodyPr>
          <a:lstStyle/>
          <a:p>
            <a:pPr algn="ctr"/>
            <a:r>
              <a:rPr lang="en-US" altLang="zh-CN" sz="2000" b="0" i="1" dirty="0">
                <a:solidFill>
                  <a:srgbClr val="000000"/>
                </a:solidFill>
                <a:latin typeface="Arial" panose="020B0604020202020204" pitchFamily="34" charset="0"/>
                <a:ea typeface="STHeiti" panose="02010600040101010101" pitchFamily="2" charset="-122"/>
                <a:cs typeface="Arial" panose="020B0604020202020204" pitchFamily="34" charset="0"/>
              </a:rPr>
              <a:t>D</a:t>
            </a:r>
            <a:r>
              <a:rPr lang="en-US" altLang="zh-CN" sz="2000" b="0" i="1" baseline="-25000" dirty="0">
                <a:solidFill>
                  <a:srgbClr val="000000"/>
                </a:solidFill>
                <a:latin typeface="Arial" panose="020B0604020202020204" pitchFamily="34" charset="0"/>
                <a:ea typeface="STHeiti" panose="02010600040101010101" pitchFamily="2" charset="-122"/>
                <a:cs typeface="Arial" panose="020B0604020202020204" pitchFamily="34" charset="0"/>
              </a:rPr>
              <a:t>2</a:t>
            </a:r>
            <a:endParaRPr lang="en-US" altLang="zh-CN" sz="2000" b="0" dirty="0">
              <a:solidFill>
                <a:schemeClr val="tx1"/>
              </a:solidFill>
              <a:latin typeface="Arial" panose="020B0604020202020204" pitchFamily="34" charset="0"/>
              <a:ea typeface="STHeiti" panose="02010600040101010101" pitchFamily="2"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114" name="Rectangle 7">
                <a:extLst>
                  <a:ext uri="{FF2B5EF4-FFF2-40B4-BE49-F238E27FC236}">
                    <a16:creationId xmlns:a16="http://schemas.microsoft.com/office/drawing/2014/main" id="{BD009BE6-4531-594D-81B4-271674A444B4}"/>
                  </a:ext>
                </a:extLst>
              </p:cNvPr>
              <p:cNvSpPr>
                <a:spLocks noChangeArrowheads="1"/>
              </p:cNvSpPr>
              <p:nvPr/>
            </p:nvSpPr>
            <p:spPr bwMode="auto">
              <a:xfrm>
                <a:off x="3670065" y="4913135"/>
                <a:ext cx="1208262" cy="299569"/>
              </a:xfrm>
              <a:prstGeom prst="rect">
                <a:avLst/>
              </a:prstGeom>
              <a:noFill/>
              <a:ln w="9525">
                <a:noFill/>
                <a:miter lim="800000"/>
                <a:headEnd/>
                <a:tailEnd/>
              </a:ln>
            </p:spPr>
            <p:txBody>
              <a:bodyPr wrap="square" lIns="0" tIns="0" rIns="0" bIns="0">
                <a:spAutoFit/>
              </a:bodyPr>
              <a:lstStyle/>
              <a:p>
                <a:pPr algn="l"/>
                <a14:m>
                  <m:oMathPara xmlns:m="http://schemas.openxmlformats.org/officeDocument/2006/math">
                    <m:oMathParaPr>
                      <m:jc m:val="centerGroup"/>
                    </m:oMathParaPr>
                    <m:oMath xmlns:m="http://schemas.openxmlformats.org/officeDocument/2006/math">
                      <m:sSub>
                        <m:sSubPr>
                          <m:ctrlPr>
                            <a:rPr lang="en-US" altLang="zh-CN" sz="1800" b="0" i="1" smtClean="0">
                              <a:solidFill>
                                <a:schemeClr val="tx1"/>
                              </a:solidFill>
                              <a:latin typeface="Cambria Math" panose="02040503050406030204" pitchFamily="18" charset="0"/>
                            </a:rPr>
                          </m:ctrlPr>
                        </m:sSubPr>
                        <m:e>
                          <m:r>
                            <a:rPr lang="en-US" altLang="zh-CN" sz="1800" b="0" i="1" smtClean="0">
                              <a:solidFill>
                                <a:schemeClr val="tx1"/>
                              </a:solidFill>
                              <a:latin typeface="Cambria Math" panose="02040503050406030204" pitchFamily="18" charset="0"/>
                            </a:rPr>
                            <m:t>𝑡</m:t>
                          </m:r>
                        </m:e>
                        <m:sub>
                          <m:r>
                            <a:rPr lang="en-US" altLang="zh-CN" sz="1800" b="0" i="1" smtClean="0">
                              <a:solidFill>
                                <a:schemeClr val="tx1"/>
                              </a:solidFill>
                              <a:latin typeface="Cambria Math" panose="02040503050406030204" pitchFamily="18" charset="0"/>
                            </a:rPr>
                            <m:t>𝑙𝑜𝑔𝑖𝑐</m:t>
                          </m:r>
                        </m:sub>
                      </m:sSub>
                      <m:r>
                        <a:rPr lang="en-US" altLang="zh-CN" sz="1800" b="0" i="1" smtClean="0">
                          <a:solidFill>
                            <a:schemeClr val="tx1"/>
                          </a:solidFill>
                          <a:latin typeface="Cambria Math" panose="02040503050406030204" pitchFamily="18" charset="0"/>
                        </a:rPr>
                        <m:t>(</m:t>
                      </m:r>
                      <m:r>
                        <a:rPr lang="en-US" altLang="zh-CN" sz="1800" b="0" i="1" smtClean="0">
                          <a:solidFill>
                            <a:schemeClr val="tx1"/>
                          </a:solidFill>
                          <a:latin typeface="Cambria Math" panose="02040503050406030204" pitchFamily="18" charset="0"/>
                        </a:rPr>
                        <m:t>𝑚𝑎𝑥</m:t>
                      </m:r>
                      <m:r>
                        <a:rPr lang="en-US" altLang="zh-CN" sz="1800" b="0" i="1" smtClean="0">
                          <a:solidFill>
                            <a:schemeClr val="tx1"/>
                          </a:solidFill>
                          <a:latin typeface="Cambria Math" panose="02040503050406030204" pitchFamily="18" charset="0"/>
                        </a:rPr>
                        <m:t>)</m:t>
                      </m:r>
                    </m:oMath>
                  </m:oMathPara>
                </a14:m>
                <a:endParaRPr lang="en-US" altLang="zh-CN" sz="1800" b="0" dirty="0">
                  <a:solidFill>
                    <a:schemeClr val="tx1"/>
                  </a:solidFill>
                  <a:latin typeface="Arial" panose="020B0604020202020204" pitchFamily="34" charset="0"/>
                  <a:ea typeface="STHeiti" panose="02010600040101010101" pitchFamily="2" charset="-122"/>
                  <a:cs typeface="Arial" panose="020B0604020202020204" pitchFamily="34" charset="0"/>
                </a:endParaRPr>
              </a:p>
            </p:txBody>
          </p:sp>
        </mc:Choice>
        <mc:Fallback xmlns="">
          <p:sp>
            <p:nvSpPr>
              <p:cNvPr id="114" name="Rectangle 7">
                <a:extLst>
                  <a:ext uri="{FF2B5EF4-FFF2-40B4-BE49-F238E27FC236}">
                    <a16:creationId xmlns:a16="http://schemas.microsoft.com/office/drawing/2014/main" id="{BD009BE6-4531-594D-81B4-271674A444B4}"/>
                  </a:ext>
                </a:extLst>
              </p:cNvPr>
              <p:cNvSpPr>
                <a:spLocks noRot="1" noChangeAspect="1" noMove="1" noResize="1" noEditPoints="1" noAdjustHandles="1" noChangeArrowheads="1" noChangeShapeType="1" noTextEdit="1"/>
              </p:cNvSpPr>
              <p:nvPr/>
            </p:nvSpPr>
            <p:spPr bwMode="auto">
              <a:xfrm>
                <a:off x="3670065" y="4913135"/>
                <a:ext cx="1208262" cy="299569"/>
              </a:xfrm>
              <a:prstGeom prst="rect">
                <a:avLst/>
              </a:prstGeom>
              <a:blipFill>
                <a:blip r:embed="rId3"/>
                <a:stretch>
                  <a:fillRect l="-3535" r="-7071" b="-28571"/>
                </a:stretch>
              </a:blipFill>
              <a:ln w="9525">
                <a:noFill/>
                <a:miter lim="800000"/>
                <a:headEnd/>
                <a:tailEn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6" name="Rectangle 7">
                <a:extLst>
                  <a:ext uri="{FF2B5EF4-FFF2-40B4-BE49-F238E27FC236}">
                    <a16:creationId xmlns:a16="http://schemas.microsoft.com/office/drawing/2014/main" id="{121B8A5D-84C4-644B-BED9-BD41BF0F06EF}"/>
                  </a:ext>
                </a:extLst>
              </p:cNvPr>
              <p:cNvSpPr>
                <a:spLocks noChangeArrowheads="1"/>
              </p:cNvSpPr>
              <p:nvPr/>
            </p:nvSpPr>
            <p:spPr bwMode="auto">
              <a:xfrm>
                <a:off x="4850194" y="6078766"/>
                <a:ext cx="1208262" cy="276999"/>
              </a:xfrm>
              <a:prstGeom prst="rect">
                <a:avLst/>
              </a:prstGeom>
              <a:noFill/>
              <a:ln w="9525">
                <a:noFill/>
                <a:miter lim="800000"/>
                <a:headEnd/>
                <a:tailEnd/>
              </a:ln>
            </p:spPr>
            <p:txBody>
              <a:bodyPr wrap="square" lIns="0" tIns="0" rIns="0" bIns="0">
                <a:spAutoFit/>
              </a:bodyPr>
              <a:lstStyle/>
              <a:p>
                <a:pPr algn="l"/>
                <a14:m>
                  <m:oMathPara xmlns:m="http://schemas.openxmlformats.org/officeDocument/2006/math">
                    <m:oMathParaPr>
                      <m:jc m:val="centerGroup"/>
                    </m:oMathParaPr>
                    <m:oMath xmlns:m="http://schemas.openxmlformats.org/officeDocument/2006/math">
                      <m:sSub>
                        <m:sSubPr>
                          <m:ctrlPr>
                            <a:rPr lang="en-US" altLang="zh-CN" sz="1800" b="0" i="1" smtClean="0">
                              <a:solidFill>
                                <a:schemeClr val="tx1"/>
                              </a:solidFill>
                              <a:latin typeface="Cambria Math" panose="02040503050406030204" pitchFamily="18" charset="0"/>
                            </a:rPr>
                          </m:ctrlPr>
                        </m:sSubPr>
                        <m:e>
                          <m:r>
                            <a:rPr lang="en-US" altLang="zh-CN" sz="1800" b="0" i="1" smtClean="0">
                              <a:solidFill>
                                <a:schemeClr val="tx1"/>
                              </a:solidFill>
                              <a:latin typeface="Cambria Math" panose="02040503050406030204" pitchFamily="18" charset="0"/>
                            </a:rPr>
                            <m:t>𝑡</m:t>
                          </m:r>
                        </m:e>
                        <m:sub>
                          <m:r>
                            <a:rPr lang="en-US" altLang="zh-CN" sz="1800" b="0" i="1" smtClean="0">
                              <a:solidFill>
                                <a:schemeClr val="tx1"/>
                              </a:solidFill>
                              <a:latin typeface="Cambria Math" panose="02040503050406030204" pitchFamily="18" charset="0"/>
                            </a:rPr>
                            <m:t>𝑠𝑢</m:t>
                          </m:r>
                        </m:sub>
                      </m:sSub>
                    </m:oMath>
                  </m:oMathPara>
                </a14:m>
                <a:endParaRPr lang="en-US" altLang="zh-CN" sz="1800" b="0" dirty="0">
                  <a:solidFill>
                    <a:schemeClr val="tx1"/>
                  </a:solidFill>
                  <a:latin typeface="Arial" panose="020B0604020202020204" pitchFamily="34" charset="0"/>
                  <a:ea typeface="STHeiti" panose="02010600040101010101" pitchFamily="2" charset="-122"/>
                  <a:cs typeface="Arial" panose="020B0604020202020204" pitchFamily="34" charset="0"/>
                </a:endParaRPr>
              </a:p>
            </p:txBody>
          </p:sp>
        </mc:Choice>
        <mc:Fallback xmlns="">
          <p:sp>
            <p:nvSpPr>
              <p:cNvPr id="116" name="Rectangle 7">
                <a:extLst>
                  <a:ext uri="{FF2B5EF4-FFF2-40B4-BE49-F238E27FC236}">
                    <a16:creationId xmlns:a16="http://schemas.microsoft.com/office/drawing/2014/main" id="{121B8A5D-84C4-644B-BED9-BD41BF0F06EF}"/>
                  </a:ext>
                </a:extLst>
              </p:cNvPr>
              <p:cNvSpPr>
                <a:spLocks noRot="1" noChangeAspect="1" noMove="1" noResize="1" noEditPoints="1" noAdjustHandles="1" noChangeArrowheads="1" noChangeShapeType="1" noTextEdit="1"/>
              </p:cNvSpPr>
              <p:nvPr/>
            </p:nvSpPr>
            <p:spPr bwMode="auto">
              <a:xfrm>
                <a:off x="4850194" y="6078766"/>
                <a:ext cx="1208262" cy="276999"/>
              </a:xfrm>
              <a:prstGeom prst="rect">
                <a:avLst/>
              </a:prstGeom>
              <a:blipFill>
                <a:blip r:embed="rId4"/>
                <a:stretch>
                  <a:fillRect b="-13043"/>
                </a:stretch>
              </a:blipFill>
              <a:ln w="9525">
                <a:noFill/>
                <a:miter lim="800000"/>
                <a:headEnd/>
                <a:tailEnd/>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27332" name="Text Box 4"/>
              <p:cNvSpPr txBox="1">
                <a:spLocks noChangeArrowheads="1"/>
              </p:cNvSpPr>
              <p:nvPr/>
            </p:nvSpPr>
            <p:spPr bwMode="auto">
              <a:xfrm>
                <a:off x="5813422" y="5753583"/>
                <a:ext cx="3356047" cy="428259"/>
              </a:xfrm>
              <a:prstGeom prst="rect">
                <a:avLst/>
              </a:prstGeom>
              <a:noFill/>
              <a:ln w="9525">
                <a:noFill/>
                <a:miter lim="800000"/>
                <a:headEnd/>
                <a:tailEnd/>
              </a:ln>
              <a:effectLst/>
            </p:spPr>
            <p:txBody>
              <a:bodyPr wrap="none">
                <a:spAutoFit/>
              </a:bodyPr>
              <a:lstStyle/>
              <a:p>
                <a:pPr lvl="0">
                  <a:defRPr/>
                </a:pPr>
                <a14:m>
                  <m:oMathPara xmlns:m="http://schemas.openxmlformats.org/officeDocument/2006/math">
                    <m:oMathParaPr>
                      <m:jc m:val="centerGroup"/>
                    </m:oMathParaPr>
                    <m:oMath xmlns:m="http://schemas.openxmlformats.org/officeDocument/2006/math">
                      <m:sSub>
                        <m:sSubPr>
                          <m:ctrlPr>
                            <a:rPr kumimoji="1" lang="en-US" altLang="zh-CN" sz="2000" i="1" dirty="0" smtClean="0">
                              <a:solidFill>
                                <a:srgbClr val="0432FF"/>
                              </a:solidFill>
                              <a:latin typeface="Cambria Math" panose="02040503050406030204" pitchFamily="18" charset="0"/>
                              <a:sym typeface="Symbol" pitchFamily="18" charset="2"/>
                            </a:rPr>
                          </m:ctrlPr>
                        </m:sSubPr>
                        <m:e>
                          <m:r>
                            <a:rPr kumimoji="1" lang="en-US" altLang="zh-CN" sz="2000" i="1" dirty="0">
                              <a:solidFill>
                                <a:srgbClr val="0432FF"/>
                              </a:solidFill>
                              <a:latin typeface="Cambria Math" panose="02040503050406030204" pitchFamily="18" charset="0"/>
                              <a:sym typeface="Symbol" pitchFamily="18" charset="2"/>
                            </a:rPr>
                            <m:t>𝒕</m:t>
                          </m:r>
                        </m:e>
                        <m:sub>
                          <m:r>
                            <a:rPr kumimoji="1" lang="en-US" altLang="zh-CN" sz="2000" i="1" dirty="0" err="1">
                              <a:solidFill>
                                <a:srgbClr val="0432FF"/>
                              </a:solidFill>
                              <a:latin typeface="Cambria Math" panose="02040503050406030204" pitchFamily="18" charset="0"/>
                            </a:rPr>
                            <m:t>𝒄𝒚𝒄𝒍𝒆</m:t>
                          </m:r>
                        </m:sub>
                      </m:sSub>
                      <m:r>
                        <a:rPr kumimoji="1" lang="en-US" altLang="zh-CN" sz="2000" b="1" i="1" dirty="0" smtClean="0">
                          <a:solidFill>
                            <a:srgbClr val="0432FF"/>
                          </a:solidFill>
                          <a:latin typeface="Cambria Math" panose="02040503050406030204" pitchFamily="18" charset="0"/>
                        </a:rPr>
                        <m:t>≥</m:t>
                      </m:r>
                      <m:sSub>
                        <m:sSubPr>
                          <m:ctrlPr>
                            <a:rPr kumimoji="1" lang="en-US" altLang="zh-CN" sz="2000" b="1" i="1" dirty="0">
                              <a:solidFill>
                                <a:srgbClr val="0432FF"/>
                              </a:solidFill>
                              <a:latin typeface="Cambria Math" panose="02040503050406030204" pitchFamily="18" charset="0"/>
                            </a:rPr>
                          </m:ctrlPr>
                        </m:sSubPr>
                        <m:e>
                          <m:r>
                            <a:rPr kumimoji="1" lang="en-US" altLang="zh-CN" sz="2000" b="1" i="1" dirty="0">
                              <a:solidFill>
                                <a:srgbClr val="0432FF"/>
                              </a:solidFill>
                              <a:latin typeface="Cambria Math" panose="02040503050406030204" pitchFamily="18" charset="0"/>
                            </a:rPr>
                            <m:t>𝒕</m:t>
                          </m:r>
                        </m:e>
                        <m:sub>
                          <m:r>
                            <a:rPr kumimoji="1" lang="en-US" altLang="zh-CN" sz="2000" b="1" i="1" dirty="0">
                              <a:solidFill>
                                <a:srgbClr val="0432FF"/>
                              </a:solidFill>
                              <a:latin typeface="Cambria Math" panose="02040503050406030204" pitchFamily="18" charset="0"/>
                            </a:rPr>
                            <m:t>𝒄𝒍𝒌</m:t>
                          </m:r>
                          <m:r>
                            <a:rPr kumimoji="1" lang="en-US" altLang="zh-CN" sz="2000" b="1" i="1" dirty="0">
                              <a:solidFill>
                                <a:srgbClr val="0432FF"/>
                              </a:solidFill>
                              <a:latin typeface="Cambria Math" panose="02040503050406030204" pitchFamily="18" charset="0"/>
                            </a:rPr>
                            <m:t>−</m:t>
                          </m:r>
                          <m:r>
                            <a:rPr kumimoji="1" lang="en-US" altLang="zh-CN" sz="2000" b="1" i="1" dirty="0">
                              <a:solidFill>
                                <a:srgbClr val="0432FF"/>
                              </a:solidFill>
                              <a:latin typeface="Cambria Math" panose="02040503050406030204" pitchFamily="18" charset="0"/>
                            </a:rPr>
                            <m:t>𝒒</m:t>
                          </m:r>
                        </m:sub>
                      </m:sSub>
                      <m:r>
                        <a:rPr kumimoji="1" lang="en-US" altLang="zh-CN" sz="2000" b="1" i="1" dirty="0" smtClean="0">
                          <a:solidFill>
                            <a:srgbClr val="0432FF"/>
                          </a:solidFill>
                          <a:latin typeface="Cambria Math" panose="02040503050406030204" pitchFamily="18" charset="0"/>
                        </a:rPr>
                        <m:t>+</m:t>
                      </m:r>
                      <m:sSub>
                        <m:sSubPr>
                          <m:ctrlPr>
                            <a:rPr kumimoji="1" lang="en-US" altLang="zh-CN" sz="2000" i="1" dirty="0" smtClean="0">
                              <a:solidFill>
                                <a:srgbClr val="7030A0"/>
                              </a:solidFill>
                              <a:latin typeface="Cambria Math" panose="02040503050406030204" pitchFamily="18" charset="0"/>
                            </a:rPr>
                          </m:ctrlPr>
                        </m:sSubPr>
                        <m:e>
                          <m:r>
                            <a:rPr kumimoji="1" lang="en-US" altLang="zh-CN" sz="2000" i="1" dirty="0">
                              <a:solidFill>
                                <a:srgbClr val="7030A0"/>
                              </a:solidFill>
                              <a:latin typeface="Cambria Math" panose="02040503050406030204" pitchFamily="18" charset="0"/>
                            </a:rPr>
                            <m:t>𝒕</m:t>
                          </m:r>
                        </m:e>
                        <m:sub>
                          <m:r>
                            <a:rPr kumimoji="1" lang="en-US" altLang="zh-CN" sz="2000" b="0" i="1" dirty="0" smtClean="0">
                              <a:solidFill>
                                <a:srgbClr val="7030A0"/>
                              </a:solidFill>
                              <a:latin typeface="Cambria Math" panose="02040503050406030204" pitchFamily="18" charset="0"/>
                            </a:rPr>
                            <m:t>𝑙𝑜𝑔𝑖𝑐</m:t>
                          </m:r>
                        </m:sub>
                      </m:sSub>
                      <m:r>
                        <a:rPr kumimoji="1" lang="en-US" altLang="zh-CN" sz="2000" b="1" i="1" dirty="0" smtClean="0">
                          <a:solidFill>
                            <a:srgbClr val="0432FF"/>
                          </a:solidFill>
                          <a:latin typeface="Cambria Math" panose="02040503050406030204" pitchFamily="18" charset="0"/>
                        </a:rPr>
                        <m:t>+</m:t>
                      </m:r>
                      <m:sSub>
                        <m:sSubPr>
                          <m:ctrlPr>
                            <a:rPr kumimoji="1" lang="en-US" altLang="zh-CN" sz="2000" i="1" dirty="0">
                              <a:solidFill>
                                <a:srgbClr val="0432FF"/>
                              </a:solidFill>
                              <a:latin typeface="Cambria Math" panose="02040503050406030204" pitchFamily="18" charset="0"/>
                            </a:rPr>
                          </m:ctrlPr>
                        </m:sSubPr>
                        <m:e>
                          <m:r>
                            <a:rPr kumimoji="1" lang="en-US" altLang="zh-CN" sz="2000" i="1" dirty="0">
                              <a:solidFill>
                                <a:srgbClr val="0432FF"/>
                              </a:solidFill>
                              <a:latin typeface="Cambria Math" panose="02040503050406030204" pitchFamily="18" charset="0"/>
                            </a:rPr>
                            <m:t>𝒕</m:t>
                          </m:r>
                        </m:e>
                        <m:sub>
                          <m:r>
                            <a:rPr kumimoji="1" lang="en-US" altLang="zh-CN" sz="2000" i="1" dirty="0" err="1">
                              <a:solidFill>
                                <a:srgbClr val="0432FF"/>
                              </a:solidFill>
                              <a:latin typeface="Cambria Math" panose="02040503050406030204" pitchFamily="18" charset="0"/>
                            </a:rPr>
                            <m:t>𝒔𝒖</m:t>
                          </m:r>
                        </m:sub>
                      </m:sSub>
                    </m:oMath>
                  </m:oMathPara>
                </a14:m>
                <a:endParaRPr kumimoji="1" lang="zh-CN" altLang="en-US" sz="2000" b="1" i="0" u="none" strike="noStrike" kern="1200" cap="none" spc="0" normalizeH="0" baseline="0" noProof="0" dirty="0">
                  <a:ln>
                    <a:noFill/>
                  </a:ln>
                  <a:solidFill>
                    <a:srgbClr val="0432FF"/>
                  </a:solidFill>
                  <a:effectLst/>
                  <a:uLnTx/>
                  <a:uFillTx/>
                  <a:latin typeface="Arial" panose="020B0604020202020204" pitchFamily="34" charset="0"/>
                  <a:ea typeface="STHeiti" panose="02010600040101010101" pitchFamily="2" charset="-122"/>
                  <a:cs typeface="Arial" panose="020B0604020202020204" pitchFamily="34" charset="0"/>
                </a:endParaRPr>
              </a:p>
            </p:txBody>
          </p:sp>
        </mc:Choice>
        <mc:Fallback>
          <p:sp>
            <p:nvSpPr>
              <p:cNvPr id="227332" name="Text Box 4"/>
              <p:cNvSpPr txBox="1">
                <a:spLocks noRot="1" noChangeAspect="1" noMove="1" noResize="1" noEditPoints="1" noAdjustHandles="1" noChangeArrowheads="1" noChangeShapeType="1" noTextEdit="1"/>
              </p:cNvSpPr>
              <p:nvPr/>
            </p:nvSpPr>
            <p:spPr bwMode="auto">
              <a:xfrm>
                <a:off x="5813422" y="5753583"/>
                <a:ext cx="3356047" cy="428259"/>
              </a:xfrm>
              <a:prstGeom prst="rect">
                <a:avLst/>
              </a:prstGeom>
              <a:blipFill>
                <a:blip r:embed="rId5"/>
                <a:stretch>
                  <a:fillRect b="-8824"/>
                </a:stretch>
              </a:blipFill>
              <a:ln w="9525">
                <a:noFill/>
                <a:miter lim="800000"/>
                <a:headEnd/>
                <a:tailEnd/>
              </a:ln>
              <a:effectLst/>
            </p:spPr>
            <p:txBody>
              <a:bodyPr/>
              <a:lstStyle/>
              <a:p>
                <a:r>
                  <a:rPr lang="zh-CN" altLang="en-US">
                    <a:noFill/>
                  </a:rPr>
                  <a:t> </a:t>
                </a:r>
              </a:p>
            </p:txBody>
          </p:sp>
        </mc:Fallback>
      </mc:AlternateContent>
      <p:cxnSp>
        <p:nvCxnSpPr>
          <p:cNvPr id="106" name="直线箭头连接符 105">
            <a:extLst>
              <a:ext uri="{FF2B5EF4-FFF2-40B4-BE49-F238E27FC236}">
                <a16:creationId xmlns:a16="http://schemas.microsoft.com/office/drawing/2014/main" id="{88FEA2D0-3EFE-7042-9127-07CCB9800635}"/>
              </a:ext>
            </a:extLst>
          </p:cNvPr>
          <p:cNvCxnSpPr>
            <a:cxnSpLocks/>
          </p:cNvCxnSpPr>
          <p:nvPr/>
        </p:nvCxnSpPr>
        <p:spPr bwMode="auto">
          <a:xfrm flipV="1">
            <a:off x="3073446" y="6409833"/>
            <a:ext cx="2608350" cy="5038"/>
          </a:xfrm>
          <a:prstGeom prst="straightConnector1">
            <a:avLst/>
          </a:prstGeom>
          <a:ln>
            <a:solidFill>
              <a:srgbClr val="3333FF"/>
            </a:solidFill>
            <a:headEnd type="triangle"/>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17" name="Rectangle 7">
                <a:extLst>
                  <a:ext uri="{FF2B5EF4-FFF2-40B4-BE49-F238E27FC236}">
                    <a16:creationId xmlns:a16="http://schemas.microsoft.com/office/drawing/2014/main" id="{08A8BCFD-3945-F548-8BC2-1CA1722210F6}"/>
                  </a:ext>
                </a:extLst>
              </p:cNvPr>
              <p:cNvSpPr>
                <a:spLocks noChangeArrowheads="1"/>
              </p:cNvSpPr>
              <p:nvPr/>
            </p:nvSpPr>
            <p:spPr bwMode="auto">
              <a:xfrm>
                <a:off x="3925404" y="6360332"/>
                <a:ext cx="1208262" cy="298928"/>
              </a:xfrm>
              <a:prstGeom prst="rect">
                <a:avLst/>
              </a:prstGeom>
              <a:noFill/>
              <a:ln w="9525">
                <a:noFill/>
                <a:miter lim="800000"/>
                <a:headEnd/>
                <a:tailEnd/>
              </a:ln>
            </p:spPr>
            <p:txBody>
              <a:bodyPr wrap="square" lIns="0" tIns="0" rIns="0" bIns="0">
                <a:spAutoFit/>
              </a:bodyPr>
              <a:lstStyle/>
              <a:p>
                <a:pPr algn="l"/>
                <a14:m>
                  <m:oMathPara xmlns:m="http://schemas.openxmlformats.org/officeDocument/2006/math">
                    <m:oMathParaPr>
                      <m:jc m:val="centerGroup"/>
                    </m:oMathParaPr>
                    <m:oMath xmlns:m="http://schemas.openxmlformats.org/officeDocument/2006/math">
                      <m:sSub>
                        <m:sSubPr>
                          <m:ctrlPr>
                            <a:rPr lang="en-US" altLang="zh-CN" sz="1800" b="0" i="1" smtClean="0">
                              <a:solidFill>
                                <a:srgbClr val="3333FF"/>
                              </a:solidFill>
                              <a:latin typeface="Cambria Math" panose="02040503050406030204" pitchFamily="18" charset="0"/>
                            </a:rPr>
                          </m:ctrlPr>
                        </m:sSubPr>
                        <m:e>
                          <m:r>
                            <a:rPr lang="en-US" altLang="zh-CN" sz="1800" b="0" i="1" smtClean="0">
                              <a:solidFill>
                                <a:srgbClr val="3333FF"/>
                              </a:solidFill>
                              <a:latin typeface="Cambria Math" panose="02040503050406030204" pitchFamily="18" charset="0"/>
                            </a:rPr>
                            <m:t>𝑡</m:t>
                          </m:r>
                        </m:e>
                        <m:sub>
                          <m:r>
                            <a:rPr lang="en-US" altLang="zh-CN" sz="1800" b="0" i="1" smtClean="0">
                              <a:solidFill>
                                <a:srgbClr val="3333FF"/>
                              </a:solidFill>
                              <a:latin typeface="Cambria Math" panose="02040503050406030204" pitchFamily="18" charset="0"/>
                            </a:rPr>
                            <m:t>𝑐𝑦𝑐𝑙𝑒</m:t>
                          </m:r>
                        </m:sub>
                      </m:sSub>
                    </m:oMath>
                  </m:oMathPara>
                </a14:m>
                <a:endParaRPr lang="en-US" altLang="zh-CN" sz="1800" b="0" dirty="0">
                  <a:solidFill>
                    <a:srgbClr val="3333FF"/>
                  </a:solidFill>
                  <a:latin typeface="Arial" panose="020B0604020202020204" pitchFamily="34" charset="0"/>
                  <a:ea typeface="STHeiti" panose="02010600040101010101" pitchFamily="2" charset="-122"/>
                  <a:cs typeface="Arial" panose="020B0604020202020204" pitchFamily="34" charset="0"/>
                </a:endParaRPr>
              </a:p>
            </p:txBody>
          </p:sp>
        </mc:Choice>
        <mc:Fallback xmlns="">
          <p:sp>
            <p:nvSpPr>
              <p:cNvPr id="117" name="Rectangle 7">
                <a:extLst>
                  <a:ext uri="{FF2B5EF4-FFF2-40B4-BE49-F238E27FC236}">
                    <a16:creationId xmlns:a16="http://schemas.microsoft.com/office/drawing/2014/main" id="{08A8BCFD-3945-F548-8BC2-1CA1722210F6}"/>
                  </a:ext>
                </a:extLst>
              </p:cNvPr>
              <p:cNvSpPr>
                <a:spLocks noRot="1" noChangeAspect="1" noMove="1" noResize="1" noEditPoints="1" noAdjustHandles="1" noChangeArrowheads="1" noChangeShapeType="1" noTextEdit="1"/>
              </p:cNvSpPr>
              <p:nvPr/>
            </p:nvSpPr>
            <p:spPr bwMode="auto">
              <a:xfrm>
                <a:off x="3925404" y="6360332"/>
                <a:ext cx="1208262" cy="298928"/>
              </a:xfrm>
              <a:prstGeom prst="rect">
                <a:avLst/>
              </a:prstGeom>
              <a:blipFill>
                <a:blip r:embed="rId6"/>
                <a:stretch>
                  <a:fillRect b="-26531"/>
                </a:stretch>
              </a:blipFill>
              <a:ln w="9525">
                <a:noFill/>
                <a:miter lim="800000"/>
                <a:headEnd/>
                <a:tailEn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8" name="Rectangle 7">
                <a:extLst>
                  <a:ext uri="{FF2B5EF4-FFF2-40B4-BE49-F238E27FC236}">
                    <a16:creationId xmlns:a16="http://schemas.microsoft.com/office/drawing/2014/main" id="{F4E00EB4-6A84-424F-B3CE-2A45C4F54D69}"/>
                  </a:ext>
                </a:extLst>
              </p:cNvPr>
              <p:cNvSpPr>
                <a:spLocks noChangeArrowheads="1"/>
              </p:cNvSpPr>
              <p:nvPr/>
            </p:nvSpPr>
            <p:spPr bwMode="auto">
              <a:xfrm>
                <a:off x="3374801" y="4120015"/>
                <a:ext cx="1208262" cy="298415"/>
              </a:xfrm>
              <a:prstGeom prst="rect">
                <a:avLst/>
              </a:prstGeom>
              <a:noFill/>
              <a:ln w="9525">
                <a:noFill/>
                <a:miter lim="800000"/>
                <a:headEnd/>
                <a:tailEnd/>
              </a:ln>
            </p:spPr>
            <p:txBody>
              <a:bodyPr wrap="square" lIns="0" tIns="0" rIns="0" bIns="0">
                <a:spAutoFit/>
              </a:bodyPr>
              <a:lstStyle/>
              <a:p>
                <a:pPr algn="l"/>
                <a14:m>
                  <m:oMathPara xmlns:m="http://schemas.openxmlformats.org/officeDocument/2006/math">
                    <m:oMathParaPr>
                      <m:jc m:val="centerGroup"/>
                    </m:oMathParaPr>
                    <m:oMath xmlns:m="http://schemas.openxmlformats.org/officeDocument/2006/math">
                      <m:sSub>
                        <m:sSubPr>
                          <m:ctrlPr>
                            <a:rPr lang="en-US" altLang="zh-CN" sz="1800" b="0" i="1" smtClean="0">
                              <a:solidFill>
                                <a:schemeClr val="tx1"/>
                              </a:solidFill>
                              <a:latin typeface="Cambria Math" panose="02040503050406030204" pitchFamily="18" charset="0"/>
                            </a:rPr>
                          </m:ctrlPr>
                        </m:sSubPr>
                        <m:e>
                          <m:r>
                            <a:rPr lang="en-US" altLang="zh-CN" sz="1800" b="0" i="1" smtClean="0">
                              <a:solidFill>
                                <a:schemeClr val="tx1"/>
                              </a:solidFill>
                              <a:latin typeface="Cambria Math" panose="02040503050406030204" pitchFamily="18" charset="0"/>
                            </a:rPr>
                            <m:t>𝑡</m:t>
                          </m:r>
                        </m:e>
                        <m:sub>
                          <m:r>
                            <a:rPr lang="en-US" altLang="zh-CN" sz="1800" b="0" i="1" smtClean="0">
                              <a:solidFill>
                                <a:schemeClr val="tx1"/>
                              </a:solidFill>
                              <a:latin typeface="Cambria Math" panose="02040503050406030204" pitchFamily="18" charset="0"/>
                            </a:rPr>
                            <m:t>𝑐𝑙𝑘</m:t>
                          </m:r>
                          <m:r>
                            <a:rPr lang="en-US" altLang="zh-CN" sz="1800" b="0" i="1" smtClean="0">
                              <a:solidFill>
                                <a:schemeClr val="tx1"/>
                              </a:solidFill>
                              <a:latin typeface="Cambria Math" panose="02040503050406030204" pitchFamily="18" charset="0"/>
                            </a:rPr>
                            <m:t>−</m:t>
                          </m:r>
                          <m:r>
                            <a:rPr lang="en-US" altLang="zh-CN" sz="1800" b="0" i="1" smtClean="0">
                              <a:solidFill>
                                <a:schemeClr val="tx1"/>
                              </a:solidFill>
                              <a:latin typeface="Cambria Math" panose="02040503050406030204" pitchFamily="18" charset="0"/>
                            </a:rPr>
                            <m:t>𝑞</m:t>
                          </m:r>
                        </m:sub>
                      </m:sSub>
                    </m:oMath>
                  </m:oMathPara>
                </a14:m>
                <a:endParaRPr lang="en-US" altLang="zh-CN" sz="1800" b="0" dirty="0">
                  <a:solidFill>
                    <a:schemeClr val="tx1"/>
                  </a:solidFill>
                  <a:latin typeface="Arial" panose="020B0604020202020204" pitchFamily="34" charset="0"/>
                  <a:ea typeface="STHeiti" panose="02010600040101010101" pitchFamily="2" charset="-122"/>
                  <a:cs typeface="Arial" panose="020B0604020202020204" pitchFamily="34" charset="0"/>
                </a:endParaRPr>
              </a:p>
            </p:txBody>
          </p:sp>
        </mc:Choice>
        <mc:Fallback xmlns="">
          <p:sp>
            <p:nvSpPr>
              <p:cNvPr id="118" name="Rectangle 7">
                <a:extLst>
                  <a:ext uri="{FF2B5EF4-FFF2-40B4-BE49-F238E27FC236}">
                    <a16:creationId xmlns:a16="http://schemas.microsoft.com/office/drawing/2014/main" id="{F4E00EB4-6A84-424F-B3CE-2A45C4F54D69}"/>
                  </a:ext>
                </a:extLst>
              </p:cNvPr>
              <p:cNvSpPr>
                <a:spLocks noRot="1" noChangeAspect="1" noMove="1" noResize="1" noEditPoints="1" noAdjustHandles="1" noChangeArrowheads="1" noChangeShapeType="1" noTextEdit="1"/>
              </p:cNvSpPr>
              <p:nvPr/>
            </p:nvSpPr>
            <p:spPr bwMode="auto">
              <a:xfrm>
                <a:off x="3374801" y="4120015"/>
                <a:ext cx="1208262" cy="298415"/>
              </a:xfrm>
              <a:prstGeom prst="rect">
                <a:avLst/>
              </a:prstGeom>
              <a:blipFill>
                <a:blip r:embed="rId7"/>
                <a:stretch>
                  <a:fillRect b="-20408"/>
                </a:stretch>
              </a:blipFill>
              <a:ln w="9525">
                <a:noFill/>
                <a:miter lim="800000"/>
                <a:headEnd/>
                <a:tailEnd/>
              </a:ln>
            </p:spPr>
            <p:txBody>
              <a:bodyPr/>
              <a:lstStyle/>
              <a:p>
                <a:r>
                  <a:rPr lang="zh-CN" altLang="en-US">
                    <a:noFill/>
                  </a:rPr>
                  <a:t> </a:t>
                </a:r>
              </a:p>
            </p:txBody>
          </p:sp>
        </mc:Fallback>
      </mc:AlternateContent>
      <p:sp>
        <p:nvSpPr>
          <p:cNvPr id="119" name="线形标注 2 (无边框) 118">
            <a:extLst>
              <a:ext uri="{FF2B5EF4-FFF2-40B4-BE49-F238E27FC236}">
                <a16:creationId xmlns:a16="http://schemas.microsoft.com/office/drawing/2014/main" id="{1284DD12-1B49-B140-A7BB-2AED29F41BC5}"/>
              </a:ext>
            </a:extLst>
          </p:cNvPr>
          <p:cNvSpPr/>
          <p:nvPr/>
        </p:nvSpPr>
        <p:spPr bwMode="auto">
          <a:xfrm>
            <a:off x="3637433" y="4241754"/>
            <a:ext cx="306197" cy="240428"/>
          </a:xfrm>
          <a:prstGeom prst="callout2">
            <a:avLst>
              <a:gd name="adj1" fmla="val 20934"/>
              <a:gd name="adj2" fmla="val -2024"/>
              <a:gd name="adj3" fmla="val 22884"/>
              <a:gd name="adj4" fmla="val -78341"/>
              <a:gd name="adj5" fmla="val 104232"/>
              <a:gd name="adj6" fmla="val -124571"/>
            </a:avLst>
          </a:prstGeom>
          <a:noFill/>
          <a:ln w="9525">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4600" b="1" i="0" u="none" strike="noStrike" cap="none" normalizeH="0" baseline="0">
              <a:ln>
                <a:noFill/>
              </a:ln>
              <a:solidFill>
                <a:srgbClr val="FF3300"/>
              </a:solidFill>
              <a:effectLst/>
              <a:latin typeface="Arial" panose="020B0604020202020204" pitchFamily="34" charset="0"/>
              <a:ea typeface="STHeiti" panose="02010600040101010101" pitchFamily="2" charset="-122"/>
              <a:cs typeface="Arial" panose="020B0604020202020204" pitchFamily="34" charset="0"/>
            </a:endParaRPr>
          </a:p>
        </p:txBody>
      </p:sp>
      <p:cxnSp>
        <p:nvCxnSpPr>
          <p:cNvPr id="4" name="直线连接符 3">
            <a:extLst>
              <a:ext uri="{FF2B5EF4-FFF2-40B4-BE49-F238E27FC236}">
                <a16:creationId xmlns:a16="http://schemas.microsoft.com/office/drawing/2014/main" id="{0F2B3B74-FE74-7247-9519-4679892B1A96}"/>
              </a:ext>
            </a:extLst>
          </p:cNvPr>
          <p:cNvCxnSpPr>
            <a:cxnSpLocks/>
            <a:stCxn id="63" idx="3"/>
          </p:cNvCxnSpPr>
          <p:nvPr/>
        </p:nvCxnSpPr>
        <p:spPr bwMode="auto">
          <a:xfrm>
            <a:off x="2191030" y="4529544"/>
            <a:ext cx="877341" cy="55600"/>
          </a:xfrm>
          <a:prstGeom prst="line">
            <a:avLst/>
          </a:prstGeom>
          <a:ln w="28575">
            <a:solidFill>
              <a:srgbClr val="7030A0"/>
            </a:solidFill>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63" name="Text Box 6">
            <a:extLst>
              <a:ext uri="{FF2B5EF4-FFF2-40B4-BE49-F238E27FC236}">
                <a16:creationId xmlns:a16="http://schemas.microsoft.com/office/drawing/2014/main" id="{A808DD66-2656-BF4F-9D2A-9D0D77F0CA5F}"/>
              </a:ext>
            </a:extLst>
          </p:cNvPr>
          <p:cNvSpPr txBox="1">
            <a:spLocks noChangeArrowheads="1"/>
          </p:cNvSpPr>
          <p:nvPr/>
        </p:nvSpPr>
        <p:spPr bwMode="auto">
          <a:xfrm>
            <a:off x="100445" y="4344878"/>
            <a:ext cx="2090585" cy="369332"/>
          </a:xfrm>
          <a:prstGeom prst="rect">
            <a:avLst/>
          </a:prstGeom>
          <a:noFill/>
          <a:ln w="19050" cap="sq" algn="ctr">
            <a:noFill/>
            <a:miter lim="800000"/>
            <a:headEnd type="none" w="sm" len="sm"/>
            <a:tailEnd type="none" w="sm" len="sm"/>
          </a:ln>
          <a:effectLst/>
        </p:spPr>
        <p:txBody>
          <a:bodyPr wrap="square">
            <a:spAutoFit/>
          </a:bodyPr>
          <a:lstStyle/>
          <a:p>
            <a:r>
              <a:rPr lang="en-US" altLang="zh-CN" sz="1800" dirty="0">
                <a:solidFill>
                  <a:srgbClr val="7030A0"/>
                </a:solidFill>
                <a:latin typeface="Arial" panose="020B0604020202020204" pitchFamily="34" charset="0"/>
                <a:ea typeface="STHeiti" panose="02010600040101010101" pitchFamily="2" charset="-122"/>
                <a:cs typeface="Arial" panose="020B0604020202020204" pitchFamily="34" charset="0"/>
              </a:rPr>
              <a:t>1. DFF-1 </a:t>
            </a:r>
            <a:r>
              <a:rPr lang="zh-CN" altLang="en-US" sz="1800" dirty="0">
                <a:solidFill>
                  <a:srgbClr val="7030A0"/>
                </a:solidFill>
                <a:latin typeface="+mj-ea"/>
                <a:ea typeface="+mj-ea"/>
                <a:cs typeface="Arial" panose="020B0604020202020204" pitchFamily="34" charset="0"/>
              </a:rPr>
              <a:t>开始采样</a:t>
            </a:r>
            <a:endParaRPr lang="en-US" altLang="zh-CN" sz="1800" dirty="0">
              <a:solidFill>
                <a:srgbClr val="7030A0"/>
              </a:solidFill>
              <a:latin typeface="+mj-ea"/>
              <a:ea typeface="+mj-ea"/>
              <a:cs typeface="Arial" panose="020B0604020202020204" pitchFamily="34" charset="0"/>
            </a:endParaRPr>
          </a:p>
        </p:txBody>
      </p:sp>
      <p:cxnSp>
        <p:nvCxnSpPr>
          <p:cNvPr id="66" name="直线连接符 65">
            <a:extLst>
              <a:ext uri="{FF2B5EF4-FFF2-40B4-BE49-F238E27FC236}">
                <a16:creationId xmlns:a16="http://schemas.microsoft.com/office/drawing/2014/main" id="{2068D690-610F-4A44-A0C2-5C70E2607635}"/>
              </a:ext>
            </a:extLst>
          </p:cNvPr>
          <p:cNvCxnSpPr>
            <a:cxnSpLocks/>
            <a:stCxn id="67" idx="3"/>
          </p:cNvCxnSpPr>
          <p:nvPr/>
        </p:nvCxnSpPr>
        <p:spPr bwMode="auto">
          <a:xfrm flipV="1">
            <a:off x="2090153" y="4903827"/>
            <a:ext cx="1351450" cy="450830"/>
          </a:xfrm>
          <a:prstGeom prst="line">
            <a:avLst/>
          </a:prstGeom>
          <a:ln w="28575">
            <a:solidFill>
              <a:srgbClr val="7030A0"/>
            </a:solidFill>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67" name="Text Box 6">
            <a:extLst>
              <a:ext uri="{FF2B5EF4-FFF2-40B4-BE49-F238E27FC236}">
                <a16:creationId xmlns:a16="http://schemas.microsoft.com/office/drawing/2014/main" id="{67D870CD-DE1D-B24C-AD0F-6C4D44ABE388}"/>
              </a:ext>
            </a:extLst>
          </p:cNvPr>
          <p:cNvSpPr txBox="1">
            <a:spLocks noChangeArrowheads="1"/>
          </p:cNvSpPr>
          <p:nvPr/>
        </p:nvSpPr>
        <p:spPr bwMode="auto">
          <a:xfrm>
            <a:off x="100445" y="5169991"/>
            <a:ext cx="1989708" cy="369332"/>
          </a:xfrm>
          <a:prstGeom prst="rect">
            <a:avLst/>
          </a:prstGeom>
          <a:noFill/>
          <a:ln w="19050" cap="sq" algn="ctr">
            <a:noFill/>
            <a:miter lim="800000"/>
            <a:headEnd type="none" w="sm" len="sm"/>
            <a:tailEnd type="none" w="sm" len="sm"/>
          </a:ln>
          <a:effectLst/>
        </p:spPr>
        <p:txBody>
          <a:bodyPr wrap="square">
            <a:spAutoFit/>
          </a:bodyPr>
          <a:lstStyle/>
          <a:p>
            <a:r>
              <a:rPr lang="en-US" altLang="zh-CN" sz="1800" dirty="0">
                <a:solidFill>
                  <a:srgbClr val="7030A0"/>
                </a:solidFill>
                <a:latin typeface="Arial" panose="020B0604020202020204" pitchFamily="34" charset="0"/>
                <a:ea typeface="STHeiti" panose="02010600040101010101" pitchFamily="2" charset="-122"/>
                <a:cs typeface="Arial" panose="020B0604020202020204" pitchFamily="34" charset="0"/>
              </a:rPr>
              <a:t>2. DFF-1 Q</a:t>
            </a:r>
            <a:r>
              <a:rPr lang="en-US" altLang="zh-CN" sz="1800" baseline="-25000" dirty="0">
                <a:solidFill>
                  <a:srgbClr val="7030A0"/>
                </a:solidFill>
                <a:latin typeface="Arial" panose="020B0604020202020204" pitchFamily="34" charset="0"/>
                <a:ea typeface="STHeiti" panose="02010600040101010101" pitchFamily="2" charset="-122"/>
                <a:cs typeface="Arial" panose="020B0604020202020204" pitchFamily="34" charset="0"/>
              </a:rPr>
              <a:t>1</a:t>
            </a:r>
            <a:r>
              <a:rPr lang="zh-CN" altLang="en-US" dirty="0">
                <a:solidFill>
                  <a:srgbClr val="7030A0"/>
                </a:solidFill>
                <a:latin typeface="+mj-ea"/>
                <a:ea typeface="+mj-ea"/>
                <a:cs typeface="Arial" panose="020B0604020202020204" pitchFamily="34" charset="0"/>
              </a:rPr>
              <a:t>更新</a:t>
            </a:r>
            <a:endParaRPr lang="en-US" altLang="zh-CN" dirty="0">
              <a:solidFill>
                <a:srgbClr val="7030A0"/>
              </a:solidFill>
              <a:latin typeface="+mj-ea"/>
              <a:ea typeface="+mj-ea"/>
              <a:cs typeface="Arial" panose="020B0604020202020204" pitchFamily="34" charset="0"/>
            </a:endParaRPr>
          </a:p>
        </p:txBody>
      </p:sp>
      <p:cxnSp>
        <p:nvCxnSpPr>
          <p:cNvPr id="68" name="直线连接符 67">
            <a:extLst>
              <a:ext uri="{FF2B5EF4-FFF2-40B4-BE49-F238E27FC236}">
                <a16:creationId xmlns:a16="http://schemas.microsoft.com/office/drawing/2014/main" id="{8C506E4F-EBC6-4946-8B86-84352FAACBFA}"/>
              </a:ext>
            </a:extLst>
          </p:cNvPr>
          <p:cNvCxnSpPr>
            <a:cxnSpLocks/>
            <a:endCxn id="69" idx="1"/>
          </p:cNvCxnSpPr>
          <p:nvPr/>
        </p:nvCxnSpPr>
        <p:spPr bwMode="auto">
          <a:xfrm flipV="1">
            <a:off x="5236374" y="5020207"/>
            <a:ext cx="1586881" cy="372666"/>
          </a:xfrm>
          <a:prstGeom prst="line">
            <a:avLst/>
          </a:prstGeom>
          <a:ln w="28575">
            <a:solidFill>
              <a:srgbClr val="7030A0"/>
            </a:solidFill>
            <a:headEnd type="triangle" w="med" len="med"/>
            <a:tailEnd type="none" w="med" len="med"/>
          </a:ln>
        </p:spPr>
        <p:style>
          <a:lnRef idx="1">
            <a:schemeClr val="dk1"/>
          </a:lnRef>
          <a:fillRef idx="0">
            <a:schemeClr val="dk1"/>
          </a:fillRef>
          <a:effectRef idx="0">
            <a:schemeClr val="dk1"/>
          </a:effectRef>
          <a:fontRef idx="minor">
            <a:schemeClr val="tx1"/>
          </a:fontRef>
        </p:style>
      </p:cxnSp>
      <p:sp>
        <p:nvSpPr>
          <p:cNvPr id="69" name="Text Box 6">
            <a:extLst>
              <a:ext uri="{FF2B5EF4-FFF2-40B4-BE49-F238E27FC236}">
                <a16:creationId xmlns:a16="http://schemas.microsoft.com/office/drawing/2014/main" id="{CAF518A8-6696-A74C-93E9-8F7A849EAA4C}"/>
              </a:ext>
            </a:extLst>
          </p:cNvPr>
          <p:cNvSpPr txBox="1">
            <a:spLocks noChangeArrowheads="1"/>
          </p:cNvSpPr>
          <p:nvPr/>
        </p:nvSpPr>
        <p:spPr bwMode="auto">
          <a:xfrm>
            <a:off x="6823255" y="4697041"/>
            <a:ext cx="1552280" cy="646331"/>
          </a:xfrm>
          <a:prstGeom prst="rect">
            <a:avLst/>
          </a:prstGeom>
          <a:noFill/>
          <a:ln w="19050" cap="sq" algn="ctr">
            <a:noFill/>
            <a:miter lim="800000"/>
            <a:headEnd type="none" w="sm" len="sm"/>
            <a:tailEnd type="none" w="sm" len="sm"/>
          </a:ln>
          <a:effectLst/>
        </p:spPr>
        <p:txBody>
          <a:bodyPr wrap="square">
            <a:spAutoFit/>
          </a:bodyPr>
          <a:lstStyle/>
          <a:p>
            <a:r>
              <a:rPr lang="en-US" altLang="zh-CN" sz="1800" dirty="0">
                <a:solidFill>
                  <a:srgbClr val="7030A0"/>
                </a:solidFill>
                <a:latin typeface="Arial" panose="020B0604020202020204" pitchFamily="34" charset="0"/>
                <a:ea typeface="STHeiti" panose="02010600040101010101" pitchFamily="2" charset="-122"/>
                <a:cs typeface="Arial" panose="020B0604020202020204" pitchFamily="34" charset="0"/>
              </a:rPr>
              <a:t>3. </a:t>
            </a:r>
            <a:r>
              <a:rPr lang="zh-CN" altLang="en-US" dirty="0">
                <a:solidFill>
                  <a:srgbClr val="7030A0"/>
                </a:solidFill>
                <a:latin typeface="+mj-ea"/>
                <a:ea typeface="+mj-ea"/>
                <a:cs typeface="Arial" panose="020B0604020202020204" pitchFamily="34" charset="0"/>
              </a:rPr>
              <a:t>组合逻辑结果给到</a:t>
            </a:r>
            <a:r>
              <a:rPr lang="en-US" altLang="zh-CN" sz="1800" dirty="0">
                <a:solidFill>
                  <a:srgbClr val="7030A0"/>
                </a:solidFill>
                <a:latin typeface="Arial" panose="020B0604020202020204" pitchFamily="34" charset="0"/>
                <a:ea typeface="STHeiti" panose="02010600040101010101" pitchFamily="2" charset="-122"/>
                <a:cs typeface="Arial" panose="020B0604020202020204" pitchFamily="34" charset="0"/>
              </a:rPr>
              <a:t>D2</a:t>
            </a:r>
          </a:p>
        </p:txBody>
      </p:sp>
      <p:sp>
        <p:nvSpPr>
          <p:cNvPr id="72" name="Text Box 6">
            <a:extLst>
              <a:ext uri="{FF2B5EF4-FFF2-40B4-BE49-F238E27FC236}">
                <a16:creationId xmlns:a16="http://schemas.microsoft.com/office/drawing/2014/main" id="{4975AB02-D3A6-B540-B24B-4CC13DED8052}"/>
              </a:ext>
            </a:extLst>
          </p:cNvPr>
          <p:cNvSpPr txBox="1">
            <a:spLocks noChangeArrowheads="1"/>
          </p:cNvSpPr>
          <p:nvPr/>
        </p:nvSpPr>
        <p:spPr bwMode="auto">
          <a:xfrm>
            <a:off x="6823255" y="3789379"/>
            <a:ext cx="2133599" cy="369332"/>
          </a:xfrm>
          <a:prstGeom prst="rect">
            <a:avLst/>
          </a:prstGeom>
          <a:noFill/>
          <a:ln w="19050" cap="sq" algn="ctr">
            <a:noFill/>
            <a:miter lim="800000"/>
            <a:headEnd type="none" w="sm" len="sm"/>
            <a:tailEnd type="none" w="sm" len="sm"/>
          </a:ln>
          <a:effectLst/>
        </p:spPr>
        <p:txBody>
          <a:bodyPr wrap="square">
            <a:spAutoFit/>
          </a:bodyPr>
          <a:lstStyle/>
          <a:p>
            <a:r>
              <a:rPr lang="en-US" altLang="zh-CN" sz="1800" dirty="0">
                <a:solidFill>
                  <a:srgbClr val="7030A0"/>
                </a:solidFill>
                <a:latin typeface="Arial" panose="020B0604020202020204" pitchFamily="34" charset="0"/>
                <a:ea typeface="STHeiti" panose="02010600040101010101" pitchFamily="2" charset="-122"/>
                <a:cs typeface="Arial" panose="020B0604020202020204" pitchFamily="34" charset="0"/>
              </a:rPr>
              <a:t>4. DFF-2 </a:t>
            </a:r>
            <a:r>
              <a:rPr lang="zh-CN" altLang="en-US" dirty="0">
                <a:solidFill>
                  <a:srgbClr val="7030A0"/>
                </a:solidFill>
                <a:latin typeface="+mj-ea"/>
                <a:ea typeface="+mj-ea"/>
                <a:cs typeface="Arial" panose="020B0604020202020204" pitchFamily="34" charset="0"/>
              </a:rPr>
              <a:t>开始采样</a:t>
            </a:r>
            <a:endParaRPr lang="en-US" altLang="zh-CN" dirty="0">
              <a:solidFill>
                <a:srgbClr val="7030A0"/>
              </a:solidFill>
              <a:latin typeface="+mj-ea"/>
              <a:ea typeface="+mj-ea"/>
              <a:cs typeface="Arial" panose="020B0604020202020204" pitchFamily="34" charset="0"/>
            </a:endParaRPr>
          </a:p>
        </p:txBody>
      </p:sp>
      <p:cxnSp>
        <p:nvCxnSpPr>
          <p:cNvPr id="73" name="直线连接符 72">
            <a:extLst>
              <a:ext uri="{FF2B5EF4-FFF2-40B4-BE49-F238E27FC236}">
                <a16:creationId xmlns:a16="http://schemas.microsoft.com/office/drawing/2014/main" id="{2FCF2ECD-E263-5F4F-82AF-BBD19FA91312}"/>
              </a:ext>
            </a:extLst>
          </p:cNvPr>
          <p:cNvCxnSpPr>
            <a:cxnSpLocks/>
            <a:endCxn id="72" idx="1"/>
          </p:cNvCxnSpPr>
          <p:nvPr/>
        </p:nvCxnSpPr>
        <p:spPr bwMode="auto">
          <a:xfrm flipV="1">
            <a:off x="5688190" y="3974045"/>
            <a:ext cx="1135065" cy="304928"/>
          </a:xfrm>
          <a:prstGeom prst="line">
            <a:avLst/>
          </a:prstGeom>
          <a:ln w="28575">
            <a:solidFill>
              <a:srgbClr val="7030A0"/>
            </a:solidFill>
            <a:headEnd type="triangle" w="med" len="med"/>
            <a:tailEnd type="none" w="med" len="med"/>
          </a:ln>
        </p:spPr>
        <p:style>
          <a:lnRef idx="1">
            <a:schemeClr val="dk1"/>
          </a:lnRef>
          <a:fillRef idx="0">
            <a:schemeClr val="dk1"/>
          </a:fillRef>
          <a:effectRef idx="0">
            <a:schemeClr val="dk1"/>
          </a:effectRef>
          <a:fontRef idx="minor">
            <a:schemeClr val="tx1"/>
          </a:fontRef>
        </p:style>
      </p:cxnSp>
      <p:sp>
        <p:nvSpPr>
          <p:cNvPr id="5" name="Cloud 4">
            <a:extLst>
              <a:ext uri="{FF2B5EF4-FFF2-40B4-BE49-F238E27FC236}">
                <a16:creationId xmlns:a16="http://schemas.microsoft.com/office/drawing/2014/main" id="{3E693F70-A223-914E-B986-7338E32BF94D}"/>
              </a:ext>
            </a:extLst>
          </p:cNvPr>
          <p:cNvSpPr/>
          <p:nvPr/>
        </p:nvSpPr>
        <p:spPr>
          <a:xfrm>
            <a:off x="4947259" y="1337053"/>
            <a:ext cx="3589802" cy="610702"/>
          </a:xfrm>
          <a:prstGeom prst="rect">
            <a:avLst/>
          </a:prstGeom>
          <a:solidFill>
            <a:schemeClr val="bg1">
              <a:lumMod val="85000"/>
            </a:schemeClr>
          </a:solidFill>
          <a:ln>
            <a:noFill/>
          </a:ln>
        </p:spPr>
        <p:style>
          <a:lnRef idx="2">
            <a:schemeClr val="dk1"/>
          </a:lnRef>
          <a:fillRef idx="1">
            <a:schemeClr val="lt1"/>
          </a:fillRef>
          <a:effectRef idx="0">
            <a:schemeClr val="dk1"/>
          </a:effectRef>
          <a:fontRef idx="minor">
            <a:schemeClr val="dk1"/>
          </a:fontRef>
        </p:style>
        <p:txBody>
          <a:bodyPr wrap="square" rtlCol="0" anchor="ctr">
            <a:noAutofit/>
          </a:bodyPr>
          <a:lstStyle/>
          <a:p>
            <a:pPr algn="ctr"/>
            <a:r>
              <a:rPr lang="LID4096" dirty="0">
                <a:solidFill>
                  <a:schemeClr val="tx1"/>
                </a:solidFill>
                <a:latin typeface="Arial" panose="020B0604020202020204" pitchFamily="34" charset="0"/>
                <a:ea typeface="SimHei" panose="02010609060101010101" pitchFamily="49" charset="-122"/>
                <a:cs typeface="Arial" panose="020B0604020202020204" pitchFamily="34" charset="0"/>
              </a:rPr>
              <a:t>后级DFF的输入信号D必须在触发时钟</a:t>
            </a:r>
            <a:r>
              <a:rPr lang="LID4096" dirty="0">
                <a:solidFill>
                  <a:srgbClr val="0432FF"/>
                </a:solidFill>
                <a:latin typeface="Arial" panose="020B0604020202020204" pitchFamily="34" charset="0"/>
                <a:ea typeface="SimHei" panose="02010609060101010101" pitchFamily="49" charset="-122"/>
                <a:cs typeface="Arial" panose="020B0604020202020204" pitchFamily="34" charset="0"/>
              </a:rPr>
              <a:t>到来前</a:t>
            </a:r>
            <a:r>
              <a:rPr lang="LID4096" dirty="0">
                <a:solidFill>
                  <a:schemeClr val="tx1"/>
                </a:solidFill>
                <a:latin typeface="Arial" panose="020B0604020202020204" pitchFamily="34" charset="0"/>
                <a:ea typeface="SimHei" panose="02010609060101010101" pitchFamily="49" charset="-122"/>
                <a:cs typeface="Arial" panose="020B0604020202020204" pitchFamily="34" charset="0"/>
              </a:rPr>
              <a:t>已经稳定</a:t>
            </a:r>
            <a:r>
              <a:rPr lang="LID4096" dirty="0">
                <a:solidFill>
                  <a:srgbClr val="0432FF"/>
                </a:solidFill>
                <a:latin typeface="Arial" panose="020B0604020202020204" pitchFamily="34" charset="0"/>
                <a:ea typeface="SimHei" panose="02010609060101010101" pitchFamily="49" charset="-122"/>
                <a:cs typeface="Arial" panose="020B0604020202020204" pitchFamily="34" charset="0"/>
              </a:rPr>
              <a:t>t</a:t>
            </a:r>
            <a:r>
              <a:rPr lang="LID4096" baseline="-25000" dirty="0">
                <a:solidFill>
                  <a:srgbClr val="0432FF"/>
                </a:solidFill>
                <a:latin typeface="Arial" panose="020B0604020202020204" pitchFamily="34" charset="0"/>
                <a:ea typeface="SimHei" panose="02010609060101010101" pitchFamily="49" charset="-122"/>
                <a:cs typeface="Arial" panose="020B0604020202020204" pitchFamily="34" charset="0"/>
              </a:rPr>
              <a:t>su</a:t>
            </a:r>
            <a:r>
              <a:rPr lang="LID4096" dirty="0">
                <a:solidFill>
                  <a:schemeClr val="tx1"/>
                </a:solidFill>
                <a:latin typeface="Arial" panose="020B0604020202020204" pitchFamily="34" charset="0"/>
                <a:ea typeface="SimHei" panose="02010609060101010101" pitchFamily="49" charset="-122"/>
                <a:cs typeface="Arial" panose="020B0604020202020204" pitchFamily="34" charset="0"/>
              </a:rPr>
              <a:t>时间</a:t>
            </a:r>
          </a:p>
        </p:txBody>
      </p:sp>
      <p:grpSp>
        <p:nvGrpSpPr>
          <p:cNvPr id="32" name="组合 31">
            <a:extLst>
              <a:ext uri="{FF2B5EF4-FFF2-40B4-BE49-F238E27FC236}">
                <a16:creationId xmlns:a16="http://schemas.microsoft.com/office/drawing/2014/main" id="{77CDA26E-71E8-4157-96F0-C0CCCFBC533D}"/>
              </a:ext>
            </a:extLst>
          </p:cNvPr>
          <p:cNvGrpSpPr>
            <a:grpSpLocks noChangeAspect="1"/>
          </p:cNvGrpSpPr>
          <p:nvPr/>
        </p:nvGrpSpPr>
        <p:grpSpPr>
          <a:xfrm>
            <a:off x="1154214" y="2054542"/>
            <a:ext cx="6835572" cy="1501407"/>
            <a:chOff x="-7919293" y="517217"/>
            <a:chExt cx="6835572" cy="1501407"/>
          </a:xfrm>
        </p:grpSpPr>
        <p:sp>
          <p:nvSpPr>
            <p:cNvPr id="11" name="Rectangle 6">
              <a:extLst>
                <a:ext uri="{FF2B5EF4-FFF2-40B4-BE49-F238E27FC236}">
                  <a16:creationId xmlns:a16="http://schemas.microsoft.com/office/drawing/2014/main" id="{12E4B8E1-29A1-FA47-86CE-04F87B2A30D4}"/>
                </a:ext>
              </a:extLst>
            </p:cNvPr>
            <p:cNvSpPr>
              <a:spLocks noChangeArrowheads="1"/>
            </p:cNvSpPr>
            <p:nvPr/>
          </p:nvSpPr>
          <p:spPr bwMode="auto">
            <a:xfrm>
              <a:off x="-6963821" y="669688"/>
              <a:ext cx="777875" cy="985863"/>
            </a:xfrm>
            <a:prstGeom prst="rect">
              <a:avLst/>
            </a:prstGeom>
            <a:noFill/>
            <a:ln w="17463" cap="rnd">
              <a:solidFill>
                <a:srgbClr val="000000"/>
              </a:solidFill>
              <a:round/>
              <a:headEnd/>
              <a:tailEnd/>
            </a:ln>
          </p:spPr>
          <p:txBody>
            <a:bodyPr/>
            <a:lstStyle/>
            <a:p>
              <a:endParaRPr lang="zh-CN" altLang="en-US" sz="4400">
                <a:latin typeface="Arial" panose="020B0604020202020204" pitchFamily="34" charset="0"/>
                <a:ea typeface="STHeiti" panose="02010600040101010101" pitchFamily="2" charset="-122"/>
                <a:cs typeface="Arial" panose="020B0604020202020204" pitchFamily="34" charset="0"/>
              </a:endParaRPr>
            </a:p>
          </p:txBody>
        </p:sp>
        <p:sp>
          <p:nvSpPr>
            <p:cNvPr id="12" name="Rectangle 7">
              <a:extLst>
                <a:ext uri="{FF2B5EF4-FFF2-40B4-BE49-F238E27FC236}">
                  <a16:creationId xmlns:a16="http://schemas.microsoft.com/office/drawing/2014/main" id="{465FDFAF-3AE5-A140-84AC-B6B814824C98}"/>
                </a:ext>
              </a:extLst>
            </p:cNvPr>
            <p:cNvSpPr>
              <a:spLocks noChangeArrowheads="1"/>
            </p:cNvSpPr>
            <p:nvPr/>
          </p:nvSpPr>
          <p:spPr bwMode="auto">
            <a:xfrm>
              <a:off x="-6900321" y="772875"/>
              <a:ext cx="190759" cy="307777"/>
            </a:xfrm>
            <a:prstGeom prst="rect">
              <a:avLst/>
            </a:prstGeom>
            <a:noFill/>
            <a:ln w="9525">
              <a:noFill/>
              <a:miter lim="800000"/>
              <a:headEnd/>
              <a:tailEnd/>
            </a:ln>
          </p:spPr>
          <p:txBody>
            <a:bodyPr wrap="none" lIns="0" tIns="0" rIns="0" bIns="0">
              <a:spAutoFit/>
            </a:bodyPr>
            <a:lstStyle/>
            <a:p>
              <a:pPr algn="l"/>
              <a:r>
                <a:rPr lang="en-US" altLang="zh-CN" sz="2000" b="0" i="1" dirty="0">
                  <a:solidFill>
                    <a:srgbClr val="000000"/>
                  </a:solidFill>
                  <a:latin typeface="Arial" panose="020B0604020202020204" pitchFamily="34" charset="0"/>
                  <a:ea typeface="STHeiti" panose="02010600040101010101" pitchFamily="2" charset="-122"/>
                  <a:cs typeface="Arial" panose="020B0604020202020204" pitchFamily="34" charset="0"/>
                </a:rPr>
                <a:t>D</a:t>
              </a:r>
              <a:endParaRPr lang="en-US" altLang="zh-CN" sz="1600" b="0" dirty="0">
                <a:solidFill>
                  <a:schemeClr val="tx1"/>
                </a:solidFill>
                <a:latin typeface="Arial" panose="020B0604020202020204" pitchFamily="34" charset="0"/>
                <a:ea typeface="STHeiti" panose="02010600040101010101" pitchFamily="2" charset="-122"/>
                <a:cs typeface="Arial" panose="020B0604020202020204" pitchFamily="34" charset="0"/>
              </a:endParaRPr>
            </a:p>
          </p:txBody>
        </p:sp>
        <p:sp>
          <p:nvSpPr>
            <p:cNvPr id="13" name="Rectangle 8">
              <a:extLst>
                <a:ext uri="{FF2B5EF4-FFF2-40B4-BE49-F238E27FC236}">
                  <a16:creationId xmlns:a16="http://schemas.microsoft.com/office/drawing/2014/main" id="{77D44CB2-D84C-AA4D-84A2-C056EC736242}"/>
                </a:ext>
              </a:extLst>
            </p:cNvPr>
            <p:cNvSpPr>
              <a:spLocks noChangeArrowheads="1"/>
            </p:cNvSpPr>
            <p:nvPr/>
          </p:nvSpPr>
          <p:spPr bwMode="auto">
            <a:xfrm>
              <a:off x="-6438359" y="772875"/>
              <a:ext cx="198772" cy="307777"/>
            </a:xfrm>
            <a:prstGeom prst="rect">
              <a:avLst/>
            </a:prstGeom>
            <a:noFill/>
            <a:ln w="9525">
              <a:noFill/>
              <a:miter lim="800000"/>
              <a:headEnd/>
              <a:tailEnd/>
            </a:ln>
          </p:spPr>
          <p:txBody>
            <a:bodyPr wrap="none" lIns="0" tIns="0" rIns="0" bIns="0">
              <a:spAutoFit/>
            </a:bodyPr>
            <a:lstStyle/>
            <a:p>
              <a:pPr algn="l"/>
              <a:r>
                <a:rPr lang="en-US" altLang="zh-CN" sz="2000" b="0" i="1">
                  <a:solidFill>
                    <a:srgbClr val="000000"/>
                  </a:solidFill>
                  <a:latin typeface="Arial" panose="020B0604020202020204" pitchFamily="34" charset="0"/>
                  <a:ea typeface="STHeiti" panose="02010600040101010101" pitchFamily="2" charset="-122"/>
                  <a:cs typeface="Arial" panose="020B0604020202020204" pitchFamily="34" charset="0"/>
                </a:rPr>
                <a:t>Q</a:t>
              </a:r>
              <a:endParaRPr lang="en-US" altLang="zh-CN" sz="1600" b="0">
                <a:solidFill>
                  <a:schemeClr val="tx1"/>
                </a:solidFill>
                <a:latin typeface="Arial" panose="020B0604020202020204" pitchFamily="34" charset="0"/>
                <a:ea typeface="STHeiti" panose="02010600040101010101" pitchFamily="2" charset="-122"/>
                <a:cs typeface="Arial" panose="020B0604020202020204" pitchFamily="34" charset="0"/>
              </a:endParaRPr>
            </a:p>
          </p:txBody>
        </p:sp>
        <p:sp>
          <p:nvSpPr>
            <p:cNvPr id="14" name="Line 9">
              <a:extLst>
                <a:ext uri="{FF2B5EF4-FFF2-40B4-BE49-F238E27FC236}">
                  <a16:creationId xmlns:a16="http://schemas.microsoft.com/office/drawing/2014/main" id="{130A4E25-89BD-D245-9F75-FF6662243CD0}"/>
                </a:ext>
              </a:extLst>
            </p:cNvPr>
            <p:cNvSpPr>
              <a:spLocks noChangeShapeType="1"/>
            </p:cNvSpPr>
            <p:nvPr/>
          </p:nvSpPr>
          <p:spPr bwMode="auto">
            <a:xfrm>
              <a:off x="-7336884" y="950675"/>
              <a:ext cx="357188" cy="0"/>
            </a:xfrm>
            <a:prstGeom prst="line">
              <a:avLst/>
            </a:prstGeom>
            <a:noFill/>
            <a:ln w="17463" cap="rnd">
              <a:solidFill>
                <a:srgbClr val="000000"/>
              </a:solidFill>
              <a:round/>
              <a:headEnd/>
              <a:tailEnd/>
            </a:ln>
          </p:spPr>
          <p:txBody>
            <a:bodyPr/>
            <a:lstStyle/>
            <a:p>
              <a:endParaRPr lang="zh-CN" altLang="en-US" sz="4400">
                <a:latin typeface="Arial" panose="020B0604020202020204" pitchFamily="34" charset="0"/>
                <a:ea typeface="STHeiti" panose="02010600040101010101" pitchFamily="2" charset="-122"/>
                <a:cs typeface="Arial" panose="020B0604020202020204" pitchFamily="34" charset="0"/>
              </a:endParaRPr>
            </a:p>
          </p:txBody>
        </p:sp>
        <p:sp>
          <p:nvSpPr>
            <p:cNvPr id="15" name="Line 10">
              <a:extLst>
                <a:ext uri="{FF2B5EF4-FFF2-40B4-BE49-F238E27FC236}">
                  <a16:creationId xmlns:a16="http://schemas.microsoft.com/office/drawing/2014/main" id="{89C98B9C-255C-5946-9AED-EBB1CC6BB0E4}"/>
                </a:ext>
              </a:extLst>
            </p:cNvPr>
            <p:cNvSpPr>
              <a:spLocks noChangeShapeType="1"/>
            </p:cNvSpPr>
            <p:nvPr/>
          </p:nvSpPr>
          <p:spPr bwMode="auto">
            <a:xfrm flipV="1">
              <a:off x="-6185945" y="950675"/>
              <a:ext cx="1119810" cy="0"/>
            </a:xfrm>
            <a:prstGeom prst="line">
              <a:avLst/>
            </a:prstGeom>
            <a:noFill/>
            <a:ln w="17463" cap="rnd">
              <a:solidFill>
                <a:srgbClr val="000000"/>
              </a:solidFill>
              <a:round/>
              <a:headEnd/>
              <a:tailEnd/>
            </a:ln>
          </p:spPr>
          <p:txBody>
            <a:bodyPr/>
            <a:lstStyle/>
            <a:p>
              <a:endParaRPr lang="zh-CN" altLang="en-US" sz="4400">
                <a:latin typeface="Arial" panose="020B0604020202020204" pitchFamily="34" charset="0"/>
                <a:ea typeface="STHeiti" panose="02010600040101010101" pitchFamily="2" charset="-122"/>
                <a:cs typeface="Arial" panose="020B0604020202020204" pitchFamily="34" charset="0"/>
              </a:endParaRPr>
            </a:p>
          </p:txBody>
        </p:sp>
        <p:sp>
          <p:nvSpPr>
            <p:cNvPr id="17" name="Rectangle 21">
              <a:extLst>
                <a:ext uri="{FF2B5EF4-FFF2-40B4-BE49-F238E27FC236}">
                  <a16:creationId xmlns:a16="http://schemas.microsoft.com/office/drawing/2014/main" id="{97DEF79E-72B1-0F41-A512-8E17D5C06F8C}"/>
                </a:ext>
              </a:extLst>
            </p:cNvPr>
            <p:cNvSpPr>
              <a:spLocks noChangeArrowheads="1"/>
            </p:cNvSpPr>
            <p:nvPr/>
          </p:nvSpPr>
          <p:spPr bwMode="auto">
            <a:xfrm>
              <a:off x="-6784582" y="1200040"/>
              <a:ext cx="185948" cy="307777"/>
            </a:xfrm>
            <a:prstGeom prst="rect">
              <a:avLst/>
            </a:prstGeom>
            <a:noFill/>
            <a:ln w="9525">
              <a:noFill/>
              <a:miter lim="800000"/>
              <a:headEnd/>
              <a:tailEnd/>
            </a:ln>
          </p:spPr>
          <p:txBody>
            <a:bodyPr wrap="none" lIns="0" tIns="0" rIns="0" bIns="0">
              <a:spAutoFit/>
            </a:bodyPr>
            <a:lstStyle/>
            <a:p>
              <a:pPr algn="l"/>
              <a:r>
                <a:rPr lang="en-US" altLang="zh-CN" sz="2000" b="0" i="1" dirty="0">
                  <a:solidFill>
                    <a:srgbClr val="000000"/>
                  </a:solidFill>
                  <a:latin typeface="Arial" panose="020B0604020202020204" pitchFamily="34" charset="0"/>
                  <a:ea typeface="STHeiti" panose="02010600040101010101" pitchFamily="2" charset="-122"/>
                  <a:cs typeface="Arial" panose="020B0604020202020204" pitchFamily="34" charset="0"/>
                </a:rPr>
                <a:t>C</a:t>
              </a:r>
              <a:endParaRPr lang="en-US" altLang="zh-CN" sz="1600" b="0" dirty="0">
                <a:solidFill>
                  <a:schemeClr val="tx1"/>
                </a:solidFill>
                <a:latin typeface="Arial" panose="020B0604020202020204" pitchFamily="34" charset="0"/>
                <a:ea typeface="STHeiti" panose="02010600040101010101" pitchFamily="2" charset="-122"/>
                <a:cs typeface="Arial" panose="020B0604020202020204" pitchFamily="34" charset="0"/>
              </a:endParaRPr>
            </a:p>
          </p:txBody>
        </p:sp>
        <p:sp>
          <p:nvSpPr>
            <p:cNvPr id="18" name="Line 23">
              <a:extLst>
                <a:ext uri="{FF2B5EF4-FFF2-40B4-BE49-F238E27FC236}">
                  <a16:creationId xmlns:a16="http://schemas.microsoft.com/office/drawing/2014/main" id="{19180DCD-8BD6-0248-9375-756AA4E540B3}"/>
                </a:ext>
              </a:extLst>
            </p:cNvPr>
            <p:cNvSpPr>
              <a:spLocks noChangeShapeType="1"/>
            </p:cNvSpPr>
            <p:nvPr/>
          </p:nvSpPr>
          <p:spPr bwMode="auto">
            <a:xfrm>
              <a:off x="-7327360" y="1352313"/>
              <a:ext cx="347663" cy="0"/>
            </a:xfrm>
            <a:prstGeom prst="line">
              <a:avLst/>
            </a:prstGeom>
            <a:noFill/>
            <a:ln w="17463" cap="rnd">
              <a:solidFill>
                <a:srgbClr val="000000"/>
              </a:solidFill>
              <a:round/>
              <a:headEnd/>
              <a:tailEnd/>
            </a:ln>
          </p:spPr>
          <p:txBody>
            <a:bodyPr/>
            <a:lstStyle/>
            <a:p>
              <a:endParaRPr lang="zh-CN" altLang="en-US" sz="4400">
                <a:latin typeface="Arial" panose="020B0604020202020204" pitchFamily="34" charset="0"/>
                <a:ea typeface="STHeiti" panose="02010600040101010101" pitchFamily="2" charset="-122"/>
                <a:cs typeface="Arial" panose="020B0604020202020204" pitchFamily="34" charset="0"/>
              </a:endParaRPr>
            </a:p>
          </p:txBody>
        </p:sp>
        <p:sp>
          <p:nvSpPr>
            <p:cNvPr id="19" name="Freeform 25">
              <a:extLst>
                <a:ext uri="{FF2B5EF4-FFF2-40B4-BE49-F238E27FC236}">
                  <a16:creationId xmlns:a16="http://schemas.microsoft.com/office/drawing/2014/main" id="{A237A902-BB1A-B741-B493-682EAB004A98}"/>
                </a:ext>
              </a:extLst>
            </p:cNvPr>
            <p:cNvSpPr>
              <a:spLocks/>
            </p:cNvSpPr>
            <p:nvPr/>
          </p:nvSpPr>
          <p:spPr bwMode="auto">
            <a:xfrm>
              <a:off x="-6963821" y="1196738"/>
              <a:ext cx="150812" cy="333375"/>
            </a:xfrm>
            <a:custGeom>
              <a:avLst/>
              <a:gdLst>
                <a:gd name="T0" fmla="*/ 0 w 103"/>
                <a:gd name="T1" fmla="*/ 2147483647 h 210"/>
                <a:gd name="T2" fmla="*/ 2147483647 w 103"/>
                <a:gd name="T3" fmla="*/ 2147483647 h 210"/>
                <a:gd name="T4" fmla="*/ 2147483647 w 103"/>
                <a:gd name="T5" fmla="*/ 0 h 210"/>
                <a:gd name="T6" fmla="*/ 0 60000 65536"/>
                <a:gd name="T7" fmla="*/ 0 60000 65536"/>
                <a:gd name="T8" fmla="*/ 0 60000 65536"/>
                <a:gd name="T9" fmla="*/ 0 w 103"/>
                <a:gd name="T10" fmla="*/ 0 h 210"/>
                <a:gd name="T11" fmla="*/ 103 w 103"/>
                <a:gd name="T12" fmla="*/ 210 h 210"/>
              </a:gdLst>
              <a:ahLst/>
              <a:cxnLst>
                <a:cxn ang="T6">
                  <a:pos x="T0" y="T1"/>
                </a:cxn>
                <a:cxn ang="T7">
                  <a:pos x="T2" y="T3"/>
                </a:cxn>
                <a:cxn ang="T8">
                  <a:pos x="T4" y="T5"/>
                </a:cxn>
              </a:cxnLst>
              <a:rect l="T9" t="T10" r="T11" b="T12"/>
              <a:pathLst>
                <a:path w="103" h="210">
                  <a:moveTo>
                    <a:pt x="0" y="210"/>
                  </a:moveTo>
                  <a:lnTo>
                    <a:pt x="103" y="105"/>
                  </a:lnTo>
                  <a:lnTo>
                    <a:pt x="11" y="0"/>
                  </a:lnTo>
                </a:path>
              </a:pathLst>
            </a:custGeom>
            <a:noFill/>
            <a:ln w="17463" cap="rnd">
              <a:solidFill>
                <a:srgbClr val="000000"/>
              </a:solidFill>
              <a:prstDash val="solid"/>
              <a:round/>
              <a:headEnd/>
              <a:tailEnd/>
            </a:ln>
          </p:spPr>
          <p:txBody>
            <a:bodyPr/>
            <a:lstStyle/>
            <a:p>
              <a:endParaRPr lang="zh-CN" altLang="en-US" sz="4400">
                <a:latin typeface="Arial" panose="020B0604020202020204" pitchFamily="34" charset="0"/>
                <a:ea typeface="STHeiti" panose="02010600040101010101" pitchFamily="2" charset="-122"/>
                <a:cs typeface="Arial" panose="020B0604020202020204" pitchFamily="34" charset="0"/>
              </a:endParaRPr>
            </a:p>
          </p:txBody>
        </p:sp>
        <p:sp>
          <p:nvSpPr>
            <p:cNvPr id="20" name="Rectangle 6">
              <a:extLst>
                <a:ext uri="{FF2B5EF4-FFF2-40B4-BE49-F238E27FC236}">
                  <a16:creationId xmlns:a16="http://schemas.microsoft.com/office/drawing/2014/main" id="{21D25ADB-DE8C-7C49-8CAA-5FA2F2B3DC7A}"/>
                </a:ext>
              </a:extLst>
            </p:cNvPr>
            <p:cNvSpPr>
              <a:spLocks noChangeArrowheads="1"/>
            </p:cNvSpPr>
            <p:nvPr/>
          </p:nvSpPr>
          <p:spPr bwMode="auto">
            <a:xfrm>
              <a:off x="-5063620" y="643383"/>
              <a:ext cx="1642704" cy="1012167"/>
            </a:xfrm>
            <a:prstGeom prst="rect">
              <a:avLst/>
            </a:prstGeom>
            <a:solidFill>
              <a:schemeClr val="bg1">
                <a:lumMod val="85000"/>
              </a:schemeClr>
            </a:solidFill>
            <a:ln w="17463" cap="rnd">
              <a:solidFill>
                <a:srgbClr val="000000"/>
              </a:solidFill>
              <a:round/>
              <a:headEnd/>
              <a:tailEnd/>
            </a:ln>
          </p:spPr>
          <p:txBody>
            <a:bodyPr/>
            <a:lstStyle/>
            <a:p>
              <a:endParaRPr lang="zh-CN" altLang="en-US" sz="4400">
                <a:latin typeface="Arial" panose="020B0604020202020204" pitchFamily="34" charset="0"/>
                <a:ea typeface="STHeiti" panose="02010600040101010101" pitchFamily="2" charset="-122"/>
                <a:cs typeface="Arial" panose="020B0604020202020204" pitchFamily="34" charset="0"/>
              </a:endParaRPr>
            </a:p>
          </p:txBody>
        </p:sp>
        <p:sp>
          <p:nvSpPr>
            <p:cNvPr id="21" name="Rectangle 21">
              <a:extLst>
                <a:ext uri="{FF2B5EF4-FFF2-40B4-BE49-F238E27FC236}">
                  <a16:creationId xmlns:a16="http://schemas.microsoft.com/office/drawing/2014/main" id="{7F9DF4F3-DA17-D543-AE2E-97975F05EB66}"/>
                </a:ext>
              </a:extLst>
            </p:cNvPr>
            <p:cNvSpPr>
              <a:spLocks noChangeArrowheads="1"/>
            </p:cNvSpPr>
            <p:nvPr/>
          </p:nvSpPr>
          <p:spPr bwMode="auto">
            <a:xfrm>
              <a:off x="-4600821" y="840350"/>
              <a:ext cx="755016" cy="615553"/>
            </a:xfrm>
            <a:prstGeom prst="rect">
              <a:avLst/>
            </a:prstGeom>
            <a:noFill/>
            <a:ln w="9525">
              <a:noFill/>
              <a:miter lim="800000"/>
              <a:headEnd/>
              <a:tailEnd/>
            </a:ln>
          </p:spPr>
          <p:txBody>
            <a:bodyPr wrap="none" lIns="0" tIns="0" rIns="0" bIns="0">
              <a:spAutoFit/>
            </a:bodyPr>
            <a:lstStyle/>
            <a:p>
              <a:r>
                <a:rPr lang="en-US" altLang="zh-CN" sz="2000" b="0" dirty="0">
                  <a:solidFill>
                    <a:srgbClr val="000000"/>
                  </a:solidFill>
                  <a:latin typeface="Arial" panose="020B0604020202020204" pitchFamily="34" charset="0"/>
                  <a:ea typeface="STHeiti" panose="02010600040101010101" pitchFamily="2" charset="-122"/>
                  <a:cs typeface="Arial" panose="020B0604020202020204" pitchFamily="34" charset="0"/>
                </a:rPr>
                <a:t>Comb.</a:t>
              </a:r>
            </a:p>
            <a:p>
              <a:pPr algn="ctr"/>
              <a:r>
                <a:rPr lang="en-US" altLang="zh-CN" sz="2000" b="0" dirty="0">
                  <a:solidFill>
                    <a:srgbClr val="000000"/>
                  </a:solidFill>
                  <a:latin typeface="Arial" panose="020B0604020202020204" pitchFamily="34" charset="0"/>
                  <a:ea typeface="STHeiti" panose="02010600040101010101" pitchFamily="2" charset="-122"/>
                  <a:cs typeface="Arial" panose="020B0604020202020204" pitchFamily="34" charset="0"/>
                </a:rPr>
                <a:t>Logic</a:t>
              </a:r>
              <a:endParaRPr lang="en-US" altLang="zh-CN" sz="1600" b="0" dirty="0">
                <a:solidFill>
                  <a:schemeClr val="tx1"/>
                </a:solidFill>
                <a:latin typeface="Arial" panose="020B0604020202020204" pitchFamily="34" charset="0"/>
                <a:ea typeface="STHeiti" panose="02010600040101010101" pitchFamily="2" charset="-122"/>
                <a:cs typeface="Arial" panose="020B0604020202020204" pitchFamily="34" charset="0"/>
              </a:endParaRPr>
            </a:p>
          </p:txBody>
        </p:sp>
        <p:sp>
          <p:nvSpPr>
            <p:cNvPr id="23" name="Rectangle 6">
              <a:extLst>
                <a:ext uri="{FF2B5EF4-FFF2-40B4-BE49-F238E27FC236}">
                  <a16:creationId xmlns:a16="http://schemas.microsoft.com/office/drawing/2014/main" id="{86E75BAB-34DC-BF4A-AFB0-1CDB213DC317}"/>
                </a:ext>
              </a:extLst>
            </p:cNvPr>
            <p:cNvSpPr>
              <a:spLocks noChangeArrowheads="1"/>
            </p:cNvSpPr>
            <p:nvPr/>
          </p:nvSpPr>
          <p:spPr bwMode="auto">
            <a:xfrm>
              <a:off x="-2407696" y="643384"/>
              <a:ext cx="777875" cy="1014514"/>
            </a:xfrm>
            <a:prstGeom prst="rect">
              <a:avLst/>
            </a:prstGeom>
            <a:noFill/>
            <a:ln w="17463" cap="rnd">
              <a:solidFill>
                <a:srgbClr val="000000"/>
              </a:solidFill>
              <a:round/>
              <a:headEnd/>
              <a:tailEnd/>
            </a:ln>
          </p:spPr>
          <p:txBody>
            <a:bodyPr/>
            <a:lstStyle/>
            <a:p>
              <a:endParaRPr lang="zh-CN" altLang="en-US" sz="4400">
                <a:latin typeface="Arial" panose="020B0604020202020204" pitchFamily="34" charset="0"/>
                <a:ea typeface="STHeiti" panose="02010600040101010101" pitchFamily="2" charset="-122"/>
                <a:cs typeface="Arial" panose="020B0604020202020204" pitchFamily="34" charset="0"/>
              </a:endParaRPr>
            </a:p>
          </p:txBody>
        </p:sp>
        <p:sp>
          <p:nvSpPr>
            <p:cNvPr id="24" name="Rectangle 7">
              <a:extLst>
                <a:ext uri="{FF2B5EF4-FFF2-40B4-BE49-F238E27FC236}">
                  <a16:creationId xmlns:a16="http://schemas.microsoft.com/office/drawing/2014/main" id="{0CD2717C-DFAF-BD4D-80AB-9AF905B601A1}"/>
                </a:ext>
              </a:extLst>
            </p:cNvPr>
            <p:cNvSpPr>
              <a:spLocks noChangeArrowheads="1"/>
            </p:cNvSpPr>
            <p:nvPr/>
          </p:nvSpPr>
          <p:spPr bwMode="auto">
            <a:xfrm>
              <a:off x="-2344196" y="746571"/>
              <a:ext cx="190759" cy="307777"/>
            </a:xfrm>
            <a:prstGeom prst="rect">
              <a:avLst/>
            </a:prstGeom>
            <a:noFill/>
            <a:ln w="9525">
              <a:noFill/>
              <a:miter lim="800000"/>
              <a:headEnd/>
              <a:tailEnd/>
            </a:ln>
          </p:spPr>
          <p:txBody>
            <a:bodyPr wrap="none" lIns="0" tIns="0" rIns="0" bIns="0">
              <a:spAutoFit/>
            </a:bodyPr>
            <a:lstStyle/>
            <a:p>
              <a:pPr algn="l"/>
              <a:r>
                <a:rPr lang="en-US" altLang="zh-CN" sz="2000" b="0" i="1" dirty="0">
                  <a:solidFill>
                    <a:srgbClr val="000000"/>
                  </a:solidFill>
                  <a:latin typeface="Arial" panose="020B0604020202020204" pitchFamily="34" charset="0"/>
                  <a:ea typeface="STHeiti" panose="02010600040101010101" pitchFamily="2" charset="-122"/>
                  <a:cs typeface="Arial" panose="020B0604020202020204" pitchFamily="34" charset="0"/>
                </a:rPr>
                <a:t>D</a:t>
              </a:r>
              <a:endParaRPr lang="en-US" altLang="zh-CN" sz="1600" b="0" dirty="0">
                <a:solidFill>
                  <a:schemeClr val="tx1"/>
                </a:solidFill>
                <a:latin typeface="Arial" panose="020B0604020202020204" pitchFamily="34" charset="0"/>
                <a:ea typeface="STHeiti" panose="02010600040101010101" pitchFamily="2" charset="-122"/>
                <a:cs typeface="Arial" panose="020B0604020202020204" pitchFamily="34" charset="0"/>
              </a:endParaRPr>
            </a:p>
          </p:txBody>
        </p:sp>
        <p:sp>
          <p:nvSpPr>
            <p:cNvPr id="25" name="Rectangle 8">
              <a:extLst>
                <a:ext uri="{FF2B5EF4-FFF2-40B4-BE49-F238E27FC236}">
                  <a16:creationId xmlns:a16="http://schemas.microsoft.com/office/drawing/2014/main" id="{FDAD957F-C09D-324C-A512-D3D1A2961433}"/>
                </a:ext>
              </a:extLst>
            </p:cNvPr>
            <p:cNvSpPr>
              <a:spLocks noChangeArrowheads="1"/>
            </p:cNvSpPr>
            <p:nvPr/>
          </p:nvSpPr>
          <p:spPr bwMode="auto">
            <a:xfrm>
              <a:off x="-1882233" y="746571"/>
              <a:ext cx="198772" cy="307777"/>
            </a:xfrm>
            <a:prstGeom prst="rect">
              <a:avLst/>
            </a:prstGeom>
            <a:noFill/>
            <a:ln w="9525">
              <a:noFill/>
              <a:miter lim="800000"/>
              <a:headEnd/>
              <a:tailEnd/>
            </a:ln>
          </p:spPr>
          <p:txBody>
            <a:bodyPr wrap="none" lIns="0" tIns="0" rIns="0" bIns="0">
              <a:spAutoFit/>
            </a:bodyPr>
            <a:lstStyle/>
            <a:p>
              <a:pPr algn="l"/>
              <a:r>
                <a:rPr lang="en-US" altLang="zh-CN" sz="2000" b="0" i="1" dirty="0">
                  <a:solidFill>
                    <a:srgbClr val="000000"/>
                  </a:solidFill>
                  <a:latin typeface="Arial" panose="020B0604020202020204" pitchFamily="34" charset="0"/>
                  <a:ea typeface="STHeiti" panose="02010600040101010101" pitchFamily="2" charset="-122"/>
                  <a:cs typeface="Arial" panose="020B0604020202020204" pitchFamily="34" charset="0"/>
                </a:rPr>
                <a:t>Q</a:t>
              </a:r>
              <a:endParaRPr lang="en-US" altLang="zh-CN" sz="1600" b="0" dirty="0">
                <a:solidFill>
                  <a:schemeClr val="tx1"/>
                </a:solidFill>
                <a:latin typeface="Arial" panose="020B0604020202020204" pitchFamily="34" charset="0"/>
                <a:ea typeface="STHeiti" panose="02010600040101010101" pitchFamily="2" charset="-122"/>
                <a:cs typeface="Arial" panose="020B0604020202020204" pitchFamily="34" charset="0"/>
              </a:endParaRPr>
            </a:p>
          </p:txBody>
        </p:sp>
        <p:sp>
          <p:nvSpPr>
            <p:cNvPr id="26" name="Line 9">
              <a:extLst>
                <a:ext uri="{FF2B5EF4-FFF2-40B4-BE49-F238E27FC236}">
                  <a16:creationId xmlns:a16="http://schemas.microsoft.com/office/drawing/2014/main" id="{771CA303-9A6F-524F-9147-967A98B71A40}"/>
                </a:ext>
              </a:extLst>
            </p:cNvPr>
            <p:cNvSpPr>
              <a:spLocks noChangeShapeType="1"/>
            </p:cNvSpPr>
            <p:nvPr/>
          </p:nvSpPr>
          <p:spPr bwMode="auto">
            <a:xfrm>
              <a:off x="-3391711" y="924370"/>
              <a:ext cx="968140" cy="0"/>
            </a:xfrm>
            <a:prstGeom prst="line">
              <a:avLst/>
            </a:prstGeom>
            <a:noFill/>
            <a:ln w="17463" cap="rnd">
              <a:solidFill>
                <a:srgbClr val="000000"/>
              </a:solidFill>
              <a:round/>
              <a:headEnd/>
              <a:tailEnd/>
            </a:ln>
          </p:spPr>
          <p:txBody>
            <a:bodyPr/>
            <a:lstStyle/>
            <a:p>
              <a:endParaRPr lang="zh-CN" altLang="en-US" sz="4400">
                <a:latin typeface="Arial" panose="020B0604020202020204" pitchFamily="34" charset="0"/>
                <a:ea typeface="STHeiti" panose="02010600040101010101" pitchFamily="2" charset="-122"/>
                <a:cs typeface="Arial" panose="020B0604020202020204" pitchFamily="34" charset="0"/>
              </a:endParaRPr>
            </a:p>
          </p:txBody>
        </p:sp>
        <p:sp>
          <p:nvSpPr>
            <p:cNvPr id="27" name="Rectangle 21">
              <a:extLst>
                <a:ext uri="{FF2B5EF4-FFF2-40B4-BE49-F238E27FC236}">
                  <a16:creationId xmlns:a16="http://schemas.microsoft.com/office/drawing/2014/main" id="{122DC43B-4218-0F47-B12D-D35DB12F1B49}"/>
                </a:ext>
              </a:extLst>
            </p:cNvPr>
            <p:cNvSpPr>
              <a:spLocks noChangeArrowheads="1"/>
            </p:cNvSpPr>
            <p:nvPr/>
          </p:nvSpPr>
          <p:spPr bwMode="auto">
            <a:xfrm>
              <a:off x="-2228456" y="1200040"/>
              <a:ext cx="185948" cy="307777"/>
            </a:xfrm>
            <a:prstGeom prst="rect">
              <a:avLst/>
            </a:prstGeom>
            <a:noFill/>
            <a:ln w="9525">
              <a:noFill/>
              <a:miter lim="800000"/>
              <a:headEnd/>
              <a:tailEnd/>
            </a:ln>
          </p:spPr>
          <p:txBody>
            <a:bodyPr wrap="none" lIns="0" tIns="0" rIns="0" bIns="0">
              <a:spAutoFit/>
            </a:bodyPr>
            <a:lstStyle/>
            <a:p>
              <a:pPr algn="l"/>
              <a:r>
                <a:rPr lang="en-US" altLang="zh-CN" sz="2000" b="0" i="1" dirty="0">
                  <a:solidFill>
                    <a:srgbClr val="000000"/>
                  </a:solidFill>
                  <a:latin typeface="Arial" panose="020B0604020202020204" pitchFamily="34" charset="0"/>
                  <a:ea typeface="STHeiti" panose="02010600040101010101" pitchFamily="2" charset="-122"/>
                  <a:cs typeface="Arial" panose="020B0604020202020204" pitchFamily="34" charset="0"/>
                </a:rPr>
                <a:t>C</a:t>
              </a:r>
              <a:endParaRPr lang="en-US" altLang="zh-CN" sz="1600" b="0" dirty="0">
                <a:solidFill>
                  <a:schemeClr val="tx1"/>
                </a:solidFill>
                <a:latin typeface="Arial" panose="020B0604020202020204" pitchFamily="34" charset="0"/>
                <a:ea typeface="STHeiti" panose="02010600040101010101" pitchFamily="2" charset="-122"/>
                <a:cs typeface="Arial" panose="020B0604020202020204" pitchFamily="34" charset="0"/>
              </a:endParaRPr>
            </a:p>
          </p:txBody>
        </p:sp>
        <p:sp>
          <p:nvSpPr>
            <p:cNvPr id="28" name="Line 23">
              <a:extLst>
                <a:ext uri="{FF2B5EF4-FFF2-40B4-BE49-F238E27FC236}">
                  <a16:creationId xmlns:a16="http://schemas.microsoft.com/office/drawing/2014/main" id="{70DF7AFF-5BB3-C94D-928C-2596E4D9C2F5}"/>
                </a:ext>
              </a:extLst>
            </p:cNvPr>
            <p:cNvSpPr>
              <a:spLocks noChangeShapeType="1"/>
            </p:cNvSpPr>
            <p:nvPr/>
          </p:nvSpPr>
          <p:spPr bwMode="auto">
            <a:xfrm>
              <a:off x="-2771235" y="1326008"/>
              <a:ext cx="347663" cy="0"/>
            </a:xfrm>
            <a:prstGeom prst="line">
              <a:avLst/>
            </a:prstGeom>
            <a:noFill/>
            <a:ln w="17463" cap="rnd">
              <a:solidFill>
                <a:srgbClr val="000000"/>
              </a:solidFill>
              <a:round/>
              <a:headEnd/>
              <a:tailEnd/>
            </a:ln>
          </p:spPr>
          <p:txBody>
            <a:bodyPr/>
            <a:lstStyle/>
            <a:p>
              <a:endParaRPr lang="zh-CN" altLang="en-US" sz="4400">
                <a:latin typeface="Arial" panose="020B0604020202020204" pitchFamily="34" charset="0"/>
                <a:ea typeface="STHeiti" panose="02010600040101010101" pitchFamily="2" charset="-122"/>
                <a:cs typeface="Arial" panose="020B0604020202020204" pitchFamily="34" charset="0"/>
              </a:endParaRPr>
            </a:p>
          </p:txBody>
        </p:sp>
        <p:sp>
          <p:nvSpPr>
            <p:cNvPr id="29" name="Freeform 25">
              <a:extLst>
                <a:ext uri="{FF2B5EF4-FFF2-40B4-BE49-F238E27FC236}">
                  <a16:creationId xmlns:a16="http://schemas.microsoft.com/office/drawing/2014/main" id="{5878D2E0-9929-FB48-83BE-D55FC370F104}"/>
                </a:ext>
              </a:extLst>
            </p:cNvPr>
            <p:cNvSpPr>
              <a:spLocks/>
            </p:cNvSpPr>
            <p:nvPr/>
          </p:nvSpPr>
          <p:spPr bwMode="auto">
            <a:xfrm>
              <a:off x="-2407696" y="1170433"/>
              <a:ext cx="150812" cy="333375"/>
            </a:xfrm>
            <a:custGeom>
              <a:avLst/>
              <a:gdLst>
                <a:gd name="T0" fmla="*/ 0 w 103"/>
                <a:gd name="T1" fmla="*/ 2147483647 h 210"/>
                <a:gd name="T2" fmla="*/ 2147483647 w 103"/>
                <a:gd name="T3" fmla="*/ 2147483647 h 210"/>
                <a:gd name="T4" fmla="*/ 2147483647 w 103"/>
                <a:gd name="T5" fmla="*/ 0 h 210"/>
                <a:gd name="T6" fmla="*/ 0 60000 65536"/>
                <a:gd name="T7" fmla="*/ 0 60000 65536"/>
                <a:gd name="T8" fmla="*/ 0 60000 65536"/>
                <a:gd name="T9" fmla="*/ 0 w 103"/>
                <a:gd name="T10" fmla="*/ 0 h 210"/>
                <a:gd name="T11" fmla="*/ 103 w 103"/>
                <a:gd name="T12" fmla="*/ 210 h 210"/>
              </a:gdLst>
              <a:ahLst/>
              <a:cxnLst>
                <a:cxn ang="T6">
                  <a:pos x="T0" y="T1"/>
                </a:cxn>
                <a:cxn ang="T7">
                  <a:pos x="T2" y="T3"/>
                </a:cxn>
                <a:cxn ang="T8">
                  <a:pos x="T4" y="T5"/>
                </a:cxn>
              </a:cxnLst>
              <a:rect l="T9" t="T10" r="T11" b="T12"/>
              <a:pathLst>
                <a:path w="103" h="210">
                  <a:moveTo>
                    <a:pt x="0" y="210"/>
                  </a:moveTo>
                  <a:lnTo>
                    <a:pt x="103" y="105"/>
                  </a:lnTo>
                  <a:lnTo>
                    <a:pt x="11" y="0"/>
                  </a:lnTo>
                </a:path>
              </a:pathLst>
            </a:custGeom>
            <a:noFill/>
            <a:ln w="17463" cap="rnd">
              <a:solidFill>
                <a:srgbClr val="000000"/>
              </a:solidFill>
              <a:prstDash val="solid"/>
              <a:round/>
              <a:headEnd/>
              <a:tailEnd/>
            </a:ln>
          </p:spPr>
          <p:txBody>
            <a:bodyPr/>
            <a:lstStyle/>
            <a:p>
              <a:endParaRPr lang="zh-CN" altLang="en-US" sz="4400">
                <a:latin typeface="Arial" panose="020B0604020202020204" pitchFamily="34" charset="0"/>
                <a:ea typeface="STHeiti" panose="02010600040101010101" pitchFamily="2" charset="-122"/>
                <a:cs typeface="Arial" panose="020B0604020202020204" pitchFamily="34" charset="0"/>
              </a:endParaRPr>
            </a:p>
          </p:txBody>
        </p:sp>
        <p:sp>
          <p:nvSpPr>
            <p:cNvPr id="30" name="Line 10">
              <a:extLst>
                <a:ext uri="{FF2B5EF4-FFF2-40B4-BE49-F238E27FC236}">
                  <a16:creationId xmlns:a16="http://schemas.microsoft.com/office/drawing/2014/main" id="{A70CEFAD-DAD4-B841-90A9-D4AD08FC5B44}"/>
                </a:ext>
              </a:extLst>
            </p:cNvPr>
            <p:cNvSpPr>
              <a:spLocks noChangeShapeType="1"/>
            </p:cNvSpPr>
            <p:nvPr/>
          </p:nvSpPr>
          <p:spPr bwMode="auto">
            <a:xfrm flipV="1">
              <a:off x="-1627306" y="913896"/>
              <a:ext cx="543585" cy="0"/>
            </a:xfrm>
            <a:prstGeom prst="line">
              <a:avLst/>
            </a:prstGeom>
            <a:noFill/>
            <a:ln w="17463" cap="rnd">
              <a:solidFill>
                <a:srgbClr val="000000"/>
              </a:solidFill>
              <a:round/>
              <a:headEnd/>
              <a:tailEnd/>
            </a:ln>
          </p:spPr>
          <p:txBody>
            <a:bodyPr/>
            <a:lstStyle/>
            <a:p>
              <a:endParaRPr lang="zh-CN" altLang="en-US" sz="4400">
                <a:latin typeface="Arial" panose="020B0604020202020204" pitchFamily="34" charset="0"/>
                <a:ea typeface="STHeiti" panose="02010600040101010101" pitchFamily="2" charset="-122"/>
                <a:cs typeface="Arial" panose="020B0604020202020204" pitchFamily="34" charset="0"/>
              </a:endParaRPr>
            </a:p>
          </p:txBody>
        </p:sp>
        <p:sp>
          <p:nvSpPr>
            <p:cNvPr id="46" name="Rectangle 7">
              <a:extLst>
                <a:ext uri="{FF2B5EF4-FFF2-40B4-BE49-F238E27FC236}">
                  <a16:creationId xmlns:a16="http://schemas.microsoft.com/office/drawing/2014/main" id="{9040B953-95B7-9141-B435-6C63A689B147}"/>
                </a:ext>
              </a:extLst>
            </p:cNvPr>
            <p:cNvSpPr>
              <a:spLocks noChangeArrowheads="1"/>
            </p:cNvSpPr>
            <p:nvPr/>
          </p:nvSpPr>
          <p:spPr bwMode="auto">
            <a:xfrm>
              <a:off x="-7376722" y="550445"/>
              <a:ext cx="310983" cy="307777"/>
            </a:xfrm>
            <a:prstGeom prst="rect">
              <a:avLst/>
            </a:prstGeom>
            <a:noFill/>
            <a:ln w="9525">
              <a:noFill/>
              <a:miter lim="800000"/>
              <a:headEnd/>
              <a:tailEnd/>
            </a:ln>
          </p:spPr>
          <p:txBody>
            <a:bodyPr wrap="square" lIns="0" tIns="0" rIns="0" bIns="0">
              <a:spAutoFit/>
            </a:bodyPr>
            <a:lstStyle/>
            <a:p>
              <a:pPr algn="l"/>
              <a:r>
                <a:rPr lang="en-US" altLang="zh-CN" sz="2000" b="0" i="1" dirty="0">
                  <a:solidFill>
                    <a:srgbClr val="000000"/>
                  </a:solidFill>
                  <a:latin typeface="Arial" panose="020B0604020202020204" pitchFamily="34" charset="0"/>
                  <a:ea typeface="STHeiti" panose="02010600040101010101" pitchFamily="2" charset="-122"/>
                  <a:cs typeface="Arial" panose="020B0604020202020204" pitchFamily="34" charset="0"/>
                </a:rPr>
                <a:t>D</a:t>
              </a:r>
              <a:r>
                <a:rPr lang="en-US" altLang="zh-CN" sz="2000" b="0" i="1" baseline="-25000" dirty="0">
                  <a:solidFill>
                    <a:srgbClr val="000000"/>
                  </a:solidFill>
                  <a:latin typeface="Arial" panose="020B0604020202020204" pitchFamily="34" charset="0"/>
                  <a:ea typeface="STHeiti" panose="02010600040101010101" pitchFamily="2" charset="-122"/>
                  <a:cs typeface="Arial" panose="020B0604020202020204" pitchFamily="34" charset="0"/>
                </a:rPr>
                <a:t>1</a:t>
              </a:r>
              <a:endParaRPr lang="en-US" altLang="zh-CN" sz="1600" b="0" dirty="0">
                <a:solidFill>
                  <a:schemeClr val="tx1"/>
                </a:solidFill>
                <a:latin typeface="Arial" panose="020B0604020202020204" pitchFamily="34" charset="0"/>
                <a:ea typeface="STHeiti" panose="02010600040101010101" pitchFamily="2" charset="-122"/>
                <a:cs typeface="Arial" panose="020B0604020202020204" pitchFamily="34" charset="0"/>
              </a:endParaRPr>
            </a:p>
          </p:txBody>
        </p:sp>
        <p:sp>
          <p:nvSpPr>
            <p:cNvPr id="47" name="Rectangle 7">
              <a:extLst>
                <a:ext uri="{FF2B5EF4-FFF2-40B4-BE49-F238E27FC236}">
                  <a16:creationId xmlns:a16="http://schemas.microsoft.com/office/drawing/2014/main" id="{39017EA7-4484-6843-9C53-F8D2292B186A}"/>
                </a:ext>
              </a:extLst>
            </p:cNvPr>
            <p:cNvSpPr>
              <a:spLocks noChangeArrowheads="1"/>
            </p:cNvSpPr>
            <p:nvPr/>
          </p:nvSpPr>
          <p:spPr bwMode="auto">
            <a:xfrm>
              <a:off x="-6046062" y="529348"/>
              <a:ext cx="293350" cy="307777"/>
            </a:xfrm>
            <a:prstGeom prst="rect">
              <a:avLst/>
            </a:prstGeom>
            <a:noFill/>
            <a:ln w="9525">
              <a:noFill/>
              <a:miter lim="800000"/>
              <a:headEnd/>
              <a:tailEnd/>
            </a:ln>
          </p:spPr>
          <p:txBody>
            <a:bodyPr wrap="none" lIns="0" tIns="0" rIns="0" bIns="0">
              <a:spAutoFit/>
            </a:bodyPr>
            <a:lstStyle/>
            <a:p>
              <a:pPr algn="l"/>
              <a:r>
                <a:rPr lang="en-US" altLang="zh-CN" sz="2000" b="0" i="1" dirty="0">
                  <a:solidFill>
                    <a:srgbClr val="000000"/>
                  </a:solidFill>
                  <a:latin typeface="Arial" panose="020B0604020202020204" pitchFamily="34" charset="0"/>
                  <a:ea typeface="STHeiti" panose="02010600040101010101" pitchFamily="2" charset="-122"/>
                  <a:cs typeface="Arial" panose="020B0604020202020204" pitchFamily="34" charset="0"/>
                </a:rPr>
                <a:t>Q</a:t>
              </a:r>
              <a:r>
                <a:rPr lang="en-US" altLang="zh-CN" sz="2000" b="0" i="1" baseline="-25000" dirty="0">
                  <a:solidFill>
                    <a:srgbClr val="000000"/>
                  </a:solidFill>
                  <a:latin typeface="Arial" panose="020B0604020202020204" pitchFamily="34" charset="0"/>
                  <a:ea typeface="STHeiti" panose="02010600040101010101" pitchFamily="2" charset="-122"/>
                  <a:cs typeface="Arial" panose="020B0604020202020204" pitchFamily="34" charset="0"/>
                </a:rPr>
                <a:t>1</a:t>
              </a:r>
              <a:endParaRPr lang="en-US" altLang="zh-CN" sz="1600" b="0" dirty="0">
                <a:solidFill>
                  <a:schemeClr val="tx1"/>
                </a:solidFill>
                <a:latin typeface="Arial" panose="020B0604020202020204" pitchFamily="34" charset="0"/>
                <a:ea typeface="STHeiti" panose="02010600040101010101" pitchFamily="2" charset="-122"/>
                <a:cs typeface="Arial" panose="020B0604020202020204" pitchFamily="34" charset="0"/>
              </a:endParaRPr>
            </a:p>
          </p:txBody>
        </p:sp>
        <p:sp>
          <p:nvSpPr>
            <p:cNvPr id="48" name="Rectangle 7">
              <a:extLst>
                <a:ext uri="{FF2B5EF4-FFF2-40B4-BE49-F238E27FC236}">
                  <a16:creationId xmlns:a16="http://schemas.microsoft.com/office/drawing/2014/main" id="{2F29DB4A-6F2B-E640-B9CB-BFB045195799}"/>
                </a:ext>
              </a:extLst>
            </p:cNvPr>
            <p:cNvSpPr>
              <a:spLocks noChangeArrowheads="1"/>
            </p:cNvSpPr>
            <p:nvPr/>
          </p:nvSpPr>
          <p:spPr bwMode="auto">
            <a:xfrm>
              <a:off x="-2793292" y="521090"/>
              <a:ext cx="310983" cy="307777"/>
            </a:xfrm>
            <a:prstGeom prst="rect">
              <a:avLst/>
            </a:prstGeom>
            <a:noFill/>
            <a:ln w="9525">
              <a:noFill/>
              <a:miter lim="800000"/>
              <a:headEnd/>
              <a:tailEnd/>
            </a:ln>
          </p:spPr>
          <p:txBody>
            <a:bodyPr wrap="square" lIns="0" tIns="0" rIns="0" bIns="0">
              <a:spAutoFit/>
            </a:bodyPr>
            <a:lstStyle/>
            <a:p>
              <a:pPr algn="l"/>
              <a:r>
                <a:rPr lang="en-US" altLang="zh-CN" sz="2000" b="0" i="1" dirty="0">
                  <a:solidFill>
                    <a:srgbClr val="000000"/>
                  </a:solidFill>
                  <a:latin typeface="Arial" panose="020B0604020202020204" pitchFamily="34" charset="0"/>
                  <a:ea typeface="STHeiti" panose="02010600040101010101" pitchFamily="2" charset="-122"/>
                  <a:cs typeface="Arial" panose="020B0604020202020204" pitchFamily="34" charset="0"/>
                </a:rPr>
                <a:t>D</a:t>
              </a:r>
              <a:r>
                <a:rPr lang="en-US" altLang="zh-CN" sz="2000" b="0" i="1" baseline="-25000" dirty="0">
                  <a:solidFill>
                    <a:srgbClr val="000000"/>
                  </a:solidFill>
                  <a:latin typeface="Arial" panose="020B0604020202020204" pitchFamily="34" charset="0"/>
                  <a:ea typeface="STHeiti" panose="02010600040101010101" pitchFamily="2" charset="-122"/>
                  <a:cs typeface="Arial" panose="020B0604020202020204" pitchFamily="34" charset="0"/>
                </a:rPr>
                <a:t>2</a:t>
              </a:r>
              <a:endParaRPr lang="en-US" altLang="zh-CN" sz="1600" b="0" dirty="0">
                <a:solidFill>
                  <a:schemeClr val="tx1"/>
                </a:solidFill>
                <a:latin typeface="Arial" panose="020B0604020202020204" pitchFamily="34" charset="0"/>
                <a:ea typeface="STHeiti" panose="02010600040101010101" pitchFamily="2" charset="-122"/>
                <a:cs typeface="Arial" panose="020B0604020202020204" pitchFamily="34" charset="0"/>
              </a:endParaRPr>
            </a:p>
          </p:txBody>
        </p:sp>
        <p:sp>
          <p:nvSpPr>
            <p:cNvPr id="49" name="Rectangle 7">
              <a:extLst>
                <a:ext uri="{FF2B5EF4-FFF2-40B4-BE49-F238E27FC236}">
                  <a16:creationId xmlns:a16="http://schemas.microsoft.com/office/drawing/2014/main" id="{4B2F184D-BF64-8349-A848-82CDF753B700}"/>
                </a:ext>
              </a:extLst>
            </p:cNvPr>
            <p:cNvSpPr>
              <a:spLocks noChangeArrowheads="1"/>
            </p:cNvSpPr>
            <p:nvPr/>
          </p:nvSpPr>
          <p:spPr bwMode="auto">
            <a:xfrm>
              <a:off x="-1423631" y="517217"/>
              <a:ext cx="310983" cy="307777"/>
            </a:xfrm>
            <a:prstGeom prst="rect">
              <a:avLst/>
            </a:prstGeom>
            <a:noFill/>
            <a:ln w="9525">
              <a:noFill/>
              <a:miter lim="800000"/>
              <a:headEnd/>
              <a:tailEnd/>
            </a:ln>
          </p:spPr>
          <p:txBody>
            <a:bodyPr wrap="square" lIns="0" tIns="0" rIns="0" bIns="0">
              <a:spAutoFit/>
            </a:bodyPr>
            <a:lstStyle/>
            <a:p>
              <a:pPr algn="l"/>
              <a:r>
                <a:rPr lang="en-US" altLang="zh-CN" sz="2000" b="0" i="1" dirty="0">
                  <a:solidFill>
                    <a:srgbClr val="000000"/>
                  </a:solidFill>
                  <a:latin typeface="Arial" panose="020B0604020202020204" pitchFamily="34" charset="0"/>
                  <a:ea typeface="STHeiti" panose="02010600040101010101" pitchFamily="2" charset="-122"/>
                  <a:cs typeface="Arial" panose="020B0604020202020204" pitchFamily="34" charset="0"/>
                </a:rPr>
                <a:t>Q</a:t>
              </a:r>
              <a:r>
                <a:rPr lang="en-US" altLang="zh-CN" sz="2000" b="0" i="1" baseline="-25000" dirty="0">
                  <a:solidFill>
                    <a:srgbClr val="000000"/>
                  </a:solidFill>
                  <a:latin typeface="Arial" panose="020B0604020202020204" pitchFamily="34" charset="0"/>
                  <a:ea typeface="STHeiti" panose="02010600040101010101" pitchFamily="2" charset="-122"/>
                  <a:cs typeface="Arial" panose="020B0604020202020204" pitchFamily="34" charset="0"/>
                </a:rPr>
                <a:t>2</a:t>
              </a:r>
              <a:endParaRPr lang="en-US" altLang="zh-CN" sz="1600" b="0" dirty="0">
                <a:solidFill>
                  <a:schemeClr val="tx1"/>
                </a:solidFill>
                <a:latin typeface="Arial" panose="020B0604020202020204" pitchFamily="34" charset="0"/>
                <a:ea typeface="STHeiti" panose="02010600040101010101" pitchFamily="2" charset="-122"/>
                <a:cs typeface="Arial" panose="020B0604020202020204" pitchFamily="34" charset="0"/>
              </a:endParaRPr>
            </a:p>
          </p:txBody>
        </p:sp>
        <p:sp>
          <p:nvSpPr>
            <p:cNvPr id="53" name="Rectangle 7">
              <a:extLst>
                <a:ext uri="{FF2B5EF4-FFF2-40B4-BE49-F238E27FC236}">
                  <a16:creationId xmlns:a16="http://schemas.microsoft.com/office/drawing/2014/main" id="{3590BA2F-FED4-4749-A844-52E3086E2EF9}"/>
                </a:ext>
              </a:extLst>
            </p:cNvPr>
            <p:cNvSpPr>
              <a:spLocks noChangeArrowheads="1"/>
            </p:cNvSpPr>
            <p:nvPr/>
          </p:nvSpPr>
          <p:spPr bwMode="auto">
            <a:xfrm>
              <a:off x="-7919293" y="1170433"/>
              <a:ext cx="500136" cy="307777"/>
            </a:xfrm>
            <a:prstGeom prst="rect">
              <a:avLst/>
            </a:prstGeom>
            <a:noFill/>
            <a:ln w="9525">
              <a:noFill/>
              <a:miter lim="800000"/>
              <a:headEnd/>
              <a:tailEnd/>
            </a:ln>
          </p:spPr>
          <p:txBody>
            <a:bodyPr wrap="none" lIns="0" tIns="0" rIns="0" bIns="0">
              <a:spAutoFit/>
            </a:bodyPr>
            <a:lstStyle/>
            <a:p>
              <a:pPr algn="l"/>
              <a:r>
                <a:rPr lang="en-US" altLang="zh-CN" sz="2000" b="0" i="1" dirty="0">
                  <a:solidFill>
                    <a:srgbClr val="000000"/>
                  </a:solidFill>
                  <a:latin typeface="Arial" panose="020B0604020202020204" pitchFamily="34" charset="0"/>
                  <a:ea typeface="STHeiti" panose="02010600040101010101" pitchFamily="2" charset="-122"/>
                  <a:cs typeface="Arial" panose="020B0604020202020204" pitchFamily="34" charset="0"/>
                </a:rPr>
                <a:t>CLK</a:t>
              </a:r>
            </a:p>
          </p:txBody>
        </p:sp>
        <p:sp>
          <p:nvSpPr>
            <p:cNvPr id="55" name="Freeform 54">
              <a:extLst>
                <a:ext uri="{FF2B5EF4-FFF2-40B4-BE49-F238E27FC236}">
                  <a16:creationId xmlns:a16="http://schemas.microsoft.com/office/drawing/2014/main" id="{6C9B7CD8-8318-8641-A804-E635AA625BCB}"/>
                </a:ext>
              </a:extLst>
            </p:cNvPr>
            <p:cNvSpPr/>
            <p:nvPr/>
          </p:nvSpPr>
          <p:spPr>
            <a:xfrm>
              <a:off x="-7211280" y="1310821"/>
              <a:ext cx="4437530" cy="636934"/>
            </a:xfrm>
            <a:custGeom>
              <a:avLst/>
              <a:gdLst>
                <a:gd name="connsiteX0" fmla="*/ 0 w 4437530"/>
                <a:gd name="connsiteY0" fmla="*/ 26895 h 484095"/>
                <a:gd name="connsiteX1" fmla="*/ 0 w 4437530"/>
                <a:gd name="connsiteY1" fmla="*/ 484095 h 484095"/>
                <a:gd name="connsiteX2" fmla="*/ 4437530 w 4437530"/>
                <a:gd name="connsiteY2" fmla="*/ 484095 h 484095"/>
                <a:gd name="connsiteX3" fmla="*/ 4437530 w 4437530"/>
                <a:gd name="connsiteY3" fmla="*/ 0 h 484095"/>
              </a:gdLst>
              <a:ahLst/>
              <a:cxnLst>
                <a:cxn ang="0">
                  <a:pos x="connsiteX0" y="connsiteY0"/>
                </a:cxn>
                <a:cxn ang="0">
                  <a:pos x="connsiteX1" y="connsiteY1"/>
                </a:cxn>
                <a:cxn ang="0">
                  <a:pos x="connsiteX2" y="connsiteY2"/>
                </a:cxn>
                <a:cxn ang="0">
                  <a:pos x="connsiteX3" y="connsiteY3"/>
                </a:cxn>
              </a:cxnLst>
              <a:rect l="l" t="t" r="r" b="b"/>
              <a:pathLst>
                <a:path w="4437530" h="484095">
                  <a:moveTo>
                    <a:pt x="0" y="26895"/>
                  </a:moveTo>
                  <a:lnTo>
                    <a:pt x="0" y="484095"/>
                  </a:lnTo>
                  <a:lnTo>
                    <a:pt x="4437530" y="484095"/>
                  </a:lnTo>
                  <a:lnTo>
                    <a:pt x="4437530" y="0"/>
                  </a:lnTo>
                </a:path>
              </a:pathLst>
            </a:custGeom>
            <a:no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CN" sz="4400">
                <a:latin typeface="Arial" panose="020B0604020202020204" pitchFamily="34" charset="0"/>
                <a:ea typeface="STHeiti" panose="02010600040101010101" pitchFamily="2" charset="-122"/>
                <a:cs typeface="Arial" panose="020B0604020202020204" pitchFamily="34" charset="0"/>
              </a:endParaRPr>
            </a:p>
          </p:txBody>
        </p:sp>
        <p:sp>
          <p:nvSpPr>
            <p:cNvPr id="7" name="TextBox 6">
              <a:extLst>
                <a:ext uri="{FF2B5EF4-FFF2-40B4-BE49-F238E27FC236}">
                  <a16:creationId xmlns:a16="http://schemas.microsoft.com/office/drawing/2014/main" id="{D3267335-BFB5-9D40-B2A5-FAD8DBAA75C3}"/>
                </a:ext>
              </a:extLst>
            </p:cNvPr>
            <p:cNvSpPr txBox="1"/>
            <p:nvPr/>
          </p:nvSpPr>
          <p:spPr>
            <a:xfrm>
              <a:off x="-6949768" y="1618514"/>
              <a:ext cx="827470" cy="400110"/>
            </a:xfrm>
            <a:prstGeom prst="rect">
              <a:avLst/>
            </a:prstGeom>
            <a:noFill/>
          </p:spPr>
          <p:txBody>
            <a:bodyPr wrap="none" rtlCol="0">
              <a:spAutoFit/>
            </a:bodyPr>
            <a:lstStyle/>
            <a:p>
              <a:r>
                <a:rPr lang="en-CN" sz="2000" dirty="0">
                  <a:latin typeface="Arial" panose="020B0604020202020204" pitchFamily="34" charset="0"/>
                  <a:cs typeface="Arial" panose="020B0604020202020204" pitchFamily="34" charset="0"/>
                </a:rPr>
                <a:t>DFF1</a:t>
              </a:r>
            </a:p>
          </p:txBody>
        </p:sp>
        <p:sp>
          <p:nvSpPr>
            <p:cNvPr id="70" name="TextBox 69">
              <a:extLst>
                <a:ext uri="{FF2B5EF4-FFF2-40B4-BE49-F238E27FC236}">
                  <a16:creationId xmlns:a16="http://schemas.microsoft.com/office/drawing/2014/main" id="{A2C0E11E-C949-C344-A9E3-8E4791D5160E}"/>
                </a:ext>
              </a:extLst>
            </p:cNvPr>
            <p:cNvSpPr txBox="1"/>
            <p:nvPr/>
          </p:nvSpPr>
          <p:spPr>
            <a:xfrm>
              <a:off x="-2382678" y="1618514"/>
              <a:ext cx="827470" cy="400110"/>
            </a:xfrm>
            <a:prstGeom prst="rect">
              <a:avLst/>
            </a:prstGeom>
            <a:noFill/>
          </p:spPr>
          <p:txBody>
            <a:bodyPr wrap="none" rtlCol="0">
              <a:spAutoFit/>
            </a:bodyPr>
            <a:lstStyle/>
            <a:p>
              <a:r>
                <a:rPr lang="en-CN" sz="2000" dirty="0">
                  <a:solidFill>
                    <a:schemeClr val="tx1"/>
                  </a:solidFill>
                  <a:latin typeface="Arial" panose="020B0604020202020204" pitchFamily="34" charset="0"/>
                  <a:cs typeface="Arial" panose="020B0604020202020204" pitchFamily="34" charset="0"/>
                </a:rPr>
                <a:t>DFF2</a:t>
              </a:r>
            </a:p>
          </p:txBody>
        </p:sp>
      </p:grpSp>
      <mc:AlternateContent xmlns:mc="http://schemas.openxmlformats.org/markup-compatibility/2006">
        <mc:Choice xmlns:a14="http://schemas.microsoft.com/office/drawing/2010/main" Requires="a14">
          <p:sp>
            <p:nvSpPr>
              <p:cNvPr id="10" name="Text Box 4">
                <a:extLst>
                  <a:ext uri="{FF2B5EF4-FFF2-40B4-BE49-F238E27FC236}">
                    <a16:creationId xmlns:a16="http://schemas.microsoft.com/office/drawing/2014/main" id="{F7637071-6046-F92C-715E-0B1CF210B315}"/>
                  </a:ext>
                </a:extLst>
              </p:cNvPr>
              <p:cNvSpPr txBox="1">
                <a:spLocks noChangeArrowheads="1"/>
              </p:cNvSpPr>
              <p:nvPr/>
            </p:nvSpPr>
            <p:spPr bwMode="auto">
              <a:xfrm>
                <a:off x="5813422" y="6177565"/>
                <a:ext cx="3356496" cy="429220"/>
              </a:xfrm>
              <a:prstGeom prst="rect">
                <a:avLst/>
              </a:prstGeom>
              <a:noFill/>
              <a:ln w="9525">
                <a:noFill/>
                <a:miter lim="800000"/>
                <a:headEnd/>
                <a:tailEnd/>
              </a:ln>
              <a:effectLst/>
            </p:spPr>
            <p:txBody>
              <a:bodyPr wrap="none">
                <a:spAutoFit/>
              </a:bodyPr>
              <a:lstStyle/>
              <a:p>
                <a:pPr lvl="0">
                  <a:defRPr/>
                </a:pPr>
                <a14:m>
                  <m:oMathPara xmlns:m="http://schemas.openxmlformats.org/officeDocument/2006/math">
                    <m:oMathParaPr>
                      <m:jc m:val="centerGroup"/>
                    </m:oMathParaPr>
                    <m:oMath xmlns:m="http://schemas.openxmlformats.org/officeDocument/2006/math">
                      <m:sSub>
                        <m:sSubPr>
                          <m:ctrlPr>
                            <a:rPr kumimoji="1" lang="en-US" altLang="zh-CN" sz="2000" b="1" i="1" dirty="0" smtClean="0">
                              <a:solidFill>
                                <a:srgbClr val="7030A0"/>
                              </a:solidFill>
                              <a:latin typeface="Cambria Math" panose="02040503050406030204" pitchFamily="18" charset="0"/>
                              <a:sym typeface="Symbol" pitchFamily="18" charset="2"/>
                            </a:rPr>
                          </m:ctrlPr>
                        </m:sSubPr>
                        <m:e>
                          <m:r>
                            <a:rPr kumimoji="1" lang="en-US" altLang="zh-CN" sz="2000" b="1" i="1" dirty="0" smtClean="0">
                              <a:solidFill>
                                <a:srgbClr val="7030A0"/>
                              </a:solidFill>
                              <a:latin typeface="Cambria Math" panose="02040503050406030204" pitchFamily="18" charset="0"/>
                              <a:sym typeface="Symbol" pitchFamily="18" charset="2"/>
                            </a:rPr>
                            <m:t>𝒕</m:t>
                          </m:r>
                        </m:e>
                        <m:sub>
                          <m:r>
                            <a:rPr kumimoji="1" lang="en-US" altLang="zh-CN" sz="2000" b="1" i="1" dirty="0" smtClean="0">
                              <a:solidFill>
                                <a:srgbClr val="7030A0"/>
                              </a:solidFill>
                              <a:latin typeface="Cambria Math" panose="02040503050406030204" pitchFamily="18" charset="0"/>
                              <a:sym typeface="Symbol" pitchFamily="18" charset="2"/>
                            </a:rPr>
                            <m:t>𝒍𝒐𝒈𝒊𝒄</m:t>
                          </m:r>
                        </m:sub>
                      </m:sSub>
                      <m:r>
                        <a:rPr kumimoji="1" lang="en-US" altLang="zh-CN" sz="2000" b="1" i="1" dirty="0" smtClean="0">
                          <a:solidFill>
                            <a:srgbClr val="0432FF"/>
                          </a:solidFill>
                          <a:latin typeface="Cambria Math" panose="02040503050406030204" pitchFamily="18" charset="0"/>
                          <a:ea typeface="Cambria Math" panose="02040503050406030204" pitchFamily="18" charset="0"/>
                          <a:sym typeface="Symbol" pitchFamily="18" charset="2"/>
                        </a:rPr>
                        <m:t>≤</m:t>
                      </m:r>
                      <m:sSub>
                        <m:sSubPr>
                          <m:ctrlPr>
                            <a:rPr kumimoji="1" lang="en-US" altLang="zh-CN" sz="2000" i="1" dirty="0" smtClean="0">
                              <a:solidFill>
                                <a:srgbClr val="0432FF"/>
                              </a:solidFill>
                              <a:latin typeface="Cambria Math" panose="02040503050406030204" pitchFamily="18" charset="0"/>
                              <a:sym typeface="Symbol" pitchFamily="18" charset="2"/>
                            </a:rPr>
                          </m:ctrlPr>
                        </m:sSubPr>
                        <m:e>
                          <m:r>
                            <a:rPr kumimoji="1" lang="en-US" altLang="zh-CN" sz="2000" i="1" dirty="0">
                              <a:solidFill>
                                <a:srgbClr val="0432FF"/>
                              </a:solidFill>
                              <a:latin typeface="Cambria Math" panose="02040503050406030204" pitchFamily="18" charset="0"/>
                              <a:sym typeface="Symbol" pitchFamily="18" charset="2"/>
                            </a:rPr>
                            <m:t>𝒕</m:t>
                          </m:r>
                        </m:e>
                        <m:sub>
                          <m:r>
                            <a:rPr kumimoji="1" lang="en-US" altLang="zh-CN" sz="2000" i="1" dirty="0" err="1">
                              <a:solidFill>
                                <a:srgbClr val="0432FF"/>
                              </a:solidFill>
                              <a:latin typeface="Cambria Math" panose="02040503050406030204" pitchFamily="18" charset="0"/>
                            </a:rPr>
                            <m:t>𝒄𝒚𝒄𝒍𝒆</m:t>
                          </m:r>
                        </m:sub>
                      </m:sSub>
                      <m:r>
                        <a:rPr kumimoji="1" lang="en-US" altLang="zh-CN" sz="2000" b="1" i="1" dirty="0" smtClean="0">
                          <a:solidFill>
                            <a:srgbClr val="0432FF"/>
                          </a:solidFill>
                          <a:latin typeface="Cambria Math" panose="02040503050406030204" pitchFamily="18" charset="0"/>
                        </a:rPr>
                        <m:t>−</m:t>
                      </m:r>
                      <m:sSub>
                        <m:sSubPr>
                          <m:ctrlPr>
                            <a:rPr kumimoji="1" lang="en-US" altLang="zh-CN" sz="2000" b="1" i="1" dirty="0" smtClean="0">
                              <a:solidFill>
                                <a:srgbClr val="0432FF"/>
                              </a:solidFill>
                              <a:latin typeface="Cambria Math" panose="02040503050406030204" pitchFamily="18" charset="0"/>
                            </a:rPr>
                          </m:ctrlPr>
                        </m:sSubPr>
                        <m:e>
                          <m:r>
                            <a:rPr kumimoji="1" lang="en-US" altLang="zh-CN" sz="2000" b="1" i="1" dirty="0" smtClean="0">
                              <a:solidFill>
                                <a:srgbClr val="0432FF"/>
                              </a:solidFill>
                              <a:latin typeface="Cambria Math" panose="02040503050406030204" pitchFamily="18" charset="0"/>
                            </a:rPr>
                            <m:t>𝒕</m:t>
                          </m:r>
                        </m:e>
                        <m:sub>
                          <m:r>
                            <a:rPr kumimoji="1" lang="en-US" altLang="zh-CN" sz="2000" b="1" i="1" dirty="0" smtClean="0">
                              <a:solidFill>
                                <a:srgbClr val="0432FF"/>
                              </a:solidFill>
                              <a:latin typeface="Cambria Math" panose="02040503050406030204" pitchFamily="18" charset="0"/>
                            </a:rPr>
                            <m:t>𝒄𝒍𝒌</m:t>
                          </m:r>
                          <m:r>
                            <a:rPr kumimoji="1" lang="en-US" altLang="zh-CN" sz="2000" b="1" i="1" dirty="0" smtClean="0">
                              <a:solidFill>
                                <a:srgbClr val="0432FF"/>
                              </a:solidFill>
                              <a:latin typeface="Cambria Math" panose="02040503050406030204" pitchFamily="18" charset="0"/>
                            </a:rPr>
                            <m:t>−</m:t>
                          </m:r>
                          <m:r>
                            <a:rPr kumimoji="1" lang="en-US" altLang="zh-CN" sz="2000" b="1" i="1" dirty="0" smtClean="0">
                              <a:solidFill>
                                <a:srgbClr val="0432FF"/>
                              </a:solidFill>
                              <a:latin typeface="Cambria Math" panose="02040503050406030204" pitchFamily="18" charset="0"/>
                            </a:rPr>
                            <m:t>𝒒</m:t>
                          </m:r>
                        </m:sub>
                      </m:sSub>
                      <m:r>
                        <a:rPr kumimoji="1" lang="en-US" altLang="zh-CN" sz="2000" b="1" i="1" dirty="0" smtClean="0">
                          <a:solidFill>
                            <a:srgbClr val="0432FF"/>
                          </a:solidFill>
                          <a:latin typeface="Cambria Math" panose="02040503050406030204" pitchFamily="18" charset="0"/>
                        </a:rPr>
                        <m:t>−</m:t>
                      </m:r>
                      <m:sSub>
                        <m:sSubPr>
                          <m:ctrlPr>
                            <a:rPr kumimoji="1" lang="en-US" altLang="zh-CN" sz="2000" i="1" dirty="0">
                              <a:solidFill>
                                <a:srgbClr val="0432FF"/>
                              </a:solidFill>
                              <a:latin typeface="Cambria Math" panose="02040503050406030204" pitchFamily="18" charset="0"/>
                            </a:rPr>
                          </m:ctrlPr>
                        </m:sSubPr>
                        <m:e>
                          <m:r>
                            <a:rPr kumimoji="1" lang="en-US" altLang="zh-CN" sz="2000" i="1" dirty="0">
                              <a:solidFill>
                                <a:srgbClr val="0432FF"/>
                              </a:solidFill>
                              <a:latin typeface="Cambria Math" panose="02040503050406030204" pitchFamily="18" charset="0"/>
                            </a:rPr>
                            <m:t>𝒕</m:t>
                          </m:r>
                        </m:e>
                        <m:sub>
                          <m:r>
                            <a:rPr kumimoji="1" lang="en-US" altLang="zh-CN" sz="2000" i="1" dirty="0" err="1">
                              <a:solidFill>
                                <a:srgbClr val="0432FF"/>
                              </a:solidFill>
                              <a:latin typeface="Cambria Math" panose="02040503050406030204" pitchFamily="18" charset="0"/>
                            </a:rPr>
                            <m:t>𝒔𝒖</m:t>
                          </m:r>
                        </m:sub>
                      </m:sSub>
                    </m:oMath>
                  </m:oMathPara>
                </a14:m>
                <a:endParaRPr kumimoji="1" lang="zh-CN" altLang="en-US" sz="2000" b="1" i="0" u="none" strike="noStrike" kern="1200" cap="none" spc="0" normalizeH="0" baseline="0" noProof="0" dirty="0">
                  <a:ln>
                    <a:noFill/>
                  </a:ln>
                  <a:solidFill>
                    <a:srgbClr val="0432FF"/>
                  </a:solidFill>
                  <a:effectLst/>
                  <a:uLnTx/>
                  <a:uFillTx/>
                  <a:latin typeface="Arial" panose="020B0604020202020204" pitchFamily="34" charset="0"/>
                  <a:ea typeface="STHeiti" panose="02010600040101010101" pitchFamily="2" charset="-122"/>
                  <a:cs typeface="Arial" panose="020B0604020202020204" pitchFamily="34" charset="0"/>
                </a:endParaRPr>
              </a:p>
            </p:txBody>
          </p:sp>
        </mc:Choice>
        <mc:Fallback>
          <p:sp>
            <p:nvSpPr>
              <p:cNvPr id="10" name="Text Box 4">
                <a:extLst>
                  <a:ext uri="{FF2B5EF4-FFF2-40B4-BE49-F238E27FC236}">
                    <a16:creationId xmlns:a16="http://schemas.microsoft.com/office/drawing/2014/main" id="{F7637071-6046-F92C-715E-0B1CF210B315}"/>
                  </a:ext>
                </a:extLst>
              </p:cNvPr>
              <p:cNvSpPr txBox="1">
                <a:spLocks noRot="1" noChangeAspect="1" noMove="1" noResize="1" noEditPoints="1" noAdjustHandles="1" noChangeArrowheads="1" noChangeShapeType="1" noTextEdit="1"/>
              </p:cNvSpPr>
              <p:nvPr/>
            </p:nvSpPr>
            <p:spPr bwMode="auto">
              <a:xfrm>
                <a:off x="5813422" y="6177565"/>
                <a:ext cx="3356496" cy="429220"/>
              </a:xfrm>
              <a:prstGeom prst="rect">
                <a:avLst/>
              </a:prstGeom>
              <a:blipFill>
                <a:blip r:embed="rId8"/>
                <a:stretch>
                  <a:fillRect b="-5714"/>
                </a:stretch>
              </a:blipFill>
              <a:ln w="9525">
                <a:noFill/>
                <a:miter lim="800000"/>
                <a:headEnd/>
                <a:tailEnd/>
              </a:ln>
              <a:effectLst/>
            </p:spPr>
            <p:txBody>
              <a:bodyPr/>
              <a:lstStyle/>
              <a:p>
                <a:r>
                  <a:rPr lang="zh-CN" altLang="en-US">
                    <a:noFill/>
                  </a:rPr>
                  <a:t> </a:t>
                </a:r>
              </a:p>
            </p:txBody>
          </p:sp>
        </mc:Fallback>
      </mc:AlternateContent>
    </p:spTree>
    <p:extLst>
      <p:ext uri="{BB962C8B-B14F-4D97-AF65-F5344CB8AC3E}">
        <p14:creationId xmlns:p14="http://schemas.microsoft.com/office/powerpoint/2010/main" val="1402600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733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332" grpId="0"/>
      <p:bldP spid="117" grpId="0"/>
      <p:bldP spid="1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p:cNvSpPr>
            <a:spLocks noGrp="1" noChangeArrowheads="1"/>
          </p:cNvSpPr>
          <p:nvPr>
            <p:ph type="title"/>
          </p:nvPr>
        </p:nvSpPr>
        <p:spPr/>
        <p:txBody>
          <a:bodyPr>
            <a:normAutofit/>
          </a:bodyPr>
          <a:lstStyle/>
          <a:p>
            <a:r>
              <a:rPr lang="zh-CN" altLang="en-US" dirty="0"/>
              <a:t>保持时间约束</a:t>
            </a:r>
            <a:endParaRPr lang="en-US" altLang="zh-CN" dirty="0"/>
          </a:p>
        </p:txBody>
      </p:sp>
      <p:sp>
        <p:nvSpPr>
          <p:cNvPr id="2" name="Slide Number Placeholder 1">
            <a:extLst>
              <a:ext uri="{FF2B5EF4-FFF2-40B4-BE49-F238E27FC236}">
                <a16:creationId xmlns:a16="http://schemas.microsoft.com/office/drawing/2014/main" id="{4543748D-4796-F94C-868B-5E89036D22A6}"/>
              </a:ext>
            </a:extLst>
          </p:cNvPr>
          <p:cNvSpPr>
            <a:spLocks noGrp="1"/>
          </p:cNvSpPr>
          <p:nvPr>
            <p:ph type="sldNum" sz="quarter" idx="12"/>
          </p:nvPr>
        </p:nvSpPr>
        <p:spPr/>
        <p:txBody>
          <a:bodyPr/>
          <a:lstStyle/>
          <a:p>
            <a:fld id="{176ACFD1-D213-4B9C-817B-45486DBF105A}" type="slidenum">
              <a:rPr lang="en-US" smtClean="0">
                <a:solidFill>
                  <a:prstClr val="black"/>
                </a:solidFill>
              </a:rPr>
              <a:pPr/>
              <a:t>19</a:t>
            </a:fld>
            <a:endParaRPr lang="en-US">
              <a:solidFill>
                <a:prstClr val="black"/>
              </a:solidFill>
            </a:endParaRPr>
          </a:p>
        </p:txBody>
      </p:sp>
      <p:sp>
        <p:nvSpPr>
          <p:cNvPr id="50" name="Rectangle 7">
            <a:extLst>
              <a:ext uri="{FF2B5EF4-FFF2-40B4-BE49-F238E27FC236}">
                <a16:creationId xmlns:a16="http://schemas.microsoft.com/office/drawing/2014/main" id="{12A9D9DB-7BD6-0549-A5B0-E8EA360088F5}"/>
              </a:ext>
            </a:extLst>
          </p:cNvPr>
          <p:cNvSpPr>
            <a:spLocks noChangeArrowheads="1"/>
          </p:cNvSpPr>
          <p:nvPr/>
        </p:nvSpPr>
        <p:spPr bwMode="auto">
          <a:xfrm>
            <a:off x="2625428" y="3804578"/>
            <a:ext cx="604333" cy="384721"/>
          </a:xfrm>
          <a:prstGeom prst="rect">
            <a:avLst/>
          </a:prstGeom>
          <a:noFill/>
          <a:ln w="9525">
            <a:noFill/>
            <a:miter lim="800000"/>
            <a:headEnd/>
            <a:tailEnd/>
          </a:ln>
        </p:spPr>
        <p:txBody>
          <a:bodyPr wrap="none" lIns="0" tIns="0" rIns="0" bIns="0">
            <a:spAutoFit/>
          </a:bodyPr>
          <a:lstStyle/>
          <a:p>
            <a:pPr algn="l"/>
            <a:r>
              <a:rPr lang="en-US" altLang="zh-CN" sz="2500" b="0" i="1" dirty="0">
                <a:solidFill>
                  <a:srgbClr val="000000"/>
                </a:solidFill>
                <a:latin typeface="Times New Roman" pitchFamily="18" charset="0"/>
              </a:rPr>
              <a:t>CLK</a:t>
            </a:r>
          </a:p>
        </p:txBody>
      </p:sp>
      <p:cxnSp>
        <p:nvCxnSpPr>
          <p:cNvPr id="45" name="肘形连接符 44">
            <a:extLst>
              <a:ext uri="{FF2B5EF4-FFF2-40B4-BE49-F238E27FC236}">
                <a16:creationId xmlns:a16="http://schemas.microsoft.com/office/drawing/2014/main" id="{73FDCCE9-A7FB-FB44-8AE7-B6F518B02E5A}"/>
              </a:ext>
            </a:extLst>
          </p:cNvPr>
          <p:cNvCxnSpPr>
            <a:cxnSpLocks/>
          </p:cNvCxnSpPr>
          <p:nvPr/>
        </p:nvCxnSpPr>
        <p:spPr bwMode="auto">
          <a:xfrm flipV="1">
            <a:off x="3268392" y="3759690"/>
            <a:ext cx="1965325" cy="411028"/>
          </a:xfrm>
          <a:prstGeom prst="bentConnector3">
            <a:avLst>
              <a:gd name="adj1" fmla="val 35456"/>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2" name="肘形连接符 61">
            <a:extLst>
              <a:ext uri="{FF2B5EF4-FFF2-40B4-BE49-F238E27FC236}">
                <a16:creationId xmlns:a16="http://schemas.microsoft.com/office/drawing/2014/main" id="{22D08F96-0926-8744-84EA-40568464AD2C}"/>
              </a:ext>
            </a:extLst>
          </p:cNvPr>
          <p:cNvCxnSpPr>
            <a:cxnSpLocks/>
          </p:cNvCxnSpPr>
          <p:nvPr/>
        </p:nvCxnSpPr>
        <p:spPr bwMode="auto">
          <a:xfrm rot="10800000">
            <a:off x="4628762" y="3759690"/>
            <a:ext cx="1710008" cy="397044"/>
          </a:xfrm>
          <a:prstGeom prst="bentConnector3">
            <a:avLst>
              <a:gd name="adj1" fmla="val 50000"/>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2" name="肘形连接符 81">
            <a:extLst>
              <a:ext uri="{FF2B5EF4-FFF2-40B4-BE49-F238E27FC236}">
                <a16:creationId xmlns:a16="http://schemas.microsoft.com/office/drawing/2014/main" id="{DBC9C53D-960F-9445-95FB-132E45F736EC}"/>
              </a:ext>
            </a:extLst>
          </p:cNvPr>
          <p:cNvCxnSpPr>
            <a:cxnSpLocks/>
          </p:cNvCxnSpPr>
          <p:nvPr/>
        </p:nvCxnSpPr>
        <p:spPr bwMode="auto">
          <a:xfrm flipV="1">
            <a:off x="3298554" y="5370616"/>
            <a:ext cx="3892720" cy="440334"/>
          </a:xfrm>
          <a:prstGeom prst="bentConnector3">
            <a:avLst>
              <a:gd name="adj1" fmla="val 79492"/>
            </a:avLst>
          </a:prstGeom>
          <a:ln w="571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1" name="直线连接符 80">
            <a:extLst>
              <a:ext uri="{FF2B5EF4-FFF2-40B4-BE49-F238E27FC236}">
                <a16:creationId xmlns:a16="http://schemas.microsoft.com/office/drawing/2014/main" id="{D9FDA9AC-112A-4E4E-8958-43910B1705F4}"/>
              </a:ext>
            </a:extLst>
          </p:cNvPr>
          <p:cNvCxnSpPr>
            <a:cxnSpLocks/>
          </p:cNvCxnSpPr>
          <p:nvPr/>
        </p:nvCxnSpPr>
        <p:spPr bwMode="auto">
          <a:xfrm>
            <a:off x="3965122" y="3807220"/>
            <a:ext cx="0" cy="2593580"/>
          </a:xfrm>
          <a:prstGeom prst="line">
            <a:avLst/>
          </a:prstGeom>
          <a:ln w="19050">
            <a:prstDash val="dash"/>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13" name="Rectangle 7">
            <a:extLst>
              <a:ext uri="{FF2B5EF4-FFF2-40B4-BE49-F238E27FC236}">
                <a16:creationId xmlns:a16="http://schemas.microsoft.com/office/drawing/2014/main" id="{A6DF6598-65BA-AC4B-B154-A7374E56B422}"/>
              </a:ext>
            </a:extLst>
          </p:cNvPr>
          <p:cNvSpPr>
            <a:spLocks noChangeArrowheads="1"/>
          </p:cNvSpPr>
          <p:nvPr/>
        </p:nvSpPr>
        <p:spPr bwMode="auto">
          <a:xfrm>
            <a:off x="2876364" y="5585446"/>
            <a:ext cx="310983" cy="353943"/>
          </a:xfrm>
          <a:prstGeom prst="rect">
            <a:avLst/>
          </a:prstGeom>
          <a:noFill/>
          <a:ln w="9525">
            <a:noFill/>
            <a:miter lim="800000"/>
            <a:headEnd/>
            <a:tailEnd/>
          </a:ln>
        </p:spPr>
        <p:txBody>
          <a:bodyPr wrap="square" lIns="0" tIns="0" rIns="0" bIns="0">
            <a:spAutoFit/>
          </a:bodyPr>
          <a:lstStyle/>
          <a:p>
            <a:pPr algn="l"/>
            <a:r>
              <a:rPr lang="en-US" altLang="zh-CN" sz="2300" b="0" i="1" dirty="0">
                <a:solidFill>
                  <a:srgbClr val="000000"/>
                </a:solidFill>
                <a:latin typeface="Times New Roman" pitchFamily="18" charset="0"/>
              </a:rPr>
              <a:t>D</a:t>
            </a:r>
            <a:r>
              <a:rPr lang="en-US" altLang="zh-CN" sz="2300" b="0" i="1" baseline="-25000" dirty="0">
                <a:solidFill>
                  <a:srgbClr val="000000"/>
                </a:solidFill>
                <a:latin typeface="Times New Roman" pitchFamily="18" charset="0"/>
              </a:rPr>
              <a:t>2</a:t>
            </a:r>
            <a:endParaRPr lang="en-US" altLang="zh-CN" sz="1800" b="0" dirty="0">
              <a:solidFill>
                <a:schemeClr val="tx1"/>
              </a:solidFill>
              <a:latin typeface="Arial" pitchFamily="34" charset="0"/>
            </a:endParaRPr>
          </a:p>
        </p:txBody>
      </p:sp>
      <mc:AlternateContent xmlns:mc="http://schemas.openxmlformats.org/markup-compatibility/2006">
        <mc:Choice xmlns:a14="http://schemas.microsoft.com/office/drawing/2010/main" Requires="a14">
          <p:sp>
            <p:nvSpPr>
              <p:cNvPr id="227332" name="Text Box 4"/>
              <p:cNvSpPr txBox="1">
                <a:spLocks noChangeArrowheads="1"/>
              </p:cNvSpPr>
              <p:nvPr/>
            </p:nvSpPr>
            <p:spPr bwMode="auto">
              <a:xfrm>
                <a:off x="5178879" y="6096131"/>
                <a:ext cx="2955054" cy="429220"/>
              </a:xfrm>
              <a:prstGeom prst="rect">
                <a:avLst/>
              </a:prstGeom>
              <a:noFill/>
              <a:ln w="9525">
                <a:noFill/>
                <a:miter lim="800000"/>
                <a:headEnd/>
                <a:tailEnd/>
              </a:ln>
              <a:effectLst/>
            </p:spPr>
            <p:txBody>
              <a:bodyPr wrap="square">
                <a:spAutoFit/>
              </a:bodyPr>
              <a:lstStyle/>
              <a:p>
                <a:pPr algn="ctr">
                  <a:defRPr/>
                </a:pPr>
                <a14:m>
                  <m:oMathPara xmlns:m="http://schemas.openxmlformats.org/officeDocument/2006/math">
                    <m:oMathParaPr>
                      <m:jc m:val="centerGroup"/>
                    </m:oMathParaPr>
                    <m:oMath xmlns:m="http://schemas.openxmlformats.org/officeDocument/2006/math">
                      <m:sSub>
                        <m:sSubPr>
                          <m:ctrlPr>
                            <a:rPr kumimoji="1" lang="en-US" altLang="zh-CN" sz="2000" i="1" dirty="0">
                              <a:solidFill>
                                <a:srgbClr val="0432FF"/>
                              </a:solidFill>
                              <a:latin typeface="Cambria Math" panose="02040503050406030204" pitchFamily="18" charset="0"/>
                            </a:rPr>
                          </m:ctrlPr>
                        </m:sSubPr>
                        <m:e>
                          <m:r>
                            <a:rPr kumimoji="1" lang="en-US" altLang="zh-CN" sz="2000" b="1" i="1" dirty="0">
                              <a:solidFill>
                                <a:srgbClr val="0432FF"/>
                              </a:solidFill>
                              <a:latin typeface="Cambria Math" panose="02040503050406030204" pitchFamily="18" charset="0"/>
                            </a:rPr>
                            <m:t>𝒕</m:t>
                          </m:r>
                        </m:e>
                        <m:sub>
                          <m:r>
                            <a:rPr kumimoji="1" lang="en-US" altLang="zh-CN" sz="2000" b="1" i="1" dirty="0">
                              <a:solidFill>
                                <a:srgbClr val="0432FF"/>
                              </a:solidFill>
                              <a:latin typeface="Cambria Math" panose="02040503050406030204" pitchFamily="18" charset="0"/>
                            </a:rPr>
                            <m:t>𝒄𝒒</m:t>
                          </m:r>
                        </m:sub>
                      </m:sSub>
                      <m:r>
                        <a:rPr kumimoji="1" lang="en-US" altLang="zh-CN" sz="2000" b="1" i="1" dirty="0">
                          <a:solidFill>
                            <a:srgbClr val="0432FF"/>
                          </a:solidFill>
                          <a:latin typeface="Cambria Math" panose="02040503050406030204" pitchFamily="18" charset="0"/>
                        </a:rPr>
                        <m:t>+</m:t>
                      </m:r>
                      <m:sSub>
                        <m:sSubPr>
                          <m:ctrlPr>
                            <a:rPr kumimoji="1" lang="en-US" altLang="zh-CN" sz="2000" i="1" dirty="0">
                              <a:solidFill>
                                <a:srgbClr val="0432FF"/>
                              </a:solidFill>
                              <a:latin typeface="Cambria Math" panose="02040503050406030204" pitchFamily="18" charset="0"/>
                            </a:rPr>
                          </m:ctrlPr>
                        </m:sSubPr>
                        <m:e>
                          <m:r>
                            <a:rPr kumimoji="1" lang="en-US" altLang="zh-CN" sz="2000" b="1" i="1" dirty="0">
                              <a:solidFill>
                                <a:srgbClr val="0432FF"/>
                              </a:solidFill>
                              <a:latin typeface="Cambria Math" panose="02040503050406030204" pitchFamily="18" charset="0"/>
                            </a:rPr>
                            <m:t>𝒕</m:t>
                          </m:r>
                        </m:e>
                        <m:sub>
                          <m:r>
                            <a:rPr kumimoji="1" lang="en-US" altLang="zh-CN" sz="2000" b="1" i="1" dirty="0">
                              <a:solidFill>
                                <a:srgbClr val="0432FF"/>
                              </a:solidFill>
                              <a:latin typeface="Cambria Math" panose="02040503050406030204" pitchFamily="18" charset="0"/>
                            </a:rPr>
                            <m:t>𝒍𝒐𝒈𝒊𝒄</m:t>
                          </m:r>
                        </m:sub>
                      </m:sSub>
                      <m:r>
                        <a:rPr kumimoji="1" lang="en-US" altLang="zh-CN" sz="2000" b="1" i="1" u="none" strike="noStrike" kern="1200" cap="none" spc="0" normalizeH="0" baseline="0" noProof="0" dirty="0" smtClean="0">
                          <a:ln>
                            <a:noFill/>
                          </a:ln>
                          <a:solidFill>
                            <a:srgbClr val="0432FF"/>
                          </a:solidFill>
                          <a:effectLst/>
                          <a:uLnTx/>
                          <a:uFillTx/>
                          <a:latin typeface="Cambria Math" panose="02040503050406030204" pitchFamily="18" charset="0"/>
                          <a:ea typeface="宋体" pitchFamily="2" charset="-122"/>
                          <a:cs typeface="+mn-cs"/>
                        </a:rPr>
                        <m:t>≥</m:t>
                      </m:r>
                      <m:sSub>
                        <m:sSubPr>
                          <m:ctrlPr>
                            <a:rPr kumimoji="1" lang="en-US" altLang="zh-CN" sz="2000" b="1" i="1" u="none" strike="noStrike" kern="1200" cap="none" spc="0" normalizeH="0" baseline="0" noProof="0" dirty="0" smtClean="0">
                              <a:ln>
                                <a:noFill/>
                              </a:ln>
                              <a:solidFill>
                                <a:srgbClr val="00B050"/>
                              </a:solidFill>
                              <a:effectLst/>
                              <a:uLnTx/>
                              <a:uFillTx/>
                              <a:latin typeface="Cambria Math" panose="02040503050406030204" pitchFamily="18" charset="0"/>
                              <a:ea typeface="宋体" pitchFamily="2" charset="-122"/>
                              <a:cs typeface="+mn-cs"/>
                              <a:sym typeface="Symbol" pitchFamily="18" charset="2"/>
                            </a:rPr>
                          </m:ctrlPr>
                        </m:sSubPr>
                        <m:e>
                          <m:r>
                            <a:rPr kumimoji="1" lang="en-US" altLang="zh-CN" sz="2000" b="1" i="1" u="none" strike="noStrike" kern="1200" cap="none" spc="0" normalizeH="0" baseline="0" noProof="0" dirty="0" smtClean="0">
                              <a:ln>
                                <a:noFill/>
                              </a:ln>
                              <a:solidFill>
                                <a:srgbClr val="00B050"/>
                              </a:solidFill>
                              <a:effectLst/>
                              <a:uLnTx/>
                              <a:uFillTx/>
                              <a:latin typeface="Cambria Math" panose="02040503050406030204" pitchFamily="18" charset="0"/>
                              <a:ea typeface="宋体" pitchFamily="2" charset="-122"/>
                              <a:cs typeface="+mn-cs"/>
                              <a:sym typeface="Symbol" pitchFamily="18" charset="2"/>
                            </a:rPr>
                            <m:t>𝒕</m:t>
                          </m:r>
                        </m:e>
                        <m:sub>
                          <m:r>
                            <a:rPr kumimoji="1" lang="en-US" altLang="zh-CN" sz="2000" b="1" i="1" u="none" strike="noStrike" kern="1200" cap="none" spc="0" normalizeH="0" baseline="0" noProof="0" dirty="0" smtClean="0">
                              <a:ln>
                                <a:noFill/>
                              </a:ln>
                              <a:solidFill>
                                <a:srgbClr val="00B050"/>
                              </a:solidFill>
                              <a:effectLst/>
                              <a:uLnTx/>
                              <a:uFillTx/>
                              <a:latin typeface="Cambria Math" panose="02040503050406030204" pitchFamily="18" charset="0"/>
                              <a:ea typeface="宋体" pitchFamily="2" charset="-122"/>
                              <a:cs typeface="+mn-cs"/>
                              <a:sym typeface="Symbol" pitchFamily="18" charset="2"/>
                            </a:rPr>
                            <m:t>𝒉𝒐𝒍𝒅</m:t>
                          </m:r>
                        </m:sub>
                      </m:sSub>
                    </m:oMath>
                  </m:oMathPara>
                </a14:m>
                <a:endParaRPr kumimoji="1" lang="zh-CN" altLang="en-US" sz="2000" b="1" i="0" u="none" strike="noStrike" kern="1200" cap="none" spc="0" normalizeH="0" baseline="0" noProof="0" dirty="0">
                  <a:ln>
                    <a:noFill/>
                  </a:ln>
                  <a:solidFill>
                    <a:srgbClr val="0432FF"/>
                  </a:solidFill>
                  <a:effectLst/>
                  <a:uLnTx/>
                  <a:uFillTx/>
                  <a:latin typeface="Tahoma" pitchFamily="34" charset="0"/>
                  <a:ea typeface="宋体" pitchFamily="2" charset="-122"/>
                  <a:cs typeface="+mn-cs"/>
                </a:endParaRPr>
              </a:p>
            </p:txBody>
          </p:sp>
        </mc:Choice>
        <mc:Fallback>
          <p:sp>
            <p:nvSpPr>
              <p:cNvPr id="227332" name="Text Box 4"/>
              <p:cNvSpPr txBox="1">
                <a:spLocks noRot="1" noChangeAspect="1" noMove="1" noResize="1" noEditPoints="1" noAdjustHandles="1" noChangeArrowheads="1" noChangeShapeType="1" noTextEdit="1"/>
              </p:cNvSpPr>
              <p:nvPr/>
            </p:nvSpPr>
            <p:spPr bwMode="auto">
              <a:xfrm>
                <a:off x="5178879" y="6096131"/>
                <a:ext cx="2955054" cy="429220"/>
              </a:xfrm>
              <a:prstGeom prst="rect">
                <a:avLst/>
              </a:prstGeom>
              <a:blipFill>
                <a:blip r:embed="rId3"/>
                <a:stretch>
                  <a:fillRect b="-8824"/>
                </a:stretch>
              </a:blipFill>
              <a:ln w="9525">
                <a:noFill/>
                <a:miter lim="800000"/>
                <a:headEnd/>
                <a:tailEnd/>
              </a:ln>
              <a:effectLst/>
            </p:spPr>
            <p:txBody>
              <a:bodyPr/>
              <a:lstStyle/>
              <a:p>
                <a:r>
                  <a:rPr lang="zh-CN" altLang="en-US">
                    <a:noFill/>
                  </a:rPr>
                  <a:t> </a:t>
                </a:r>
              </a:p>
            </p:txBody>
          </p:sp>
        </mc:Fallback>
      </mc:AlternateContent>
      <p:grpSp>
        <p:nvGrpSpPr>
          <p:cNvPr id="39" name="组合 38">
            <a:extLst>
              <a:ext uri="{FF2B5EF4-FFF2-40B4-BE49-F238E27FC236}">
                <a16:creationId xmlns:a16="http://schemas.microsoft.com/office/drawing/2014/main" id="{B195D81B-87B5-B050-4170-16E78F046E13}"/>
              </a:ext>
            </a:extLst>
          </p:cNvPr>
          <p:cNvGrpSpPr/>
          <p:nvPr/>
        </p:nvGrpSpPr>
        <p:grpSpPr>
          <a:xfrm>
            <a:off x="2845836" y="3765500"/>
            <a:ext cx="3450189" cy="2635300"/>
            <a:chOff x="2845836" y="3765500"/>
            <a:chExt cx="3450189" cy="2635300"/>
          </a:xfrm>
        </p:grpSpPr>
        <p:cxnSp>
          <p:nvCxnSpPr>
            <p:cNvPr id="71" name="肘形连接符 70">
              <a:extLst>
                <a:ext uri="{FF2B5EF4-FFF2-40B4-BE49-F238E27FC236}">
                  <a16:creationId xmlns:a16="http://schemas.microsoft.com/office/drawing/2014/main" id="{F19A21E4-A95C-8F4F-BD59-1EFC06F5B9FE}"/>
                </a:ext>
              </a:extLst>
            </p:cNvPr>
            <p:cNvCxnSpPr>
              <a:cxnSpLocks/>
            </p:cNvCxnSpPr>
            <p:nvPr/>
          </p:nvCxnSpPr>
          <p:spPr bwMode="auto">
            <a:xfrm flipV="1">
              <a:off x="3260454" y="4465474"/>
              <a:ext cx="3035571" cy="529078"/>
            </a:xfrm>
            <a:prstGeom prst="bentConnector3">
              <a:avLst>
                <a:gd name="adj1" fmla="val 34939"/>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77" name="Rectangle 7">
              <a:extLst>
                <a:ext uri="{FF2B5EF4-FFF2-40B4-BE49-F238E27FC236}">
                  <a16:creationId xmlns:a16="http://schemas.microsoft.com/office/drawing/2014/main" id="{688E66AE-BFA8-714B-8EDA-471D94752206}"/>
                </a:ext>
              </a:extLst>
            </p:cNvPr>
            <p:cNvSpPr>
              <a:spLocks noChangeArrowheads="1"/>
            </p:cNvSpPr>
            <p:nvPr/>
          </p:nvSpPr>
          <p:spPr bwMode="auto">
            <a:xfrm>
              <a:off x="2845836" y="4719898"/>
              <a:ext cx="310983" cy="353943"/>
            </a:xfrm>
            <a:prstGeom prst="rect">
              <a:avLst/>
            </a:prstGeom>
            <a:noFill/>
            <a:ln w="9525">
              <a:noFill/>
              <a:miter lim="800000"/>
              <a:headEnd/>
              <a:tailEnd/>
            </a:ln>
          </p:spPr>
          <p:txBody>
            <a:bodyPr wrap="none" lIns="0" tIns="0" rIns="0" bIns="0">
              <a:spAutoFit/>
            </a:bodyPr>
            <a:lstStyle/>
            <a:p>
              <a:pPr algn="l"/>
              <a:r>
                <a:rPr lang="en-US" altLang="zh-CN" sz="2300" b="0" i="1" dirty="0">
                  <a:solidFill>
                    <a:srgbClr val="000000"/>
                  </a:solidFill>
                  <a:latin typeface="Times New Roman" pitchFamily="18" charset="0"/>
                </a:rPr>
                <a:t>Q</a:t>
              </a:r>
              <a:r>
                <a:rPr lang="en-US" altLang="zh-CN" sz="2300" b="0" i="1" baseline="-25000" dirty="0">
                  <a:solidFill>
                    <a:srgbClr val="000000"/>
                  </a:solidFill>
                  <a:latin typeface="Times New Roman" pitchFamily="18" charset="0"/>
                </a:rPr>
                <a:t>1</a:t>
              </a:r>
              <a:endParaRPr lang="en-US" altLang="zh-CN" sz="1800" b="0" dirty="0">
                <a:solidFill>
                  <a:schemeClr val="tx1"/>
                </a:solidFill>
                <a:latin typeface="Arial" pitchFamily="34" charset="0"/>
              </a:endParaRPr>
            </a:p>
          </p:txBody>
        </p:sp>
        <p:cxnSp>
          <p:nvCxnSpPr>
            <p:cNvPr id="89" name="直线连接符 88">
              <a:extLst>
                <a:ext uri="{FF2B5EF4-FFF2-40B4-BE49-F238E27FC236}">
                  <a16:creationId xmlns:a16="http://schemas.microsoft.com/office/drawing/2014/main" id="{A4980BC7-388D-CD4F-8A41-C75D8D0D0E64}"/>
                </a:ext>
              </a:extLst>
            </p:cNvPr>
            <p:cNvCxnSpPr>
              <a:cxnSpLocks/>
            </p:cNvCxnSpPr>
            <p:nvPr/>
          </p:nvCxnSpPr>
          <p:spPr bwMode="auto">
            <a:xfrm>
              <a:off x="4319317" y="3765500"/>
              <a:ext cx="0" cy="1578568"/>
            </a:xfrm>
            <a:prstGeom prst="line">
              <a:avLst/>
            </a:prstGeom>
            <a:ln w="19050">
              <a:prstDash val="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3" name="直线连接符 92">
              <a:extLst>
                <a:ext uri="{FF2B5EF4-FFF2-40B4-BE49-F238E27FC236}">
                  <a16:creationId xmlns:a16="http://schemas.microsoft.com/office/drawing/2014/main" id="{D4511CF0-7168-1B4F-8D91-79A4932B3313}"/>
                </a:ext>
              </a:extLst>
            </p:cNvPr>
            <p:cNvCxnSpPr>
              <a:cxnSpLocks/>
            </p:cNvCxnSpPr>
            <p:nvPr/>
          </p:nvCxnSpPr>
          <p:spPr bwMode="auto">
            <a:xfrm>
              <a:off x="4928917" y="5130197"/>
              <a:ext cx="0" cy="1270603"/>
            </a:xfrm>
            <a:prstGeom prst="line">
              <a:avLst/>
            </a:prstGeom>
            <a:ln w="19050">
              <a:prstDash val="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2" name="直线箭头连接符 91">
              <a:extLst>
                <a:ext uri="{FF2B5EF4-FFF2-40B4-BE49-F238E27FC236}">
                  <a16:creationId xmlns:a16="http://schemas.microsoft.com/office/drawing/2014/main" id="{55E91F59-1C09-AF40-BDB4-18F9B3613661}"/>
                </a:ext>
              </a:extLst>
            </p:cNvPr>
            <p:cNvCxnSpPr/>
            <p:nvPr/>
          </p:nvCxnSpPr>
          <p:spPr bwMode="auto">
            <a:xfrm>
              <a:off x="3965122" y="4430663"/>
              <a:ext cx="354195"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98" name="直线箭头连接符 97">
              <a:extLst>
                <a:ext uri="{FF2B5EF4-FFF2-40B4-BE49-F238E27FC236}">
                  <a16:creationId xmlns:a16="http://schemas.microsoft.com/office/drawing/2014/main" id="{BDACD1A3-FA66-A44F-B0BF-6C2E282C6908}"/>
                </a:ext>
              </a:extLst>
            </p:cNvPr>
            <p:cNvCxnSpPr>
              <a:cxnSpLocks/>
            </p:cNvCxnSpPr>
            <p:nvPr/>
          </p:nvCxnSpPr>
          <p:spPr bwMode="auto">
            <a:xfrm>
              <a:off x="4319317" y="5192663"/>
              <a:ext cx="609600"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114" name="Rectangle 7">
                  <a:extLst>
                    <a:ext uri="{FF2B5EF4-FFF2-40B4-BE49-F238E27FC236}">
                      <a16:creationId xmlns:a16="http://schemas.microsoft.com/office/drawing/2014/main" id="{BD009BE6-4531-594D-81B4-271674A444B4}"/>
                    </a:ext>
                  </a:extLst>
                </p:cNvPr>
                <p:cNvSpPr>
                  <a:spLocks noChangeArrowheads="1"/>
                </p:cNvSpPr>
                <p:nvPr/>
              </p:nvSpPr>
              <p:spPr bwMode="auto">
                <a:xfrm>
                  <a:off x="4445781" y="4774272"/>
                  <a:ext cx="1208262" cy="299569"/>
                </a:xfrm>
                <a:prstGeom prst="rect">
                  <a:avLst/>
                </a:prstGeom>
                <a:noFill/>
                <a:ln w="9525">
                  <a:noFill/>
                  <a:miter lim="800000"/>
                  <a:headEnd/>
                  <a:tailEnd/>
                </a:ln>
              </p:spPr>
              <p:txBody>
                <a:bodyPr wrap="square" lIns="0" tIns="0" rIns="0" bIns="0">
                  <a:spAutoFit/>
                </a:bodyPr>
                <a:lstStyle/>
                <a:p>
                  <a:pPr algn="l"/>
                  <a14:m>
                    <m:oMathPara xmlns:m="http://schemas.openxmlformats.org/officeDocument/2006/math">
                      <m:oMathParaPr>
                        <m:jc m:val="centerGroup"/>
                      </m:oMathParaPr>
                      <m:oMath xmlns:m="http://schemas.openxmlformats.org/officeDocument/2006/math">
                        <m:sSub>
                          <m:sSubPr>
                            <m:ctrlPr>
                              <a:rPr lang="en-US" altLang="zh-CN" sz="1800" b="0" i="1" smtClean="0">
                                <a:solidFill>
                                  <a:schemeClr val="tx1"/>
                                </a:solidFill>
                                <a:latin typeface="Cambria Math" panose="02040503050406030204" pitchFamily="18" charset="0"/>
                              </a:rPr>
                            </m:ctrlPr>
                          </m:sSubPr>
                          <m:e>
                            <m:r>
                              <a:rPr lang="en-US" altLang="zh-CN" sz="1800" b="0" i="1" smtClean="0">
                                <a:solidFill>
                                  <a:schemeClr val="tx1"/>
                                </a:solidFill>
                                <a:latin typeface="Cambria Math" panose="02040503050406030204" pitchFamily="18" charset="0"/>
                              </a:rPr>
                              <m:t>𝑡</m:t>
                            </m:r>
                          </m:e>
                          <m:sub>
                            <m:r>
                              <a:rPr lang="en-US" altLang="zh-CN" sz="1800" b="0" i="1" smtClean="0">
                                <a:solidFill>
                                  <a:schemeClr val="tx1"/>
                                </a:solidFill>
                                <a:latin typeface="Cambria Math" panose="02040503050406030204" pitchFamily="18" charset="0"/>
                              </a:rPr>
                              <m:t>𝑙𝑜𝑔𝑖𝑐</m:t>
                            </m:r>
                          </m:sub>
                        </m:sSub>
                        <m:r>
                          <a:rPr lang="en-US" altLang="zh-CN" sz="1800" b="0" i="1" smtClean="0">
                            <a:solidFill>
                              <a:schemeClr val="tx1"/>
                            </a:solidFill>
                            <a:latin typeface="Cambria Math" panose="02040503050406030204" pitchFamily="18" charset="0"/>
                          </a:rPr>
                          <m:t>(</m:t>
                        </m:r>
                        <m:r>
                          <a:rPr lang="en-US" altLang="zh-CN" sz="1800" b="0" i="1" smtClean="0">
                            <a:solidFill>
                              <a:schemeClr val="tx1"/>
                            </a:solidFill>
                            <a:latin typeface="Cambria Math" panose="02040503050406030204" pitchFamily="18" charset="0"/>
                          </a:rPr>
                          <m:t>𝑚𝑖𝑛</m:t>
                        </m:r>
                        <m:r>
                          <a:rPr lang="en-US" altLang="zh-CN" sz="1800" b="0" i="1" smtClean="0">
                            <a:solidFill>
                              <a:schemeClr val="tx1"/>
                            </a:solidFill>
                            <a:latin typeface="Cambria Math" panose="02040503050406030204" pitchFamily="18" charset="0"/>
                          </a:rPr>
                          <m:t>)</m:t>
                        </m:r>
                      </m:oMath>
                    </m:oMathPara>
                  </a14:m>
                  <a:endParaRPr lang="en-US" altLang="zh-CN" sz="1800" b="0" dirty="0">
                    <a:solidFill>
                      <a:schemeClr val="tx1"/>
                    </a:solidFill>
                    <a:latin typeface="Arial" pitchFamily="34" charset="0"/>
                  </a:endParaRPr>
                </a:p>
              </p:txBody>
            </p:sp>
          </mc:Choice>
          <mc:Fallback>
            <p:sp>
              <p:nvSpPr>
                <p:cNvPr id="114" name="Rectangle 7">
                  <a:extLst>
                    <a:ext uri="{FF2B5EF4-FFF2-40B4-BE49-F238E27FC236}">
                      <a16:creationId xmlns:a16="http://schemas.microsoft.com/office/drawing/2014/main" id="{BD009BE6-4531-594D-81B4-271674A444B4}"/>
                    </a:ext>
                  </a:extLst>
                </p:cNvPr>
                <p:cNvSpPr>
                  <a:spLocks noRot="1" noChangeAspect="1" noMove="1" noResize="1" noEditPoints="1" noAdjustHandles="1" noChangeArrowheads="1" noChangeShapeType="1" noTextEdit="1"/>
                </p:cNvSpPr>
                <p:nvPr/>
              </p:nvSpPr>
              <p:spPr bwMode="auto">
                <a:xfrm>
                  <a:off x="4445781" y="4774272"/>
                  <a:ext cx="1208262" cy="299569"/>
                </a:xfrm>
                <a:prstGeom prst="rect">
                  <a:avLst/>
                </a:prstGeom>
                <a:blipFill>
                  <a:blip r:embed="rId4"/>
                  <a:stretch>
                    <a:fillRect l="-1031" r="-4124" b="-28000"/>
                  </a:stretch>
                </a:blipFill>
                <a:ln w="9525">
                  <a:noFill/>
                  <a:miter lim="800000"/>
                  <a:headEnd/>
                  <a:tailEnd/>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8" name="Rectangle 7">
                  <a:extLst>
                    <a:ext uri="{FF2B5EF4-FFF2-40B4-BE49-F238E27FC236}">
                      <a16:creationId xmlns:a16="http://schemas.microsoft.com/office/drawing/2014/main" id="{F4E00EB4-6A84-424F-B3CE-2A45C4F54D69}"/>
                    </a:ext>
                  </a:extLst>
                </p:cNvPr>
                <p:cNvSpPr>
                  <a:spLocks noChangeArrowheads="1"/>
                </p:cNvSpPr>
                <p:nvPr/>
              </p:nvSpPr>
              <p:spPr bwMode="auto">
                <a:xfrm>
                  <a:off x="4246122" y="4040807"/>
                  <a:ext cx="1208262" cy="298415"/>
                </a:xfrm>
                <a:prstGeom prst="rect">
                  <a:avLst/>
                </a:prstGeom>
                <a:noFill/>
                <a:ln w="9525">
                  <a:noFill/>
                  <a:miter lim="800000"/>
                  <a:headEnd/>
                  <a:tailEnd/>
                </a:ln>
              </p:spPr>
              <p:txBody>
                <a:bodyPr wrap="square" lIns="0" tIns="0" rIns="0" bIns="0">
                  <a:spAutoFit/>
                </a:bodyPr>
                <a:lstStyle/>
                <a:p>
                  <a:pPr algn="l"/>
                  <a14:m>
                    <m:oMathPara xmlns:m="http://schemas.openxmlformats.org/officeDocument/2006/math">
                      <m:oMathParaPr>
                        <m:jc m:val="centerGroup"/>
                      </m:oMathParaPr>
                      <m:oMath xmlns:m="http://schemas.openxmlformats.org/officeDocument/2006/math">
                        <m:sSub>
                          <m:sSubPr>
                            <m:ctrlPr>
                              <a:rPr lang="en-US" altLang="zh-CN" sz="1800" b="0" i="1" smtClean="0">
                                <a:solidFill>
                                  <a:schemeClr val="tx1"/>
                                </a:solidFill>
                                <a:latin typeface="Cambria Math" panose="02040503050406030204" pitchFamily="18" charset="0"/>
                              </a:rPr>
                            </m:ctrlPr>
                          </m:sSubPr>
                          <m:e>
                            <m:r>
                              <a:rPr lang="en-US" altLang="zh-CN" sz="1800" b="0" i="1" smtClean="0">
                                <a:solidFill>
                                  <a:schemeClr val="tx1"/>
                                </a:solidFill>
                                <a:latin typeface="Cambria Math" panose="02040503050406030204" pitchFamily="18" charset="0"/>
                              </a:rPr>
                              <m:t>𝑡</m:t>
                            </m:r>
                          </m:e>
                          <m:sub>
                            <m:r>
                              <a:rPr lang="en-US" altLang="zh-CN" sz="1800" b="0" i="1" smtClean="0">
                                <a:solidFill>
                                  <a:schemeClr val="tx1"/>
                                </a:solidFill>
                                <a:latin typeface="Cambria Math" panose="02040503050406030204" pitchFamily="18" charset="0"/>
                              </a:rPr>
                              <m:t>𝑐𝑙𝑘</m:t>
                            </m:r>
                            <m:r>
                              <a:rPr lang="en-US" altLang="zh-CN" sz="1800" b="0" i="1" smtClean="0">
                                <a:solidFill>
                                  <a:schemeClr val="tx1"/>
                                </a:solidFill>
                                <a:latin typeface="Cambria Math" panose="02040503050406030204" pitchFamily="18" charset="0"/>
                              </a:rPr>
                              <m:t>−</m:t>
                            </m:r>
                            <m:r>
                              <a:rPr lang="en-US" altLang="zh-CN" sz="1800" b="0" i="1" smtClean="0">
                                <a:solidFill>
                                  <a:schemeClr val="tx1"/>
                                </a:solidFill>
                                <a:latin typeface="Cambria Math" panose="02040503050406030204" pitchFamily="18" charset="0"/>
                              </a:rPr>
                              <m:t>𝑞</m:t>
                            </m:r>
                          </m:sub>
                        </m:sSub>
                      </m:oMath>
                    </m:oMathPara>
                  </a14:m>
                  <a:endParaRPr lang="en-US" altLang="zh-CN" sz="1800" b="0" dirty="0">
                    <a:solidFill>
                      <a:schemeClr val="tx1"/>
                    </a:solidFill>
                    <a:latin typeface="Arial" pitchFamily="34" charset="0"/>
                  </a:endParaRPr>
                </a:p>
              </p:txBody>
            </p:sp>
          </mc:Choice>
          <mc:Fallback>
            <p:sp>
              <p:nvSpPr>
                <p:cNvPr id="118" name="Rectangle 7">
                  <a:extLst>
                    <a:ext uri="{FF2B5EF4-FFF2-40B4-BE49-F238E27FC236}">
                      <a16:creationId xmlns:a16="http://schemas.microsoft.com/office/drawing/2014/main" id="{F4E00EB4-6A84-424F-B3CE-2A45C4F54D69}"/>
                    </a:ext>
                  </a:extLst>
                </p:cNvPr>
                <p:cNvSpPr>
                  <a:spLocks noRot="1" noChangeAspect="1" noMove="1" noResize="1" noEditPoints="1" noAdjustHandles="1" noChangeArrowheads="1" noChangeShapeType="1" noTextEdit="1"/>
                </p:cNvSpPr>
                <p:nvPr/>
              </p:nvSpPr>
              <p:spPr bwMode="auto">
                <a:xfrm>
                  <a:off x="4246122" y="4040807"/>
                  <a:ext cx="1208262" cy="298415"/>
                </a:xfrm>
                <a:prstGeom prst="rect">
                  <a:avLst/>
                </a:prstGeom>
                <a:blipFill>
                  <a:blip r:embed="rId5"/>
                  <a:stretch>
                    <a:fillRect b="-20833"/>
                  </a:stretch>
                </a:blipFill>
                <a:ln w="9525">
                  <a:noFill/>
                  <a:miter lim="800000"/>
                  <a:headEnd/>
                  <a:tailEnd/>
                </a:ln>
              </p:spPr>
              <p:txBody>
                <a:bodyPr/>
                <a:lstStyle/>
                <a:p>
                  <a:r>
                    <a:rPr lang="zh-CN" altLang="en-US">
                      <a:noFill/>
                    </a:rPr>
                    <a:t> </a:t>
                  </a:r>
                </a:p>
              </p:txBody>
            </p:sp>
          </mc:Fallback>
        </mc:AlternateContent>
        <p:sp>
          <p:nvSpPr>
            <p:cNvPr id="119" name="线形标注 2 (无边框) 118">
              <a:extLst>
                <a:ext uri="{FF2B5EF4-FFF2-40B4-BE49-F238E27FC236}">
                  <a16:creationId xmlns:a16="http://schemas.microsoft.com/office/drawing/2014/main" id="{1284DD12-1B49-B140-A7BB-2AED29F41BC5}"/>
                </a:ext>
              </a:extLst>
            </p:cNvPr>
            <p:cNvSpPr/>
            <p:nvPr/>
          </p:nvSpPr>
          <p:spPr bwMode="auto">
            <a:xfrm>
              <a:off x="4508754" y="4162546"/>
              <a:ext cx="306197" cy="240428"/>
            </a:xfrm>
            <a:prstGeom prst="callout2">
              <a:avLst>
                <a:gd name="adj1" fmla="val 20934"/>
                <a:gd name="adj2" fmla="val -2024"/>
                <a:gd name="adj3" fmla="val 22884"/>
                <a:gd name="adj4" fmla="val -78341"/>
                <a:gd name="adj5" fmla="val 104232"/>
                <a:gd name="adj6" fmla="val -124571"/>
              </a:avLst>
            </a:prstGeom>
            <a:noFill/>
            <a:ln w="9525">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4600" b="1" i="0" u="none" strike="noStrike" cap="none" normalizeH="0" baseline="0">
                <a:ln>
                  <a:noFill/>
                </a:ln>
                <a:solidFill>
                  <a:srgbClr val="FF3300"/>
                </a:solidFill>
                <a:effectLst/>
                <a:latin typeface="Garamond" pitchFamily="18" charset="0"/>
                <a:ea typeface="宋体" pitchFamily="2" charset="-122"/>
              </a:endParaRPr>
            </a:p>
          </p:txBody>
        </p:sp>
      </p:grpSp>
      <p:cxnSp>
        <p:nvCxnSpPr>
          <p:cNvPr id="103" name="直线箭头连接符 102">
            <a:extLst>
              <a:ext uri="{FF2B5EF4-FFF2-40B4-BE49-F238E27FC236}">
                <a16:creationId xmlns:a16="http://schemas.microsoft.com/office/drawing/2014/main" id="{E47D1F47-664F-8843-A397-62732FFF1E26}"/>
              </a:ext>
            </a:extLst>
          </p:cNvPr>
          <p:cNvCxnSpPr>
            <a:cxnSpLocks/>
          </p:cNvCxnSpPr>
          <p:nvPr/>
        </p:nvCxnSpPr>
        <p:spPr bwMode="auto">
          <a:xfrm>
            <a:off x="3944767" y="6324600"/>
            <a:ext cx="984150" cy="0"/>
          </a:xfrm>
          <a:prstGeom prst="straightConnector1">
            <a:avLst/>
          </a:prstGeom>
          <a:ln>
            <a:solidFill>
              <a:srgbClr val="3333FF"/>
            </a:solidFill>
            <a:headEnd type="triangle"/>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115" name="Rectangle 7">
                <a:extLst>
                  <a:ext uri="{FF2B5EF4-FFF2-40B4-BE49-F238E27FC236}">
                    <a16:creationId xmlns:a16="http://schemas.microsoft.com/office/drawing/2014/main" id="{27A28E98-44FB-7141-8DCD-7B228704560D}"/>
                  </a:ext>
                </a:extLst>
              </p:cNvPr>
              <p:cNvSpPr>
                <a:spLocks noChangeArrowheads="1"/>
              </p:cNvSpPr>
              <p:nvPr/>
            </p:nvSpPr>
            <p:spPr bwMode="auto">
              <a:xfrm>
                <a:off x="3898729" y="6019800"/>
                <a:ext cx="1030188" cy="235834"/>
              </a:xfrm>
              <a:prstGeom prst="rect">
                <a:avLst/>
              </a:prstGeom>
              <a:noFill/>
              <a:ln w="9525">
                <a:noFill/>
                <a:miter lim="800000"/>
                <a:headEnd/>
                <a:tailEnd/>
              </a:ln>
            </p:spPr>
            <p:txBody>
              <a:bodyPr wrap="square" lIns="0" tIns="0" rIns="0" bIns="0">
                <a:spAutoFit/>
              </a:bodyPr>
              <a:lstStyle/>
              <a:p>
                <a14:m>
                  <m:oMathPara xmlns:m="http://schemas.openxmlformats.org/officeDocument/2006/math">
                    <m:oMathParaPr>
                      <m:jc m:val="centerGroup"/>
                    </m:oMathParaPr>
                    <m:oMath xmlns:m="http://schemas.openxmlformats.org/officeDocument/2006/math">
                      <m:sSub>
                        <m:sSubPr>
                          <m:ctrlPr>
                            <a:rPr kumimoji="1" lang="en-US" altLang="zh-CN" sz="1400" i="1" dirty="0">
                              <a:solidFill>
                                <a:srgbClr val="0432FF"/>
                              </a:solidFill>
                              <a:latin typeface="Cambria Math" panose="02040503050406030204" pitchFamily="18" charset="0"/>
                            </a:rPr>
                          </m:ctrlPr>
                        </m:sSubPr>
                        <m:e>
                          <m:r>
                            <a:rPr kumimoji="1" lang="en-US" altLang="zh-CN" sz="1400" b="1" i="1" dirty="0">
                              <a:solidFill>
                                <a:srgbClr val="0432FF"/>
                              </a:solidFill>
                              <a:latin typeface="Cambria Math" panose="02040503050406030204" pitchFamily="18" charset="0"/>
                            </a:rPr>
                            <m:t>𝒕</m:t>
                          </m:r>
                        </m:e>
                        <m:sub>
                          <m:r>
                            <a:rPr kumimoji="1" lang="en-US" altLang="zh-CN" sz="1400" b="1" i="1" dirty="0">
                              <a:solidFill>
                                <a:srgbClr val="0432FF"/>
                              </a:solidFill>
                              <a:latin typeface="Cambria Math" panose="02040503050406030204" pitchFamily="18" charset="0"/>
                            </a:rPr>
                            <m:t>𝒄𝒒</m:t>
                          </m:r>
                        </m:sub>
                      </m:sSub>
                      <m:r>
                        <a:rPr kumimoji="1" lang="en-US" altLang="zh-CN" sz="1400" b="1" i="1" dirty="0">
                          <a:solidFill>
                            <a:srgbClr val="0432FF"/>
                          </a:solidFill>
                          <a:latin typeface="Cambria Math" panose="02040503050406030204" pitchFamily="18" charset="0"/>
                        </a:rPr>
                        <m:t>+</m:t>
                      </m:r>
                      <m:sSub>
                        <m:sSubPr>
                          <m:ctrlPr>
                            <a:rPr kumimoji="1" lang="en-US" altLang="zh-CN" sz="1400" i="1" dirty="0">
                              <a:solidFill>
                                <a:srgbClr val="0432FF"/>
                              </a:solidFill>
                              <a:latin typeface="Cambria Math" panose="02040503050406030204" pitchFamily="18" charset="0"/>
                            </a:rPr>
                          </m:ctrlPr>
                        </m:sSubPr>
                        <m:e>
                          <m:r>
                            <a:rPr kumimoji="1" lang="en-US" altLang="zh-CN" sz="1400" b="1" i="1" dirty="0">
                              <a:solidFill>
                                <a:srgbClr val="0432FF"/>
                              </a:solidFill>
                              <a:latin typeface="Cambria Math" panose="02040503050406030204" pitchFamily="18" charset="0"/>
                            </a:rPr>
                            <m:t>𝒕</m:t>
                          </m:r>
                        </m:e>
                        <m:sub>
                          <m:r>
                            <a:rPr kumimoji="1" lang="en-US" altLang="zh-CN" sz="1400" b="1" i="1" dirty="0">
                              <a:solidFill>
                                <a:srgbClr val="0432FF"/>
                              </a:solidFill>
                              <a:latin typeface="Cambria Math" panose="02040503050406030204" pitchFamily="18" charset="0"/>
                            </a:rPr>
                            <m:t>𝒍𝒐𝒈𝒊𝒄</m:t>
                          </m:r>
                        </m:sub>
                      </m:sSub>
                    </m:oMath>
                  </m:oMathPara>
                </a14:m>
                <a:endParaRPr lang="en-US" altLang="zh-CN" sz="1400" b="0" dirty="0">
                  <a:solidFill>
                    <a:srgbClr val="3333FF"/>
                  </a:solidFill>
                  <a:latin typeface="Arial" pitchFamily="34" charset="0"/>
                </a:endParaRPr>
              </a:p>
            </p:txBody>
          </p:sp>
        </mc:Choice>
        <mc:Fallback>
          <p:sp>
            <p:nvSpPr>
              <p:cNvPr id="115" name="Rectangle 7">
                <a:extLst>
                  <a:ext uri="{FF2B5EF4-FFF2-40B4-BE49-F238E27FC236}">
                    <a16:creationId xmlns:a16="http://schemas.microsoft.com/office/drawing/2014/main" id="{27A28E98-44FB-7141-8DCD-7B228704560D}"/>
                  </a:ext>
                </a:extLst>
              </p:cNvPr>
              <p:cNvSpPr>
                <a:spLocks noRot="1" noChangeAspect="1" noMove="1" noResize="1" noEditPoints="1" noAdjustHandles="1" noChangeArrowheads="1" noChangeShapeType="1" noTextEdit="1"/>
              </p:cNvSpPr>
              <p:nvPr/>
            </p:nvSpPr>
            <p:spPr bwMode="auto">
              <a:xfrm>
                <a:off x="3898729" y="6019800"/>
                <a:ext cx="1030188" cy="235834"/>
              </a:xfrm>
              <a:prstGeom prst="rect">
                <a:avLst/>
              </a:prstGeom>
              <a:blipFill>
                <a:blip r:embed="rId6"/>
                <a:stretch>
                  <a:fillRect b="-21053"/>
                </a:stretch>
              </a:blipFill>
              <a:ln w="9525">
                <a:noFill/>
                <a:miter lim="800000"/>
                <a:headEnd/>
                <a:tailEnd/>
              </a:ln>
            </p:spPr>
            <p:txBody>
              <a:bodyPr/>
              <a:lstStyle/>
              <a:p>
                <a:r>
                  <a:rPr lang="zh-CN" altLang="en-US">
                    <a:noFill/>
                  </a:rPr>
                  <a:t> </a:t>
                </a:r>
              </a:p>
            </p:txBody>
          </p:sp>
        </mc:Fallback>
      </mc:AlternateContent>
      <p:sp>
        <p:nvSpPr>
          <p:cNvPr id="59" name="Cloud 58">
            <a:extLst>
              <a:ext uri="{FF2B5EF4-FFF2-40B4-BE49-F238E27FC236}">
                <a16:creationId xmlns:a16="http://schemas.microsoft.com/office/drawing/2014/main" id="{01420526-26C6-8A4A-A8D3-31F850D0E0EE}"/>
              </a:ext>
            </a:extLst>
          </p:cNvPr>
          <p:cNvSpPr/>
          <p:nvPr/>
        </p:nvSpPr>
        <p:spPr>
          <a:xfrm>
            <a:off x="4943469" y="1337053"/>
            <a:ext cx="3593592" cy="612648"/>
          </a:xfrm>
          <a:prstGeom prst="rect">
            <a:avLst/>
          </a:prstGeom>
          <a:solidFill>
            <a:schemeClr val="bg1">
              <a:lumMod val="85000"/>
            </a:schemeClr>
          </a:solidFill>
          <a:ln>
            <a:noFill/>
          </a:ln>
        </p:spPr>
        <p:style>
          <a:lnRef idx="2">
            <a:schemeClr val="dk1"/>
          </a:lnRef>
          <a:fillRef idx="1">
            <a:schemeClr val="lt1"/>
          </a:fillRef>
          <a:effectRef idx="0">
            <a:schemeClr val="dk1"/>
          </a:effectRef>
          <a:fontRef idx="minor">
            <a:schemeClr val="dk1"/>
          </a:fontRef>
        </p:style>
        <p:txBody>
          <a:bodyPr wrap="square" rtlCol="0" anchor="ctr">
            <a:noAutofit/>
          </a:bodyPr>
          <a:lstStyle/>
          <a:p>
            <a:pPr algn="ctr"/>
            <a:r>
              <a:rPr lang="en-CN" dirty="0">
                <a:solidFill>
                  <a:schemeClr val="tx1"/>
                </a:solidFill>
                <a:latin typeface="Arial" panose="020B0604020202020204" pitchFamily="34" charset="0"/>
                <a:ea typeface="SimHei" panose="02010609060101010101" pitchFamily="49" charset="-122"/>
                <a:cs typeface="Arial" panose="020B0604020202020204" pitchFamily="34" charset="0"/>
              </a:rPr>
              <a:t>后级DFF的输入信号D必须在触发时钟</a:t>
            </a:r>
            <a:r>
              <a:rPr lang="en-CN" dirty="0">
                <a:solidFill>
                  <a:srgbClr val="0432FF"/>
                </a:solidFill>
                <a:latin typeface="Arial" panose="020B0604020202020204" pitchFamily="34" charset="0"/>
                <a:ea typeface="SimHei" panose="02010609060101010101" pitchFamily="49" charset="-122"/>
                <a:cs typeface="Arial" panose="020B0604020202020204" pitchFamily="34" charset="0"/>
              </a:rPr>
              <a:t>到来后</a:t>
            </a:r>
            <a:r>
              <a:rPr lang="en-CN" dirty="0">
                <a:solidFill>
                  <a:schemeClr val="tx1"/>
                </a:solidFill>
                <a:latin typeface="Arial" panose="020B0604020202020204" pitchFamily="34" charset="0"/>
                <a:ea typeface="SimHei" panose="02010609060101010101" pitchFamily="49" charset="-122"/>
                <a:cs typeface="Arial" panose="020B0604020202020204" pitchFamily="34" charset="0"/>
              </a:rPr>
              <a:t>继续稳定</a:t>
            </a:r>
            <a:r>
              <a:rPr lang="en-CN" dirty="0">
                <a:solidFill>
                  <a:srgbClr val="3333FF"/>
                </a:solidFill>
                <a:latin typeface="Arial" panose="020B0604020202020204" pitchFamily="34" charset="0"/>
                <a:ea typeface="SimHei" panose="02010609060101010101" pitchFamily="49" charset="-122"/>
                <a:cs typeface="Arial" panose="020B0604020202020204" pitchFamily="34" charset="0"/>
              </a:rPr>
              <a:t>t</a:t>
            </a:r>
            <a:r>
              <a:rPr lang="en-CN" baseline="-25000" dirty="0">
                <a:solidFill>
                  <a:srgbClr val="3333FF"/>
                </a:solidFill>
                <a:latin typeface="Arial" panose="020B0604020202020204" pitchFamily="34" charset="0"/>
                <a:ea typeface="SimHei" panose="02010609060101010101" pitchFamily="49" charset="-122"/>
                <a:cs typeface="Arial" panose="020B0604020202020204" pitchFamily="34" charset="0"/>
              </a:rPr>
              <a:t>h</a:t>
            </a:r>
            <a:r>
              <a:rPr lang="en-CN" dirty="0">
                <a:solidFill>
                  <a:schemeClr val="tx1"/>
                </a:solidFill>
                <a:latin typeface="Arial" panose="020B0604020202020204" pitchFamily="34" charset="0"/>
                <a:ea typeface="SimHei" panose="02010609060101010101" pitchFamily="49" charset="-122"/>
                <a:cs typeface="Arial" panose="020B0604020202020204" pitchFamily="34" charset="0"/>
              </a:rPr>
              <a:t>时间</a:t>
            </a:r>
          </a:p>
        </p:txBody>
      </p:sp>
      <p:grpSp>
        <p:nvGrpSpPr>
          <p:cNvPr id="63" name="组合 62">
            <a:extLst>
              <a:ext uri="{FF2B5EF4-FFF2-40B4-BE49-F238E27FC236}">
                <a16:creationId xmlns:a16="http://schemas.microsoft.com/office/drawing/2014/main" id="{765F2B0E-0DAC-499E-B21D-9474973561F8}"/>
              </a:ext>
            </a:extLst>
          </p:cNvPr>
          <p:cNvGrpSpPr>
            <a:grpSpLocks noChangeAspect="1"/>
          </p:cNvGrpSpPr>
          <p:nvPr/>
        </p:nvGrpSpPr>
        <p:grpSpPr>
          <a:xfrm>
            <a:off x="1154214" y="2054542"/>
            <a:ext cx="6835572" cy="1501407"/>
            <a:chOff x="-7919293" y="517217"/>
            <a:chExt cx="6835572" cy="1501407"/>
          </a:xfrm>
        </p:grpSpPr>
        <p:sp>
          <p:nvSpPr>
            <p:cNvPr id="101" name="Rectangle 6">
              <a:extLst>
                <a:ext uri="{FF2B5EF4-FFF2-40B4-BE49-F238E27FC236}">
                  <a16:creationId xmlns:a16="http://schemas.microsoft.com/office/drawing/2014/main" id="{EDF45A4D-4A46-49DA-A65B-A4D0CDF161AA}"/>
                </a:ext>
              </a:extLst>
            </p:cNvPr>
            <p:cNvSpPr>
              <a:spLocks noChangeArrowheads="1"/>
            </p:cNvSpPr>
            <p:nvPr/>
          </p:nvSpPr>
          <p:spPr bwMode="auto">
            <a:xfrm>
              <a:off x="-6963821" y="669688"/>
              <a:ext cx="777875" cy="985863"/>
            </a:xfrm>
            <a:prstGeom prst="rect">
              <a:avLst/>
            </a:prstGeom>
            <a:noFill/>
            <a:ln w="17463" cap="rnd">
              <a:solidFill>
                <a:srgbClr val="000000"/>
              </a:solidFill>
              <a:round/>
              <a:headEnd/>
              <a:tailEnd/>
            </a:ln>
          </p:spPr>
          <p:txBody>
            <a:bodyPr/>
            <a:lstStyle/>
            <a:p>
              <a:endParaRPr lang="zh-CN" altLang="en-US" sz="4400">
                <a:latin typeface="Arial" panose="020B0604020202020204" pitchFamily="34" charset="0"/>
                <a:ea typeface="STHeiti" panose="02010600040101010101" pitchFamily="2" charset="-122"/>
                <a:cs typeface="Arial" panose="020B0604020202020204" pitchFamily="34" charset="0"/>
              </a:endParaRPr>
            </a:p>
          </p:txBody>
        </p:sp>
        <p:sp>
          <p:nvSpPr>
            <p:cNvPr id="102" name="Rectangle 7">
              <a:extLst>
                <a:ext uri="{FF2B5EF4-FFF2-40B4-BE49-F238E27FC236}">
                  <a16:creationId xmlns:a16="http://schemas.microsoft.com/office/drawing/2014/main" id="{5D0628D2-C30E-4D4C-A808-259AB4B5E2C6}"/>
                </a:ext>
              </a:extLst>
            </p:cNvPr>
            <p:cNvSpPr>
              <a:spLocks noChangeArrowheads="1"/>
            </p:cNvSpPr>
            <p:nvPr/>
          </p:nvSpPr>
          <p:spPr bwMode="auto">
            <a:xfrm>
              <a:off x="-6900321" y="772875"/>
              <a:ext cx="190759" cy="307777"/>
            </a:xfrm>
            <a:prstGeom prst="rect">
              <a:avLst/>
            </a:prstGeom>
            <a:noFill/>
            <a:ln w="9525">
              <a:noFill/>
              <a:miter lim="800000"/>
              <a:headEnd/>
              <a:tailEnd/>
            </a:ln>
          </p:spPr>
          <p:txBody>
            <a:bodyPr wrap="none" lIns="0" tIns="0" rIns="0" bIns="0">
              <a:spAutoFit/>
            </a:bodyPr>
            <a:lstStyle/>
            <a:p>
              <a:pPr algn="l"/>
              <a:r>
                <a:rPr lang="en-US" altLang="zh-CN" sz="2000" b="0" i="1" dirty="0">
                  <a:solidFill>
                    <a:srgbClr val="000000"/>
                  </a:solidFill>
                  <a:latin typeface="Arial" panose="020B0604020202020204" pitchFamily="34" charset="0"/>
                  <a:ea typeface="STHeiti" panose="02010600040101010101" pitchFamily="2" charset="-122"/>
                  <a:cs typeface="Arial" panose="020B0604020202020204" pitchFamily="34" charset="0"/>
                </a:rPr>
                <a:t>D</a:t>
              </a:r>
              <a:endParaRPr lang="en-US" altLang="zh-CN" sz="1600" b="0" dirty="0">
                <a:solidFill>
                  <a:schemeClr val="tx1"/>
                </a:solidFill>
                <a:latin typeface="Arial" panose="020B0604020202020204" pitchFamily="34" charset="0"/>
                <a:ea typeface="STHeiti" panose="02010600040101010101" pitchFamily="2" charset="-122"/>
                <a:cs typeface="Arial" panose="020B0604020202020204" pitchFamily="34" charset="0"/>
              </a:endParaRPr>
            </a:p>
          </p:txBody>
        </p:sp>
        <p:sp>
          <p:nvSpPr>
            <p:cNvPr id="104" name="Rectangle 8">
              <a:extLst>
                <a:ext uri="{FF2B5EF4-FFF2-40B4-BE49-F238E27FC236}">
                  <a16:creationId xmlns:a16="http://schemas.microsoft.com/office/drawing/2014/main" id="{8E04B2FE-7030-47FB-A7B2-92304815183D}"/>
                </a:ext>
              </a:extLst>
            </p:cNvPr>
            <p:cNvSpPr>
              <a:spLocks noChangeArrowheads="1"/>
            </p:cNvSpPr>
            <p:nvPr/>
          </p:nvSpPr>
          <p:spPr bwMode="auto">
            <a:xfrm>
              <a:off x="-6438359" y="772875"/>
              <a:ext cx="198772" cy="307777"/>
            </a:xfrm>
            <a:prstGeom prst="rect">
              <a:avLst/>
            </a:prstGeom>
            <a:noFill/>
            <a:ln w="9525">
              <a:noFill/>
              <a:miter lim="800000"/>
              <a:headEnd/>
              <a:tailEnd/>
            </a:ln>
          </p:spPr>
          <p:txBody>
            <a:bodyPr wrap="none" lIns="0" tIns="0" rIns="0" bIns="0">
              <a:spAutoFit/>
            </a:bodyPr>
            <a:lstStyle/>
            <a:p>
              <a:pPr algn="l"/>
              <a:r>
                <a:rPr lang="en-US" altLang="zh-CN" sz="2000" b="0" i="1">
                  <a:solidFill>
                    <a:srgbClr val="000000"/>
                  </a:solidFill>
                  <a:latin typeface="Arial" panose="020B0604020202020204" pitchFamily="34" charset="0"/>
                  <a:ea typeface="STHeiti" panose="02010600040101010101" pitchFamily="2" charset="-122"/>
                  <a:cs typeface="Arial" panose="020B0604020202020204" pitchFamily="34" charset="0"/>
                </a:rPr>
                <a:t>Q</a:t>
              </a:r>
              <a:endParaRPr lang="en-US" altLang="zh-CN" sz="1600" b="0">
                <a:solidFill>
                  <a:schemeClr val="tx1"/>
                </a:solidFill>
                <a:latin typeface="Arial" panose="020B0604020202020204" pitchFamily="34" charset="0"/>
                <a:ea typeface="STHeiti" panose="02010600040101010101" pitchFamily="2" charset="-122"/>
                <a:cs typeface="Arial" panose="020B0604020202020204" pitchFamily="34" charset="0"/>
              </a:endParaRPr>
            </a:p>
          </p:txBody>
        </p:sp>
        <p:sp>
          <p:nvSpPr>
            <p:cNvPr id="105" name="Line 9">
              <a:extLst>
                <a:ext uri="{FF2B5EF4-FFF2-40B4-BE49-F238E27FC236}">
                  <a16:creationId xmlns:a16="http://schemas.microsoft.com/office/drawing/2014/main" id="{62DD7E02-A36E-448D-AB6E-B9DA332B451C}"/>
                </a:ext>
              </a:extLst>
            </p:cNvPr>
            <p:cNvSpPr>
              <a:spLocks noChangeShapeType="1"/>
            </p:cNvSpPr>
            <p:nvPr/>
          </p:nvSpPr>
          <p:spPr bwMode="auto">
            <a:xfrm>
              <a:off x="-7336884" y="950675"/>
              <a:ext cx="357188" cy="0"/>
            </a:xfrm>
            <a:prstGeom prst="line">
              <a:avLst/>
            </a:prstGeom>
            <a:noFill/>
            <a:ln w="17463" cap="rnd">
              <a:solidFill>
                <a:srgbClr val="000000"/>
              </a:solidFill>
              <a:round/>
              <a:headEnd/>
              <a:tailEnd/>
            </a:ln>
          </p:spPr>
          <p:txBody>
            <a:bodyPr/>
            <a:lstStyle/>
            <a:p>
              <a:endParaRPr lang="zh-CN" altLang="en-US" sz="4400">
                <a:latin typeface="Arial" panose="020B0604020202020204" pitchFamily="34" charset="0"/>
                <a:ea typeface="STHeiti" panose="02010600040101010101" pitchFamily="2" charset="-122"/>
                <a:cs typeface="Arial" panose="020B0604020202020204" pitchFamily="34" charset="0"/>
              </a:endParaRPr>
            </a:p>
          </p:txBody>
        </p:sp>
        <p:sp>
          <p:nvSpPr>
            <p:cNvPr id="106" name="Line 10">
              <a:extLst>
                <a:ext uri="{FF2B5EF4-FFF2-40B4-BE49-F238E27FC236}">
                  <a16:creationId xmlns:a16="http://schemas.microsoft.com/office/drawing/2014/main" id="{2C09E808-9671-4890-9E4C-3061ABF14409}"/>
                </a:ext>
              </a:extLst>
            </p:cNvPr>
            <p:cNvSpPr>
              <a:spLocks noChangeShapeType="1"/>
            </p:cNvSpPr>
            <p:nvPr/>
          </p:nvSpPr>
          <p:spPr bwMode="auto">
            <a:xfrm flipV="1">
              <a:off x="-6185945" y="950675"/>
              <a:ext cx="1119810" cy="0"/>
            </a:xfrm>
            <a:prstGeom prst="line">
              <a:avLst/>
            </a:prstGeom>
            <a:noFill/>
            <a:ln w="17463" cap="rnd">
              <a:solidFill>
                <a:srgbClr val="000000"/>
              </a:solidFill>
              <a:round/>
              <a:headEnd/>
              <a:tailEnd/>
            </a:ln>
          </p:spPr>
          <p:txBody>
            <a:bodyPr/>
            <a:lstStyle/>
            <a:p>
              <a:endParaRPr lang="zh-CN" altLang="en-US" sz="4400">
                <a:latin typeface="Arial" panose="020B0604020202020204" pitchFamily="34" charset="0"/>
                <a:ea typeface="STHeiti" panose="02010600040101010101" pitchFamily="2" charset="-122"/>
                <a:cs typeface="Arial" panose="020B0604020202020204" pitchFamily="34" charset="0"/>
              </a:endParaRPr>
            </a:p>
          </p:txBody>
        </p:sp>
        <p:sp>
          <p:nvSpPr>
            <p:cNvPr id="107" name="Rectangle 21">
              <a:extLst>
                <a:ext uri="{FF2B5EF4-FFF2-40B4-BE49-F238E27FC236}">
                  <a16:creationId xmlns:a16="http://schemas.microsoft.com/office/drawing/2014/main" id="{7F21B2B4-FF83-4143-82B7-8DFEF4A64D06}"/>
                </a:ext>
              </a:extLst>
            </p:cNvPr>
            <p:cNvSpPr>
              <a:spLocks noChangeArrowheads="1"/>
            </p:cNvSpPr>
            <p:nvPr/>
          </p:nvSpPr>
          <p:spPr bwMode="auto">
            <a:xfrm>
              <a:off x="-6784582" y="1200040"/>
              <a:ext cx="185948" cy="307777"/>
            </a:xfrm>
            <a:prstGeom prst="rect">
              <a:avLst/>
            </a:prstGeom>
            <a:noFill/>
            <a:ln w="9525">
              <a:noFill/>
              <a:miter lim="800000"/>
              <a:headEnd/>
              <a:tailEnd/>
            </a:ln>
          </p:spPr>
          <p:txBody>
            <a:bodyPr wrap="none" lIns="0" tIns="0" rIns="0" bIns="0">
              <a:spAutoFit/>
            </a:bodyPr>
            <a:lstStyle/>
            <a:p>
              <a:pPr algn="l"/>
              <a:r>
                <a:rPr lang="en-US" altLang="zh-CN" sz="2000" b="0" i="1" dirty="0">
                  <a:solidFill>
                    <a:srgbClr val="000000"/>
                  </a:solidFill>
                  <a:latin typeface="Arial" panose="020B0604020202020204" pitchFamily="34" charset="0"/>
                  <a:ea typeface="STHeiti" panose="02010600040101010101" pitchFamily="2" charset="-122"/>
                  <a:cs typeface="Arial" panose="020B0604020202020204" pitchFamily="34" charset="0"/>
                </a:rPr>
                <a:t>C</a:t>
              </a:r>
              <a:endParaRPr lang="en-US" altLang="zh-CN" sz="1600" b="0" dirty="0">
                <a:solidFill>
                  <a:schemeClr val="tx1"/>
                </a:solidFill>
                <a:latin typeface="Arial" panose="020B0604020202020204" pitchFamily="34" charset="0"/>
                <a:ea typeface="STHeiti" panose="02010600040101010101" pitchFamily="2" charset="-122"/>
                <a:cs typeface="Arial" panose="020B0604020202020204" pitchFamily="34" charset="0"/>
              </a:endParaRPr>
            </a:p>
          </p:txBody>
        </p:sp>
        <p:sp>
          <p:nvSpPr>
            <p:cNvPr id="108" name="Line 23">
              <a:extLst>
                <a:ext uri="{FF2B5EF4-FFF2-40B4-BE49-F238E27FC236}">
                  <a16:creationId xmlns:a16="http://schemas.microsoft.com/office/drawing/2014/main" id="{EC25D06F-CFA9-4E44-B3AF-EE3AC364B2E2}"/>
                </a:ext>
              </a:extLst>
            </p:cNvPr>
            <p:cNvSpPr>
              <a:spLocks noChangeShapeType="1"/>
            </p:cNvSpPr>
            <p:nvPr/>
          </p:nvSpPr>
          <p:spPr bwMode="auto">
            <a:xfrm>
              <a:off x="-7327360" y="1352313"/>
              <a:ext cx="347663" cy="0"/>
            </a:xfrm>
            <a:prstGeom prst="line">
              <a:avLst/>
            </a:prstGeom>
            <a:noFill/>
            <a:ln w="17463" cap="rnd">
              <a:solidFill>
                <a:srgbClr val="000000"/>
              </a:solidFill>
              <a:round/>
              <a:headEnd/>
              <a:tailEnd/>
            </a:ln>
          </p:spPr>
          <p:txBody>
            <a:bodyPr/>
            <a:lstStyle/>
            <a:p>
              <a:endParaRPr lang="zh-CN" altLang="en-US" sz="4400">
                <a:latin typeface="Arial" panose="020B0604020202020204" pitchFamily="34" charset="0"/>
                <a:ea typeface="STHeiti" panose="02010600040101010101" pitchFamily="2" charset="-122"/>
                <a:cs typeface="Arial" panose="020B0604020202020204" pitchFamily="34" charset="0"/>
              </a:endParaRPr>
            </a:p>
          </p:txBody>
        </p:sp>
        <p:sp>
          <p:nvSpPr>
            <p:cNvPr id="109" name="Freeform 25">
              <a:extLst>
                <a:ext uri="{FF2B5EF4-FFF2-40B4-BE49-F238E27FC236}">
                  <a16:creationId xmlns:a16="http://schemas.microsoft.com/office/drawing/2014/main" id="{7EC83873-33DF-487D-8541-C54789737239}"/>
                </a:ext>
              </a:extLst>
            </p:cNvPr>
            <p:cNvSpPr>
              <a:spLocks/>
            </p:cNvSpPr>
            <p:nvPr/>
          </p:nvSpPr>
          <p:spPr bwMode="auto">
            <a:xfrm>
              <a:off x="-6963821" y="1196738"/>
              <a:ext cx="150812" cy="333375"/>
            </a:xfrm>
            <a:custGeom>
              <a:avLst/>
              <a:gdLst>
                <a:gd name="T0" fmla="*/ 0 w 103"/>
                <a:gd name="T1" fmla="*/ 2147483647 h 210"/>
                <a:gd name="T2" fmla="*/ 2147483647 w 103"/>
                <a:gd name="T3" fmla="*/ 2147483647 h 210"/>
                <a:gd name="T4" fmla="*/ 2147483647 w 103"/>
                <a:gd name="T5" fmla="*/ 0 h 210"/>
                <a:gd name="T6" fmla="*/ 0 60000 65536"/>
                <a:gd name="T7" fmla="*/ 0 60000 65536"/>
                <a:gd name="T8" fmla="*/ 0 60000 65536"/>
                <a:gd name="T9" fmla="*/ 0 w 103"/>
                <a:gd name="T10" fmla="*/ 0 h 210"/>
                <a:gd name="T11" fmla="*/ 103 w 103"/>
                <a:gd name="T12" fmla="*/ 210 h 210"/>
              </a:gdLst>
              <a:ahLst/>
              <a:cxnLst>
                <a:cxn ang="T6">
                  <a:pos x="T0" y="T1"/>
                </a:cxn>
                <a:cxn ang="T7">
                  <a:pos x="T2" y="T3"/>
                </a:cxn>
                <a:cxn ang="T8">
                  <a:pos x="T4" y="T5"/>
                </a:cxn>
              </a:cxnLst>
              <a:rect l="T9" t="T10" r="T11" b="T12"/>
              <a:pathLst>
                <a:path w="103" h="210">
                  <a:moveTo>
                    <a:pt x="0" y="210"/>
                  </a:moveTo>
                  <a:lnTo>
                    <a:pt x="103" y="105"/>
                  </a:lnTo>
                  <a:lnTo>
                    <a:pt x="11" y="0"/>
                  </a:lnTo>
                </a:path>
              </a:pathLst>
            </a:custGeom>
            <a:noFill/>
            <a:ln w="17463" cap="rnd">
              <a:solidFill>
                <a:srgbClr val="000000"/>
              </a:solidFill>
              <a:prstDash val="solid"/>
              <a:round/>
              <a:headEnd/>
              <a:tailEnd/>
            </a:ln>
          </p:spPr>
          <p:txBody>
            <a:bodyPr/>
            <a:lstStyle/>
            <a:p>
              <a:endParaRPr lang="zh-CN" altLang="en-US" sz="4400">
                <a:latin typeface="Arial" panose="020B0604020202020204" pitchFamily="34" charset="0"/>
                <a:ea typeface="STHeiti" panose="02010600040101010101" pitchFamily="2" charset="-122"/>
                <a:cs typeface="Arial" panose="020B0604020202020204" pitchFamily="34" charset="0"/>
              </a:endParaRPr>
            </a:p>
          </p:txBody>
        </p:sp>
        <p:sp>
          <p:nvSpPr>
            <p:cNvPr id="110" name="Rectangle 6">
              <a:extLst>
                <a:ext uri="{FF2B5EF4-FFF2-40B4-BE49-F238E27FC236}">
                  <a16:creationId xmlns:a16="http://schemas.microsoft.com/office/drawing/2014/main" id="{E3D9BAC6-B732-4742-AB60-E44A7E6CB531}"/>
                </a:ext>
              </a:extLst>
            </p:cNvPr>
            <p:cNvSpPr>
              <a:spLocks noChangeArrowheads="1"/>
            </p:cNvSpPr>
            <p:nvPr/>
          </p:nvSpPr>
          <p:spPr bwMode="auto">
            <a:xfrm>
              <a:off x="-5063620" y="643383"/>
              <a:ext cx="1642704" cy="1012167"/>
            </a:xfrm>
            <a:prstGeom prst="rect">
              <a:avLst/>
            </a:prstGeom>
            <a:solidFill>
              <a:schemeClr val="accent1">
                <a:lumMod val="20000"/>
                <a:lumOff val="80000"/>
              </a:schemeClr>
            </a:solidFill>
            <a:ln w="17463" cap="rnd">
              <a:solidFill>
                <a:srgbClr val="000000"/>
              </a:solidFill>
              <a:round/>
              <a:headEnd/>
              <a:tailEnd/>
            </a:ln>
          </p:spPr>
          <p:txBody>
            <a:bodyPr/>
            <a:lstStyle/>
            <a:p>
              <a:endParaRPr lang="zh-CN" altLang="en-US" sz="4400">
                <a:latin typeface="Arial" panose="020B0604020202020204" pitchFamily="34" charset="0"/>
                <a:ea typeface="STHeiti" panose="02010600040101010101" pitchFamily="2" charset="-122"/>
                <a:cs typeface="Arial" panose="020B0604020202020204" pitchFamily="34" charset="0"/>
              </a:endParaRPr>
            </a:p>
          </p:txBody>
        </p:sp>
        <p:sp>
          <p:nvSpPr>
            <p:cNvPr id="111" name="Rectangle 21">
              <a:extLst>
                <a:ext uri="{FF2B5EF4-FFF2-40B4-BE49-F238E27FC236}">
                  <a16:creationId xmlns:a16="http://schemas.microsoft.com/office/drawing/2014/main" id="{EC3F3F9B-211C-4695-A9D2-5E7FBDFF02A3}"/>
                </a:ext>
              </a:extLst>
            </p:cNvPr>
            <p:cNvSpPr>
              <a:spLocks noChangeArrowheads="1"/>
            </p:cNvSpPr>
            <p:nvPr/>
          </p:nvSpPr>
          <p:spPr bwMode="auto">
            <a:xfrm>
              <a:off x="-4575488" y="840350"/>
              <a:ext cx="755016" cy="615553"/>
            </a:xfrm>
            <a:prstGeom prst="rect">
              <a:avLst/>
            </a:prstGeom>
            <a:noFill/>
            <a:ln w="9525">
              <a:noFill/>
              <a:miter lim="800000"/>
              <a:headEnd/>
              <a:tailEnd/>
            </a:ln>
          </p:spPr>
          <p:txBody>
            <a:bodyPr wrap="none" lIns="0" tIns="0" rIns="0" bIns="0">
              <a:spAutoFit/>
            </a:bodyPr>
            <a:lstStyle/>
            <a:p>
              <a:pPr algn="ctr"/>
              <a:r>
                <a:rPr lang="en-US" altLang="zh-CN" sz="2000" b="0" dirty="0">
                  <a:solidFill>
                    <a:srgbClr val="000000"/>
                  </a:solidFill>
                  <a:latin typeface="Arial" panose="020B0604020202020204" pitchFamily="34" charset="0"/>
                  <a:ea typeface="STHeiti" panose="02010600040101010101" pitchFamily="2" charset="-122"/>
                  <a:cs typeface="Arial" panose="020B0604020202020204" pitchFamily="34" charset="0"/>
                </a:rPr>
                <a:t>Comb.</a:t>
              </a:r>
            </a:p>
            <a:p>
              <a:pPr algn="ctr"/>
              <a:r>
                <a:rPr lang="en-US" altLang="zh-CN" sz="2000" b="0" dirty="0">
                  <a:solidFill>
                    <a:srgbClr val="000000"/>
                  </a:solidFill>
                  <a:latin typeface="Arial" panose="020B0604020202020204" pitchFamily="34" charset="0"/>
                  <a:ea typeface="STHeiti" panose="02010600040101010101" pitchFamily="2" charset="-122"/>
                  <a:cs typeface="Arial" panose="020B0604020202020204" pitchFamily="34" charset="0"/>
                </a:rPr>
                <a:t>Logic</a:t>
              </a:r>
              <a:endParaRPr lang="en-US" altLang="zh-CN" sz="1600" b="0" dirty="0">
                <a:solidFill>
                  <a:schemeClr val="tx1"/>
                </a:solidFill>
                <a:latin typeface="Arial" panose="020B0604020202020204" pitchFamily="34" charset="0"/>
                <a:ea typeface="STHeiti" panose="02010600040101010101" pitchFamily="2" charset="-122"/>
                <a:cs typeface="Arial" panose="020B0604020202020204" pitchFamily="34" charset="0"/>
              </a:endParaRPr>
            </a:p>
          </p:txBody>
        </p:sp>
        <p:sp>
          <p:nvSpPr>
            <p:cNvPr id="112" name="Rectangle 6">
              <a:extLst>
                <a:ext uri="{FF2B5EF4-FFF2-40B4-BE49-F238E27FC236}">
                  <a16:creationId xmlns:a16="http://schemas.microsoft.com/office/drawing/2014/main" id="{AAB69A33-7918-4847-A223-CBC29D68DF96}"/>
                </a:ext>
              </a:extLst>
            </p:cNvPr>
            <p:cNvSpPr>
              <a:spLocks noChangeArrowheads="1"/>
            </p:cNvSpPr>
            <p:nvPr/>
          </p:nvSpPr>
          <p:spPr bwMode="auto">
            <a:xfrm>
              <a:off x="-2407696" y="643384"/>
              <a:ext cx="777875" cy="1014514"/>
            </a:xfrm>
            <a:prstGeom prst="rect">
              <a:avLst/>
            </a:prstGeom>
            <a:noFill/>
            <a:ln w="17463" cap="rnd">
              <a:solidFill>
                <a:srgbClr val="000000"/>
              </a:solidFill>
              <a:round/>
              <a:headEnd/>
              <a:tailEnd/>
            </a:ln>
          </p:spPr>
          <p:txBody>
            <a:bodyPr/>
            <a:lstStyle/>
            <a:p>
              <a:endParaRPr lang="zh-CN" altLang="en-US" sz="4400">
                <a:latin typeface="Arial" panose="020B0604020202020204" pitchFamily="34" charset="0"/>
                <a:ea typeface="STHeiti" panose="02010600040101010101" pitchFamily="2" charset="-122"/>
                <a:cs typeface="Arial" panose="020B0604020202020204" pitchFamily="34" charset="0"/>
              </a:endParaRPr>
            </a:p>
          </p:txBody>
        </p:sp>
        <p:sp>
          <p:nvSpPr>
            <p:cNvPr id="116" name="Rectangle 7">
              <a:extLst>
                <a:ext uri="{FF2B5EF4-FFF2-40B4-BE49-F238E27FC236}">
                  <a16:creationId xmlns:a16="http://schemas.microsoft.com/office/drawing/2014/main" id="{A988C9A9-00AA-4E3D-AF8C-4B62F30F9543}"/>
                </a:ext>
              </a:extLst>
            </p:cNvPr>
            <p:cNvSpPr>
              <a:spLocks noChangeArrowheads="1"/>
            </p:cNvSpPr>
            <p:nvPr/>
          </p:nvSpPr>
          <p:spPr bwMode="auto">
            <a:xfrm>
              <a:off x="-2344196" y="746571"/>
              <a:ext cx="190759" cy="307777"/>
            </a:xfrm>
            <a:prstGeom prst="rect">
              <a:avLst/>
            </a:prstGeom>
            <a:noFill/>
            <a:ln w="9525">
              <a:noFill/>
              <a:miter lim="800000"/>
              <a:headEnd/>
              <a:tailEnd/>
            </a:ln>
          </p:spPr>
          <p:txBody>
            <a:bodyPr wrap="none" lIns="0" tIns="0" rIns="0" bIns="0">
              <a:spAutoFit/>
            </a:bodyPr>
            <a:lstStyle/>
            <a:p>
              <a:pPr algn="l"/>
              <a:r>
                <a:rPr lang="en-US" altLang="zh-CN" sz="2000" b="0" i="1" dirty="0">
                  <a:solidFill>
                    <a:srgbClr val="000000"/>
                  </a:solidFill>
                  <a:latin typeface="Arial" panose="020B0604020202020204" pitchFamily="34" charset="0"/>
                  <a:ea typeface="STHeiti" panose="02010600040101010101" pitchFamily="2" charset="-122"/>
                  <a:cs typeface="Arial" panose="020B0604020202020204" pitchFamily="34" charset="0"/>
                </a:rPr>
                <a:t>D</a:t>
              </a:r>
              <a:endParaRPr lang="en-US" altLang="zh-CN" sz="1600" b="0" dirty="0">
                <a:solidFill>
                  <a:schemeClr val="tx1"/>
                </a:solidFill>
                <a:latin typeface="Arial" panose="020B0604020202020204" pitchFamily="34" charset="0"/>
                <a:ea typeface="STHeiti" panose="02010600040101010101" pitchFamily="2" charset="-122"/>
                <a:cs typeface="Arial" panose="020B0604020202020204" pitchFamily="34" charset="0"/>
              </a:endParaRPr>
            </a:p>
          </p:txBody>
        </p:sp>
        <p:sp>
          <p:nvSpPr>
            <p:cNvPr id="117" name="Rectangle 8">
              <a:extLst>
                <a:ext uri="{FF2B5EF4-FFF2-40B4-BE49-F238E27FC236}">
                  <a16:creationId xmlns:a16="http://schemas.microsoft.com/office/drawing/2014/main" id="{EC805CF1-9185-4FC1-BA17-552AABCB4565}"/>
                </a:ext>
              </a:extLst>
            </p:cNvPr>
            <p:cNvSpPr>
              <a:spLocks noChangeArrowheads="1"/>
            </p:cNvSpPr>
            <p:nvPr/>
          </p:nvSpPr>
          <p:spPr bwMode="auto">
            <a:xfrm>
              <a:off x="-1882233" y="746571"/>
              <a:ext cx="198772" cy="307777"/>
            </a:xfrm>
            <a:prstGeom prst="rect">
              <a:avLst/>
            </a:prstGeom>
            <a:noFill/>
            <a:ln w="9525">
              <a:noFill/>
              <a:miter lim="800000"/>
              <a:headEnd/>
              <a:tailEnd/>
            </a:ln>
          </p:spPr>
          <p:txBody>
            <a:bodyPr wrap="none" lIns="0" tIns="0" rIns="0" bIns="0">
              <a:spAutoFit/>
            </a:bodyPr>
            <a:lstStyle/>
            <a:p>
              <a:pPr algn="l"/>
              <a:r>
                <a:rPr lang="en-US" altLang="zh-CN" sz="2000" b="0" i="1" dirty="0">
                  <a:solidFill>
                    <a:srgbClr val="000000"/>
                  </a:solidFill>
                  <a:latin typeface="Arial" panose="020B0604020202020204" pitchFamily="34" charset="0"/>
                  <a:ea typeface="STHeiti" panose="02010600040101010101" pitchFamily="2" charset="-122"/>
                  <a:cs typeface="Arial" panose="020B0604020202020204" pitchFamily="34" charset="0"/>
                </a:rPr>
                <a:t>Q</a:t>
              </a:r>
              <a:endParaRPr lang="en-US" altLang="zh-CN" sz="1600" b="0" dirty="0">
                <a:solidFill>
                  <a:schemeClr val="tx1"/>
                </a:solidFill>
                <a:latin typeface="Arial" panose="020B0604020202020204" pitchFamily="34" charset="0"/>
                <a:ea typeface="STHeiti" panose="02010600040101010101" pitchFamily="2" charset="-122"/>
                <a:cs typeface="Arial" panose="020B0604020202020204" pitchFamily="34" charset="0"/>
              </a:endParaRPr>
            </a:p>
          </p:txBody>
        </p:sp>
        <p:sp>
          <p:nvSpPr>
            <p:cNvPr id="120" name="Line 9">
              <a:extLst>
                <a:ext uri="{FF2B5EF4-FFF2-40B4-BE49-F238E27FC236}">
                  <a16:creationId xmlns:a16="http://schemas.microsoft.com/office/drawing/2014/main" id="{F7F6B2A7-E058-4C85-BBCF-9ECE902275AA}"/>
                </a:ext>
              </a:extLst>
            </p:cNvPr>
            <p:cNvSpPr>
              <a:spLocks noChangeShapeType="1"/>
            </p:cNvSpPr>
            <p:nvPr/>
          </p:nvSpPr>
          <p:spPr bwMode="auto">
            <a:xfrm>
              <a:off x="-3391711" y="924370"/>
              <a:ext cx="968140" cy="0"/>
            </a:xfrm>
            <a:prstGeom prst="line">
              <a:avLst/>
            </a:prstGeom>
            <a:noFill/>
            <a:ln w="17463" cap="rnd">
              <a:solidFill>
                <a:srgbClr val="000000"/>
              </a:solidFill>
              <a:round/>
              <a:headEnd/>
              <a:tailEnd/>
            </a:ln>
          </p:spPr>
          <p:txBody>
            <a:bodyPr/>
            <a:lstStyle/>
            <a:p>
              <a:endParaRPr lang="zh-CN" altLang="en-US" sz="4400">
                <a:latin typeface="Arial" panose="020B0604020202020204" pitchFamily="34" charset="0"/>
                <a:ea typeface="STHeiti" panose="02010600040101010101" pitchFamily="2" charset="-122"/>
                <a:cs typeface="Arial" panose="020B0604020202020204" pitchFamily="34" charset="0"/>
              </a:endParaRPr>
            </a:p>
          </p:txBody>
        </p:sp>
        <p:sp>
          <p:nvSpPr>
            <p:cNvPr id="121" name="Rectangle 21">
              <a:extLst>
                <a:ext uri="{FF2B5EF4-FFF2-40B4-BE49-F238E27FC236}">
                  <a16:creationId xmlns:a16="http://schemas.microsoft.com/office/drawing/2014/main" id="{F3961D13-448E-446B-A31D-D7D3E90D6D68}"/>
                </a:ext>
              </a:extLst>
            </p:cNvPr>
            <p:cNvSpPr>
              <a:spLocks noChangeArrowheads="1"/>
            </p:cNvSpPr>
            <p:nvPr/>
          </p:nvSpPr>
          <p:spPr bwMode="auto">
            <a:xfrm>
              <a:off x="-2228456" y="1200040"/>
              <a:ext cx="185948" cy="307777"/>
            </a:xfrm>
            <a:prstGeom prst="rect">
              <a:avLst/>
            </a:prstGeom>
            <a:noFill/>
            <a:ln w="9525">
              <a:noFill/>
              <a:miter lim="800000"/>
              <a:headEnd/>
              <a:tailEnd/>
            </a:ln>
          </p:spPr>
          <p:txBody>
            <a:bodyPr wrap="none" lIns="0" tIns="0" rIns="0" bIns="0">
              <a:spAutoFit/>
            </a:bodyPr>
            <a:lstStyle/>
            <a:p>
              <a:pPr algn="l"/>
              <a:r>
                <a:rPr lang="en-US" altLang="zh-CN" sz="2000" b="0" i="1" dirty="0">
                  <a:solidFill>
                    <a:srgbClr val="000000"/>
                  </a:solidFill>
                  <a:latin typeface="Arial" panose="020B0604020202020204" pitchFamily="34" charset="0"/>
                  <a:ea typeface="STHeiti" panose="02010600040101010101" pitchFamily="2" charset="-122"/>
                  <a:cs typeface="Arial" panose="020B0604020202020204" pitchFamily="34" charset="0"/>
                </a:rPr>
                <a:t>C</a:t>
              </a:r>
              <a:endParaRPr lang="en-US" altLang="zh-CN" sz="1600" b="0" dirty="0">
                <a:solidFill>
                  <a:schemeClr val="tx1"/>
                </a:solidFill>
                <a:latin typeface="Arial" panose="020B0604020202020204" pitchFamily="34" charset="0"/>
                <a:ea typeface="STHeiti" panose="02010600040101010101" pitchFamily="2" charset="-122"/>
                <a:cs typeface="Arial" panose="020B0604020202020204" pitchFamily="34" charset="0"/>
              </a:endParaRPr>
            </a:p>
          </p:txBody>
        </p:sp>
        <p:sp>
          <p:nvSpPr>
            <p:cNvPr id="122" name="Line 23">
              <a:extLst>
                <a:ext uri="{FF2B5EF4-FFF2-40B4-BE49-F238E27FC236}">
                  <a16:creationId xmlns:a16="http://schemas.microsoft.com/office/drawing/2014/main" id="{249D006B-00F4-466E-A4F0-E9706F46733C}"/>
                </a:ext>
              </a:extLst>
            </p:cNvPr>
            <p:cNvSpPr>
              <a:spLocks noChangeShapeType="1"/>
            </p:cNvSpPr>
            <p:nvPr/>
          </p:nvSpPr>
          <p:spPr bwMode="auto">
            <a:xfrm>
              <a:off x="-2771235" y="1326008"/>
              <a:ext cx="347663" cy="0"/>
            </a:xfrm>
            <a:prstGeom prst="line">
              <a:avLst/>
            </a:prstGeom>
            <a:noFill/>
            <a:ln w="17463" cap="rnd">
              <a:solidFill>
                <a:srgbClr val="000000"/>
              </a:solidFill>
              <a:round/>
              <a:headEnd/>
              <a:tailEnd/>
            </a:ln>
          </p:spPr>
          <p:txBody>
            <a:bodyPr/>
            <a:lstStyle/>
            <a:p>
              <a:endParaRPr lang="zh-CN" altLang="en-US" sz="4400">
                <a:latin typeface="Arial" panose="020B0604020202020204" pitchFamily="34" charset="0"/>
                <a:ea typeface="STHeiti" panose="02010600040101010101" pitchFamily="2" charset="-122"/>
                <a:cs typeface="Arial" panose="020B0604020202020204" pitchFamily="34" charset="0"/>
              </a:endParaRPr>
            </a:p>
          </p:txBody>
        </p:sp>
        <p:sp>
          <p:nvSpPr>
            <p:cNvPr id="123" name="Freeform 25">
              <a:extLst>
                <a:ext uri="{FF2B5EF4-FFF2-40B4-BE49-F238E27FC236}">
                  <a16:creationId xmlns:a16="http://schemas.microsoft.com/office/drawing/2014/main" id="{79526A24-5D9F-4F8B-80B4-1983E59A2B92}"/>
                </a:ext>
              </a:extLst>
            </p:cNvPr>
            <p:cNvSpPr>
              <a:spLocks/>
            </p:cNvSpPr>
            <p:nvPr/>
          </p:nvSpPr>
          <p:spPr bwMode="auto">
            <a:xfrm>
              <a:off x="-2407696" y="1170433"/>
              <a:ext cx="150812" cy="333375"/>
            </a:xfrm>
            <a:custGeom>
              <a:avLst/>
              <a:gdLst>
                <a:gd name="T0" fmla="*/ 0 w 103"/>
                <a:gd name="T1" fmla="*/ 2147483647 h 210"/>
                <a:gd name="T2" fmla="*/ 2147483647 w 103"/>
                <a:gd name="T3" fmla="*/ 2147483647 h 210"/>
                <a:gd name="T4" fmla="*/ 2147483647 w 103"/>
                <a:gd name="T5" fmla="*/ 0 h 210"/>
                <a:gd name="T6" fmla="*/ 0 60000 65536"/>
                <a:gd name="T7" fmla="*/ 0 60000 65536"/>
                <a:gd name="T8" fmla="*/ 0 60000 65536"/>
                <a:gd name="T9" fmla="*/ 0 w 103"/>
                <a:gd name="T10" fmla="*/ 0 h 210"/>
                <a:gd name="T11" fmla="*/ 103 w 103"/>
                <a:gd name="T12" fmla="*/ 210 h 210"/>
              </a:gdLst>
              <a:ahLst/>
              <a:cxnLst>
                <a:cxn ang="T6">
                  <a:pos x="T0" y="T1"/>
                </a:cxn>
                <a:cxn ang="T7">
                  <a:pos x="T2" y="T3"/>
                </a:cxn>
                <a:cxn ang="T8">
                  <a:pos x="T4" y="T5"/>
                </a:cxn>
              </a:cxnLst>
              <a:rect l="T9" t="T10" r="T11" b="T12"/>
              <a:pathLst>
                <a:path w="103" h="210">
                  <a:moveTo>
                    <a:pt x="0" y="210"/>
                  </a:moveTo>
                  <a:lnTo>
                    <a:pt x="103" y="105"/>
                  </a:lnTo>
                  <a:lnTo>
                    <a:pt x="11" y="0"/>
                  </a:lnTo>
                </a:path>
              </a:pathLst>
            </a:custGeom>
            <a:noFill/>
            <a:ln w="17463" cap="rnd">
              <a:solidFill>
                <a:srgbClr val="000000"/>
              </a:solidFill>
              <a:prstDash val="solid"/>
              <a:round/>
              <a:headEnd/>
              <a:tailEnd/>
            </a:ln>
          </p:spPr>
          <p:txBody>
            <a:bodyPr/>
            <a:lstStyle/>
            <a:p>
              <a:endParaRPr lang="zh-CN" altLang="en-US" sz="4400">
                <a:latin typeface="Arial" panose="020B0604020202020204" pitchFamily="34" charset="0"/>
                <a:ea typeface="STHeiti" panose="02010600040101010101" pitchFamily="2" charset="-122"/>
                <a:cs typeface="Arial" panose="020B0604020202020204" pitchFamily="34" charset="0"/>
              </a:endParaRPr>
            </a:p>
          </p:txBody>
        </p:sp>
        <p:sp>
          <p:nvSpPr>
            <p:cNvPr id="124" name="Line 10">
              <a:extLst>
                <a:ext uri="{FF2B5EF4-FFF2-40B4-BE49-F238E27FC236}">
                  <a16:creationId xmlns:a16="http://schemas.microsoft.com/office/drawing/2014/main" id="{ADB20D19-0BC3-402F-B708-4CA76E5D87D6}"/>
                </a:ext>
              </a:extLst>
            </p:cNvPr>
            <p:cNvSpPr>
              <a:spLocks noChangeShapeType="1"/>
            </p:cNvSpPr>
            <p:nvPr/>
          </p:nvSpPr>
          <p:spPr bwMode="auto">
            <a:xfrm flipV="1">
              <a:off x="-1627306" y="913896"/>
              <a:ext cx="543585" cy="0"/>
            </a:xfrm>
            <a:prstGeom prst="line">
              <a:avLst/>
            </a:prstGeom>
            <a:noFill/>
            <a:ln w="17463" cap="rnd">
              <a:solidFill>
                <a:srgbClr val="000000"/>
              </a:solidFill>
              <a:round/>
              <a:headEnd/>
              <a:tailEnd/>
            </a:ln>
          </p:spPr>
          <p:txBody>
            <a:bodyPr/>
            <a:lstStyle/>
            <a:p>
              <a:endParaRPr lang="zh-CN" altLang="en-US" sz="4400">
                <a:latin typeface="Arial" panose="020B0604020202020204" pitchFamily="34" charset="0"/>
                <a:ea typeface="STHeiti" panose="02010600040101010101" pitchFamily="2" charset="-122"/>
                <a:cs typeface="Arial" panose="020B0604020202020204" pitchFamily="34" charset="0"/>
              </a:endParaRPr>
            </a:p>
          </p:txBody>
        </p:sp>
        <p:sp>
          <p:nvSpPr>
            <p:cNvPr id="125" name="Rectangle 7">
              <a:extLst>
                <a:ext uri="{FF2B5EF4-FFF2-40B4-BE49-F238E27FC236}">
                  <a16:creationId xmlns:a16="http://schemas.microsoft.com/office/drawing/2014/main" id="{0F9E8E5C-6314-4ABD-92AD-BBAEB7323253}"/>
                </a:ext>
              </a:extLst>
            </p:cNvPr>
            <p:cNvSpPr>
              <a:spLocks noChangeArrowheads="1"/>
            </p:cNvSpPr>
            <p:nvPr/>
          </p:nvSpPr>
          <p:spPr bwMode="auto">
            <a:xfrm>
              <a:off x="-7376722" y="550445"/>
              <a:ext cx="310983" cy="307777"/>
            </a:xfrm>
            <a:prstGeom prst="rect">
              <a:avLst/>
            </a:prstGeom>
            <a:noFill/>
            <a:ln w="9525">
              <a:noFill/>
              <a:miter lim="800000"/>
              <a:headEnd/>
              <a:tailEnd/>
            </a:ln>
          </p:spPr>
          <p:txBody>
            <a:bodyPr wrap="square" lIns="0" tIns="0" rIns="0" bIns="0">
              <a:spAutoFit/>
            </a:bodyPr>
            <a:lstStyle/>
            <a:p>
              <a:pPr algn="l"/>
              <a:r>
                <a:rPr lang="en-US" altLang="zh-CN" sz="2000" b="0" i="1" dirty="0">
                  <a:solidFill>
                    <a:srgbClr val="000000"/>
                  </a:solidFill>
                  <a:latin typeface="Arial" panose="020B0604020202020204" pitchFamily="34" charset="0"/>
                  <a:ea typeface="STHeiti" panose="02010600040101010101" pitchFamily="2" charset="-122"/>
                  <a:cs typeface="Arial" panose="020B0604020202020204" pitchFamily="34" charset="0"/>
                </a:rPr>
                <a:t>D</a:t>
              </a:r>
              <a:r>
                <a:rPr lang="en-US" altLang="zh-CN" sz="2000" b="0" i="1" baseline="-25000" dirty="0">
                  <a:solidFill>
                    <a:srgbClr val="000000"/>
                  </a:solidFill>
                  <a:latin typeface="Arial" panose="020B0604020202020204" pitchFamily="34" charset="0"/>
                  <a:ea typeface="STHeiti" panose="02010600040101010101" pitchFamily="2" charset="-122"/>
                  <a:cs typeface="Arial" panose="020B0604020202020204" pitchFamily="34" charset="0"/>
                </a:rPr>
                <a:t>1</a:t>
              </a:r>
              <a:endParaRPr lang="en-US" altLang="zh-CN" sz="1600" b="0" dirty="0">
                <a:solidFill>
                  <a:schemeClr val="tx1"/>
                </a:solidFill>
                <a:latin typeface="Arial" panose="020B0604020202020204" pitchFamily="34" charset="0"/>
                <a:ea typeface="STHeiti" panose="02010600040101010101" pitchFamily="2" charset="-122"/>
                <a:cs typeface="Arial" panose="020B0604020202020204" pitchFamily="34" charset="0"/>
              </a:endParaRPr>
            </a:p>
          </p:txBody>
        </p:sp>
        <p:sp>
          <p:nvSpPr>
            <p:cNvPr id="126" name="Rectangle 7">
              <a:extLst>
                <a:ext uri="{FF2B5EF4-FFF2-40B4-BE49-F238E27FC236}">
                  <a16:creationId xmlns:a16="http://schemas.microsoft.com/office/drawing/2014/main" id="{D3BF45D2-77C6-4398-82C6-283DA61C5191}"/>
                </a:ext>
              </a:extLst>
            </p:cNvPr>
            <p:cNvSpPr>
              <a:spLocks noChangeArrowheads="1"/>
            </p:cNvSpPr>
            <p:nvPr/>
          </p:nvSpPr>
          <p:spPr bwMode="auto">
            <a:xfrm>
              <a:off x="-6046062" y="529348"/>
              <a:ext cx="293350" cy="307777"/>
            </a:xfrm>
            <a:prstGeom prst="rect">
              <a:avLst/>
            </a:prstGeom>
            <a:noFill/>
            <a:ln w="9525">
              <a:noFill/>
              <a:miter lim="800000"/>
              <a:headEnd/>
              <a:tailEnd/>
            </a:ln>
          </p:spPr>
          <p:txBody>
            <a:bodyPr wrap="none" lIns="0" tIns="0" rIns="0" bIns="0">
              <a:spAutoFit/>
            </a:bodyPr>
            <a:lstStyle/>
            <a:p>
              <a:pPr algn="l"/>
              <a:r>
                <a:rPr lang="en-US" altLang="zh-CN" sz="2000" b="0" i="1" dirty="0">
                  <a:solidFill>
                    <a:srgbClr val="000000"/>
                  </a:solidFill>
                  <a:latin typeface="Arial" panose="020B0604020202020204" pitchFamily="34" charset="0"/>
                  <a:ea typeface="STHeiti" panose="02010600040101010101" pitchFamily="2" charset="-122"/>
                  <a:cs typeface="Arial" panose="020B0604020202020204" pitchFamily="34" charset="0"/>
                </a:rPr>
                <a:t>Q</a:t>
              </a:r>
              <a:r>
                <a:rPr lang="en-US" altLang="zh-CN" sz="2000" b="0" i="1" baseline="-25000" dirty="0">
                  <a:solidFill>
                    <a:srgbClr val="000000"/>
                  </a:solidFill>
                  <a:latin typeface="Arial" panose="020B0604020202020204" pitchFamily="34" charset="0"/>
                  <a:ea typeface="STHeiti" panose="02010600040101010101" pitchFamily="2" charset="-122"/>
                  <a:cs typeface="Arial" panose="020B0604020202020204" pitchFamily="34" charset="0"/>
                </a:rPr>
                <a:t>1</a:t>
              </a:r>
              <a:endParaRPr lang="en-US" altLang="zh-CN" sz="1600" b="0" dirty="0">
                <a:solidFill>
                  <a:schemeClr val="tx1"/>
                </a:solidFill>
                <a:latin typeface="Arial" panose="020B0604020202020204" pitchFamily="34" charset="0"/>
                <a:ea typeface="STHeiti" panose="02010600040101010101" pitchFamily="2" charset="-122"/>
                <a:cs typeface="Arial" panose="020B0604020202020204" pitchFamily="34" charset="0"/>
              </a:endParaRPr>
            </a:p>
          </p:txBody>
        </p:sp>
        <p:sp>
          <p:nvSpPr>
            <p:cNvPr id="127" name="Rectangle 7">
              <a:extLst>
                <a:ext uri="{FF2B5EF4-FFF2-40B4-BE49-F238E27FC236}">
                  <a16:creationId xmlns:a16="http://schemas.microsoft.com/office/drawing/2014/main" id="{462E96C7-D3EA-4481-AB89-F381DC682489}"/>
                </a:ext>
              </a:extLst>
            </p:cNvPr>
            <p:cNvSpPr>
              <a:spLocks noChangeArrowheads="1"/>
            </p:cNvSpPr>
            <p:nvPr/>
          </p:nvSpPr>
          <p:spPr bwMode="auto">
            <a:xfrm>
              <a:off x="-2793292" y="521090"/>
              <a:ext cx="310983" cy="307777"/>
            </a:xfrm>
            <a:prstGeom prst="rect">
              <a:avLst/>
            </a:prstGeom>
            <a:noFill/>
            <a:ln w="9525">
              <a:noFill/>
              <a:miter lim="800000"/>
              <a:headEnd/>
              <a:tailEnd/>
            </a:ln>
          </p:spPr>
          <p:txBody>
            <a:bodyPr wrap="square" lIns="0" tIns="0" rIns="0" bIns="0">
              <a:spAutoFit/>
            </a:bodyPr>
            <a:lstStyle/>
            <a:p>
              <a:pPr algn="l"/>
              <a:r>
                <a:rPr lang="en-US" altLang="zh-CN" sz="2000" b="0" i="1" dirty="0">
                  <a:solidFill>
                    <a:srgbClr val="000000"/>
                  </a:solidFill>
                  <a:latin typeface="Arial" panose="020B0604020202020204" pitchFamily="34" charset="0"/>
                  <a:ea typeface="STHeiti" panose="02010600040101010101" pitchFamily="2" charset="-122"/>
                  <a:cs typeface="Arial" panose="020B0604020202020204" pitchFamily="34" charset="0"/>
                </a:rPr>
                <a:t>D</a:t>
              </a:r>
              <a:r>
                <a:rPr lang="en-US" altLang="zh-CN" sz="2000" b="0" i="1" baseline="-25000" dirty="0">
                  <a:solidFill>
                    <a:srgbClr val="000000"/>
                  </a:solidFill>
                  <a:latin typeface="Arial" panose="020B0604020202020204" pitchFamily="34" charset="0"/>
                  <a:ea typeface="STHeiti" panose="02010600040101010101" pitchFamily="2" charset="-122"/>
                  <a:cs typeface="Arial" panose="020B0604020202020204" pitchFamily="34" charset="0"/>
                </a:rPr>
                <a:t>2</a:t>
              </a:r>
              <a:endParaRPr lang="en-US" altLang="zh-CN" sz="1600" b="0" dirty="0">
                <a:solidFill>
                  <a:schemeClr val="tx1"/>
                </a:solidFill>
                <a:latin typeface="Arial" panose="020B0604020202020204" pitchFamily="34" charset="0"/>
                <a:ea typeface="STHeiti" panose="02010600040101010101" pitchFamily="2" charset="-122"/>
                <a:cs typeface="Arial" panose="020B0604020202020204" pitchFamily="34" charset="0"/>
              </a:endParaRPr>
            </a:p>
          </p:txBody>
        </p:sp>
        <p:sp>
          <p:nvSpPr>
            <p:cNvPr id="128" name="Rectangle 7">
              <a:extLst>
                <a:ext uri="{FF2B5EF4-FFF2-40B4-BE49-F238E27FC236}">
                  <a16:creationId xmlns:a16="http://schemas.microsoft.com/office/drawing/2014/main" id="{92892B1D-4FCB-4D5B-AC3E-26E8634918FB}"/>
                </a:ext>
              </a:extLst>
            </p:cNvPr>
            <p:cNvSpPr>
              <a:spLocks noChangeArrowheads="1"/>
            </p:cNvSpPr>
            <p:nvPr/>
          </p:nvSpPr>
          <p:spPr bwMode="auto">
            <a:xfrm>
              <a:off x="-1423631" y="517217"/>
              <a:ext cx="310983" cy="307777"/>
            </a:xfrm>
            <a:prstGeom prst="rect">
              <a:avLst/>
            </a:prstGeom>
            <a:noFill/>
            <a:ln w="9525">
              <a:noFill/>
              <a:miter lim="800000"/>
              <a:headEnd/>
              <a:tailEnd/>
            </a:ln>
          </p:spPr>
          <p:txBody>
            <a:bodyPr wrap="square" lIns="0" tIns="0" rIns="0" bIns="0">
              <a:spAutoFit/>
            </a:bodyPr>
            <a:lstStyle/>
            <a:p>
              <a:pPr algn="l"/>
              <a:r>
                <a:rPr lang="en-US" altLang="zh-CN" sz="2000" b="0" i="1" dirty="0">
                  <a:solidFill>
                    <a:srgbClr val="000000"/>
                  </a:solidFill>
                  <a:latin typeface="Arial" panose="020B0604020202020204" pitchFamily="34" charset="0"/>
                  <a:ea typeface="STHeiti" panose="02010600040101010101" pitchFamily="2" charset="-122"/>
                  <a:cs typeface="Arial" panose="020B0604020202020204" pitchFamily="34" charset="0"/>
                </a:rPr>
                <a:t>Q</a:t>
              </a:r>
              <a:r>
                <a:rPr lang="en-US" altLang="zh-CN" sz="2000" b="0" i="1" baseline="-25000" dirty="0">
                  <a:solidFill>
                    <a:srgbClr val="000000"/>
                  </a:solidFill>
                  <a:latin typeface="Arial" panose="020B0604020202020204" pitchFamily="34" charset="0"/>
                  <a:ea typeface="STHeiti" panose="02010600040101010101" pitchFamily="2" charset="-122"/>
                  <a:cs typeface="Arial" panose="020B0604020202020204" pitchFamily="34" charset="0"/>
                </a:rPr>
                <a:t>2</a:t>
              </a:r>
              <a:endParaRPr lang="en-US" altLang="zh-CN" sz="1600" b="0" dirty="0">
                <a:solidFill>
                  <a:schemeClr val="tx1"/>
                </a:solidFill>
                <a:latin typeface="Arial" panose="020B0604020202020204" pitchFamily="34" charset="0"/>
                <a:ea typeface="STHeiti" panose="02010600040101010101" pitchFamily="2" charset="-122"/>
                <a:cs typeface="Arial" panose="020B0604020202020204" pitchFamily="34" charset="0"/>
              </a:endParaRPr>
            </a:p>
          </p:txBody>
        </p:sp>
        <p:sp>
          <p:nvSpPr>
            <p:cNvPr id="129" name="Rectangle 7">
              <a:extLst>
                <a:ext uri="{FF2B5EF4-FFF2-40B4-BE49-F238E27FC236}">
                  <a16:creationId xmlns:a16="http://schemas.microsoft.com/office/drawing/2014/main" id="{0B3E5E86-DF93-4D9D-8D4C-BECD641DEB20}"/>
                </a:ext>
              </a:extLst>
            </p:cNvPr>
            <p:cNvSpPr>
              <a:spLocks noChangeArrowheads="1"/>
            </p:cNvSpPr>
            <p:nvPr/>
          </p:nvSpPr>
          <p:spPr bwMode="auto">
            <a:xfrm>
              <a:off x="-7919293" y="1170433"/>
              <a:ext cx="500136" cy="307777"/>
            </a:xfrm>
            <a:prstGeom prst="rect">
              <a:avLst/>
            </a:prstGeom>
            <a:noFill/>
            <a:ln w="9525">
              <a:noFill/>
              <a:miter lim="800000"/>
              <a:headEnd/>
              <a:tailEnd/>
            </a:ln>
          </p:spPr>
          <p:txBody>
            <a:bodyPr wrap="none" lIns="0" tIns="0" rIns="0" bIns="0">
              <a:spAutoFit/>
            </a:bodyPr>
            <a:lstStyle/>
            <a:p>
              <a:pPr algn="l"/>
              <a:r>
                <a:rPr lang="en-US" altLang="zh-CN" sz="2000" b="0" i="1" dirty="0">
                  <a:solidFill>
                    <a:srgbClr val="000000"/>
                  </a:solidFill>
                  <a:latin typeface="Arial" panose="020B0604020202020204" pitchFamily="34" charset="0"/>
                  <a:ea typeface="STHeiti" panose="02010600040101010101" pitchFamily="2" charset="-122"/>
                  <a:cs typeface="Arial" panose="020B0604020202020204" pitchFamily="34" charset="0"/>
                </a:rPr>
                <a:t>CLK</a:t>
              </a:r>
            </a:p>
          </p:txBody>
        </p:sp>
        <p:sp>
          <p:nvSpPr>
            <p:cNvPr id="130" name="Freeform 54">
              <a:extLst>
                <a:ext uri="{FF2B5EF4-FFF2-40B4-BE49-F238E27FC236}">
                  <a16:creationId xmlns:a16="http://schemas.microsoft.com/office/drawing/2014/main" id="{0C48A86F-F178-4D1E-8254-1AEBEC09BBDF}"/>
                </a:ext>
              </a:extLst>
            </p:cNvPr>
            <p:cNvSpPr/>
            <p:nvPr/>
          </p:nvSpPr>
          <p:spPr>
            <a:xfrm>
              <a:off x="-7211280" y="1310821"/>
              <a:ext cx="4437530" cy="636934"/>
            </a:xfrm>
            <a:custGeom>
              <a:avLst/>
              <a:gdLst>
                <a:gd name="connsiteX0" fmla="*/ 0 w 4437530"/>
                <a:gd name="connsiteY0" fmla="*/ 26895 h 484095"/>
                <a:gd name="connsiteX1" fmla="*/ 0 w 4437530"/>
                <a:gd name="connsiteY1" fmla="*/ 484095 h 484095"/>
                <a:gd name="connsiteX2" fmla="*/ 4437530 w 4437530"/>
                <a:gd name="connsiteY2" fmla="*/ 484095 h 484095"/>
                <a:gd name="connsiteX3" fmla="*/ 4437530 w 4437530"/>
                <a:gd name="connsiteY3" fmla="*/ 0 h 484095"/>
              </a:gdLst>
              <a:ahLst/>
              <a:cxnLst>
                <a:cxn ang="0">
                  <a:pos x="connsiteX0" y="connsiteY0"/>
                </a:cxn>
                <a:cxn ang="0">
                  <a:pos x="connsiteX1" y="connsiteY1"/>
                </a:cxn>
                <a:cxn ang="0">
                  <a:pos x="connsiteX2" y="connsiteY2"/>
                </a:cxn>
                <a:cxn ang="0">
                  <a:pos x="connsiteX3" y="connsiteY3"/>
                </a:cxn>
              </a:cxnLst>
              <a:rect l="l" t="t" r="r" b="b"/>
              <a:pathLst>
                <a:path w="4437530" h="484095">
                  <a:moveTo>
                    <a:pt x="0" y="26895"/>
                  </a:moveTo>
                  <a:lnTo>
                    <a:pt x="0" y="484095"/>
                  </a:lnTo>
                  <a:lnTo>
                    <a:pt x="4437530" y="484095"/>
                  </a:lnTo>
                  <a:lnTo>
                    <a:pt x="4437530" y="0"/>
                  </a:lnTo>
                </a:path>
              </a:pathLst>
            </a:custGeom>
            <a:no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CN" sz="4400">
                <a:latin typeface="Arial" panose="020B0604020202020204" pitchFamily="34" charset="0"/>
                <a:ea typeface="STHeiti" panose="02010600040101010101" pitchFamily="2" charset="-122"/>
                <a:cs typeface="Arial" panose="020B0604020202020204" pitchFamily="34" charset="0"/>
              </a:endParaRPr>
            </a:p>
          </p:txBody>
        </p:sp>
        <p:sp>
          <p:nvSpPr>
            <p:cNvPr id="131" name="TextBox 6">
              <a:extLst>
                <a:ext uri="{FF2B5EF4-FFF2-40B4-BE49-F238E27FC236}">
                  <a16:creationId xmlns:a16="http://schemas.microsoft.com/office/drawing/2014/main" id="{D00BA44F-64D6-445D-9B39-6EF359BAA4E3}"/>
                </a:ext>
              </a:extLst>
            </p:cNvPr>
            <p:cNvSpPr txBox="1"/>
            <p:nvPr/>
          </p:nvSpPr>
          <p:spPr>
            <a:xfrm>
              <a:off x="-6949768" y="1618514"/>
              <a:ext cx="827470" cy="400110"/>
            </a:xfrm>
            <a:prstGeom prst="rect">
              <a:avLst/>
            </a:prstGeom>
            <a:noFill/>
          </p:spPr>
          <p:txBody>
            <a:bodyPr wrap="none" rtlCol="0">
              <a:spAutoFit/>
            </a:bodyPr>
            <a:lstStyle/>
            <a:p>
              <a:r>
                <a:rPr lang="en-CN" sz="2000" dirty="0">
                  <a:latin typeface="Arial" panose="020B0604020202020204" pitchFamily="34" charset="0"/>
                  <a:cs typeface="Arial" panose="020B0604020202020204" pitchFamily="34" charset="0"/>
                </a:rPr>
                <a:t>DFF1</a:t>
              </a:r>
            </a:p>
          </p:txBody>
        </p:sp>
        <p:sp>
          <p:nvSpPr>
            <p:cNvPr id="132" name="TextBox 69">
              <a:extLst>
                <a:ext uri="{FF2B5EF4-FFF2-40B4-BE49-F238E27FC236}">
                  <a16:creationId xmlns:a16="http://schemas.microsoft.com/office/drawing/2014/main" id="{CDCE1746-5B20-42B0-9DB7-6675CCA46329}"/>
                </a:ext>
              </a:extLst>
            </p:cNvPr>
            <p:cNvSpPr txBox="1"/>
            <p:nvPr/>
          </p:nvSpPr>
          <p:spPr>
            <a:xfrm>
              <a:off x="-2382678" y="1618514"/>
              <a:ext cx="827470" cy="400110"/>
            </a:xfrm>
            <a:prstGeom prst="rect">
              <a:avLst/>
            </a:prstGeom>
            <a:noFill/>
          </p:spPr>
          <p:txBody>
            <a:bodyPr wrap="none" rtlCol="0">
              <a:spAutoFit/>
            </a:bodyPr>
            <a:lstStyle/>
            <a:p>
              <a:r>
                <a:rPr lang="en-CN" sz="2000" dirty="0">
                  <a:solidFill>
                    <a:schemeClr val="tx1"/>
                  </a:solidFill>
                  <a:latin typeface="Arial" panose="020B0604020202020204" pitchFamily="34" charset="0"/>
                  <a:cs typeface="Arial" panose="020B0604020202020204" pitchFamily="34" charset="0"/>
                </a:rPr>
                <a:t>DFF2</a:t>
              </a:r>
            </a:p>
          </p:txBody>
        </p:sp>
      </p:grpSp>
      <p:sp>
        <p:nvSpPr>
          <p:cNvPr id="3" name="Text Box 6">
            <a:extLst>
              <a:ext uri="{FF2B5EF4-FFF2-40B4-BE49-F238E27FC236}">
                <a16:creationId xmlns:a16="http://schemas.microsoft.com/office/drawing/2014/main" id="{7889A140-6925-7C9A-B651-B9DFF98BA0EA}"/>
              </a:ext>
            </a:extLst>
          </p:cNvPr>
          <p:cNvSpPr txBox="1">
            <a:spLocks noChangeArrowheads="1"/>
          </p:cNvSpPr>
          <p:nvPr/>
        </p:nvSpPr>
        <p:spPr bwMode="auto">
          <a:xfrm>
            <a:off x="567415" y="1351358"/>
            <a:ext cx="3589802" cy="523220"/>
          </a:xfrm>
          <a:prstGeom prst="rect">
            <a:avLst/>
          </a:prstGeom>
          <a:noFill/>
          <a:ln w="19050" cap="sq" algn="ctr">
            <a:noFill/>
            <a:miter lim="800000"/>
            <a:headEnd type="none" w="sm" len="sm"/>
            <a:tailEnd type="none" w="sm" len="sm"/>
          </a:ln>
          <a:effectLst/>
        </p:spPr>
        <p:txBody>
          <a:bodyPr wrap="square">
            <a:spAutoFit/>
          </a:bodyPr>
          <a:lstStyle/>
          <a:p>
            <a:pPr marL="342900" indent="-342900">
              <a:buFont typeface="Arial" panose="020B0604020202020204" pitchFamily="34" charset="0"/>
              <a:buChar char="•"/>
            </a:pPr>
            <a:r>
              <a:rPr lang="zh-CN" altLang="en-US" sz="2800" b="1" dirty="0">
                <a:solidFill>
                  <a:srgbClr val="0432FF"/>
                </a:solidFill>
                <a:latin typeface="+mn-ea"/>
                <a:ea typeface="+mn-ea"/>
                <a:cs typeface="Arial" panose="020B0604020202020204" pitchFamily="34" charset="0"/>
              </a:rPr>
              <a:t>上升沿触发例子</a:t>
            </a:r>
            <a:endParaRPr lang="en-US" altLang="zh-CN" sz="2800" b="1" dirty="0">
              <a:solidFill>
                <a:srgbClr val="0432FF"/>
              </a:solidFill>
              <a:latin typeface="+mn-ea"/>
              <a:ea typeface="+mn-ea"/>
              <a:cs typeface="Arial" panose="020B0604020202020204" pitchFamily="34" charset="0"/>
            </a:endParaRPr>
          </a:p>
        </p:txBody>
      </p:sp>
      <p:sp>
        <p:nvSpPr>
          <p:cNvPr id="14" name="环形箭头 13">
            <a:extLst>
              <a:ext uri="{FF2B5EF4-FFF2-40B4-BE49-F238E27FC236}">
                <a16:creationId xmlns:a16="http://schemas.microsoft.com/office/drawing/2014/main" id="{7BFF7F7D-B5B7-8927-245B-77FECB7B210F}"/>
              </a:ext>
            </a:extLst>
          </p:cNvPr>
          <p:cNvSpPr/>
          <p:nvPr/>
        </p:nvSpPr>
        <p:spPr>
          <a:xfrm>
            <a:off x="1968767" y="1927514"/>
            <a:ext cx="1019677" cy="786200"/>
          </a:xfrm>
          <a:prstGeom prst="circularArrow">
            <a:avLst>
              <a:gd name="adj1" fmla="val 5491"/>
              <a:gd name="adj2" fmla="val 825924"/>
              <a:gd name="adj3" fmla="val 20548478"/>
              <a:gd name="adj4" fmla="val 10800000"/>
              <a:gd name="adj5" fmla="val 1690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15" name="环形箭头 14">
            <a:extLst>
              <a:ext uri="{FF2B5EF4-FFF2-40B4-BE49-F238E27FC236}">
                <a16:creationId xmlns:a16="http://schemas.microsoft.com/office/drawing/2014/main" id="{F6E17AC9-6F43-436B-588C-AA0B7AF59A6A}"/>
              </a:ext>
            </a:extLst>
          </p:cNvPr>
          <p:cNvSpPr/>
          <p:nvPr/>
        </p:nvSpPr>
        <p:spPr>
          <a:xfrm>
            <a:off x="6515538" y="1917100"/>
            <a:ext cx="1019677" cy="786200"/>
          </a:xfrm>
          <a:prstGeom prst="circularArrow">
            <a:avLst>
              <a:gd name="adj1" fmla="val 5491"/>
              <a:gd name="adj2" fmla="val 825924"/>
              <a:gd name="adj3" fmla="val 20548478"/>
              <a:gd name="adj4" fmla="val 10800000"/>
              <a:gd name="adj5" fmla="val 1690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cxnSp>
        <p:nvCxnSpPr>
          <p:cNvPr id="18" name="肘形连接符 17">
            <a:extLst>
              <a:ext uri="{FF2B5EF4-FFF2-40B4-BE49-F238E27FC236}">
                <a16:creationId xmlns:a16="http://schemas.microsoft.com/office/drawing/2014/main" id="{87A54C28-90E5-02D5-5C1E-66B62C86B565}"/>
              </a:ext>
            </a:extLst>
          </p:cNvPr>
          <p:cNvCxnSpPr>
            <a:cxnSpLocks/>
          </p:cNvCxnSpPr>
          <p:nvPr/>
        </p:nvCxnSpPr>
        <p:spPr bwMode="auto">
          <a:xfrm flipV="1">
            <a:off x="6237271" y="3755368"/>
            <a:ext cx="1936665" cy="401367"/>
          </a:xfrm>
          <a:prstGeom prst="bentConnector3">
            <a:avLst>
              <a:gd name="adj1" fmla="val 50000"/>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grpSp>
        <p:nvGrpSpPr>
          <p:cNvPr id="36" name="组合 35">
            <a:extLst>
              <a:ext uri="{FF2B5EF4-FFF2-40B4-BE49-F238E27FC236}">
                <a16:creationId xmlns:a16="http://schemas.microsoft.com/office/drawing/2014/main" id="{901FA562-C53F-79AA-D717-396146F1BF91}"/>
              </a:ext>
            </a:extLst>
          </p:cNvPr>
          <p:cNvGrpSpPr/>
          <p:nvPr/>
        </p:nvGrpSpPr>
        <p:grpSpPr>
          <a:xfrm>
            <a:off x="3224357" y="5334000"/>
            <a:ext cx="1517096" cy="476949"/>
            <a:chOff x="3224357" y="5334000"/>
            <a:chExt cx="1517096" cy="476949"/>
          </a:xfrm>
        </p:grpSpPr>
        <p:cxnSp>
          <p:nvCxnSpPr>
            <p:cNvPr id="6" name="直线连接符 5">
              <a:extLst>
                <a:ext uri="{FF2B5EF4-FFF2-40B4-BE49-F238E27FC236}">
                  <a16:creationId xmlns:a16="http://schemas.microsoft.com/office/drawing/2014/main" id="{F3971B1F-3B88-7BF3-CD8B-692DABBAF82D}"/>
                </a:ext>
              </a:extLst>
            </p:cNvPr>
            <p:cNvCxnSpPr>
              <a:cxnSpLocks/>
            </p:cNvCxnSpPr>
            <p:nvPr/>
          </p:nvCxnSpPr>
          <p:spPr bwMode="auto">
            <a:xfrm>
              <a:off x="4648200" y="5486400"/>
              <a:ext cx="0" cy="241843"/>
            </a:xfrm>
            <a:prstGeom prst="line">
              <a:avLst/>
            </a:prstGeom>
            <a:ln w="19050">
              <a:prstDash val="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 name="直线箭头连接符 7">
              <a:extLst>
                <a:ext uri="{FF2B5EF4-FFF2-40B4-BE49-F238E27FC236}">
                  <a16:creationId xmlns:a16="http://schemas.microsoft.com/office/drawing/2014/main" id="{F717C796-3744-EE2A-98E2-496CD75779C7}"/>
                </a:ext>
              </a:extLst>
            </p:cNvPr>
            <p:cNvCxnSpPr>
              <a:cxnSpLocks/>
            </p:cNvCxnSpPr>
            <p:nvPr/>
          </p:nvCxnSpPr>
          <p:spPr bwMode="auto">
            <a:xfrm>
              <a:off x="3944767" y="5653038"/>
              <a:ext cx="703433" cy="0"/>
            </a:xfrm>
            <a:prstGeom prst="straightConnector1">
              <a:avLst/>
            </a:prstGeom>
            <a:ln>
              <a:solidFill>
                <a:srgbClr val="00B050"/>
              </a:solidFill>
              <a:headEnd type="triangle"/>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9" name="Rectangle 7">
                  <a:extLst>
                    <a:ext uri="{FF2B5EF4-FFF2-40B4-BE49-F238E27FC236}">
                      <a16:creationId xmlns:a16="http://schemas.microsoft.com/office/drawing/2014/main" id="{8EDAA02B-2CB5-2CE5-460B-DF06D14A7DD1}"/>
                    </a:ext>
                  </a:extLst>
                </p:cNvPr>
                <p:cNvSpPr>
                  <a:spLocks noChangeArrowheads="1"/>
                </p:cNvSpPr>
                <p:nvPr/>
              </p:nvSpPr>
              <p:spPr bwMode="auto">
                <a:xfrm>
                  <a:off x="3904623" y="5334000"/>
                  <a:ext cx="836830" cy="276999"/>
                </a:xfrm>
                <a:prstGeom prst="rect">
                  <a:avLst/>
                </a:prstGeom>
                <a:noFill/>
                <a:ln w="9525">
                  <a:noFill/>
                  <a:miter lim="800000"/>
                  <a:headEnd/>
                  <a:tailEnd/>
                </a:ln>
              </p:spPr>
              <p:txBody>
                <a:bodyPr wrap="square" lIns="0" tIns="0" rIns="0" bIns="0">
                  <a:spAutoFit/>
                </a:bodyPr>
                <a:lstStyle/>
                <a:p>
                  <a:pPr algn="l"/>
                  <a14:m>
                    <m:oMathPara xmlns:m="http://schemas.openxmlformats.org/officeDocument/2006/math">
                      <m:oMathParaPr>
                        <m:jc m:val="centerGroup"/>
                      </m:oMathParaPr>
                      <m:oMath xmlns:m="http://schemas.openxmlformats.org/officeDocument/2006/math">
                        <m:sSub>
                          <m:sSubPr>
                            <m:ctrlPr>
                              <a:rPr lang="en-US" altLang="zh-CN" sz="1800" b="0" i="1" smtClean="0">
                                <a:solidFill>
                                  <a:srgbClr val="00B050"/>
                                </a:solidFill>
                                <a:latin typeface="Cambria Math" panose="02040503050406030204" pitchFamily="18" charset="0"/>
                              </a:rPr>
                            </m:ctrlPr>
                          </m:sSubPr>
                          <m:e>
                            <m:r>
                              <a:rPr lang="en-US" altLang="zh-CN" sz="1800" b="0" i="1" smtClean="0">
                                <a:solidFill>
                                  <a:srgbClr val="00B050"/>
                                </a:solidFill>
                                <a:latin typeface="Cambria Math" panose="02040503050406030204" pitchFamily="18" charset="0"/>
                              </a:rPr>
                              <m:t>𝑡</m:t>
                            </m:r>
                          </m:e>
                          <m:sub>
                            <m:r>
                              <a:rPr lang="en-US" altLang="zh-CN" sz="1800" b="0" i="1" smtClean="0">
                                <a:solidFill>
                                  <a:srgbClr val="00B050"/>
                                </a:solidFill>
                                <a:latin typeface="Cambria Math" panose="02040503050406030204" pitchFamily="18" charset="0"/>
                              </a:rPr>
                              <m:t>h𝑜𝑙𝑑</m:t>
                            </m:r>
                          </m:sub>
                        </m:sSub>
                      </m:oMath>
                    </m:oMathPara>
                  </a14:m>
                  <a:endParaRPr lang="en-US" altLang="zh-CN" sz="1800" b="0" dirty="0">
                    <a:solidFill>
                      <a:srgbClr val="00B050"/>
                    </a:solidFill>
                    <a:latin typeface="Arial" pitchFamily="34" charset="0"/>
                  </a:endParaRPr>
                </a:p>
              </p:txBody>
            </p:sp>
          </mc:Choice>
          <mc:Fallback>
            <p:sp>
              <p:nvSpPr>
                <p:cNvPr id="9" name="Rectangle 7">
                  <a:extLst>
                    <a:ext uri="{FF2B5EF4-FFF2-40B4-BE49-F238E27FC236}">
                      <a16:creationId xmlns:a16="http://schemas.microsoft.com/office/drawing/2014/main" id="{8EDAA02B-2CB5-2CE5-460B-DF06D14A7DD1}"/>
                    </a:ext>
                  </a:extLst>
                </p:cNvPr>
                <p:cNvSpPr>
                  <a:spLocks noRot="1" noChangeAspect="1" noMove="1" noResize="1" noEditPoints="1" noAdjustHandles="1" noChangeArrowheads="1" noChangeShapeType="1" noTextEdit="1"/>
                </p:cNvSpPr>
                <p:nvPr/>
              </p:nvSpPr>
              <p:spPr bwMode="auto">
                <a:xfrm>
                  <a:off x="3904623" y="5334000"/>
                  <a:ext cx="836830" cy="276999"/>
                </a:xfrm>
                <a:prstGeom prst="rect">
                  <a:avLst/>
                </a:prstGeom>
                <a:blipFill>
                  <a:blip r:embed="rId7"/>
                  <a:stretch>
                    <a:fillRect b="-18182"/>
                  </a:stretch>
                </a:blipFill>
                <a:ln w="9525">
                  <a:noFill/>
                  <a:miter lim="800000"/>
                  <a:headEnd/>
                  <a:tailEnd/>
                </a:ln>
              </p:spPr>
              <p:txBody>
                <a:bodyPr/>
                <a:lstStyle/>
                <a:p>
                  <a:r>
                    <a:rPr lang="zh-CN" altLang="en-US">
                      <a:noFill/>
                    </a:rPr>
                    <a:t> </a:t>
                  </a:r>
                </a:p>
              </p:txBody>
            </p:sp>
          </mc:Fallback>
        </mc:AlternateContent>
        <p:cxnSp>
          <p:nvCxnSpPr>
            <p:cNvPr id="11" name="直线连接符 10">
              <a:extLst>
                <a:ext uri="{FF2B5EF4-FFF2-40B4-BE49-F238E27FC236}">
                  <a16:creationId xmlns:a16="http://schemas.microsoft.com/office/drawing/2014/main" id="{57F4B170-AEC2-E017-CF17-C9DE85659BF8}"/>
                </a:ext>
              </a:extLst>
            </p:cNvPr>
            <p:cNvCxnSpPr/>
            <p:nvPr/>
          </p:nvCxnSpPr>
          <p:spPr>
            <a:xfrm>
              <a:off x="3298555" y="5810949"/>
              <a:ext cx="1366334" cy="0"/>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2" name="直线箭头连接符 31">
              <a:extLst>
                <a:ext uri="{FF2B5EF4-FFF2-40B4-BE49-F238E27FC236}">
                  <a16:creationId xmlns:a16="http://schemas.microsoft.com/office/drawing/2014/main" id="{9B52B44A-830F-0417-A363-701346A2ACC0}"/>
                </a:ext>
              </a:extLst>
            </p:cNvPr>
            <p:cNvCxnSpPr>
              <a:cxnSpLocks/>
            </p:cNvCxnSpPr>
            <p:nvPr/>
          </p:nvCxnSpPr>
          <p:spPr bwMode="auto">
            <a:xfrm>
              <a:off x="3320795" y="5653038"/>
              <a:ext cx="647139" cy="0"/>
            </a:xfrm>
            <a:prstGeom prst="straightConnector1">
              <a:avLst/>
            </a:prstGeom>
            <a:ln>
              <a:solidFill>
                <a:srgbClr val="00B050"/>
              </a:solidFill>
              <a:headEnd type="triangle"/>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33" name="Rectangle 7">
                  <a:extLst>
                    <a:ext uri="{FF2B5EF4-FFF2-40B4-BE49-F238E27FC236}">
                      <a16:creationId xmlns:a16="http://schemas.microsoft.com/office/drawing/2014/main" id="{CCB86F28-5008-D27D-7BC7-D387F43EC509}"/>
                    </a:ext>
                  </a:extLst>
                </p:cNvPr>
                <p:cNvSpPr>
                  <a:spLocks noChangeArrowheads="1"/>
                </p:cNvSpPr>
                <p:nvPr/>
              </p:nvSpPr>
              <p:spPr bwMode="auto">
                <a:xfrm>
                  <a:off x="3224357" y="5334000"/>
                  <a:ext cx="836830" cy="298415"/>
                </a:xfrm>
                <a:prstGeom prst="rect">
                  <a:avLst/>
                </a:prstGeom>
                <a:noFill/>
                <a:ln w="9525">
                  <a:noFill/>
                  <a:miter lim="800000"/>
                  <a:headEnd/>
                  <a:tailEnd/>
                </a:ln>
              </p:spPr>
              <p:txBody>
                <a:bodyPr wrap="square" lIns="0" tIns="0" rIns="0" bIns="0">
                  <a:spAutoFit/>
                </a:bodyPr>
                <a:lstStyle/>
                <a:p>
                  <a:pPr algn="l"/>
                  <a14:m>
                    <m:oMathPara xmlns:m="http://schemas.openxmlformats.org/officeDocument/2006/math">
                      <m:oMathParaPr>
                        <m:jc m:val="centerGroup"/>
                      </m:oMathParaPr>
                      <m:oMath xmlns:m="http://schemas.openxmlformats.org/officeDocument/2006/math">
                        <m:sSub>
                          <m:sSubPr>
                            <m:ctrlPr>
                              <a:rPr lang="en-US" altLang="zh-CN" sz="1800" b="0" i="1" smtClean="0">
                                <a:solidFill>
                                  <a:srgbClr val="00B050"/>
                                </a:solidFill>
                                <a:latin typeface="Cambria Math" panose="02040503050406030204" pitchFamily="18" charset="0"/>
                              </a:rPr>
                            </m:ctrlPr>
                          </m:sSubPr>
                          <m:e>
                            <m:r>
                              <a:rPr lang="en-US" altLang="zh-CN" sz="1800" b="0" i="1" smtClean="0">
                                <a:solidFill>
                                  <a:srgbClr val="00B050"/>
                                </a:solidFill>
                                <a:latin typeface="Cambria Math" panose="02040503050406030204" pitchFamily="18" charset="0"/>
                              </a:rPr>
                              <m:t>𝑡</m:t>
                            </m:r>
                          </m:e>
                          <m:sub>
                            <m:r>
                              <m:rPr>
                                <m:sty m:val="p"/>
                              </m:rPr>
                              <a:rPr lang="en-US" altLang="zh-CN" i="1">
                                <a:solidFill>
                                  <a:srgbClr val="00B050"/>
                                </a:solidFill>
                                <a:latin typeface="Cambria Math" panose="02040503050406030204" pitchFamily="18" charset="0"/>
                              </a:rPr>
                              <m:t>set</m:t>
                            </m:r>
                            <m:r>
                              <a:rPr lang="en-US" altLang="zh-CN" b="0" i="1" smtClean="0">
                                <a:solidFill>
                                  <a:srgbClr val="00B050"/>
                                </a:solidFill>
                                <a:latin typeface="Cambria Math" panose="02040503050406030204" pitchFamily="18" charset="0"/>
                              </a:rPr>
                              <m:t>𝑢𝑝</m:t>
                            </m:r>
                          </m:sub>
                        </m:sSub>
                      </m:oMath>
                    </m:oMathPara>
                  </a14:m>
                  <a:endParaRPr lang="en-US" altLang="zh-CN" sz="1800" b="0" dirty="0">
                    <a:solidFill>
                      <a:srgbClr val="00B050"/>
                    </a:solidFill>
                    <a:latin typeface="Arial" pitchFamily="34" charset="0"/>
                  </a:endParaRPr>
                </a:p>
              </p:txBody>
            </p:sp>
          </mc:Choice>
          <mc:Fallback>
            <p:sp>
              <p:nvSpPr>
                <p:cNvPr id="33" name="Rectangle 7">
                  <a:extLst>
                    <a:ext uri="{FF2B5EF4-FFF2-40B4-BE49-F238E27FC236}">
                      <a16:creationId xmlns:a16="http://schemas.microsoft.com/office/drawing/2014/main" id="{CCB86F28-5008-D27D-7BC7-D387F43EC509}"/>
                    </a:ext>
                  </a:extLst>
                </p:cNvPr>
                <p:cNvSpPr>
                  <a:spLocks noRot="1" noChangeAspect="1" noMove="1" noResize="1" noEditPoints="1" noAdjustHandles="1" noChangeArrowheads="1" noChangeShapeType="1" noTextEdit="1"/>
                </p:cNvSpPr>
                <p:nvPr/>
              </p:nvSpPr>
              <p:spPr bwMode="auto">
                <a:xfrm>
                  <a:off x="3224357" y="5334000"/>
                  <a:ext cx="836830" cy="298415"/>
                </a:xfrm>
                <a:prstGeom prst="rect">
                  <a:avLst/>
                </a:prstGeom>
                <a:blipFill>
                  <a:blip r:embed="rId8"/>
                  <a:stretch>
                    <a:fillRect b="-20833"/>
                  </a:stretch>
                </a:blipFill>
                <a:ln w="9525">
                  <a:noFill/>
                  <a:miter lim="800000"/>
                  <a:headEnd/>
                  <a:tailEnd/>
                </a:ln>
              </p:spPr>
              <p:txBody>
                <a:bodyPr/>
                <a:lstStyle/>
                <a:p>
                  <a:r>
                    <a:rPr lang="zh-CN" altLang="en-US">
                      <a:noFill/>
                    </a:rPr>
                    <a:t> </a:t>
                  </a:r>
                </a:p>
              </p:txBody>
            </p:sp>
          </mc:Fallback>
        </mc:AlternateContent>
        <p:cxnSp>
          <p:nvCxnSpPr>
            <p:cNvPr id="34" name="直线连接符 33">
              <a:extLst>
                <a:ext uri="{FF2B5EF4-FFF2-40B4-BE49-F238E27FC236}">
                  <a16:creationId xmlns:a16="http://schemas.microsoft.com/office/drawing/2014/main" id="{9DAACDA3-4151-D322-0C00-E4992E2D6C33}"/>
                </a:ext>
              </a:extLst>
            </p:cNvPr>
            <p:cNvCxnSpPr>
              <a:cxnSpLocks/>
            </p:cNvCxnSpPr>
            <p:nvPr/>
          </p:nvCxnSpPr>
          <p:spPr bwMode="auto">
            <a:xfrm>
              <a:off x="3320795" y="5569106"/>
              <a:ext cx="0" cy="241843"/>
            </a:xfrm>
            <a:prstGeom prst="line">
              <a:avLst/>
            </a:prstGeom>
            <a:ln w="19050">
              <a:prstDash val="dash"/>
              <a:headEnd type="none" w="med" len="med"/>
              <a:tailEnd type="none" w="med" len="med"/>
            </a:ln>
          </p:spPr>
          <p:style>
            <a:lnRef idx="1">
              <a:schemeClr val="dk1"/>
            </a:lnRef>
            <a:fillRef idx="0">
              <a:schemeClr val="dk1"/>
            </a:fillRef>
            <a:effectRef idx="0">
              <a:schemeClr val="dk1"/>
            </a:effectRef>
            <a:fontRef idx="minor">
              <a:schemeClr val="tx1"/>
            </a:fontRef>
          </p:style>
        </p:cxnSp>
      </p:grpSp>
      <p:cxnSp>
        <p:nvCxnSpPr>
          <p:cNvPr id="38" name="直线连接符 37">
            <a:extLst>
              <a:ext uri="{FF2B5EF4-FFF2-40B4-BE49-F238E27FC236}">
                <a16:creationId xmlns:a16="http://schemas.microsoft.com/office/drawing/2014/main" id="{20560BFE-CF0A-7A1C-F936-FA8066037128}"/>
              </a:ext>
            </a:extLst>
          </p:cNvPr>
          <p:cNvCxnSpPr/>
          <p:nvPr/>
        </p:nvCxnSpPr>
        <p:spPr>
          <a:xfrm flipV="1">
            <a:off x="3965122" y="3755368"/>
            <a:ext cx="0" cy="421160"/>
          </a:xfrm>
          <a:prstGeom prst="line">
            <a:avLst/>
          </a:prstGeom>
          <a:ln w="38100">
            <a:solidFill>
              <a:srgbClr val="FF0000"/>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43338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ipe(left)">
                                      <p:cBhvr>
                                        <p:cTn id="10" dur="5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36"/>
                                        </p:tgtEl>
                                        <p:attrNameLst>
                                          <p:attrName>style.visibility</p:attrName>
                                        </p:attrNameLst>
                                      </p:cBhvr>
                                      <p:to>
                                        <p:strVal val="visible"/>
                                      </p:to>
                                    </p:set>
                                    <p:animEffect transition="in" filter="wipe(left)">
                                      <p:cBhvr>
                                        <p:cTn id="15" dur="500"/>
                                        <p:tgtEl>
                                          <p:spTgt spid="36"/>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39"/>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03"/>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115"/>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2273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332" grpId="0"/>
      <p:bldP spid="115" grpId="0"/>
      <p:bldP spid="14" grpId="0" animBg="1"/>
      <p:bldP spid="1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6EBC1570-685B-4D13-B411-A266333C2645}"/>
              </a:ext>
            </a:extLst>
          </p:cNvPr>
          <p:cNvSpPr>
            <a:spLocks noGrp="1"/>
          </p:cNvSpPr>
          <p:nvPr>
            <p:ph type="sldNum" sz="quarter" idx="12"/>
          </p:nvPr>
        </p:nvSpPr>
        <p:spPr/>
        <p:txBody>
          <a:bodyPr/>
          <a:lstStyle/>
          <a:p>
            <a:fld id="{176ACFD1-D213-4B9C-817B-45486DBF105A}" type="slidenum">
              <a:rPr lang="en-US" smtClean="0">
                <a:solidFill>
                  <a:prstClr val="black"/>
                </a:solidFill>
              </a:rPr>
              <a:pPr/>
              <a:t>20</a:t>
            </a:fld>
            <a:endParaRPr lang="en-US">
              <a:solidFill>
                <a:prstClr val="black"/>
              </a:solidFill>
            </a:endParaRPr>
          </a:p>
        </p:txBody>
      </p:sp>
      <p:sp>
        <p:nvSpPr>
          <p:cNvPr id="8" name="文本框 7">
            <a:extLst>
              <a:ext uri="{FF2B5EF4-FFF2-40B4-BE49-F238E27FC236}">
                <a16:creationId xmlns:a16="http://schemas.microsoft.com/office/drawing/2014/main" id="{6AEBBEBF-273B-4776-9435-CC00ACC62714}"/>
              </a:ext>
            </a:extLst>
          </p:cNvPr>
          <p:cNvSpPr txBox="1"/>
          <p:nvPr>
            <p:custDataLst>
              <p:tags r:id="rId2"/>
            </p:custDataLst>
          </p:nvPr>
        </p:nvSpPr>
        <p:spPr>
          <a:xfrm>
            <a:off x="1297305" y="5937860"/>
            <a:ext cx="1371600" cy="642938"/>
          </a:xfrm>
          <a:prstGeom prst="rect">
            <a:avLst/>
          </a:prstGeom>
          <a:noFill/>
        </p:spPr>
        <p:txBody>
          <a:bodyPr vert="horz" rtlCol="0" anchor="ctr" anchorCtr="0">
            <a:noAutofit/>
          </a:bodyPr>
          <a:lstStyle/>
          <a:p>
            <a:pPr algn="l"/>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100 MHz</a:t>
            </a:r>
            <a:endPar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文本框 8">
            <a:extLst>
              <a:ext uri="{FF2B5EF4-FFF2-40B4-BE49-F238E27FC236}">
                <a16:creationId xmlns:a16="http://schemas.microsoft.com/office/drawing/2014/main" id="{B87D00BF-3D00-4271-9DC8-4DBCD1F1F72C}"/>
              </a:ext>
            </a:extLst>
          </p:cNvPr>
          <p:cNvSpPr txBox="1"/>
          <p:nvPr>
            <p:custDataLst>
              <p:tags r:id="rId3"/>
            </p:custDataLst>
          </p:nvPr>
        </p:nvSpPr>
        <p:spPr>
          <a:xfrm>
            <a:off x="3273848" y="5952782"/>
            <a:ext cx="1371600" cy="642938"/>
          </a:xfrm>
          <a:prstGeom prst="rect">
            <a:avLst/>
          </a:prstGeom>
          <a:noFill/>
        </p:spPr>
        <p:txBody>
          <a:bodyPr vert="horz" rtlCol="0" anchor="ctr" anchorCtr="0">
            <a:noAutofit/>
          </a:bodyPr>
          <a:lstStyle/>
          <a:p>
            <a:pPr algn="l"/>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200 MHz</a:t>
            </a:r>
            <a:endPar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文本框 9">
            <a:extLst>
              <a:ext uri="{FF2B5EF4-FFF2-40B4-BE49-F238E27FC236}">
                <a16:creationId xmlns:a16="http://schemas.microsoft.com/office/drawing/2014/main" id="{B27326E0-02C6-4BE2-A348-C15A4E962E8C}"/>
              </a:ext>
            </a:extLst>
          </p:cNvPr>
          <p:cNvSpPr txBox="1"/>
          <p:nvPr>
            <p:custDataLst>
              <p:tags r:id="rId4"/>
            </p:custDataLst>
          </p:nvPr>
        </p:nvSpPr>
        <p:spPr>
          <a:xfrm>
            <a:off x="5250391" y="5958126"/>
            <a:ext cx="1371600" cy="642938"/>
          </a:xfrm>
          <a:prstGeom prst="rect">
            <a:avLst/>
          </a:prstGeom>
          <a:noFill/>
        </p:spPr>
        <p:txBody>
          <a:bodyPr vert="horz" rtlCol="0" anchor="ctr" anchorCtr="0">
            <a:noAutofit/>
          </a:bodyPr>
          <a:lstStyle/>
          <a:p>
            <a:pPr algn="l"/>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286 MHz</a:t>
            </a:r>
            <a:endPar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文本框 10">
            <a:extLst>
              <a:ext uri="{FF2B5EF4-FFF2-40B4-BE49-F238E27FC236}">
                <a16:creationId xmlns:a16="http://schemas.microsoft.com/office/drawing/2014/main" id="{A10B65B8-B5D8-48ED-AC11-3B4B35D4DA3F}"/>
              </a:ext>
            </a:extLst>
          </p:cNvPr>
          <p:cNvSpPr txBox="1"/>
          <p:nvPr>
            <p:custDataLst>
              <p:tags r:id="rId5"/>
            </p:custDataLst>
          </p:nvPr>
        </p:nvSpPr>
        <p:spPr>
          <a:xfrm>
            <a:off x="7226935" y="5937860"/>
            <a:ext cx="1371600" cy="642938"/>
          </a:xfrm>
          <a:prstGeom prst="rect">
            <a:avLst/>
          </a:prstGeom>
          <a:noFill/>
        </p:spPr>
        <p:txBody>
          <a:bodyPr vert="horz" rtlCol="0" anchor="ctr" anchorCtr="0">
            <a:noAutofit/>
          </a:bodyPr>
          <a:lstStyle/>
          <a:p>
            <a:pPr algn="l"/>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500 MHz</a:t>
            </a:r>
            <a:endPar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A913A0BD-7E13-4296-9C47-76CA465AF559}"/>
              </a:ext>
            </a:extLst>
          </p:cNvPr>
          <p:cNvSpPr>
            <a:spLocks noChangeAspect="1"/>
          </p:cNvSpPr>
          <p:nvPr>
            <p:custDataLst>
              <p:tags r:id="rId6"/>
            </p:custDataLst>
          </p:nvPr>
        </p:nvSpPr>
        <p:spPr>
          <a:xfrm>
            <a:off x="735330" y="6002153"/>
            <a:ext cx="514350" cy="514350"/>
          </a:xfrm>
          <a:prstGeom prst="ellipse">
            <a:avLst/>
          </a:prstGeom>
          <a:solidFill>
            <a:srgbClr val="808080"/>
          </a:solidFill>
          <a:ln w="12700" cmpd="sng">
            <a:solidFill>
              <a:srgbClr val="000000"/>
            </a:solidFill>
            <a:prstDash val="solid"/>
          </a:ln>
        </p:spPr>
        <p:style>
          <a:lnRef idx="2">
            <a:schemeClr val="dk1"/>
          </a:lnRef>
          <a:fillRef idx="1">
            <a:schemeClr val="lt1"/>
          </a:fillRef>
          <a:effectRef idx="0">
            <a:schemeClr val="dk1"/>
          </a:effectRef>
          <a:fontRef idx="minor">
            <a:schemeClr val="dk1"/>
          </a:fontRef>
        </p:style>
        <p:txBody>
          <a:bodyPr vert="horz" wrap="square" rtlCol="0" anchor="ctr" anchorCtr="1">
            <a:noAutofit/>
          </a:bodyPr>
          <a:lstStyle/>
          <a:p>
            <a:pPr algn="l"/>
            <a:r>
              <a:rPr lang="en-US" altLang="zh-CN" sz="1600">
                <a:solidFill>
                  <a:srgbClr val="FFFFFF"/>
                </a:solidFill>
                <a:latin typeface="Microsoft Yahei" panose="020B0503020204020204" pitchFamily="34" charset="-122"/>
                <a:ea typeface="Microsoft Yahei" panose="020B0503020204020204" pitchFamily="34" charset="-122"/>
                <a:cs typeface="Arial" panose="020B0604020202020204" pitchFamily="34" charset="0"/>
                <a:sym typeface="Microsoft Yahei" panose="020B0503020204020204" pitchFamily="34" charset="-122"/>
              </a:rPr>
              <a:t>A</a:t>
            </a:r>
            <a:endParaRPr lang="zh-CN" altLang="en-US" sz="1600" dirty="0">
              <a:solidFill>
                <a:srgbClr val="FFFFFF"/>
              </a:solidFill>
              <a:latin typeface="Microsoft Yahei" panose="020B0503020204020204" pitchFamily="34" charset="-122"/>
              <a:ea typeface="Microsoft Yahei" panose="020B0503020204020204" pitchFamily="34" charset="-122"/>
              <a:cs typeface="Arial" panose="020B0604020202020204" pitchFamily="34" charset="0"/>
              <a:sym typeface="Microsoft Yahei" panose="020B0503020204020204" pitchFamily="34" charset="-122"/>
            </a:endParaRPr>
          </a:p>
        </p:txBody>
      </p:sp>
      <p:sp>
        <p:nvSpPr>
          <p:cNvPr id="13" name="椭圆 12">
            <a:extLst>
              <a:ext uri="{FF2B5EF4-FFF2-40B4-BE49-F238E27FC236}">
                <a16:creationId xmlns:a16="http://schemas.microsoft.com/office/drawing/2014/main" id="{D8F693A8-DF8F-444B-B5AC-2F34CC0BBE1E}"/>
              </a:ext>
            </a:extLst>
          </p:cNvPr>
          <p:cNvSpPr>
            <a:spLocks noChangeAspect="1"/>
          </p:cNvSpPr>
          <p:nvPr>
            <p:custDataLst>
              <p:tags r:id="rId7"/>
            </p:custDataLst>
          </p:nvPr>
        </p:nvSpPr>
        <p:spPr>
          <a:xfrm>
            <a:off x="2711873" y="6002153"/>
            <a:ext cx="514350" cy="514350"/>
          </a:xfrm>
          <a:prstGeom prst="ellipse">
            <a:avLst/>
          </a:prstGeom>
          <a:solidFill>
            <a:srgbClr val="00FF00"/>
          </a:solidFill>
          <a:ln w="25400" cmpd="sng">
            <a:solidFill>
              <a:srgbClr val="000000"/>
            </a:solidFill>
            <a:prstDash val="solid"/>
          </a:ln>
        </p:spPr>
        <p:style>
          <a:lnRef idx="2">
            <a:schemeClr val="dk1"/>
          </a:lnRef>
          <a:fillRef idx="1">
            <a:schemeClr val="lt1"/>
          </a:fillRef>
          <a:effectRef idx="0">
            <a:schemeClr val="dk1"/>
          </a:effectRef>
          <a:fontRef idx="minor">
            <a:schemeClr val="dk1"/>
          </a:fontRef>
        </p:style>
        <p:txBody>
          <a:bodyPr vert="horz" wrap="square" rtlCol="0" anchor="ctr" anchorCtr="1">
            <a:noAutofit/>
          </a:bodyPr>
          <a:lstStyle/>
          <a:p>
            <a:pPr algn="l"/>
            <a:r>
              <a:rPr lang="en-US" altLang="zh-CN" sz="1600">
                <a:solidFill>
                  <a:srgbClr val="FFFFFF"/>
                </a:solidFill>
                <a:latin typeface="Microsoft Yahei" panose="020B0503020204020204" pitchFamily="34" charset="-122"/>
                <a:ea typeface="Microsoft Yahei" panose="020B0503020204020204" pitchFamily="34" charset="-122"/>
                <a:cs typeface="Arial" panose="020B0604020202020204" pitchFamily="34" charset="0"/>
                <a:sym typeface="Microsoft Yahei" panose="020B0503020204020204" pitchFamily="34" charset="-122"/>
              </a:rPr>
              <a:t>B</a:t>
            </a:r>
            <a:endParaRPr lang="zh-CN" altLang="en-US" sz="1600" dirty="0">
              <a:solidFill>
                <a:srgbClr val="FFFFFF"/>
              </a:solidFill>
              <a:latin typeface="Microsoft Yahei" panose="020B0503020204020204" pitchFamily="34" charset="-122"/>
              <a:ea typeface="Microsoft Yahei" panose="020B0503020204020204" pitchFamily="34" charset="-122"/>
              <a:cs typeface="Arial" panose="020B0604020202020204" pitchFamily="34" charset="0"/>
              <a:sym typeface="Microsoft Yahei" panose="020B0503020204020204" pitchFamily="34" charset="-122"/>
            </a:endParaRPr>
          </a:p>
        </p:txBody>
      </p:sp>
      <p:sp>
        <p:nvSpPr>
          <p:cNvPr id="14" name="椭圆 13">
            <a:extLst>
              <a:ext uri="{FF2B5EF4-FFF2-40B4-BE49-F238E27FC236}">
                <a16:creationId xmlns:a16="http://schemas.microsoft.com/office/drawing/2014/main" id="{FA0870ED-A0B8-4C56-ABF9-BC2E04D549D9}"/>
              </a:ext>
            </a:extLst>
          </p:cNvPr>
          <p:cNvSpPr>
            <a:spLocks noChangeAspect="1"/>
          </p:cNvSpPr>
          <p:nvPr>
            <p:custDataLst>
              <p:tags r:id="rId8"/>
            </p:custDataLst>
          </p:nvPr>
        </p:nvSpPr>
        <p:spPr>
          <a:xfrm>
            <a:off x="4688416" y="6002153"/>
            <a:ext cx="514350" cy="514350"/>
          </a:xfrm>
          <a:prstGeom prst="ellipse">
            <a:avLst/>
          </a:prstGeom>
          <a:solidFill>
            <a:srgbClr val="808080"/>
          </a:solidFill>
          <a:ln w="12700" cmpd="sng">
            <a:solidFill>
              <a:srgbClr val="000000"/>
            </a:solidFill>
            <a:prstDash val="solid"/>
          </a:ln>
        </p:spPr>
        <p:style>
          <a:lnRef idx="2">
            <a:schemeClr val="dk1"/>
          </a:lnRef>
          <a:fillRef idx="1">
            <a:schemeClr val="lt1"/>
          </a:fillRef>
          <a:effectRef idx="0">
            <a:schemeClr val="dk1"/>
          </a:effectRef>
          <a:fontRef idx="minor">
            <a:schemeClr val="dk1"/>
          </a:fontRef>
        </p:style>
        <p:txBody>
          <a:bodyPr vert="horz" wrap="square" rtlCol="0" anchor="ctr" anchorCtr="1">
            <a:noAutofit/>
          </a:bodyPr>
          <a:lstStyle/>
          <a:p>
            <a:pPr algn="l"/>
            <a:r>
              <a:rPr lang="en-US" altLang="zh-CN" sz="1600">
                <a:solidFill>
                  <a:srgbClr val="FFFFFF"/>
                </a:solidFill>
                <a:latin typeface="Microsoft Yahei" panose="020B0503020204020204" pitchFamily="34" charset="-122"/>
                <a:ea typeface="Microsoft Yahei" panose="020B0503020204020204" pitchFamily="34" charset="-122"/>
                <a:cs typeface="Arial" panose="020B0604020202020204" pitchFamily="34" charset="0"/>
                <a:sym typeface="Microsoft Yahei" panose="020B0503020204020204" pitchFamily="34" charset="-122"/>
              </a:rPr>
              <a:t>C</a:t>
            </a:r>
            <a:endParaRPr lang="zh-CN" altLang="en-US" sz="1600" dirty="0">
              <a:solidFill>
                <a:srgbClr val="FFFFFF"/>
              </a:solidFill>
              <a:latin typeface="Microsoft Yahei" panose="020B0503020204020204" pitchFamily="34" charset="-122"/>
              <a:ea typeface="Microsoft Yahei" panose="020B0503020204020204" pitchFamily="34" charset="-122"/>
              <a:cs typeface="Arial" panose="020B0604020202020204" pitchFamily="34" charset="0"/>
              <a:sym typeface="Microsoft Yahei" panose="020B0503020204020204" pitchFamily="34" charset="-122"/>
            </a:endParaRPr>
          </a:p>
        </p:txBody>
      </p:sp>
      <p:sp>
        <p:nvSpPr>
          <p:cNvPr id="15" name="椭圆 14">
            <a:extLst>
              <a:ext uri="{FF2B5EF4-FFF2-40B4-BE49-F238E27FC236}">
                <a16:creationId xmlns:a16="http://schemas.microsoft.com/office/drawing/2014/main" id="{8FB6D2FB-B983-4624-AF5B-201C6ED4AAC4}"/>
              </a:ext>
            </a:extLst>
          </p:cNvPr>
          <p:cNvSpPr>
            <a:spLocks noChangeAspect="1"/>
          </p:cNvSpPr>
          <p:nvPr>
            <p:custDataLst>
              <p:tags r:id="rId9"/>
            </p:custDataLst>
          </p:nvPr>
        </p:nvSpPr>
        <p:spPr>
          <a:xfrm>
            <a:off x="6664960" y="6002153"/>
            <a:ext cx="514350" cy="514350"/>
          </a:xfrm>
          <a:prstGeom prst="ellipse">
            <a:avLst/>
          </a:prstGeom>
          <a:solidFill>
            <a:srgbClr val="808080"/>
          </a:solidFill>
          <a:ln w="12700" cmpd="sng">
            <a:solidFill>
              <a:srgbClr val="000000"/>
            </a:solidFill>
            <a:prstDash val="solid"/>
          </a:ln>
        </p:spPr>
        <p:style>
          <a:lnRef idx="2">
            <a:schemeClr val="dk1"/>
          </a:lnRef>
          <a:fillRef idx="1">
            <a:schemeClr val="lt1"/>
          </a:fillRef>
          <a:effectRef idx="0">
            <a:schemeClr val="dk1"/>
          </a:effectRef>
          <a:fontRef idx="minor">
            <a:schemeClr val="dk1"/>
          </a:fontRef>
        </p:style>
        <p:txBody>
          <a:bodyPr vert="horz" wrap="square" rtlCol="0" anchor="ctr" anchorCtr="1">
            <a:noAutofit/>
          </a:bodyPr>
          <a:lstStyle/>
          <a:p>
            <a:pPr algn="l"/>
            <a:r>
              <a:rPr lang="en-US" altLang="zh-CN" sz="1600">
                <a:solidFill>
                  <a:srgbClr val="FFFFFF"/>
                </a:solidFill>
                <a:latin typeface="Microsoft Yahei" panose="020B0503020204020204" pitchFamily="34" charset="-122"/>
                <a:ea typeface="Microsoft Yahei" panose="020B0503020204020204" pitchFamily="34" charset="-122"/>
                <a:cs typeface="Arial" panose="020B0604020202020204" pitchFamily="34" charset="0"/>
                <a:sym typeface="Microsoft Yahei" panose="020B0503020204020204" pitchFamily="34" charset="-122"/>
              </a:rPr>
              <a:t>D</a:t>
            </a:r>
            <a:endParaRPr lang="zh-CN" altLang="en-US" sz="1600" dirty="0">
              <a:solidFill>
                <a:srgbClr val="FFFFFF"/>
              </a:solidFill>
              <a:latin typeface="Microsoft Yahei" panose="020B0503020204020204" pitchFamily="34" charset="-122"/>
              <a:ea typeface="Microsoft Yahei" panose="020B0503020204020204" pitchFamily="34" charset="-122"/>
              <a:cs typeface="Arial" panose="020B0604020202020204" pitchFamily="34" charset="0"/>
              <a:sym typeface="Microsoft Yahei" panose="020B0503020204020204" pitchFamily="34" charset="-122"/>
            </a:endParaRPr>
          </a:p>
        </p:txBody>
      </p:sp>
      <p:grpSp>
        <p:nvGrpSpPr>
          <p:cNvPr id="5" name="组合 4">
            <a:extLst>
              <a:ext uri="{FF2B5EF4-FFF2-40B4-BE49-F238E27FC236}">
                <a16:creationId xmlns:a16="http://schemas.microsoft.com/office/drawing/2014/main" id="{5BCF0670-BD97-D5F2-2488-06A918BDA376}"/>
              </a:ext>
            </a:extLst>
          </p:cNvPr>
          <p:cNvGrpSpPr/>
          <p:nvPr/>
        </p:nvGrpSpPr>
        <p:grpSpPr>
          <a:xfrm>
            <a:off x="1816735" y="925467"/>
            <a:ext cx="5410200" cy="3233097"/>
            <a:chOff x="1866900" y="787781"/>
            <a:chExt cx="5410200" cy="3233097"/>
          </a:xfrm>
        </p:grpSpPr>
        <p:graphicFrame>
          <p:nvGraphicFramePr>
            <p:cNvPr id="23" name="对象 22">
              <a:extLst>
                <a:ext uri="{FF2B5EF4-FFF2-40B4-BE49-F238E27FC236}">
                  <a16:creationId xmlns:a16="http://schemas.microsoft.com/office/drawing/2014/main" id="{DDC1B73D-B4E0-4C2C-8D67-4E50B21ADBAC}"/>
                </a:ext>
              </a:extLst>
            </p:cNvPr>
            <p:cNvGraphicFramePr>
              <a:graphicFrameLocks noChangeAspect="1"/>
            </p:cNvGraphicFramePr>
            <p:nvPr>
              <p:extLst>
                <p:ext uri="{D42A27DB-BD31-4B8C-83A1-F6EECF244321}">
                  <p14:modId xmlns:p14="http://schemas.microsoft.com/office/powerpoint/2010/main" val="1382079679"/>
                </p:ext>
              </p:extLst>
            </p:nvPr>
          </p:nvGraphicFramePr>
          <p:xfrm>
            <a:off x="1866900" y="787781"/>
            <a:ext cx="5410200" cy="3233097"/>
          </p:xfrm>
          <a:graphic>
            <a:graphicData uri="http://schemas.openxmlformats.org/presentationml/2006/ole">
              <mc:AlternateContent xmlns:mc="http://schemas.openxmlformats.org/markup-compatibility/2006">
                <mc:Choice xmlns:v="urn:schemas-microsoft-com:vml" Requires="v">
                  <p:oleObj name="Visio" r:id="rId19" imgW="5450256" imgH="3249309" progId="Visio.Drawing.11">
                    <p:embed/>
                  </p:oleObj>
                </mc:Choice>
                <mc:Fallback>
                  <p:oleObj name="Visio" r:id="rId19" imgW="5450256" imgH="3249309" progId="Visio.Drawing.11">
                    <p:embed/>
                    <p:pic>
                      <p:nvPicPr>
                        <p:cNvPr id="23" name="对象 22">
                          <a:extLst>
                            <a:ext uri="{FF2B5EF4-FFF2-40B4-BE49-F238E27FC236}">
                              <a16:creationId xmlns:a16="http://schemas.microsoft.com/office/drawing/2014/main" id="{DDC1B73D-B4E0-4C2C-8D67-4E50B21ADBAC}"/>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866900" y="787781"/>
                          <a:ext cx="5410200" cy="3233097"/>
                        </a:xfrm>
                        <a:prstGeom prst="rect">
                          <a:avLst/>
                        </a:prstGeom>
                        <a:noFill/>
                      </p:spPr>
                    </p:pic>
                  </p:oleObj>
                </mc:Fallback>
              </mc:AlternateContent>
            </a:graphicData>
          </a:graphic>
        </p:graphicFrame>
        <p:grpSp>
          <p:nvGrpSpPr>
            <p:cNvPr id="3" name="组合 2">
              <a:extLst>
                <a:ext uri="{FF2B5EF4-FFF2-40B4-BE49-F238E27FC236}">
                  <a16:creationId xmlns:a16="http://schemas.microsoft.com/office/drawing/2014/main" id="{B1806D54-7400-4E32-5B9D-428CE544656A}"/>
                </a:ext>
              </a:extLst>
            </p:cNvPr>
            <p:cNvGrpSpPr/>
            <p:nvPr/>
          </p:nvGrpSpPr>
          <p:grpSpPr>
            <a:xfrm>
              <a:off x="2076704" y="1475915"/>
              <a:ext cx="496608" cy="1700291"/>
              <a:chOff x="2076704" y="1475915"/>
              <a:chExt cx="496608" cy="1700291"/>
            </a:xfrm>
          </p:grpSpPr>
          <p:sp>
            <p:nvSpPr>
              <p:cNvPr id="25" name="文本框 24">
                <a:extLst>
                  <a:ext uri="{FF2B5EF4-FFF2-40B4-BE49-F238E27FC236}">
                    <a16:creationId xmlns:a16="http://schemas.microsoft.com/office/drawing/2014/main" id="{64E306B0-3EA5-4610-A2B4-95E652735560}"/>
                  </a:ext>
                </a:extLst>
              </p:cNvPr>
              <p:cNvSpPr txBox="1"/>
              <p:nvPr/>
            </p:nvSpPr>
            <p:spPr>
              <a:xfrm>
                <a:off x="2076704" y="1475915"/>
                <a:ext cx="496608" cy="369332"/>
              </a:xfrm>
              <a:prstGeom prst="rect">
                <a:avLst/>
              </a:prstGeom>
              <a:noFill/>
            </p:spPr>
            <p:txBody>
              <a:bodyPr wrap="square" rtlCol="0">
                <a:spAutoFit/>
              </a:bodyPr>
              <a:lstStyle/>
              <a:p>
                <a:r>
                  <a:rPr lang="en-US" altLang="zh-CN" sz="1800" dirty="0">
                    <a:latin typeface="+mj-lt"/>
                  </a:rPr>
                  <a:t>Q</a:t>
                </a:r>
                <a:r>
                  <a:rPr lang="en-US" altLang="zh-CN" sz="1800" baseline="-25000" dirty="0">
                    <a:latin typeface="+mj-lt"/>
                  </a:rPr>
                  <a:t>0</a:t>
                </a:r>
                <a:endParaRPr lang="zh-CN" altLang="en-US" sz="1800" baseline="-25000" dirty="0">
                  <a:latin typeface="+mj-lt"/>
                </a:endParaRPr>
              </a:p>
            </p:txBody>
          </p:sp>
          <p:sp>
            <p:nvSpPr>
              <p:cNvPr id="26" name="文本框 25">
                <a:extLst>
                  <a:ext uri="{FF2B5EF4-FFF2-40B4-BE49-F238E27FC236}">
                    <a16:creationId xmlns:a16="http://schemas.microsoft.com/office/drawing/2014/main" id="{3BBD6404-8235-4F36-9180-36CA09EEE51D}"/>
                  </a:ext>
                </a:extLst>
              </p:cNvPr>
              <p:cNvSpPr txBox="1"/>
              <p:nvPr/>
            </p:nvSpPr>
            <p:spPr>
              <a:xfrm>
                <a:off x="2076704" y="2084800"/>
                <a:ext cx="496608" cy="369332"/>
              </a:xfrm>
              <a:prstGeom prst="rect">
                <a:avLst/>
              </a:prstGeom>
              <a:noFill/>
            </p:spPr>
            <p:txBody>
              <a:bodyPr wrap="square" rtlCol="0">
                <a:spAutoFit/>
              </a:bodyPr>
              <a:lstStyle/>
              <a:p>
                <a:r>
                  <a:rPr lang="en-US" altLang="zh-CN" sz="1800" dirty="0">
                    <a:latin typeface="+mj-lt"/>
                  </a:rPr>
                  <a:t>Q</a:t>
                </a:r>
                <a:r>
                  <a:rPr lang="en-US" altLang="zh-CN" sz="1800" baseline="-25000" dirty="0">
                    <a:latin typeface="+mj-lt"/>
                  </a:rPr>
                  <a:t>1</a:t>
                </a:r>
                <a:endParaRPr lang="zh-CN" altLang="en-US" sz="1800" baseline="-25000" dirty="0">
                  <a:latin typeface="+mj-lt"/>
                </a:endParaRPr>
              </a:p>
            </p:txBody>
          </p:sp>
          <p:sp>
            <p:nvSpPr>
              <p:cNvPr id="27" name="文本框 26">
                <a:extLst>
                  <a:ext uri="{FF2B5EF4-FFF2-40B4-BE49-F238E27FC236}">
                    <a16:creationId xmlns:a16="http://schemas.microsoft.com/office/drawing/2014/main" id="{36A3ADE6-40F9-4367-9E5C-F98BD03DB5B2}"/>
                  </a:ext>
                </a:extLst>
              </p:cNvPr>
              <p:cNvSpPr txBox="1"/>
              <p:nvPr/>
            </p:nvSpPr>
            <p:spPr>
              <a:xfrm>
                <a:off x="2076704" y="2806874"/>
                <a:ext cx="496608" cy="369332"/>
              </a:xfrm>
              <a:prstGeom prst="rect">
                <a:avLst/>
              </a:prstGeom>
              <a:noFill/>
            </p:spPr>
            <p:txBody>
              <a:bodyPr wrap="square" rtlCol="0">
                <a:spAutoFit/>
              </a:bodyPr>
              <a:lstStyle/>
              <a:p>
                <a:r>
                  <a:rPr lang="en-US" altLang="zh-CN" sz="1800" dirty="0">
                    <a:latin typeface="+mj-lt"/>
                  </a:rPr>
                  <a:t>Q</a:t>
                </a:r>
                <a:r>
                  <a:rPr lang="en-US" altLang="zh-CN" sz="1800" baseline="-25000" dirty="0">
                    <a:latin typeface="+mj-lt"/>
                  </a:rPr>
                  <a:t>2</a:t>
                </a:r>
                <a:endParaRPr lang="zh-CN" altLang="en-US" sz="1800" baseline="-25000" dirty="0">
                  <a:latin typeface="+mj-lt"/>
                </a:endParaRPr>
              </a:p>
            </p:txBody>
          </p:sp>
        </p:grpSp>
      </p:grpSp>
      <p:graphicFrame>
        <p:nvGraphicFramePr>
          <p:cNvPr id="28" name="表格 16">
            <a:extLst>
              <a:ext uri="{FF2B5EF4-FFF2-40B4-BE49-F238E27FC236}">
                <a16:creationId xmlns:a16="http://schemas.microsoft.com/office/drawing/2014/main" id="{749A33A6-59D7-46B0-8338-DDC7E172A32D}"/>
              </a:ext>
            </a:extLst>
          </p:cNvPr>
          <p:cNvGraphicFramePr>
            <a:graphicFrameLocks noGrp="1"/>
          </p:cNvGraphicFramePr>
          <p:nvPr>
            <p:extLst>
              <p:ext uri="{D42A27DB-BD31-4B8C-83A1-F6EECF244321}">
                <p14:modId xmlns:p14="http://schemas.microsoft.com/office/powerpoint/2010/main" val="1485311429"/>
              </p:ext>
            </p:extLst>
          </p:nvPr>
        </p:nvGraphicFramePr>
        <p:xfrm>
          <a:off x="1164813" y="4271101"/>
          <a:ext cx="7433722" cy="788803"/>
        </p:xfrm>
        <a:graphic>
          <a:graphicData uri="http://schemas.openxmlformats.org/drawingml/2006/table">
            <a:tbl>
              <a:tblPr firstRow="1" firstCol="1" lastRow="1" lastCol="1" bandRow="1" bandCol="1">
                <a:tableStyleId>{5C22544A-7EE6-4342-B048-85BDC9FD1C3A}</a:tableStyleId>
              </a:tblPr>
              <a:tblGrid>
                <a:gridCol w="1086578">
                  <a:extLst>
                    <a:ext uri="{9D8B030D-6E8A-4147-A177-3AD203B41FA5}">
                      <a16:colId xmlns:a16="http://schemas.microsoft.com/office/drawing/2014/main" val="20000"/>
                    </a:ext>
                  </a:extLst>
                </a:gridCol>
                <a:gridCol w="1142048">
                  <a:extLst>
                    <a:ext uri="{9D8B030D-6E8A-4147-A177-3AD203B41FA5}">
                      <a16:colId xmlns:a16="http://schemas.microsoft.com/office/drawing/2014/main" val="20001"/>
                    </a:ext>
                  </a:extLst>
                </a:gridCol>
                <a:gridCol w="3034348">
                  <a:extLst>
                    <a:ext uri="{9D8B030D-6E8A-4147-A177-3AD203B41FA5}">
                      <a16:colId xmlns:a16="http://schemas.microsoft.com/office/drawing/2014/main" val="20002"/>
                    </a:ext>
                  </a:extLst>
                </a:gridCol>
                <a:gridCol w="2170748">
                  <a:extLst>
                    <a:ext uri="{9D8B030D-6E8A-4147-A177-3AD203B41FA5}">
                      <a16:colId xmlns:a16="http://schemas.microsoft.com/office/drawing/2014/main" val="20003"/>
                    </a:ext>
                  </a:extLst>
                </a:gridCol>
              </a:tblGrid>
              <a:tr h="386352">
                <a:tc>
                  <a:txBody>
                    <a:bodyPr/>
                    <a:lstStyle/>
                    <a:p>
                      <a:pPr algn="ctr">
                        <a:spcAft>
                          <a:spcPts val="0"/>
                        </a:spcAft>
                      </a:pPr>
                      <a:r>
                        <a:rPr lang="zh-CN" sz="1800" b="0" kern="0" dirty="0">
                          <a:solidFill>
                            <a:schemeClr val="tx1"/>
                          </a:solidFill>
                          <a:effectLst/>
                        </a:rPr>
                        <a:t>参数</a:t>
                      </a:r>
                      <a:endParaRPr lang="zh-CN" sz="1800" b="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1800" b="0" kern="0" dirty="0">
                          <a:solidFill>
                            <a:schemeClr val="tx1"/>
                          </a:solidFill>
                          <a:effectLst/>
                        </a:rPr>
                        <a:t>门延时</a:t>
                      </a:r>
                      <a:r>
                        <a:rPr lang="en-US" sz="1800" b="0" kern="0" dirty="0">
                          <a:solidFill>
                            <a:schemeClr val="tx1"/>
                          </a:solidFill>
                          <a:effectLst/>
                        </a:rPr>
                        <a:t>T</a:t>
                      </a:r>
                      <a:r>
                        <a:rPr lang="en-US" sz="1800" b="0" kern="0" baseline="-25000" dirty="0">
                          <a:solidFill>
                            <a:schemeClr val="tx1"/>
                          </a:solidFill>
                          <a:effectLst/>
                        </a:rPr>
                        <a:t>d</a:t>
                      </a:r>
                      <a:endParaRPr lang="zh-CN" sz="1800" b="0" kern="100" baseline="-250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1800" b="0" kern="0" dirty="0">
                          <a:solidFill>
                            <a:schemeClr val="tx1"/>
                          </a:solidFill>
                          <a:effectLst/>
                        </a:rPr>
                        <a:t>触发器时钟到输出</a:t>
                      </a:r>
                      <a:r>
                        <a:rPr lang="en-US" sz="1800" b="0" kern="0" dirty="0">
                          <a:solidFill>
                            <a:schemeClr val="tx1"/>
                          </a:solidFill>
                          <a:effectLst/>
                        </a:rPr>
                        <a:t>Q</a:t>
                      </a:r>
                      <a:r>
                        <a:rPr lang="zh-CN" sz="1800" b="0" kern="0" dirty="0">
                          <a:solidFill>
                            <a:schemeClr val="tx1"/>
                          </a:solidFill>
                          <a:effectLst/>
                        </a:rPr>
                        <a:t>延时</a:t>
                      </a:r>
                      <a:r>
                        <a:rPr lang="en-US" sz="1800" b="0" kern="0" dirty="0" err="1">
                          <a:solidFill>
                            <a:schemeClr val="tx1"/>
                          </a:solidFill>
                          <a:effectLst/>
                        </a:rPr>
                        <a:t>T</a:t>
                      </a:r>
                      <a:r>
                        <a:rPr lang="en-US" sz="1800" b="0" kern="0" baseline="-25000" dirty="0" err="1">
                          <a:solidFill>
                            <a:schemeClr val="tx1"/>
                          </a:solidFill>
                          <a:effectLst/>
                        </a:rPr>
                        <a:t>cq</a:t>
                      </a:r>
                      <a:endParaRPr lang="zh-CN" sz="1800" b="0" kern="100" baseline="-250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1800" b="0" kern="0" dirty="0">
                          <a:solidFill>
                            <a:schemeClr val="tx1"/>
                          </a:solidFill>
                          <a:effectLst/>
                        </a:rPr>
                        <a:t>触发器建立时间</a:t>
                      </a:r>
                      <a:r>
                        <a:rPr lang="en-US" sz="2000" b="0" kern="0" dirty="0" err="1">
                          <a:solidFill>
                            <a:schemeClr val="tx1"/>
                          </a:solidFill>
                          <a:effectLst/>
                        </a:rPr>
                        <a:t>T</a:t>
                      </a:r>
                      <a:r>
                        <a:rPr lang="en-US" sz="2000" b="0" kern="0" baseline="-25000" dirty="0" err="1">
                          <a:solidFill>
                            <a:schemeClr val="tx1"/>
                          </a:solidFill>
                          <a:effectLst/>
                        </a:rPr>
                        <a:t>su</a:t>
                      </a:r>
                      <a:endParaRPr lang="zh-CN" sz="2000" b="0" kern="100" baseline="-250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02451">
                <a:tc>
                  <a:txBody>
                    <a:bodyPr/>
                    <a:lstStyle/>
                    <a:p>
                      <a:pPr algn="ctr">
                        <a:spcAft>
                          <a:spcPts val="0"/>
                        </a:spcAft>
                      </a:pPr>
                      <a:r>
                        <a:rPr lang="zh-CN" sz="1800" b="0" kern="0" dirty="0">
                          <a:solidFill>
                            <a:schemeClr val="tx1"/>
                          </a:solidFill>
                          <a:effectLst/>
                        </a:rPr>
                        <a:t>数值</a:t>
                      </a:r>
                      <a:r>
                        <a:rPr lang="en-US" sz="1800" b="0" kern="0" dirty="0">
                          <a:solidFill>
                            <a:schemeClr val="tx1"/>
                          </a:solidFill>
                          <a:effectLst/>
                        </a:rPr>
                        <a:t>(ns)</a:t>
                      </a:r>
                      <a:endParaRPr lang="zh-CN" sz="1800" b="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b="0" kern="0" dirty="0">
                          <a:solidFill>
                            <a:schemeClr val="tx1"/>
                          </a:solidFill>
                          <a:effectLst/>
                        </a:rPr>
                        <a:t>1.5</a:t>
                      </a:r>
                      <a:endParaRPr lang="zh-CN" sz="1800" b="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b="0" kern="0" dirty="0">
                          <a:solidFill>
                            <a:schemeClr val="tx1"/>
                          </a:solidFill>
                          <a:effectLst/>
                        </a:rPr>
                        <a:t>1</a:t>
                      </a:r>
                      <a:endParaRPr lang="zh-CN" sz="1800" b="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b="0" kern="0" dirty="0">
                          <a:solidFill>
                            <a:schemeClr val="tx1"/>
                          </a:solidFill>
                          <a:effectLst/>
                        </a:rPr>
                        <a:t>1</a:t>
                      </a:r>
                      <a:endParaRPr lang="zh-CN" sz="1800" b="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
        <p:nvSpPr>
          <p:cNvPr id="29" name="文本框 6">
            <a:extLst>
              <a:ext uri="{FF2B5EF4-FFF2-40B4-BE49-F238E27FC236}">
                <a16:creationId xmlns:a16="http://schemas.microsoft.com/office/drawing/2014/main" id="{DF5748D6-9F0D-4232-823F-141D46F7C823}"/>
              </a:ext>
            </a:extLst>
          </p:cNvPr>
          <p:cNvSpPr txBox="1"/>
          <p:nvPr>
            <p:custDataLst>
              <p:tags r:id="rId10"/>
            </p:custDataLst>
          </p:nvPr>
        </p:nvSpPr>
        <p:spPr>
          <a:xfrm>
            <a:off x="992505" y="5066690"/>
            <a:ext cx="7848600" cy="788803"/>
          </a:xfrm>
          <a:prstGeom prst="rect">
            <a:avLst/>
          </a:prstGeom>
          <a:noFill/>
        </p:spPr>
        <p:txBody>
          <a:bodyPr vert="horz" wrap="square" rtlCol="0" anchor="ctr" anchorCtr="0">
            <a:noAutofit/>
          </a:bodyPr>
          <a:lstStyle/>
          <a:p>
            <a:pPr algn="l">
              <a:lnSpc>
                <a:spcPct val="120000"/>
              </a:lnSpc>
            </a:pPr>
            <a:r>
              <a:rPr lang="zh-CN" altLang="en-US" sz="2000" dirty="0">
                <a:solidFill>
                  <a:srgbClr val="000000"/>
                </a:solidFill>
                <a:latin typeface="黑体" panose="02010609060101010101" pitchFamily="49" charset="-122"/>
                <a:ea typeface="黑体" panose="02010609060101010101" pitchFamily="49" charset="-122"/>
                <a:sym typeface="Microsoft Yahei" panose="020B0503020204020204" pitchFamily="34" charset="-122"/>
              </a:rPr>
              <a:t>问：该电路可以工作的最高时钟频率是多少？</a:t>
            </a:r>
          </a:p>
          <a:p>
            <a:pPr algn="l">
              <a:lnSpc>
                <a:spcPct val="120000"/>
              </a:lnSpc>
            </a:pPr>
            <a:r>
              <a:rPr lang="zh-CN" altLang="en-US" sz="2000" dirty="0">
                <a:solidFill>
                  <a:srgbClr val="000000"/>
                </a:solidFill>
                <a:latin typeface="黑体" panose="02010609060101010101" pitchFamily="49" charset="-122"/>
                <a:ea typeface="黑体" panose="02010609060101010101" pitchFamily="49" charset="-122"/>
                <a:sym typeface="Microsoft Yahei" panose="020B0503020204020204" pitchFamily="34" charset="-122"/>
              </a:rPr>
              <a:t>提示：该电路的关键路径（延时最长的逻辑路径）是什么？</a:t>
            </a:r>
          </a:p>
        </p:txBody>
      </p:sp>
      <mc:AlternateContent xmlns:mc="http://schemas.openxmlformats.org/markup-compatibility/2006" xmlns:p14="http://schemas.microsoft.com/office/powerpoint/2010/main">
        <mc:Choice Requires="p14">
          <p:contentPart p14:bwMode="auto" r:id="rId21">
            <p14:nvContentPartPr>
              <p14:cNvPr id="2" name="墨迹 1">
                <a:extLst>
                  <a:ext uri="{FF2B5EF4-FFF2-40B4-BE49-F238E27FC236}">
                    <a16:creationId xmlns:a16="http://schemas.microsoft.com/office/drawing/2014/main" id="{4EFE923E-D7AC-4805-9D7D-2D9B436BDA2D}"/>
                  </a:ext>
                </a:extLst>
              </p14:cNvPr>
              <p14:cNvContentPartPr/>
              <p14:nvPr/>
            </p14:nvContentPartPr>
            <p14:xfrm>
              <a:off x="7138080" y="6629040"/>
              <a:ext cx="360" cy="360"/>
            </p14:xfrm>
          </p:contentPart>
        </mc:Choice>
        <mc:Fallback xmlns="">
          <p:pic>
            <p:nvPicPr>
              <p:cNvPr id="2" name="墨迹 1">
                <a:extLst>
                  <a:ext uri="{FF2B5EF4-FFF2-40B4-BE49-F238E27FC236}">
                    <a16:creationId xmlns:a16="http://schemas.microsoft.com/office/drawing/2014/main" id="{4EFE923E-D7AC-4805-9D7D-2D9B436BDA2D}"/>
                  </a:ext>
                </a:extLst>
              </p:cNvPr>
              <p:cNvPicPr/>
              <p:nvPr/>
            </p:nvPicPr>
            <p:blipFill>
              <a:blip r:embed="rId23"/>
              <a:stretch>
                <a:fillRect/>
              </a:stretch>
            </p:blipFill>
            <p:spPr>
              <a:xfrm>
                <a:off x="7128720" y="6619680"/>
                <a:ext cx="19080" cy="19080"/>
              </a:xfrm>
              <a:prstGeom prst="rect">
                <a:avLst/>
              </a:prstGeom>
            </p:spPr>
          </p:pic>
        </mc:Fallback>
      </mc:AlternateContent>
      <p:sp>
        <p:nvSpPr>
          <p:cNvPr id="7" name="矩形: 圆角 6">
            <a:extLst>
              <a:ext uri="{FF2B5EF4-FFF2-40B4-BE49-F238E27FC236}">
                <a16:creationId xmlns:a16="http://schemas.microsoft.com/office/drawing/2014/main" id="{92B45E5F-DE0B-47B2-B8C5-C81596AEAB6E}"/>
              </a:ext>
            </a:extLst>
          </p:cNvPr>
          <p:cNvSpPr/>
          <p:nvPr>
            <p:custDataLst>
              <p:tags r:id="rId11"/>
            </p:custDataLst>
          </p:nvPr>
        </p:nvSpPr>
        <p:spPr>
          <a:xfrm>
            <a:off x="7473950" y="3429000"/>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1" name="组合 20">
            <a:extLst>
              <a:ext uri="{FF2B5EF4-FFF2-40B4-BE49-F238E27FC236}">
                <a16:creationId xmlns:a16="http://schemas.microsoft.com/office/drawing/2014/main" id="{4B8D29F1-C873-4D0B-B153-61552F961B5E}"/>
              </a:ext>
            </a:extLst>
          </p:cNvPr>
          <p:cNvGrpSpPr/>
          <p:nvPr>
            <p:custDataLst>
              <p:tags r:id="rId12"/>
            </p:custDataLst>
          </p:nvPr>
        </p:nvGrpSpPr>
        <p:grpSpPr>
          <a:xfrm>
            <a:off x="0" y="0"/>
            <a:ext cx="9144000" cy="635000"/>
            <a:chOff x="0" y="0"/>
            <a:chExt cx="9144000" cy="635000"/>
          </a:xfrm>
        </p:grpSpPr>
        <p:sp>
          <p:nvSpPr>
            <p:cNvPr id="17" name="TitleBackground">
              <a:extLst>
                <a:ext uri="{FF2B5EF4-FFF2-40B4-BE49-F238E27FC236}">
                  <a16:creationId xmlns:a16="http://schemas.microsoft.com/office/drawing/2014/main" id="{8530EA1A-0C2B-47AB-AC56-1D5D72DAAA44}"/>
                </a:ext>
              </a:extLst>
            </p:cNvPr>
            <p:cNvSpPr/>
            <p:nvPr>
              <p:custDataLst>
                <p:tags r:id="rId1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dk1"/>
                  </a:solidFill>
                  <a:prstDash val="solid"/>
                </a14:hiddenLine>
              </a:ext>
            </a:extLst>
          </p:spPr>
          <p:style>
            <a:lnRef idx="2">
              <a:schemeClr val="dk1"/>
            </a:lnRef>
            <a:fillRef idx="1">
              <a:schemeClr val="lt1"/>
            </a:fillRef>
            <a:effectRef idx="0">
              <a:schemeClr val="dk1"/>
            </a:effectRef>
            <a:fontRef idx="minor">
              <a:schemeClr val="dk1"/>
            </a:fontRef>
          </p:style>
          <p:txBody>
            <a:bodyPr wrap="square" rtlCol="0" anchor="ctr">
              <a:noAutofit/>
            </a:bodyPr>
            <a:lstStyle/>
            <a:p>
              <a:pPr algn="l"/>
              <a:endParaRPr lang="zh-CN" altLang="en-US" sz="1800" dirty="0">
                <a:solidFill>
                  <a:schemeClr val="tx1"/>
                </a:solidFill>
                <a:latin typeface="Arial" panose="020B0604020202020204" pitchFamily="34" charset="0"/>
                <a:cs typeface="Arial" panose="020B0604020202020204" pitchFamily="34" charset="0"/>
              </a:endParaRPr>
            </a:p>
          </p:txBody>
        </p:sp>
        <p:sp>
          <p:nvSpPr>
            <p:cNvPr id="18" name="ColorBlock">
              <a:extLst>
                <a:ext uri="{FF2B5EF4-FFF2-40B4-BE49-F238E27FC236}">
                  <a16:creationId xmlns:a16="http://schemas.microsoft.com/office/drawing/2014/main" id="{91B559E3-3563-47DF-95C5-55A3BF59D43B}"/>
                </a:ext>
              </a:extLst>
            </p:cNvPr>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dk1"/>
                  </a:solidFill>
                  <a:prstDash val="solid"/>
                </a14:hiddenLine>
              </a:ext>
            </a:extLst>
          </p:spPr>
          <p:style>
            <a:lnRef idx="2">
              <a:schemeClr val="dk1"/>
            </a:lnRef>
            <a:fillRef idx="1">
              <a:schemeClr val="lt1"/>
            </a:fillRef>
            <a:effectRef idx="0">
              <a:schemeClr val="dk1"/>
            </a:effectRef>
            <a:fontRef idx="minor">
              <a:schemeClr val="dk1"/>
            </a:fontRef>
          </p:style>
          <p:txBody>
            <a:bodyPr wrap="square" rtlCol="0" anchor="ctr">
              <a:noAutofit/>
            </a:bodyPr>
            <a:lstStyle/>
            <a:p>
              <a:pPr algn="l"/>
              <a:endParaRPr lang="zh-CN" altLang="en-US" sz="1800" dirty="0">
                <a:solidFill>
                  <a:schemeClr val="tx1"/>
                </a:solidFill>
                <a:latin typeface="Arial" panose="020B0604020202020204" pitchFamily="34" charset="0"/>
                <a:cs typeface="Arial" panose="020B0604020202020204" pitchFamily="34" charset="0"/>
              </a:endParaRPr>
            </a:p>
          </p:txBody>
        </p:sp>
        <p:sp>
          <p:nvSpPr>
            <p:cNvPr id="19" name="TypeText">
              <a:extLst>
                <a:ext uri="{FF2B5EF4-FFF2-40B4-BE49-F238E27FC236}">
                  <a16:creationId xmlns:a16="http://schemas.microsoft.com/office/drawing/2014/main" id="{5449B2F8-6BCF-4EEA-A94D-C13F5A734D1B}"/>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pPr algn="l"/>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20" name="TipText">
              <a:extLst>
                <a:ext uri="{FF2B5EF4-FFF2-40B4-BE49-F238E27FC236}">
                  <a16:creationId xmlns:a16="http://schemas.microsoft.com/office/drawing/2014/main" id="{53DA9018-CCDF-4EBB-B4F4-1F5086AC8E24}"/>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pPr algn="l"/>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6" name="图片 5">
            <a:extLst>
              <a:ext uri="{FF2B5EF4-FFF2-40B4-BE49-F238E27FC236}">
                <a16:creationId xmlns:a16="http://schemas.microsoft.com/office/drawing/2014/main" id="{E2B20EBE-76C5-470D-BD85-09C532E266E7}"/>
              </a:ext>
            </a:extLst>
          </p:cNvPr>
          <p:cNvPicPr>
            <a:picLocks/>
          </p:cNvPicPr>
          <p:nvPr>
            <p:custDataLst>
              <p:tags r:id="rId13"/>
            </p:custDataLst>
          </p:nvPr>
        </p:nvPicPr>
        <p:blipFill>
          <a:blip r:embed="rId24">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38454946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333EEFAD-B0A2-4846-AF87-2766A0986E18}"/>
              </a:ext>
            </a:extLst>
          </p:cNvPr>
          <p:cNvSpPr>
            <a:spLocks noGrp="1"/>
          </p:cNvSpPr>
          <p:nvPr>
            <p:ph type="sldNum" sz="quarter" idx="12"/>
          </p:nvPr>
        </p:nvSpPr>
        <p:spPr/>
        <p:txBody>
          <a:bodyPr/>
          <a:lstStyle/>
          <a:p>
            <a:pPr>
              <a:defRPr/>
            </a:pPr>
            <a:fld id="{F4D70389-FA9C-4BDC-B415-DE6D7E91F49C}" type="slidenum">
              <a:rPr lang="en-US" altLang="zh-CN" smtClean="0"/>
              <a:pPr>
                <a:defRPr/>
              </a:pPr>
              <a:t>21</a:t>
            </a:fld>
            <a:endParaRPr lang="en-US" altLang="zh-CN" dirty="0"/>
          </a:p>
        </p:txBody>
      </p:sp>
      <p:graphicFrame>
        <p:nvGraphicFramePr>
          <p:cNvPr id="4" name="对象 3">
            <a:extLst>
              <a:ext uri="{FF2B5EF4-FFF2-40B4-BE49-F238E27FC236}">
                <a16:creationId xmlns:a16="http://schemas.microsoft.com/office/drawing/2014/main" id="{D3CF0EED-66C4-4FDF-8B75-2F2AA1728BA0}"/>
              </a:ext>
            </a:extLst>
          </p:cNvPr>
          <p:cNvGraphicFramePr>
            <a:graphicFrameLocks noChangeAspect="1"/>
          </p:cNvGraphicFramePr>
          <p:nvPr>
            <p:extLst>
              <p:ext uri="{D42A27DB-BD31-4B8C-83A1-F6EECF244321}">
                <p14:modId xmlns:p14="http://schemas.microsoft.com/office/powerpoint/2010/main" val="1014357052"/>
              </p:ext>
            </p:extLst>
          </p:nvPr>
        </p:nvGraphicFramePr>
        <p:xfrm>
          <a:off x="2305762" y="1654525"/>
          <a:ext cx="4845439" cy="2765075"/>
        </p:xfrm>
        <a:graphic>
          <a:graphicData uri="http://schemas.openxmlformats.org/presentationml/2006/ole">
            <mc:AlternateContent xmlns:mc="http://schemas.openxmlformats.org/markup-compatibility/2006">
              <mc:Choice xmlns:v="urn:schemas-microsoft-com:vml" Requires="v">
                <p:oleObj name="Visio" r:id="rId3" imgW="5450256" imgH="3249309" progId="Visio.Drawing.11">
                  <p:embed/>
                </p:oleObj>
              </mc:Choice>
              <mc:Fallback>
                <p:oleObj name="Visio" r:id="rId3" imgW="5450256" imgH="3249309" progId="Visio.Drawing.11">
                  <p:embed/>
                  <p:pic>
                    <p:nvPicPr>
                      <p:cNvPr id="4" name="对象 3">
                        <a:extLst>
                          <a:ext uri="{FF2B5EF4-FFF2-40B4-BE49-F238E27FC236}">
                            <a16:creationId xmlns:a16="http://schemas.microsoft.com/office/drawing/2014/main" id="{D3CF0EED-66C4-4FDF-8B75-2F2AA1728B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05762" y="1654525"/>
                        <a:ext cx="4845439" cy="2765075"/>
                      </a:xfrm>
                      <a:prstGeom prst="rect">
                        <a:avLst/>
                      </a:prstGeom>
                      <a:noFill/>
                    </p:spPr>
                  </p:pic>
                </p:oleObj>
              </mc:Fallback>
            </mc:AlternateContent>
          </a:graphicData>
        </a:graphic>
      </p:graphicFrame>
      <p:sp>
        <p:nvSpPr>
          <p:cNvPr id="8" name="文本框 7">
            <a:extLst>
              <a:ext uri="{FF2B5EF4-FFF2-40B4-BE49-F238E27FC236}">
                <a16:creationId xmlns:a16="http://schemas.microsoft.com/office/drawing/2014/main" id="{A51C4060-9039-4961-A4CA-4977ACC916EC}"/>
              </a:ext>
            </a:extLst>
          </p:cNvPr>
          <p:cNvSpPr txBox="1"/>
          <p:nvPr>
            <p:custDataLst>
              <p:tags r:id="rId1"/>
            </p:custDataLst>
          </p:nvPr>
        </p:nvSpPr>
        <p:spPr>
          <a:xfrm>
            <a:off x="457200" y="4412778"/>
            <a:ext cx="6558609" cy="3268970"/>
          </a:xfrm>
          <a:prstGeom prst="rect">
            <a:avLst/>
          </a:prstGeom>
          <a:noFill/>
        </p:spPr>
        <p:txBody>
          <a:bodyPr vert="horz" wrap="square" rtlCol="0" anchor="ctr" anchorCtr="0">
            <a:noAutofit/>
          </a:bodyPr>
          <a:lstStyle/>
          <a:p>
            <a:pPr marL="342900" lvl="0" indent="-342900" algn="l">
              <a:lnSpc>
                <a:spcPct val="120000"/>
              </a:lnSpc>
              <a:buFont typeface="Arial" panose="020B0604020202020204" pitchFamily="34" charset="0"/>
              <a:buChar char="•"/>
              <a:defRPr/>
            </a:pPr>
            <a:r>
              <a:rPr lang="zh-CN" altLang="en-US" sz="2400" b="1" dirty="0">
                <a:solidFill>
                  <a:srgbClr val="3333FF"/>
                </a:solidFill>
                <a:latin typeface="黑体" panose="02010609060101010101" pitchFamily="49" charset="-122"/>
                <a:ea typeface="黑体" panose="02010609060101010101" pitchFamily="49" charset="-122"/>
                <a:sym typeface="Microsoft Yahei" panose="020B0503020204020204" pitchFamily="34" charset="-122"/>
              </a:rPr>
              <a:t>解答：</a:t>
            </a:r>
            <a:r>
              <a:rPr lang="en-US" altLang="zh-CN" sz="2400" b="1" dirty="0">
                <a:solidFill>
                  <a:srgbClr val="3333FF"/>
                </a:solidFill>
                <a:latin typeface="+mn-lt"/>
                <a:ea typeface="黑体" panose="02010609060101010101" pitchFamily="49" charset="-122"/>
                <a:sym typeface="Microsoft Yahei" panose="020B0503020204020204" pitchFamily="34" charset="-122"/>
              </a:rPr>
              <a:t>200 MHz</a:t>
            </a:r>
          </a:p>
          <a:p>
            <a:pPr marL="800100" lvl="1" indent="-342900">
              <a:lnSpc>
                <a:spcPct val="120000"/>
              </a:lnSpc>
              <a:buFont typeface="黑体" panose="02010609060101010101" pitchFamily="49" charset="-122"/>
              <a:buChar char="-"/>
              <a:defRPr/>
            </a:pPr>
            <a:r>
              <a:rPr lang="zh-CN" altLang="en-US" sz="2000" dirty="0">
                <a:solidFill>
                  <a:srgbClr val="000000"/>
                </a:solidFill>
                <a:latin typeface="黑体" panose="02010609060101010101" pitchFamily="49" charset="-122"/>
                <a:ea typeface="黑体" panose="02010609060101010101" pitchFamily="49" charset="-122"/>
                <a:sym typeface="Microsoft Yahei" panose="020B0503020204020204" pitchFamily="34" charset="-122"/>
              </a:rPr>
              <a:t>什么是电路最快的时钟频率</a:t>
            </a:r>
            <a:r>
              <a:rPr lang="en-US" altLang="zh-CN" sz="2000" dirty="0">
                <a:solidFill>
                  <a:srgbClr val="000000"/>
                </a:solidFill>
                <a:latin typeface="黑体" panose="02010609060101010101" pitchFamily="49" charset="-122"/>
                <a:ea typeface="黑体" panose="02010609060101010101" pitchFamily="49" charset="-122"/>
                <a:sym typeface="Microsoft Yahei" panose="020B0503020204020204" pitchFamily="34" charset="-122"/>
              </a:rPr>
              <a:t>?</a:t>
            </a:r>
          </a:p>
          <a:p>
            <a:pPr marL="1257300" lvl="2" indent="-342900">
              <a:lnSpc>
                <a:spcPct val="120000"/>
              </a:lnSpc>
              <a:buFont typeface="Wingdings" panose="05000000000000000000" pitchFamily="2" charset="2"/>
              <a:buChar char="ü"/>
              <a:defRPr/>
            </a:pPr>
            <a:r>
              <a:rPr lang="zh-CN" altLang="en-US" sz="2000" dirty="0">
                <a:solidFill>
                  <a:srgbClr val="000000"/>
                </a:solidFill>
                <a:latin typeface="黑体" panose="02010609060101010101" pitchFamily="49" charset="-122"/>
                <a:ea typeface="黑体" panose="02010609060101010101" pitchFamily="49" charset="-122"/>
                <a:sym typeface="Microsoft Yahei" panose="020B0503020204020204" pitchFamily="34" charset="-122"/>
              </a:rPr>
              <a:t>找到</a:t>
            </a:r>
            <a:r>
              <a:rPr lang="zh-CN" altLang="en-US" sz="2000" dirty="0">
                <a:solidFill>
                  <a:srgbClr val="3333FF"/>
                </a:solidFill>
                <a:latin typeface="黑体" panose="02010609060101010101" pitchFamily="49" charset="-122"/>
                <a:ea typeface="黑体" panose="02010609060101010101" pitchFamily="49" charset="-122"/>
                <a:sym typeface="Microsoft Yahei" panose="020B0503020204020204" pitchFamily="34" charset="-122"/>
              </a:rPr>
              <a:t>关键路径</a:t>
            </a:r>
            <a:r>
              <a:rPr lang="en-US" altLang="zh-CN" sz="2000" dirty="0">
                <a:solidFill>
                  <a:srgbClr val="000000"/>
                </a:solidFill>
                <a:latin typeface="黑体" panose="02010609060101010101" pitchFamily="49" charset="-122"/>
                <a:ea typeface="黑体" panose="02010609060101010101" pitchFamily="49" charset="-122"/>
                <a:sym typeface="Microsoft Yahei" panose="020B0503020204020204" pitchFamily="34" charset="-122"/>
              </a:rPr>
              <a:t> (</a:t>
            </a:r>
            <a:r>
              <a:rPr lang="zh-CN" altLang="en-US" sz="2000" dirty="0">
                <a:solidFill>
                  <a:srgbClr val="000000"/>
                </a:solidFill>
                <a:latin typeface="黑体" panose="02010609060101010101" pitchFamily="49" charset="-122"/>
                <a:ea typeface="黑体" panose="02010609060101010101" pitchFamily="49" charset="-122"/>
                <a:sym typeface="Microsoft Yahei" panose="020B0503020204020204" pitchFamily="34" charset="-122"/>
              </a:rPr>
              <a:t>最长延时的逻辑路径</a:t>
            </a:r>
            <a:r>
              <a:rPr lang="en-US" altLang="zh-CN" sz="2000" dirty="0">
                <a:solidFill>
                  <a:srgbClr val="000000"/>
                </a:solidFill>
                <a:latin typeface="黑体" panose="02010609060101010101" pitchFamily="49" charset="-122"/>
                <a:ea typeface="黑体" panose="02010609060101010101" pitchFamily="49" charset="-122"/>
                <a:sym typeface="Microsoft Yahei" panose="020B0503020204020204" pitchFamily="34" charset="-122"/>
              </a:rPr>
              <a:t>)</a:t>
            </a:r>
          </a:p>
          <a:p>
            <a:pPr marL="800100" lvl="1" indent="-342900">
              <a:lnSpc>
                <a:spcPct val="120000"/>
              </a:lnSpc>
              <a:buFont typeface="黑体" panose="02010609060101010101" pitchFamily="49" charset="-122"/>
              <a:buChar char="-"/>
              <a:defRPr/>
            </a:pPr>
            <a:r>
              <a:rPr lang="en-US" altLang="zh-CN" sz="2000" kern="100" dirty="0">
                <a:solidFill>
                  <a:schemeClr val="tx1"/>
                </a:solidFill>
                <a:latin typeface="+mn-lt"/>
                <a:ea typeface="+mn-ea"/>
                <a:cs typeface="Times New Roman" panose="02020603050405020304" pitchFamily="18" charset="0"/>
              </a:rPr>
              <a:t>1/(1.5x2+1+1)</a:t>
            </a:r>
            <a:r>
              <a:rPr lang="zh-CN" altLang="en-US" sz="2000" kern="100" dirty="0">
                <a:solidFill>
                  <a:schemeClr val="tx1"/>
                </a:solidFill>
                <a:latin typeface="+mn-lt"/>
                <a:ea typeface="+mn-ea"/>
                <a:cs typeface="Times New Roman" panose="02020603050405020304" pitchFamily="18" charset="0"/>
              </a:rPr>
              <a:t> </a:t>
            </a:r>
            <a:r>
              <a:rPr lang="en-US" altLang="zh-CN" sz="2000" kern="100" dirty="0">
                <a:solidFill>
                  <a:schemeClr val="tx1"/>
                </a:solidFill>
                <a:latin typeface="+mn-lt"/>
                <a:ea typeface="+mn-ea"/>
                <a:cs typeface="Times New Roman" panose="02020603050405020304" pitchFamily="18" charset="0"/>
              </a:rPr>
              <a:t>GHz = 200 MHz</a:t>
            </a:r>
            <a:endParaRPr lang="zh-CN" altLang="en-US" sz="2000" dirty="0">
              <a:solidFill>
                <a:srgbClr val="000000"/>
              </a:solidFill>
              <a:latin typeface="+mn-lt"/>
              <a:ea typeface="+mn-ea"/>
              <a:sym typeface="Microsoft Yahei" panose="020B0503020204020204" pitchFamily="34" charset="-122"/>
            </a:endParaRPr>
          </a:p>
        </p:txBody>
      </p:sp>
      <p:graphicFrame>
        <p:nvGraphicFramePr>
          <p:cNvPr id="11" name="表格 8">
            <a:extLst>
              <a:ext uri="{FF2B5EF4-FFF2-40B4-BE49-F238E27FC236}">
                <a16:creationId xmlns:a16="http://schemas.microsoft.com/office/drawing/2014/main" id="{CBE196BA-D16E-4420-922F-961DAAAC6794}"/>
              </a:ext>
            </a:extLst>
          </p:cNvPr>
          <p:cNvGraphicFramePr>
            <a:graphicFrameLocks noGrp="1"/>
          </p:cNvGraphicFramePr>
          <p:nvPr>
            <p:extLst>
              <p:ext uri="{D42A27DB-BD31-4B8C-83A1-F6EECF244321}">
                <p14:modId xmlns:p14="http://schemas.microsoft.com/office/powerpoint/2010/main" val="2461334762"/>
              </p:ext>
            </p:extLst>
          </p:nvPr>
        </p:nvGraphicFramePr>
        <p:xfrm>
          <a:off x="1066137" y="4412778"/>
          <a:ext cx="7011727" cy="864000"/>
        </p:xfrm>
        <a:graphic>
          <a:graphicData uri="http://schemas.openxmlformats.org/drawingml/2006/table">
            <a:tbl>
              <a:tblPr firstRow="1" firstCol="1" lastRow="1" lastCol="1" bandRow="1" bandCol="1">
                <a:tableStyleId>{5C22544A-7EE6-4342-B048-85BDC9FD1C3A}</a:tableStyleId>
              </a:tblPr>
              <a:tblGrid>
                <a:gridCol w="1495477">
                  <a:extLst>
                    <a:ext uri="{9D8B030D-6E8A-4147-A177-3AD203B41FA5}">
                      <a16:colId xmlns:a16="http://schemas.microsoft.com/office/drawing/2014/main" val="20000"/>
                    </a:ext>
                  </a:extLst>
                </a:gridCol>
                <a:gridCol w="1504432">
                  <a:extLst>
                    <a:ext uri="{9D8B030D-6E8A-4147-A177-3AD203B41FA5}">
                      <a16:colId xmlns:a16="http://schemas.microsoft.com/office/drawing/2014/main" val="20001"/>
                    </a:ext>
                  </a:extLst>
                </a:gridCol>
                <a:gridCol w="1504432">
                  <a:extLst>
                    <a:ext uri="{9D8B030D-6E8A-4147-A177-3AD203B41FA5}">
                      <a16:colId xmlns:a16="http://schemas.microsoft.com/office/drawing/2014/main" val="20002"/>
                    </a:ext>
                  </a:extLst>
                </a:gridCol>
                <a:gridCol w="2507386">
                  <a:extLst>
                    <a:ext uri="{9D8B030D-6E8A-4147-A177-3AD203B41FA5}">
                      <a16:colId xmlns:a16="http://schemas.microsoft.com/office/drawing/2014/main" val="20003"/>
                    </a:ext>
                  </a:extLst>
                </a:gridCol>
              </a:tblGrid>
              <a:tr h="423186">
                <a:tc>
                  <a:txBody>
                    <a:bodyPr/>
                    <a:lstStyle/>
                    <a:p>
                      <a:pPr algn="ctr">
                        <a:spcAft>
                          <a:spcPts val="0"/>
                        </a:spcAft>
                      </a:pPr>
                      <a:r>
                        <a:rPr lang="zh-CN" sz="2000" b="0" kern="0" dirty="0">
                          <a:solidFill>
                            <a:schemeClr val="tx1"/>
                          </a:solidFill>
                          <a:effectLst/>
                        </a:rPr>
                        <a:t>参数</a:t>
                      </a:r>
                      <a:endParaRPr lang="zh-CN" sz="2000" b="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000" b="0" kern="0" dirty="0">
                          <a:solidFill>
                            <a:schemeClr val="tx1"/>
                          </a:solidFill>
                          <a:effectLst/>
                        </a:rPr>
                        <a:t>门延时</a:t>
                      </a:r>
                      <a:r>
                        <a:rPr lang="en-US" sz="2000" b="0" kern="0" dirty="0">
                          <a:solidFill>
                            <a:schemeClr val="tx1"/>
                          </a:solidFill>
                          <a:effectLst/>
                        </a:rPr>
                        <a:t>T</a:t>
                      </a:r>
                      <a:r>
                        <a:rPr lang="en-US" sz="2000" b="0" kern="0" baseline="-25000" dirty="0">
                          <a:solidFill>
                            <a:schemeClr val="tx1"/>
                          </a:solidFill>
                          <a:effectLst/>
                        </a:rPr>
                        <a:t>d</a:t>
                      </a:r>
                      <a:endParaRPr lang="zh-CN" sz="2000" b="0" kern="100" baseline="-250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000" b="0" kern="0" dirty="0">
                          <a:solidFill>
                            <a:schemeClr val="tx1"/>
                          </a:solidFill>
                          <a:effectLst/>
                        </a:rPr>
                        <a:t>触发器</a:t>
                      </a:r>
                      <a:r>
                        <a:rPr lang="en-US" sz="2000" b="0" kern="0" dirty="0" err="1">
                          <a:solidFill>
                            <a:schemeClr val="tx1"/>
                          </a:solidFill>
                          <a:effectLst/>
                        </a:rPr>
                        <a:t>T</a:t>
                      </a:r>
                      <a:r>
                        <a:rPr lang="en-US" sz="2000" b="0" kern="0" baseline="-25000" dirty="0" err="1">
                          <a:solidFill>
                            <a:schemeClr val="tx1"/>
                          </a:solidFill>
                          <a:effectLst/>
                        </a:rPr>
                        <a:t>cq</a:t>
                      </a:r>
                      <a:endParaRPr lang="zh-CN" sz="2000" b="0" kern="100" baseline="-250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000" b="0" kern="0" dirty="0">
                          <a:solidFill>
                            <a:schemeClr val="tx1"/>
                          </a:solidFill>
                          <a:effectLst/>
                        </a:rPr>
                        <a:t>触发器建立时间</a:t>
                      </a:r>
                      <a:r>
                        <a:rPr lang="en-US" sz="2000" b="0" kern="0" dirty="0" err="1">
                          <a:solidFill>
                            <a:schemeClr val="tx1"/>
                          </a:solidFill>
                          <a:effectLst/>
                        </a:rPr>
                        <a:t>T</a:t>
                      </a:r>
                      <a:r>
                        <a:rPr lang="en-US" sz="2000" b="0" kern="0" baseline="-25000" dirty="0" err="1">
                          <a:solidFill>
                            <a:schemeClr val="tx1"/>
                          </a:solidFill>
                          <a:effectLst/>
                        </a:rPr>
                        <a:t>su</a:t>
                      </a:r>
                      <a:endParaRPr lang="zh-CN" sz="2000" b="0" kern="100" baseline="-250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40814">
                <a:tc>
                  <a:txBody>
                    <a:bodyPr/>
                    <a:lstStyle/>
                    <a:p>
                      <a:pPr algn="ctr">
                        <a:spcAft>
                          <a:spcPts val="0"/>
                        </a:spcAft>
                      </a:pPr>
                      <a:r>
                        <a:rPr lang="zh-CN" sz="2000" b="0" kern="0" dirty="0">
                          <a:solidFill>
                            <a:schemeClr val="tx1"/>
                          </a:solidFill>
                          <a:effectLst/>
                        </a:rPr>
                        <a:t>数值</a:t>
                      </a:r>
                      <a:r>
                        <a:rPr lang="en-US" sz="2000" b="0" kern="0" dirty="0">
                          <a:solidFill>
                            <a:schemeClr val="tx1"/>
                          </a:solidFill>
                          <a:effectLst/>
                        </a:rPr>
                        <a:t>(ns)</a:t>
                      </a:r>
                      <a:endParaRPr lang="zh-CN" sz="2000" b="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000" b="0" kern="0" dirty="0">
                          <a:solidFill>
                            <a:schemeClr val="tx1"/>
                          </a:solidFill>
                          <a:effectLst/>
                        </a:rPr>
                        <a:t>1.5</a:t>
                      </a:r>
                      <a:endParaRPr lang="zh-CN" sz="2000" b="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000" b="0" kern="0" dirty="0">
                          <a:solidFill>
                            <a:schemeClr val="tx1"/>
                          </a:solidFill>
                          <a:effectLst/>
                        </a:rPr>
                        <a:t>1</a:t>
                      </a:r>
                      <a:endParaRPr lang="zh-CN" sz="2000" b="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000" b="0" kern="0" dirty="0">
                          <a:solidFill>
                            <a:schemeClr val="tx1"/>
                          </a:solidFill>
                          <a:effectLst/>
                        </a:rPr>
                        <a:t>1</a:t>
                      </a:r>
                      <a:endParaRPr lang="zh-CN" sz="2000" b="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
        <p:nvSpPr>
          <p:cNvPr id="3" name="Title 4">
            <a:extLst>
              <a:ext uri="{FF2B5EF4-FFF2-40B4-BE49-F238E27FC236}">
                <a16:creationId xmlns:a16="http://schemas.microsoft.com/office/drawing/2014/main" id="{D38C2EA7-AC4D-46AD-EA44-0B55B987972A}"/>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sz="4000" dirty="0">
                <a:latin typeface="Arial" panose="020B0604020202020204" pitchFamily="34" charset="0"/>
                <a:cs typeface="Arial" panose="020B0604020202020204" pitchFamily="34" charset="0"/>
              </a:rPr>
              <a:t>答案解析</a:t>
            </a:r>
            <a:r>
              <a:rPr lang="zh-CN" altLang="en-US" dirty="0">
                <a:latin typeface="Arial" panose="020B0604020202020204" pitchFamily="34" charset="0"/>
                <a:cs typeface="Arial" panose="020B0604020202020204" pitchFamily="34" charset="0"/>
              </a:rPr>
              <a:t>：找到</a:t>
            </a:r>
            <a:r>
              <a:rPr lang="zh-CN" altLang="en-US" dirty="0">
                <a:solidFill>
                  <a:srgbClr val="3333FF"/>
                </a:solidFill>
                <a:latin typeface="Arial" panose="020B0604020202020204" pitchFamily="34" charset="0"/>
                <a:cs typeface="Arial" panose="020B0604020202020204" pitchFamily="34" charset="0"/>
              </a:rPr>
              <a:t>关键路径</a:t>
            </a:r>
            <a:endParaRPr lang="en-CN" altLang="zh-CN" sz="4000" dirty="0">
              <a:solidFill>
                <a:srgbClr val="3333FF"/>
              </a:solidFill>
              <a:latin typeface="Arial" panose="020B0604020202020204" pitchFamily="34" charset="0"/>
              <a:cs typeface="Arial" panose="020B0604020202020204" pitchFamily="34" charset="0"/>
            </a:endParaRPr>
          </a:p>
        </p:txBody>
      </p:sp>
      <p:sp>
        <p:nvSpPr>
          <p:cNvPr id="6" name="文本框 5">
            <a:extLst>
              <a:ext uri="{FF2B5EF4-FFF2-40B4-BE49-F238E27FC236}">
                <a16:creationId xmlns:a16="http://schemas.microsoft.com/office/drawing/2014/main" id="{629AF90D-3009-311E-F3BA-8BCBB46351AE}"/>
              </a:ext>
            </a:extLst>
          </p:cNvPr>
          <p:cNvSpPr txBox="1"/>
          <p:nvPr/>
        </p:nvSpPr>
        <p:spPr>
          <a:xfrm>
            <a:off x="457200" y="1256989"/>
            <a:ext cx="5869459" cy="461665"/>
          </a:xfrm>
          <a:prstGeom prst="rect">
            <a:avLst/>
          </a:prstGeom>
          <a:noFill/>
        </p:spPr>
        <p:txBody>
          <a:bodyPr wrap="square">
            <a:spAutoFit/>
          </a:bodyPr>
          <a:lstStyle/>
          <a:p>
            <a:pPr marL="342900" indent="-342900" algn="l">
              <a:buFont typeface="Arial" panose="020B0604020202020204" pitchFamily="34" charset="0"/>
              <a:buChar char="•"/>
            </a:pPr>
            <a:r>
              <a:rPr lang="zh-CN" altLang="en-US" sz="2400" dirty="0">
                <a:solidFill>
                  <a:srgbClr val="000000"/>
                </a:solidFill>
                <a:latin typeface="黑体" panose="02010609060101010101" pitchFamily="49" charset="-122"/>
                <a:ea typeface="黑体" panose="02010609060101010101" pitchFamily="49" charset="-122"/>
                <a:sym typeface="Microsoft Yahei" panose="020B0503020204020204" pitchFamily="34" charset="-122"/>
              </a:rPr>
              <a:t>该电路可以工作的最高时钟频率是多少？</a:t>
            </a:r>
          </a:p>
        </p:txBody>
      </p:sp>
    </p:spTree>
    <p:extLst>
      <p:ext uri="{BB962C8B-B14F-4D97-AF65-F5344CB8AC3E}">
        <p14:creationId xmlns:p14="http://schemas.microsoft.com/office/powerpoint/2010/main" val="4427037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E258D-A60C-9CC4-B8FD-10EDDC24B03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03C56FD-365A-4518-C5D2-26AD6A7BD0FB}"/>
              </a:ext>
            </a:extLst>
          </p:cNvPr>
          <p:cNvSpPr>
            <a:spLocks noGrp="1"/>
          </p:cNvSpPr>
          <p:nvPr>
            <p:ph type="sldNum" sz="quarter" idx="12"/>
          </p:nvPr>
        </p:nvSpPr>
        <p:spPr/>
        <p:txBody>
          <a:bodyPr/>
          <a:lstStyle/>
          <a:p>
            <a:fld id="{176ACFD1-D213-4B9C-817B-45486DBF105A}" type="slidenum">
              <a:rPr lang="en-US" smtClean="0">
                <a:solidFill>
                  <a:prstClr val="black"/>
                </a:solidFill>
              </a:rPr>
              <a:pPr/>
              <a:t>22</a:t>
            </a:fld>
            <a:endParaRPr lang="en-US">
              <a:solidFill>
                <a:prstClr val="black"/>
              </a:solidFill>
            </a:endParaRPr>
          </a:p>
        </p:txBody>
      </p:sp>
      <p:sp>
        <p:nvSpPr>
          <p:cNvPr id="7" name="Title 4">
            <a:extLst>
              <a:ext uri="{FF2B5EF4-FFF2-40B4-BE49-F238E27FC236}">
                <a16:creationId xmlns:a16="http://schemas.microsoft.com/office/drawing/2014/main" id="{FA1C9F61-68D2-2A6D-F43E-D523E46011F4}"/>
              </a:ext>
            </a:extLst>
          </p:cNvPr>
          <p:cNvSpPr txBox="1">
            <a:spLocks/>
          </p:cNvSpPr>
          <p:nvPr/>
        </p:nvSpPr>
        <p:spPr bwMode="auto">
          <a:xfrm>
            <a:off x="457200" y="136800"/>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dirty="0">
                <a:latin typeface="黑体" panose="02010609060101010101" pitchFamily="49" charset="-122"/>
                <a:ea typeface="黑体" panose="02010609060101010101" pitchFamily="49" charset="-122"/>
              </a:rPr>
              <a:t>本节课目录</a:t>
            </a:r>
            <a:endParaRPr lang="en-CN" kern="0" dirty="0"/>
          </a:p>
        </p:txBody>
      </p:sp>
      <p:sp>
        <p:nvSpPr>
          <p:cNvPr id="5" name="内容占位符 2">
            <a:extLst>
              <a:ext uri="{FF2B5EF4-FFF2-40B4-BE49-F238E27FC236}">
                <a16:creationId xmlns:a16="http://schemas.microsoft.com/office/drawing/2014/main" id="{BE00009A-0087-9E2E-E52F-E23C9B192EFE}"/>
              </a:ext>
            </a:extLst>
          </p:cNvPr>
          <p:cNvSpPr txBox="1">
            <a:spLocks/>
          </p:cNvSpPr>
          <p:nvPr/>
        </p:nvSpPr>
        <p:spPr>
          <a:xfrm>
            <a:off x="457200" y="1551432"/>
            <a:ext cx="8229600" cy="4525963"/>
          </a:xfrm>
          <a:prstGeom prst="rect">
            <a:avLst/>
          </a:prstGeom>
        </p:spPr>
        <p:txBody>
          <a:bodyPr/>
          <a:lstStyle>
            <a:lvl1pPr marL="342900" indent="-342900" algn="l" rtl="0" eaLnBrk="1" fontAlgn="base" hangingPunct="1">
              <a:spcBef>
                <a:spcPct val="20000"/>
              </a:spcBef>
              <a:spcAft>
                <a:spcPct val="0"/>
              </a:spcAft>
              <a:buChar char="•"/>
              <a:defRPr sz="3200" b="1">
                <a:solidFill>
                  <a:schemeClr val="tx1"/>
                </a:solidFill>
                <a:latin typeface="+mn-lt"/>
                <a:ea typeface="黑体" panose="02010609060101010101" pitchFamily="49" charset="-122"/>
                <a:cs typeface="+mn-cs"/>
              </a:defRPr>
            </a:lvl1pPr>
            <a:lvl2pPr marL="742950" indent="-285750" algn="l" rtl="0" eaLnBrk="1" fontAlgn="base" hangingPunct="1">
              <a:spcBef>
                <a:spcPct val="20000"/>
              </a:spcBef>
              <a:spcAft>
                <a:spcPct val="0"/>
              </a:spcAft>
              <a:buChar char="–"/>
              <a:defRPr sz="2800" b="1">
                <a:solidFill>
                  <a:schemeClr val="tx1"/>
                </a:solidFill>
                <a:latin typeface="+mn-lt"/>
                <a:ea typeface="黑体" panose="02010609060101010101" pitchFamily="49" charset="-122"/>
              </a:defRPr>
            </a:lvl2pPr>
            <a:lvl3pPr marL="1143000" indent="-228600" algn="l" rtl="0" eaLnBrk="1" fontAlgn="base" hangingPunct="1">
              <a:spcBef>
                <a:spcPct val="20000"/>
              </a:spcBef>
              <a:spcAft>
                <a:spcPct val="0"/>
              </a:spcAft>
              <a:buChar char="•"/>
              <a:defRPr sz="2400" b="1">
                <a:solidFill>
                  <a:schemeClr val="tx1"/>
                </a:solidFill>
                <a:latin typeface="+mn-lt"/>
                <a:ea typeface="黑体" panose="02010609060101010101" pitchFamily="49" charset="-122"/>
              </a:defRPr>
            </a:lvl3pPr>
            <a:lvl4pPr marL="1600200" indent="-228600" algn="l" rtl="0" eaLnBrk="1" fontAlgn="base" hangingPunct="1">
              <a:spcBef>
                <a:spcPct val="20000"/>
              </a:spcBef>
              <a:spcAft>
                <a:spcPct val="0"/>
              </a:spcAft>
              <a:buChar char="–"/>
              <a:defRPr sz="2000" b="1">
                <a:solidFill>
                  <a:schemeClr val="tx1"/>
                </a:solidFill>
                <a:latin typeface="+mn-lt"/>
                <a:ea typeface="黑体" panose="02010609060101010101" pitchFamily="49" charset="-122"/>
              </a:defRPr>
            </a:lvl4pPr>
            <a:lvl5pPr marL="2057400" indent="-228600" algn="l" rtl="0" eaLnBrk="1" fontAlgn="base" hangingPunct="1">
              <a:spcBef>
                <a:spcPct val="20000"/>
              </a:spcBef>
              <a:spcAft>
                <a:spcPct val="0"/>
              </a:spcAft>
              <a:buChar char="»"/>
              <a:defRPr sz="2000" b="1">
                <a:solidFill>
                  <a:schemeClr val="tx1"/>
                </a:solidFill>
                <a:latin typeface="+mn-lt"/>
                <a:ea typeface="黑体" panose="02010609060101010101" pitchFamily="49" charset="-122"/>
              </a:defRPr>
            </a:lvl5pPr>
            <a:lvl6pPr marL="2514600" indent="-228600" algn="l" rtl="0" eaLnBrk="1" fontAlgn="base" hangingPunct="1">
              <a:spcBef>
                <a:spcPct val="20000"/>
              </a:spcBef>
              <a:spcAft>
                <a:spcPct val="0"/>
              </a:spcAft>
              <a:buChar char="»"/>
              <a:defRPr sz="2000" b="1">
                <a:solidFill>
                  <a:schemeClr val="tx1"/>
                </a:solidFill>
                <a:latin typeface="+mn-lt"/>
                <a:ea typeface="+mn-ea"/>
              </a:defRPr>
            </a:lvl6pPr>
            <a:lvl7pPr marL="2971800" indent="-228600" algn="l" rtl="0" eaLnBrk="1" fontAlgn="base" hangingPunct="1">
              <a:spcBef>
                <a:spcPct val="20000"/>
              </a:spcBef>
              <a:spcAft>
                <a:spcPct val="0"/>
              </a:spcAft>
              <a:buChar char="»"/>
              <a:defRPr sz="2000" b="1">
                <a:solidFill>
                  <a:schemeClr val="tx1"/>
                </a:solidFill>
                <a:latin typeface="+mn-lt"/>
                <a:ea typeface="+mn-ea"/>
              </a:defRPr>
            </a:lvl7pPr>
            <a:lvl8pPr marL="3429000" indent="-228600" algn="l" rtl="0" eaLnBrk="1" fontAlgn="base" hangingPunct="1">
              <a:spcBef>
                <a:spcPct val="20000"/>
              </a:spcBef>
              <a:spcAft>
                <a:spcPct val="0"/>
              </a:spcAft>
              <a:buChar char="»"/>
              <a:defRPr sz="2000" b="1">
                <a:solidFill>
                  <a:schemeClr val="tx1"/>
                </a:solidFill>
                <a:latin typeface="+mn-lt"/>
                <a:ea typeface="+mn-ea"/>
              </a:defRPr>
            </a:lvl8pPr>
            <a:lvl9pPr marL="3886200" indent="-228600" algn="l" rtl="0" eaLnBrk="1" fontAlgn="base" hangingPunct="1">
              <a:spcBef>
                <a:spcPct val="20000"/>
              </a:spcBef>
              <a:spcAft>
                <a:spcPct val="0"/>
              </a:spcAft>
              <a:buChar char="»"/>
              <a:defRPr sz="2000" b="1">
                <a:solidFill>
                  <a:schemeClr val="tx1"/>
                </a:solidFill>
                <a:latin typeface="+mn-lt"/>
                <a:ea typeface="+mn-ea"/>
              </a:defRPr>
            </a:lvl9pPr>
          </a:lstStyle>
          <a:p>
            <a:r>
              <a:rPr kumimoji="1" lang="zh-CN" altLang="en-US" b="0" kern="0" dirty="0"/>
              <a:t>概念：时钟，状态和</a:t>
            </a:r>
            <a:r>
              <a:rPr kumimoji="1" lang="en-US" altLang="zh-CN" b="0" kern="0" dirty="0"/>
              <a:t>FSM</a:t>
            </a:r>
          </a:p>
          <a:p>
            <a:r>
              <a:rPr kumimoji="1" lang="zh-CN" altLang="en-US" b="0" kern="0" dirty="0"/>
              <a:t>时序逻辑电路：锁存器</a:t>
            </a:r>
          </a:p>
          <a:p>
            <a:r>
              <a:rPr lang="zh-CN" altLang="en-US" b="0" kern="0" dirty="0">
                <a:solidFill>
                  <a:srgbClr val="000000"/>
                </a:solidFill>
                <a:latin typeface="黑体" pitchFamily="2" charset="-122"/>
                <a:ea typeface="黑体" pitchFamily="2" charset="-122"/>
              </a:rPr>
              <a:t>时序逻辑电路：</a:t>
            </a:r>
            <a:r>
              <a:rPr lang="en-US" altLang="zh-CN" b="0" kern="0" dirty="0">
                <a:solidFill>
                  <a:srgbClr val="000000"/>
                </a:solidFill>
                <a:latin typeface="黑体" pitchFamily="2" charset="-122"/>
                <a:ea typeface="黑体" pitchFamily="2" charset="-122"/>
              </a:rPr>
              <a:t>DFF </a:t>
            </a:r>
          </a:p>
          <a:p>
            <a:r>
              <a:rPr kumimoji="1" lang="zh-CN" altLang="en-US" b="0" kern="0" dirty="0"/>
              <a:t>分析，</a:t>
            </a:r>
            <a:r>
              <a:rPr kumimoji="1" lang="zh-CN" altLang="en-US" b="0" kern="0" dirty="0">
                <a:solidFill>
                  <a:srgbClr val="3333FF"/>
                </a:solidFill>
              </a:rPr>
              <a:t>设计</a:t>
            </a:r>
            <a:r>
              <a:rPr kumimoji="1" lang="zh-CN" altLang="en-US" b="0" kern="0" dirty="0"/>
              <a:t>，举例</a:t>
            </a:r>
          </a:p>
          <a:p>
            <a:endParaRPr kumimoji="1" lang="zh-CN" altLang="en-US" b="0" kern="0" dirty="0"/>
          </a:p>
        </p:txBody>
      </p:sp>
    </p:spTree>
    <p:extLst>
      <p:ext uri="{BB962C8B-B14F-4D97-AF65-F5344CB8AC3E}">
        <p14:creationId xmlns:p14="http://schemas.microsoft.com/office/powerpoint/2010/main" val="42272824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a:defRPr/>
            </a:pPr>
            <a:fld id="{E13123CC-A5CC-40BF-912E-9416D5179362}" type="slidenum">
              <a:rPr lang="en-US" altLang="zh-CN" smtClean="0"/>
              <a:pPr>
                <a:defRPr/>
              </a:pPr>
              <a:t>23</a:t>
            </a:fld>
            <a:endParaRPr lang="en-US" altLang="zh-CN" dirty="0"/>
          </a:p>
        </p:txBody>
      </p:sp>
      <p:sp>
        <p:nvSpPr>
          <p:cNvPr id="8" name="内容占位符 7">
            <a:extLst>
              <a:ext uri="{FF2B5EF4-FFF2-40B4-BE49-F238E27FC236}">
                <a16:creationId xmlns:a16="http://schemas.microsoft.com/office/drawing/2014/main" id="{7AD29943-14D3-42A4-B829-D4C41FDDF62E}"/>
              </a:ext>
            </a:extLst>
          </p:cNvPr>
          <p:cNvSpPr>
            <a:spLocks noGrp="1"/>
          </p:cNvSpPr>
          <p:nvPr>
            <p:ph idx="4294967295"/>
          </p:nvPr>
        </p:nvSpPr>
        <p:spPr>
          <a:xfrm>
            <a:off x="5618318" y="1448100"/>
            <a:ext cx="2763837" cy="4952699"/>
          </a:xfrm>
        </p:spPr>
        <p:txBody>
          <a:bodyPr>
            <a:normAutofit lnSpcReduction="10000"/>
          </a:bodyPr>
          <a:lstStyle/>
          <a:p>
            <a:pPr>
              <a:lnSpc>
                <a:spcPct val="130000"/>
              </a:lnSpc>
            </a:pPr>
            <a:r>
              <a:rPr lang="zh-CN" altLang="en-US" sz="3000" b="0" kern="0" dirty="0"/>
              <a:t>状态</a:t>
            </a:r>
            <a:endParaRPr lang="en-US" altLang="zh-CN" sz="3000" b="0" kern="0" dirty="0"/>
          </a:p>
          <a:p>
            <a:pPr lvl="1">
              <a:lnSpc>
                <a:spcPct val="130000"/>
              </a:lnSpc>
            </a:pPr>
            <a:r>
              <a:rPr lang="zh-CN" altLang="en-US" sz="2600" b="0" kern="0" dirty="0"/>
              <a:t>什么状态</a:t>
            </a:r>
            <a:r>
              <a:rPr lang="en-US" altLang="zh-CN" sz="2600" b="0" kern="0" dirty="0"/>
              <a:t>?</a:t>
            </a:r>
          </a:p>
          <a:p>
            <a:pPr lvl="1">
              <a:lnSpc>
                <a:spcPct val="130000"/>
              </a:lnSpc>
            </a:pPr>
            <a:r>
              <a:rPr lang="zh-CN" altLang="en-US" sz="2600" b="0" kern="0" dirty="0"/>
              <a:t>状态表示</a:t>
            </a:r>
            <a:r>
              <a:rPr lang="en-US" altLang="zh-CN" sz="2600" b="0" kern="0" dirty="0"/>
              <a:t>?</a:t>
            </a:r>
          </a:p>
          <a:p>
            <a:pPr lvl="1">
              <a:lnSpc>
                <a:spcPct val="130000"/>
              </a:lnSpc>
            </a:pPr>
            <a:r>
              <a:rPr lang="zh-CN" altLang="en-US" sz="2600" b="0" kern="0" dirty="0"/>
              <a:t>状态化简</a:t>
            </a:r>
            <a:r>
              <a:rPr lang="en-US" altLang="zh-CN" sz="2600" b="0" dirty="0"/>
              <a:t>?</a:t>
            </a:r>
            <a:endParaRPr lang="en-US" altLang="zh-CN" sz="2600" b="0" kern="0" dirty="0"/>
          </a:p>
          <a:p>
            <a:pPr>
              <a:lnSpc>
                <a:spcPct val="130000"/>
              </a:lnSpc>
            </a:pPr>
            <a:r>
              <a:rPr lang="zh-CN" altLang="en-US" sz="3000" b="0" kern="0" dirty="0"/>
              <a:t>状态转移</a:t>
            </a:r>
            <a:endParaRPr lang="en-US" altLang="zh-CN" sz="3000" b="0" kern="0" dirty="0"/>
          </a:p>
          <a:p>
            <a:pPr lvl="1">
              <a:lnSpc>
                <a:spcPct val="130000"/>
              </a:lnSpc>
            </a:pPr>
            <a:r>
              <a:rPr lang="zh-CN" altLang="en-US" sz="2600" b="0" kern="0" dirty="0"/>
              <a:t>逻辑化简</a:t>
            </a:r>
            <a:endParaRPr lang="en-US" altLang="zh-CN" sz="2600" b="0" kern="0" dirty="0"/>
          </a:p>
          <a:p>
            <a:pPr>
              <a:lnSpc>
                <a:spcPct val="130000"/>
              </a:lnSpc>
            </a:pPr>
            <a:r>
              <a:rPr lang="zh-CN" altLang="en-US" sz="3000" b="0" kern="0" dirty="0"/>
              <a:t>输出函数</a:t>
            </a:r>
            <a:endParaRPr lang="en-US" altLang="zh-CN" sz="3000" b="0" kern="0" dirty="0"/>
          </a:p>
          <a:p>
            <a:pPr lvl="1">
              <a:lnSpc>
                <a:spcPct val="130000"/>
              </a:lnSpc>
            </a:pPr>
            <a:r>
              <a:rPr lang="zh-CN" altLang="en-US" sz="2600" b="0" kern="0" dirty="0"/>
              <a:t>优化</a:t>
            </a:r>
            <a:r>
              <a:rPr lang="en-US" altLang="zh-CN" sz="2600" b="0" kern="0" dirty="0"/>
              <a:t>?</a:t>
            </a:r>
          </a:p>
        </p:txBody>
      </p:sp>
      <p:sp>
        <p:nvSpPr>
          <p:cNvPr id="5" name="内容占位符 2">
            <a:extLst>
              <a:ext uri="{FF2B5EF4-FFF2-40B4-BE49-F238E27FC236}">
                <a16:creationId xmlns:a16="http://schemas.microsoft.com/office/drawing/2014/main" id="{B941717C-E33E-7744-BF83-0D210EAFB3B3}"/>
              </a:ext>
            </a:extLst>
          </p:cNvPr>
          <p:cNvSpPr txBox="1">
            <a:spLocks/>
          </p:cNvSpPr>
          <p:nvPr/>
        </p:nvSpPr>
        <p:spPr>
          <a:xfrm>
            <a:off x="799134" y="1478134"/>
            <a:ext cx="4075778" cy="737210"/>
          </a:xfrm>
          <a:prstGeom prst="rect">
            <a:avLst/>
          </a:prstGeom>
        </p:spPr>
        <p:txBody>
          <a:bodyPr vert="horz" lIns="91440" tIns="45720" rIns="91440" bIns="45720" rtlCol="0" anchor="ctr">
            <a:noAutofit/>
          </a:bodyPr>
          <a:lstStyle>
            <a:lvl1pPr marL="406400" indent="-406400" algn="l" defTabSz="685800" rtl="0" eaLnBrk="1" latinLnBrk="0" hangingPunct="1">
              <a:lnSpc>
                <a:spcPct val="120000"/>
              </a:lnSpc>
              <a:spcBef>
                <a:spcPct val="20000"/>
              </a:spcBef>
              <a:buFont typeface="Wingdings" pitchFamily="2" charset="2"/>
              <a:buChar char="v"/>
              <a:tabLst/>
              <a:defRPr sz="2400" kern="1200">
                <a:solidFill>
                  <a:schemeClr val="tx1"/>
                </a:solidFill>
                <a:latin typeface="Microsoft YaHei" charset="0"/>
                <a:ea typeface="Microsoft YaHei" charset="0"/>
                <a:cs typeface="Microsoft YaHei" charset="0"/>
              </a:defRPr>
            </a:lvl1pPr>
            <a:lvl2pPr marL="685800" indent="-342900" algn="l" defTabSz="685800" rtl="0" eaLnBrk="1" latinLnBrk="0" hangingPunct="1">
              <a:lnSpc>
                <a:spcPct val="120000"/>
              </a:lnSpc>
              <a:spcBef>
                <a:spcPts val="0"/>
              </a:spcBef>
              <a:buFont typeface="Wingdings" pitchFamily="2" charset="2"/>
              <a:buChar char="ü"/>
              <a:defRPr sz="2100" kern="1200">
                <a:solidFill>
                  <a:schemeClr val="tx1"/>
                </a:solidFill>
                <a:latin typeface="Microsoft YaHei" charset="0"/>
                <a:ea typeface="Microsoft YaHei" charset="0"/>
                <a:cs typeface="Microsoft YaHei" charset="0"/>
              </a:defRPr>
            </a:lvl2pPr>
            <a:lvl3pPr marL="857250" indent="-171450" algn="l" defTabSz="685800" rtl="0" eaLnBrk="1" latinLnBrk="0" hangingPunct="1">
              <a:lnSpc>
                <a:spcPct val="120000"/>
              </a:lnSpc>
              <a:spcBef>
                <a:spcPts val="0"/>
              </a:spcBef>
              <a:buFont typeface="Arial" panose="020B0604020202020204" pitchFamily="34" charset="0"/>
              <a:buChar char="•"/>
              <a:defRPr sz="1800" kern="1200">
                <a:solidFill>
                  <a:schemeClr val="tx1"/>
                </a:solidFill>
                <a:latin typeface="Microsoft YaHei" charset="0"/>
                <a:ea typeface="Microsoft YaHei" charset="0"/>
                <a:cs typeface="Microsoft YaHei" charset="0"/>
              </a:defRPr>
            </a:lvl3pPr>
            <a:lvl4pPr marL="1200150" indent="-171450" algn="l" defTabSz="685800" rtl="0" eaLnBrk="1" latinLnBrk="0" hangingPunct="1">
              <a:lnSpc>
                <a:spcPct val="120000"/>
              </a:lnSpc>
              <a:spcBef>
                <a:spcPts val="0"/>
              </a:spcBef>
              <a:buFont typeface="Arial" panose="020B0604020202020204" pitchFamily="34" charset="0"/>
              <a:buChar char="–"/>
              <a:defRPr sz="1500" kern="1200">
                <a:solidFill>
                  <a:schemeClr val="tx1"/>
                </a:solidFill>
                <a:latin typeface="Microsoft YaHei" charset="0"/>
                <a:ea typeface="Microsoft YaHei" charset="0"/>
                <a:cs typeface="Microsoft YaHei" charset="0"/>
              </a:defRPr>
            </a:lvl4pPr>
            <a:lvl5pPr marL="1543050" indent="-171450" algn="l" defTabSz="685800" rtl="0" eaLnBrk="1" latinLnBrk="0" hangingPunct="1">
              <a:lnSpc>
                <a:spcPct val="120000"/>
              </a:lnSpc>
              <a:spcBef>
                <a:spcPts val="0"/>
              </a:spcBef>
              <a:buFont typeface="Arial" panose="020B0604020202020204" pitchFamily="34" charset="0"/>
              <a:buChar char="»"/>
              <a:defRPr sz="1500" kern="1200">
                <a:solidFill>
                  <a:schemeClr val="tx1"/>
                </a:solidFill>
                <a:latin typeface="Microsoft YaHei" charset="0"/>
                <a:ea typeface="Microsoft YaHei" charset="0"/>
                <a:cs typeface="Microsoft YaHei" charset="0"/>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a:lstStyle>
          <a:p>
            <a:pPr marL="0" indent="0" algn="ctr" fontAlgn="auto">
              <a:spcAft>
                <a:spcPts val="0"/>
              </a:spcAft>
              <a:buFont typeface="Wingdings" pitchFamily="2" charset="2"/>
              <a:buNone/>
            </a:pPr>
            <a:r>
              <a:rPr lang="zh-CN" altLang="en-US" sz="3200" b="1" dirty="0">
                <a:solidFill>
                  <a:srgbClr val="3333FF"/>
                </a:solidFill>
                <a:latin typeface="黑体" panose="02010609060101010101" pitchFamily="49" charset="-122"/>
                <a:ea typeface="黑体" panose="02010609060101010101" pitchFamily="49" charset="-122"/>
              </a:rPr>
              <a:t>分析</a:t>
            </a:r>
            <a:r>
              <a:rPr lang="en-US" altLang="zh-CN" sz="3200" b="1" dirty="0">
                <a:solidFill>
                  <a:srgbClr val="3333FF"/>
                </a:solidFill>
                <a:latin typeface="黑体" panose="02010609060101010101" pitchFamily="49" charset="-122"/>
                <a:ea typeface="黑体" panose="02010609060101010101" pitchFamily="49" charset="-122"/>
              </a:rPr>
              <a:t> </a:t>
            </a:r>
            <a:r>
              <a:rPr lang="zh-CN" altLang="en-US" sz="3200" b="1" dirty="0">
                <a:solidFill>
                  <a:srgbClr val="3333FF"/>
                </a:solidFill>
                <a:latin typeface="黑体" panose="02010609060101010101" pitchFamily="49" charset="-122"/>
                <a:ea typeface="黑体" panose="02010609060101010101" pitchFamily="49" charset="-122"/>
              </a:rPr>
              <a:t>  </a:t>
            </a:r>
            <a:r>
              <a:rPr lang="en-US" altLang="zh-CN" sz="3200" b="1" dirty="0">
                <a:latin typeface="黑体" panose="02010609060101010101" pitchFamily="49" charset="-122"/>
                <a:ea typeface="黑体" panose="02010609060101010101" pitchFamily="49" charset="-122"/>
                <a:sym typeface="Wingdings" pitchFamily="2" charset="2"/>
              </a:rPr>
              <a:t></a:t>
            </a:r>
            <a:r>
              <a:rPr lang="zh-CN" altLang="en-US" sz="3200" b="1" dirty="0">
                <a:latin typeface="黑体" panose="02010609060101010101" pitchFamily="49" charset="-122"/>
                <a:ea typeface="黑体" panose="02010609060101010101" pitchFamily="49" charset="-122"/>
              </a:rPr>
              <a:t>   </a:t>
            </a:r>
            <a:r>
              <a:rPr lang="zh-CN" altLang="en-US" sz="3200" b="1" dirty="0">
                <a:solidFill>
                  <a:srgbClr val="C00000"/>
                </a:solidFill>
                <a:latin typeface="黑体" panose="02010609060101010101" pitchFamily="49" charset="-122"/>
                <a:ea typeface="黑体" panose="02010609060101010101" pitchFamily="49" charset="-122"/>
              </a:rPr>
              <a:t>设计</a:t>
            </a:r>
          </a:p>
        </p:txBody>
      </p:sp>
      <p:sp>
        <p:nvSpPr>
          <p:cNvPr id="2" name="Title 4">
            <a:extLst>
              <a:ext uri="{FF2B5EF4-FFF2-40B4-BE49-F238E27FC236}">
                <a16:creationId xmlns:a16="http://schemas.microsoft.com/office/drawing/2014/main" id="{84EAA710-C6FD-F3E5-D0D0-EE4BDA83937A}"/>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latin typeface="黑体" panose="02010609060101010101" pitchFamily="49" charset="-122"/>
                <a:ea typeface="黑体" panose="02010609060101010101" pitchFamily="49" charset="-122"/>
              </a:rPr>
              <a:t>问题</a:t>
            </a:r>
            <a:r>
              <a:rPr lang="en-US" altLang="zh-CN" dirty="0">
                <a:latin typeface="黑体" panose="02010609060101010101" pitchFamily="49" charset="-122"/>
                <a:ea typeface="黑体" panose="02010609060101010101" pitchFamily="49" charset="-122"/>
              </a:rPr>
              <a:t> </a:t>
            </a:r>
            <a:endParaRPr lang="en-CN" altLang="zh-CN" sz="4000" dirty="0">
              <a:solidFill>
                <a:srgbClr val="0000FF"/>
              </a:solidFill>
              <a:latin typeface="Arial" panose="020B0604020202020204" pitchFamily="34" charset="0"/>
              <a:cs typeface="Arial" panose="020B0604020202020204" pitchFamily="34" charset="0"/>
            </a:endParaRPr>
          </a:p>
        </p:txBody>
      </p:sp>
      <p:sp>
        <p:nvSpPr>
          <p:cNvPr id="6" name="Rectangle 63">
            <a:extLst>
              <a:ext uri="{FF2B5EF4-FFF2-40B4-BE49-F238E27FC236}">
                <a16:creationId xmlns:a16="http://schemas.microsoft.com/office/drawing/2014/main" id="{BE7FF931-97AC-1ADD-A37C-7C6B7B4F5F40}"/>
              </a:ext>
            </a:extLst>
          </p:cNvPr>
          <p:cNvSpPr/>
          <p:nvPr/>
        </p:nvSpPr>
        <p:spPr bwMode="auto">
          <a:xfrm>
            <a:off x="1973838" y="3031791"/>
            <a:ext cx="1597160" cy="685800"/>
          </a:xfrm>
          <a:prstGeom prst="rect">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i="0" u="none" strike="noStrike" kern="1200" cap="none" spc="0" normalizeH="0" baseline="0" noProof="0" dirty="0">
                <a:ln>
                  <a:noFill/>
                </a:ln>
                <a:solidFill>
                  <a:srgbClr val="000000"/>
                </a:solidFill>
                <a:effectLst/>
                <a:uLnTx/>
                <a:uFillTx/>
                <a:latin typeface="Arial" panose="020B0604020202020204" pitchFamily="34" charset="0"/>
                <a:ea typeface="SimHei" panose="02010609060101010101" pitchFamily="49" charset="-122"/>
                <a:cs typeface="Arial" panose="020B0604020202020204" pitchFamily="34" charset="0"/>
              </a:rPr>
              <a:t>Comb. Logic</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i="1" u="none" strike="noStrike" kern="1200" cap="none" spc="0" normalizeH="0" baseline="0" noProof="0" dirty="0">
                <a:ln>
                  <a:noFill/>
                </a:ln>
                <a:solidFill>
                  <a:srgbClr val="000000"/>
                </a:solidFill>
                <a:effectLst/>
                <a:uLnTx/>
                <a:uFillTx/>
                <a:latin typeface="Arial" panose="020B0604020202020204" pitchFamily="34" charset="0"/>
                <a:ea typeface="SimHei" panose="02010609060101010101" pitchFamily="49" charset="-122"/>
                <a:cs typeface="Arial" panose="020B0604020202020204" pitchFamily="34" charset="0"/>
              </a:rPr>
              <a:t>f</a:t>
            </a:r>
            <a:r>
              <a:rPr lang="en-US" altLang="zh-CN" i="1" dirty="0">
                <a:solidFill>
                  <a:srgbClr val="000000"/>
                </a:solidFill>
                <a:latin typeface="Arial" panose="020B0604020202020204" pitchFamily="34" charset="0"/>
                <a:ea typeface="SimHei" panose="02010609060101010101" pitchFamily="49" charset="-122"/>
                <a:cs typeface="Arial" panose="020B0604020202020204" pitchFamily="34" charset="0"/>
              </a:rPr>
              <a:t>(x, s)</a:t>
            </a:r>
            <a:endParaRPr kumimoji="0" lang="en-US" altLang="zh-CN" i="1" u="none" strike="noStrike" kern="1200" cap="none" spc="0" normalizeH="0" baseline="0" noProof="0" dirty="0">
              <a:ln>
                <a:noFill/>
              </a:ln>
              <a:solidFill>
                <a:srgbClr val="000000"/>
              </a:solidFill>
              <a:effectLst/>
              <a:uLnTx/>
              <a:uFillTx/>
              <a:latin typeface="Arial" panose="020B0604020202020204" pitchFamily="34" charset="0"/>
              <a:ea typeface="SimHei" panose="02010609060101010101" pitchFamily="49" charset="-122"/>
              <a:cs typeface="Arial" panose="020B0604020202020204" pitchFamily="34" charset="0"/>
            </a:endParaRPr>
          </a:p>
        </p:txBody>
      </p:sp>
      <p:sp>
        <p:nvSpPr>
          <p:cNvPr id="7" name="TextBox 64">
            <a:extLst>
              <a:ext uri="{FF2B5EF4-FFF2-40B4-BE49-F238E27FC236}">
                <a16:creationId xmlns:a16="http://schemas.microsoft.com/office/drawing/2014/main" id="{FFF11B11-D829-BD8E-ACA9-805320380E4C}"/>
              </a:ext>
            </a:extLst>
          </p:cNvPr>
          <p:cNvSpPr txBox="1"/>
          <p:nvPr/>
        </p:nvSpPr>
        <p:spPr>
          <a:xfrm>
            <a:off x="616205" y="4114800"/>
            <a:ext cx="952505" cy="400110"/>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Input </a:t>
            </a:r>
            <a:r>
              <a:rPr kumimoji="0" lang="en-US" altLang="zh-CN" sz="2000" i="1"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x</a:t>
            </a:r>
            <a:endParaRPr kumimoji="0" lang="en-US" sz="2000" i="1"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endParaRPr>
          </a:p>
        </p:txBody>
      </p:sp>
      <p:sp>
        <p:nvSpPr>
          <p:cNvPr id="9" name="TextBox 65">
            <a:extLst>
              <a:ext uri="{FF2B5EF4-FFF2-40B4-BE49-F238E27FC236}">
                <a16:creationId xmlns:a16="http://schemas.microsoft.com/office/drawing/2014/main" id="{6DC54716-4CEA-1FF8-8BA6-66C06005ADAA}"/>
              </a:ext>
            </a:extLst>
          </p:cNvPr>
          <p:cNvSpPr txBox="1"/>
          <p:nvPr/>
        </p:nvSpPr>
        <p:spPr>
          <a:xfrm>
            <a:off x="4029201" y="3014825"/>
            <a:ext cx="1279709" cy="707886"/>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Output</a:t>
            </a:r>
          </a:p>
          <a:p>
            <a:pPr marL="0" marR="0" lvl="0" indent="0" algn="ctr" defTabSz="914400" rtl="0" eaLnBrk="1" fontAlgn="base" latinLnBrk="0" hangingPunct="1">
              <a:lnSpc>
                <a:spcPct val="100000"/>
              </a:lnSpc>
              <a:spcBef>
                <a:spcPct val="0"/>
              </a:spcBef>
              <a:spcAft>
                <a:spcPct val="0"/>
              </a:spcAft>
              <a:buClrTx/>
              <a:buSzTx/>
              <a:buFontTx/>
              <a:buNone/>
              <a:tabLst/>
              <a:defRPr/>
            </a:pPr>
            <a:r>
              <a:rPr lang="en-US" sz="2000" i="1" dirty="0">
                <a:solidFill>
                  <a:srgbClr val="000000"/>
                </a:solidFill>
                <a:latin typeface="Arial" panose="020B0604020202020204" pitchFamily="34" charset="0"/>
                <a:cs typeface="Arial" panose="020B0604020202020204" pitchFamily="34" charset="0"/>
              </a:rPr>
              <a:t>y </a:t>
            </a:r>
            <a:r>
              <a:rPr lang="en-US" sz="2000" dirty="0">
                <a:solidFill>
                  <a:srgbClr val="000000"/>
                </a:solidFill>
                <a:latin typeface="Arial" panose="020B0604020202020204" pitchFamily="34" charset="0"/>
                <a:cs typeface="Arial" panose="020B0604020202020204" pitchFamily="34" charset="0"/>
              </a:rPr>
              <a:t>=</a:t>
            </a:r>
            <a:r>
              <a:rPr lang="en-US" sz="2000" i="1" dirty="0">
                <a:solidFill>
                  <a:srgbClr val="000000"/>
                </a:solidFill>
                <a:latin typeface="Arial" panose="020B0604020202020204" pitchFamily="34" charset="0"/>
                <a:cs typeface="Arial" panose="020B0604020202020204" pitchFamily="34" charset="0"/>
              </a:rPr>
              <a:t> f(x, s)</a:t>
            </a:r>
            <a:endParaRPr kumimoji="0" lang="en-US" sz="2000" i="1"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endParaRPr>
          </a:p>
        </p:txBody>
      </p:sp>
      <p:cxnSp>
        <p:nvCxnSpPr>
          <p:cNvPr id="10" name="Straight Arrow Connector 66">
            <a:extLst>
              <a:ext uri="{FF2B5EF4-FFF2-40B4-BE49-F238E27FC236}">
                <a16:creationId xmlns:a16="http://schemas.microsoft.com/office/drawing/2014/main" id="{DCDBE24E-4D9C-8C78-69B3-D241FB5CFF1B}"/>
              </a:ext>
            </a:extLst>
          </p:cNvPr>
          <p:cNvCxnSpPr>
            <a:cxnSpLocks/>
          </p:cNvCxnSpPr>
          <p:nvPr/>
        </p:nvCxnSpPr>
        <p:spPr bwMode="auto">
          <a:xfrm>
            <a:off x="3576774" y="3237864"/>
            <a:ext cx="603594" cy="0"/>
          </a:xfrm>
          <a:prstGeom prst="straightConnector1">
            <a:avLst/>
          </a:prstGeom>
          <a:noFill/>
          <a:ln w="28575" cap="flat" cmpd="sng" algn="ctr">
            <a:solidFill>
              <a:schemeClr val="tx1"/>
            </a:solidFill>
            <a:prstDash val="solid"/>
            <a:round/>
            <a:headEnd type="none" w="med" len="med"/>
            <a:tailEnd type="triangle" w="med" len="med"/>
          </a:ln>
          <a:effectLst/>
        </p:spPr>
      </p:cxnSp>
      <p:cxnSp>
        <p:nvCxnSpPr>
          <p:cNvPr id="11" name="Straight Arrow Connector 68">
            <a:extLst>
              <a:ext uri="{FF2B5EF4-FFF2-40B4-BE49-F238E27FC236}">
                <a16:creationId xmlns:a16="http://schemas.microsoft.com/office/drawing/2014/main" id="{41A45E3D-B8D4-5CFE-C159-F7803241DD0C}"/>
              </a:ext>
            </a:extLst>
          </p:cNvPr>
          <p:cNvCxnSpPr>
            <a:cxnSpLocks/>
          </p:cNvCxnSpPr>
          <p:nvPr/>
        </p:nvCxnSpPr>
        <p:spPr bwMode="auto">
          <a:xfrm>
            <a:off x="1584178" y="5231325"/>
            <a:ext cx="411480" cy="0"/>
          </a:xfrm>
          <a:prstGeom prst="straightConnector1">
            <a:avLst/>
          </a:prstGeom>
          <a:noFill/>
          <a:ln w="28575" cap="flat" cmpd="sng" algn="ctr">
            <a:solidFill>
              <a:schemeClr val="tx1"/>
            </a:solidFill>
            <a:prstDash val="solid"/>
            <a:round/>
            <a:headEnd type="none" w="med" len="med"/>
            <a:tailEnd type="triangle" w="med" len="med"/>
          </a:ln>
          <a:effectLst/>
        </p:spPr>
      </p:cxnSp>
      <p:cxnSp>
        <p:nvCxnSpPr>
          <p:cNvPr id="12" name="Straight Arrow Connector 69">
            <a:extLst>
              <a:ext uri="{FF2B5EF4-FFF2-40B4-BE49-F238E27FC236}">
                <a16:creationId xmlns:a16="http://schemas.microsoft.com/office/drawing/2014/main" id="{4BE574D9-3D61-9C7B-AB8B-5328E67D3096}"/>
              </a:ext>
            </a:extLst>
          </p:cNvPr>
          <p:cNvCxnSpPr>
            <a:cxnSpLocks/>
          </p:cNvCxnSpPr>
          <p:nvPr/>
        </p:nvCxnSpPr>
        <p:spPr bwMode="auto">
          <a:xfrm>
            <a:off x="1584178" y="4327338"/>
            <a:ext cx="411480" cy="0"/>
          </a:xfrm>
          <a:prstGeom prst="straightConnector1">
            <a:avLst/>
          </a:prstGeom>
          <a:noFill/>
          <a:ln w="28575" cap="flat" cmpd="sng" algn="ctr">
            <a:solidFill>
              <a:schemeClr val="tx1"/>
            </a:solidFill>
            <a:prstDash val="solid"/>
            <a:round/>
            <a:headEnd type="none" w="med" len="med"/>
            <a:tailEnd type="triangle" w="med" len="med"/>
          </a:ln>
          <a:effectLst/>
        </p:spPr>
      </p:cxnSp>
      <p:sp>
        <p:nvSpPr>
          <p:cNvPr id="13" name="TextBox 70">
            <a:extLst>
              <a:ext uri="{FF2B5EF4-FFF2-40B4-BE49-F238E27FC236}">
                <a16:creationId xmlns:a16="http://schemas.microsoft.com/office/drawing/2014/main" id="{588B1E73-0C96-95C2-8979-5E75B37EBE4B}"/>
              </a:ext>
            </a:extLst>
          </p:cNvPr>
          <p:cNvSpPr txBox="1"/>
          <p:nvPr/>
        </p:nvSpPr>
        <p:spPr>
          <a:xfrm>
            <a:off x="673453" y="5030131"/>
            <a:ext cx="827471" cy="400110"/>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Clock</a:t>
            </a:r>
          </a:p>
        </p:txBody>
      </p:sp>
      <p:sp>
        <p:nvSpPr>
          <p:cNvPr id="14" name="Rectangle 71">
            <a:extLst>
              <a:ext uri="{FF2B5EF4-FFF2-40B4-BE49-F238E27FC236}">
                <a16:creationId xmlns:a16="http://schemas.microsoft.com/office/drawing/2014/main" id="{AA32B6FC-1684-10AD-CB51-991D56E92F3D}"/>
              </a:ext>
            </a:extLst>
          </p:cNvPr>
          <p:cNvSpPr/>
          <p:nvPr/>
        </p:nvSpPr>
        <p:spPr bwMode="auto">
          <a:xfrm>
            <a:off x="1973836" y="3950083"/>
            <a:ext cx="1597160" cy="685800"/>
          </a:xfrm>
          <a:prstGeom prst="rect">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i="0" u="none" strike="noStrike" kern="1200" cap="none" spc="0" normalizeH="0" baseline="0" noProof="0" dirty="0">
                <a:ln>
                  <a:noFill/>
                </a:ln>
                <a:solidFill>
                  <a:srgbClr val="000000"/>
                </a:solidFill>
                <a:effectLst/>
                <a:uLnTx/>
                <a:uFillTx/>
                <a:latin typeface="Arial" panose="020B0604020202020204" pitchFamily="34" charset="0"/>
                <a:ea typeface="SimHei" panose="02010609060101010101" pitchFamily="49" charset="-122"/>
                <a:cs typeface="Arial" panose="020B0604020202020204" pitchFamily="34" charset="0"/>
              </a:rPr>
              <a:t>Comb. Logic </a:t>
            </a:r>
            <a:r>
              <a:rPr kumimoji="0" lang="en-US" altLang="zh-CN" i="1" u="none" strike="noStrike" kern="1200" cap="none" spc="0" normalizeH="0" baseline="0" noProof="0" dirty="0">
                <a:ln>
                  <a:noFill/>
                </a:ln>
                <a:solidFill>
                  <a:srgbClr val="000000"/>
                </a:solidFill>
                <a:effectLst/>
                <a:uLnTx/>
                <a:uFillTx/>
                <a:latin typeface="Arial" panose="020B0604020202020204" pitchFamily="34" charset="0"/>
                <a:ea typeface="SimHei" panose="02010609060101010101" pitchFamily="49" charset="-122"/>
                <a:cs typeface="Arial" panose="020B0604020202020204" pitchFamily="34" charset="0"/>
              </a:rPr>
              <a:t>g(x, s)</a:t>
            </a:r>
          </a:p>
        </p:txBody>
      </p:sp>
      <p:sp>
        <p:nvSpPr>
          <p:cNvPr id="15" name="Freeform 73">
            <a:extLst>
              <a:ext uri="{FF2B5EF4-FFF2-40B4-BE49-F238E27FC236}">
                <a16:creationId xmlns:a16="http://schemas.microsoft.com/office/drawing/2014/main" id="{98C66614-6DFC-54D5-B259-BDF4A94D8C64}"/>
              </a:ext>
            </a:extLst>
          </p:cNvPr>
          <p:cNvSpPr/>
          <p:nvPr/>
        </p:nvSpPr>
        <p:spPr>
          <a:xfrm>
            <a:off x="3576706" y="3567360"/>
            <a:ext cx="469726" cy="1857138"/>
          </a:xfrm>
          <a:custGeom>
            <a:avLst/>
            <a:gdLst>
              <a:gd name="connsiteX0" fmla="*/ 25052 w 469726"/>
              <a:gd name="connsiteY0" fmla="*/ 2198317 h 2198317"/>
              <a:gd name="connsiteX1" fmla="*/ 469726 w 469726"/>
              <a:gd name="connsiteY1" fmla="*/ 2198317 h 2198317"/>
              <a:gd name="connsiteX2" fmla="*/ 469726 w 469726"/>
              <a:gd name="connsiteY2" fmla="*/ 0 h 2198317"/>
              <a:gd name="connsiteX3" fmla="*/ 0 w 469726"/>
              <a:gd name="connsiteY3" fmla="*/ 0 h 2198317"/>
            </a:gdLst>
            <a:ahLst/>
            <a:cxnLst>
              <a:cxn ang="0">
                <a:pos x="connsiteX0" y="connsiteY0"/>
              </a:cxn>
              <a:cxn ang="0">
                <a:pos x="connsiteX1" y="connsiteY1"/>
              </a:cxn>
              <a:cxn ang="0">
                <a:pos x="connsiteX2" y="connsiteY2"/>
              </a:cxn>
              <a:cxn ang="0">
                <a:pos x="connsiteX3" y="connsiteY3"/>
              </a:cxn>
            </a:cxnLst>
            <a:rect l="l" t="t" r="r" b="b"/>
            <a:pathLst>
              <a:path w="469726" h="2198317">
                <a:moveTo>
                  <a:pt x="25052" y="2198317"/>
                </a:moveTo>
                <a:lnTo>
                  <a:pt x="469726" y="2198317"/>
                </a:lnTo>
                <a:lnTo>
                  <a:pt x="469726" y="0"/>
                </a:lnTo>
                <a:lnTo>
                  <a:pt x="0" y="0"/>
                </a:lnTo>
              </a:path>
            </a:pathLst>
          </a:custGeom>
          <a:noFill/>
          <a:ln>
            <a:tailEnd type="triangle"/>
          </a:ln>
        </p:spPr>
        <p:style>
          <a:lnRef idx="2">
            <a:schemeClr val="dk1"/>
          </a:lnRef>
          <a:fillRef idx="1">
            <a:schemeClr val="lt1"/>
          </a:fillRef>
          <a:effectRef idx="0">
            <a:schemeClr val="dk1"/>
          </a:effectRef>
          <a:fontRef idx="minor">
            <a:schemeClr val="dk1"/>
          </a:fontRef>
        </p:style>
        <p:txBody>
          <a:bodyPr rtlCol="0" anchor="ctr"/>
          <a:lstStyle/>
          <a:p>
            <a:pPr algn="ctr"/>
            <a:endParaRPr lang="en-CN"/>
          </a:p>
        </p:txBody>
      </p:sp>
      <p:sp>
        <p:nvSpPr>
          <p:cNvPr id="16" name="Freeform 75">
            <a:extLst>
              <a:ext uri="{FF2B5EF4-FFF2-40B4-BE49-F238E27FC236}">
                <a16:creationId xmlns:a16="http://schemas.microsoft.com/office/drawing/2014/main" id="{FB0B76AA-2E5A-5663-A3F4-6ECE2F9169EB}"/>
              </a:ext>
            </a:extLst>
          </p:cNvPr>
          <p:cNvSpPr/>
          <p:nvPr/>
        </p:nvSpPr>
        <p:spPr>
          <a:xfrm>
            <a:off x="3576706" y="4167995"/>
            <a:ext cx="475989" cy="0"/>
          </a:xfrm>
          <a:custGeom>
            <a:avLst/>
            <a:gdLst>
              <a:gd name="connsiteX0" fmla="*/ 475989 w 475989"/>
              <a:gd name="connsiteY0" fmla="*/ 0 h 0"/>
              <a:gd name="connsiteX1" fmla="*/ 0 w 475989"/>
              <a:gd name="connsiteY1" fmla="*/ 0 h 0"/>
            </a:gdLst>
            <a:ahLst/>
            <a:cxnLst>
              <a:cxn ang="0">
                <a:pos x="connsiteX0" y="connsiteY0"/>
              </a:cxn>
              <a:cxn ang="0">
                <a:pos x="connsiteX1" y="connsiteY1"/>
              </a:cxn>
            </a:cxnLst>
            <a:rect l="l" t="t" r="r" b="b"/>
            <a:pathLst>
              <a:path w="475989">
                <a:moveTo>
                  <a:pt x="475989" y="0"/>
                </a:moveTo>
                <a:lnTo>
                  <a:pt x="0" y="0"/>
                </a:lnTo>
              </a:path>
            </a:pathLst>
          </a:custGeom>
          <a:noFill/>
          <a:ln>
            <a:tailEnd type="triangle"/>
          </a:ln>
        </p:spPr>
        <p:style>
          <a:lnRef idx="2">
            <a:schemeClr val="dk1"/>
          </a:lnRef>
          <a:fillRef idx="1">
            <a:schemeClr val="lt1"/>
          </a:fillRef>
          <a:effectRef idx="0">
            <a:schemeClr val="dk1"/>
          </a:effectRef>
          <a:fontRef idx="minor">
            <a:schemeClr val="dk1"/>
          </a:fontRef>
        </p:style>
        <p:txBody>
          <a:bodyPr rtlCol="0" anchor="ctr"/>
          <a:lstStyle/>
          <a:p>
            <a:pPr algn="ctr"/>
            <a:endParaRPr lang="en-CN"/>
          </a:p>
        </p:txBody>
      </p:sp>
      <p:sp>
        <p:nvSpPr>
          <p:cNvPr id="17" name="Freeform 57">
            <a:extLst>
              <a:ext uri="{FF2B5EF4-FFF2-40B4-BE49-F238E27FC236}">
                <a16:creationId xmlns:a16="http://schemas.microsoft.com/office/drawing/2014/main" id="{8957ECDE-8160-D92F-ADE8-75A3ABC9E7B2}"/>
              </a:ext>
            </a:extLst>
          </p:cNvPr>
          <p:cNvSpPr/>
          <p:nvPr/>
        </p:nvSpPr>
        <p:spPr>
          <a:xfrm>
            <a:off x="1761602" y="3393957"/>
            <a:ext cx="221064" cy="934598"/>
          </a:xfrm>
          <a:custGeom>
            <a:avLst/>
            <a:gdLst>
              <a:gd name="connsiteX0" fmla="*/ 0 w 221064"/>
              <a:gd name="connsiteY0" fmla="*/ 1155560 h 1155560"/>
              <a:gd name="connsiteX1" fmla="*/ 0 w 221064"/>
              <a:gd name="connsiteY1" fmla="*/ 0 h 1155560"/>
              <a:gd name="connsiteX2" fmla="*/ 221064 w 221064"/>
              <a:gd name="connsiteY2" fmla="*/ 0 h 1155560"/>
            </a:gdLst>
            <a:ahLst/>
            <a:cxnLst>
              <a:cxn ang="0">
                <a:pos x="connsiteX0" y="connsiteY0"/>
              </a:cxn>
              <a:cxn ang="0">
                <a:pos x="connsiteX1" y="connsiteY1"/>
              </a:cxn>
              <a:cxn ang="0">
                <a:pos x="connsiteX2" y="connsiteY2"/>
              </a:cxn>
            </a:cxnLst>
            <a:rect l="l" t="t" r="r" b="b"/>
            <a:pathLst>
              <a:path w="221064" h="1155560">
                <a:moveTo>
                  <a:pt x="0" y="1155560"/>
                </a:moveTo>
                <a:lnTo>
                  <a:pt x="0" y="0"/>
                </a:lnTo>
                <a:lnTo>
                  <a:pt x="221064" y="0"/>
                </a:lnTo>
              </a:path>
            </a:pathLst>
          </a:custGeom>
          <a:noFill/>
          <a:ln w="44450">
            <a:solidFill>
              <a:schemeClr val="tx1"/>
            </a:solidFill>
            <a:prstDash val="dash"/>
            <a:tailEnd type="triangle"/>
          </a:ln>
        </p:spPr>
        <p:style>
          <a:lnRef idx="2">
            <a:schemeClr val="dk1"/>
          </a:lnRef>
          <a:fillRef idx="1">
            <a:schemeClr val="lt1"/>
          </a:fillRef>
          <a:effectRef idx="0">
            <a:schemeClr val="dk1"/>
          </a:effectRef>
          <a:fontRef idx="minor">
            <a:schemeClr val="dk1"/>
          </a:fontRef>
        </p:style>
        <p:txBody>
          <a:bodyPr rtlCol="0" anchor="ctr"/>
          <a:lstStyle/>
          <a:p>
            <a:pPr algn="ctr"/>
            <a:endParaRPr lang="en-CN" b="0" dirty="0"/>
          </a:p>
        </p:txBody>
      </p:sp>
      <p:sp>
        <p:nvSpPr>
          <p:cNvPr id="18" name="TextBox 154">
            <a:extLst>
              <a:ext uri="{FF2B5EF4-FFF2-40B4-BE49-F238E27FC236}">
                <a16:creationId xmlns:a16="http://schemas.microsoft.com/office/drawing/2014/main" id="{64A588AF-0655-72A1-A45B-7986F98C7D67}"/>
              </a:ext>
            </a:extLst>
          </p:cNvPr>
          <p:cNvSpPr txBox="1"/>
          <p:nvPr/>
        </p:nvSpPr>
        <p:spPr>
          <a:xfrm>
            <a:off x="2772416" y="4547048"/>
            <a:ext cx="1356462" cy="400110"/>
          </a:xfrm>
          <a:prstGeom prst="rect">
            <a:avLst/>
          </a:prstGeom>
          <a:noFill/>
        </p:spPr>
        <p:txBody>
          <a:bodyPr wrap="none" rtlCol="0">
            <a:spAutoFit/>
          </a:bodyPr>
          <a:lstStyle/>
          <a:p>
            <a:r>
              <a:rPr lang="en-US" sz="2000" i="1" dirty="0"/>
              <a:t>e </a:t>
            </a:r>
            <a:r>
              <a:rPr lang="en-US" sz="2000" dirty="0"/>
              <a:t>=</a:t>
            </a:r>
            <a:r>
              <a:rPr lang="en-US" sz="2000" i="1" dirty="0"/>
              <a:t> g(x, s)</a:t>
            </a:r>
            <a:endParaRPr lang="en-CN" sz="2000" i="1" dirty="0"/>
          </a:p>
        </p:txBody>
      </p:sp>
      <p:cxnSp>
        <p:nvCxnSpPr>
          <p:cNvPr id="19" name="Straight Connector 68">
            <a:extLst>
              <a:ext uri="{FF2B5EF4-FFF2-40B4-BE49-F238E27FC236}">
                <a16:creationId xmlns:a16="http://schemas.microsoft.com/office/drawing/2014/main" id="{7A566627-245E-A1B0-4B97-08CBBB113B6F}"/>
              </a:ext>
            </a:extLst>
          </p:cNvPr>
          <p:cNvCxnSpPr/>
          <p:nvPr/>
        </p:nvCxnSpPr>
        <p:spPr>
          <a:xfrm flipV="1">
            <a:off x="4001777" y="4741657"/>
            <a:ext cx="93915" cy="155154"/>
          </a:xfrm>
          <a:prstGeom prst="line">
            <a:avLst/>
          </a:prstGeom>
          <a:ln w="28575"/>
        </p:spPr>
        <p:style>
          <a:lnRef idx="1">
            <a:schemeClr val="dk1"/>
          </a:lnRef>
          <a:fillRef idx="0">
            <a:schemeClr val="dk1"/>
          </a:fillRef>
          <a:effectRef idx="0">
            <a:schemeClr val="dk1"/>
          </a:effectRef>
          <a:fontRef idx="minor">
            <a:schemeClr val="tx1"/>
          </a:fontRef>
        </p:style>
      </p:cxnSp>
      <p:sp>
        <p:nvSpPr>
          <p:cNvPr id="20" name="Rectangle 40">
            <a:extLst>
              <a:ext uri="{FF2B5EF4-FFF2-40B4-BE49-F238E27FC236}">
                <a16:creationId xmlns:a16="http://schemas.microsoft.com/office/drawing/2014/main" id="{AA6255D1-8840-B9FF-7A1D-3DC6CBCAB5D0}"/>
              </a:ext>
            </a:extLst>
          </p:cNvPr>
          <p:cNvSpPr/>
          <p:nvPr/>
        </p:nvSpPr>
        <p:spPr bwMode="auto">
          <a:xfrm>
            <a:off x="2199396" y="5092588"/>
            <a:ext cx="1371600" cy="594360"/>
          </a:xfrm>
          <a:prstGeom prst="rect">
            <a:avLst/>
          </a:prstGeom>
          <a:solidFill>
            <a:schemeClr val="accent4">
              <a:lumMod val="20000"/>
              <a:lumOff val="80000"/>
            </a:schemeClr>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1" i="1" u="none" strike="noStrike" kern="1200" cap="none" spc="0" normalizeH="0" baseline="30000" noProof="0" dirty="0">
              <a:ln>
                <a:noFill/>
              </a:ln>
              <a:solidFill>
                <a:schemeClr val="tx1"/>
              </a:solidFill>
              <a:effectLst/>
              <a:uLnTx/>
              <a:uFillTx/>
              <a:latin typeface="Arial" panose="020B0604020202020204" pitchFamily="34" charset="0"/>
              <a:ea typeface="SimHei" panose="02010609060101010101" pitchFamily="49" charset="-122"/>
              <a:cs typeface="Arial" panose="020B0604020202020204" pitchFamily="34" charset="0"/>
            </a:endParaRPr>
          </a:p>
        </p:txBody>
      </p:sp>
      <p:sp>
        <p:nvSpPr>
          <p:cNvPr id="21" name="Rectangle 40">
            <a:extLst>
              <a:ext uri="{FF2B5EF4-FFF2-40B4-BE49-F238E27FC236}">
                <a16:creationId xmlns:a16="http://schemas.microsoft.com/office/drawing/2014/main" id="{E947922E-FEBC-2309-B20A-3B3CAA9D4A0D}"/>
              </a:ext>
            </a:extLst>
          </p:cNvPr>
          <p:cNvSpPr/>
          <p:nvPr/>
        </p:nvSpPr>
        <p:spPr bwMode="auto">
          <a:xfrm>
            <a:off x="2096326" y="5007095"/>
            <a:ext cx="1371600" cy="594360"/>
          </a:xfrm>
          <a:prstGeom prst="rect">
            <a:avLst/>
          </a:prstGeom>
          <a:solidFill>
            <a:schemeClr val="accent4">
              <a:lumMod val="20000"/>
              <a:lumOff val="80000"/>
            </a:schemeClr>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1" i="1" u="none" strike="noStrike" kern="1200" cap="none" spc="0" normalizeH="0" baseline="30000" noProof="0" dirty="0">
              <a:ln>
                <a:noFill/>
              </a:ln>
              <a:solidFill>
                <a:schemeClr val="tx1"/>
              </a:solidFill>
              <a:effectLst/>
              <a:uLnTx/>
              <a:uFillTx/>
              <a:latin typeface="Arial" panose="020B0604020202020204" pitchFamily="34" charset="0"/>
              <a:ea typeface="SimHei" panose="02010609060101010101" pitchFamily="49" charset="-122"/>
              <a:cs typeface="Arial" panose="020B0604020202020204" pitchFamily="34" charset="0"/>
            </a:endParaRPr>
          </a:p>
        </p:txBody>
      </p:sp>
      <p:sp>
        <p:nvSpPr>
          <p:cNvPr id="22" name="Rectangle 40">
            <a:extLst>
              <a:ext uri="{FF2B5EF4-FFF2-40B4-BE49-F238E27FC236}">
                <a16:creationId xmlns:a16="http://schemas.microsoft.com/office/drawing/2014/main" id="{A91BA53F-87E4-0A96-4C67-9CCD87E971AE}"/>
              </a:ext>
            </a:extLst>
          </p:cNvPr>
          <p:cNvSpPr/>
          <p:nvPr/>
        </p:nvSpPr>
        <p:spPr bwMode="auto">
          <a:xfrm>
            <a:off x="1993255" y="4921601"/>
            <a:ext cx="1371600" cy="594360"/>
          </a:xfrm>
          <a:prstGeom prst="rect">
            <a:avLst/>
          </a:prstGeom>
          <a:solidFill>
            <a:schemeClr val="accent4">
              <a:lumMod val="20000"/>
              <a:lumOff val="80000"/>
            </a:schemeClr>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i="1" u="none" strike="noStrike" kern="1200" cap="none" spc="0" normalizeH="0" baseline="30000" noProof="0" dirty="0">
              <a:ln>
                <a:noFill/>
              </a:ln>
              <a:solidFill>
                <a:schemeClr val="tx1"/>
              </a:solidFill>
              <a:effectLst/>
              <a:uLnTx/>
              <a:uFillTx/>
              <a:latin typeface="Arial" panose="020B0604020202020204" pitchFamily="34" charset="0"/>
              <a:ea typeface="SimHei" panose="02010609060101010101" pitchFamily="49" charset="-122"/>
              <a:cs typeface="Arial" panose="020B0604020202020204" pitchFamily="34" charset="0"/>
            </a:endParaRPr>
          </a:p>
        </p:txBody>
      </p:sp>
      <p:sp>
        <p:nvSpPr>
          <p:cNvPr id="23" name="Freeform 8">
            <a:extLst>
              <a:ext uri="{FF2B5EF4-FFF2-40B4-BE49-F238E27FC236}">
                <a16:creationId xmlns:a16="http://schemas.microsoft.com/office/drawing/2014/main" id="{049C7391-73CC-E450-4F98-AB5245116B92}"/>
              </a:ext>
            </a:extLst>
          </p:cNvPr>
          <p:cNvSpPr/>
          <p:nvPr/>
        </p:nvSpPr>
        <p:spPr>
          <a:xfrm>
            <a:off x="1999110" y="5135174"/>
            <a:ext cx="133148" cy="152903"/>
          </a:xfrm>
          <a:custGeom>
            <a:avLst/>
            <a:gdLst>
              <a:gd name="connsiteX0" fmla="*/ 0 w 87682"/>
              <a:gd name="connsiteY0" fmla="*/ 0 h 169101"/>
              <a:gd name="connsiteX1" fmla="*/ 87682 w 87682"/>
              <a:gd name="connsiteY1" fmla="*/ 87682 h 169101"/>
              <a:gd name="connsiteX2" fmla="*/ 6263 w 87682"/>
              <a:gd name="connsiteY2" fmla="*/ 169101 h 169101"/>
            </a:gdLst>
            <a:ahLst/>
            <a:cxnLst>
              <a:cxn ang="0">
                <a:pos x="connsiteX0" y="connsiteY0"/>
              </a:cxn>
              <a:cxn ang="0">
                <a:pos x="connsiteX1" y="connsiteY1"/>
              </a:cxn>
              <a:cxn ang="0">
                <a:pos x="connsiteX2" y="connsiteY2"/>
              </a:cxn>
            </a:cxnLst>
            <a:rect l="l" t="t" r="r" b="b"/>
            <a:pathLst>
              <a:path w="87682" h="169101">
                <a:moveTo>
                  <a:pt x="0" y="0"/>
                </a:moveTo>
                <a:lnTo>
                  <a:pt x="87682" y="87682"/>
                </a:lnTo>
                <a:lnTo>
                  <a:pt x="6263" y="169101"/>
                </a:lnTo>
              </a:path>
            </a:pathLst>
          </a:cu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CN"/>
          </a:p>
        </p:txBody>
      </p:sp>
      <p:sp>
        <p:nvSpPr>
          <p:cNvPr id="24" name="矩形 10">
            <a:extLst>
              <a:ext uri="{FF2B5EF4-FFF2-40B4-BE49-F238E27FC236}">
                <a16:creationId xmlns:a16="http://schemas.microsoft.com/office/drawing/2014/main" id="{D8B1E757-2F4E-69E5-73D5-D2D45022753D}"/>
              </a:ext>
            </a:extLst>
          </p:cNvPr>
          <p:cNvSpPr/>
          <p:nvPr/>
        </p:nvSpPr>
        <p:spPr>
          <a:xfrm>
            <a:off x="2341238" y="5207319"/>
            <a:ext cx="725146" cy="369332"/>
          </a:xfrm>
          <a:prstGeom prst="rect">
            <a:avLst/>
          </a:prstGeom>
          <a:noFill/>
        </p:spPr>
        <p:txBody>
          <a:bodyPr wrap="square" rtlCol="0">
            <a:spAutoFit/>
          </a:bodyPr>
          <a:lstStyle/>
          <a:p>
            <a:pPr algn="ctr"/>
            <a:r>
              <a:rPr lang="en-US" altLang="zh-CN" dirty="0">
                <a:solidFill>
                  <a:srgbClr val="000000"/>
                </a:solidFill>
                <a:latin typeface="Arial" panose="020B0604020202020204" pitchFamily="34" charset="0"/>
                <a:cs typeface="Arial" panose="020B0604020202020204" pitchFamily="34" charset="0"/>
              </a:rPr>
              <a:t>DFF</a:t>
            </a:r>
          </a:p>
        </p:txBody>
      </p:sp>
      <p:sp>
        <p:nvSpPr>
          <p:cNvPr id="25" name="矩形 10">
            <a:extLst>
              <a:ext uri="{FF2B5EF4-FFF2-40B4-BE49-F238E27FC236}">
                <a16:creationId xmlns:a16="http://schemas.microsoft.com/office/drawing/2014/main" id="{523258B1-57E5-F714-4DDA-074631BFCD79}"/>
              </a:ext>
            </a:extLst>
          </p:cNvPr>
          <p:cNvSpPr/>
          <p:nvPr/>
        </p:nvSpPr>
        <p:spPr>
          <a:xfrm>
            <a:off x="2427441" y="4858322"/>
            <a:ext cx="552740" cy="369332"/>
          </a:xfrm>
          <a:prstGeom prst="rect">
            <a:avLst/>
          </a:prstGeom>
          <a:noFill/>
        </p:spPr>
        <p:txBody>
          <a:bodyPr wrap="square" rtlCol="0">
            <a:spAutoFit/>
          </a:bodyPr>
          <a:lstStyle/>
          <a:p>
            <a:pPr algn="ctr"/>
            <a:r>
              <a:rPr lang="en-US" altLang="zh-CN" dirty="0">
                <a:solidFill>
                  <a:srgbClr val="000000"/>
                </a:solidFill>
                <a:latin typeface="Arial" panose="020B0604020202020204" pitchFamily="34" charset="0"/>
                <a:cs typeface="Arial" panose="020B0604020202020204" pitchFamily="34" charset="0"/>
              </a:rPr>
              <a:t>D</a:t>
            </a:r>
          </a:p>
        </p:txBody>
      </p:sp>
      <p:sp>
        <p:nvSpPr>
          <p:cNvPr id="26" name="矩形 10">
            <a:extLst>
              <a:ext uri="{FF2B5EF4-FFF2-40B4-BE49-F238E27FC236}">
                <a16:creationId xmlns:a16="http://schemas.microsoft.com/office/drawing/2014/main" id="{912EBB0A-4BE4-248A-92FF-A314D081CF4C}"/>
              </a:ext>
            </a:extLst>
          </p:cNvPr>
          <p:cNvSpPr/>
          <p:nvPr/>
        </p:nvSpPr>
        <p:spPr>
          <a:xfrm>
            <a:off x="2987719" y="5032742"/>
            <a:ext cx="491243" cy="369332"/>
          </a:xfrm>
          <a:prstGeom prst="rect">
            <a:avLst/>
          </a:prstGeom>
          <a:noFill/>
        </p:spPr>
        <p:txBody>
          <a:bodyPr wrap="square" rtlCol="0">
            <a:spAutoFit/>
          </a:bodyPr>
          <a:lstStyle/>
          <a:p>
            <a:pPr algn="ctr"/>
            <a:r>
              <a:rPr lang="en-US" altLang="zh-CN" dirty="0">
                <a:solidFill>
                  <a:srgbClr val="000000"/>
                </a:solidFill>
                <a:latin typeface="Arial" panose="020B0604020202020204" pitchFamily="34" charset="0"/>
                <a:cs typeface="Arial" panose="020B0604020202020204" pitchFamily="34" charset="0"/>
              </a:rPr>
              <a:t>Q</a:t>
            </a:r>
          </a:p>
        </p:txBody>
      </p:sp>
      <p:cxnSp>
        <p:nvCxnSpPr>
          <p:cNvPr id="27" name="直接箭头连接符 5">
            <a:extLst>
              <a:ext uri="{FF2B5EF4-FFF2-40B4-BE49-F238E27FC236}">
                <a16:creationId xmlns:a16="http://schemas.microsoft.com/office/drawing/2014/main" id="{4E51CC79-DE23-996D-8D0F-0B7B897C68BB}"/>
              </a:ext>
            </a:extLst>
          </p:cNvPr>
          <p:cNvCxnSpPr>
            <a:cxnSpLocks/>
          </p:cNvCxnSpPr>
          <p:nvPr/>
        </p:nvCxnSpPr>
        <p:spPr>
          <a:xfrm flipH="1">
            <a:off x="2772416" y="4635883"/>
            <a:ext cx="0" cy="28571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Connector 68">
            <a:extLst>
              <a:ext uri="{FF2B5EF4-FFF2-40B4-BE49-F238E27FC236}">
                <a16:creationId xmlns:a16="http://schemas.microsoft.com/office/drawing/2014/main" id="{810C8559-CD74-E161-07A5-6AFE38F51F25}"/>
              </a:ext>
            </a:extLst>
          </p:cNvPr>
          <p:cNvCxnSpPr/>
          <p:nvPr/>
        </p:nvCxnSpPr>
        <p:spPr>
          <a:xfrm flipV="1">
            <a:off x="2725457" y="4684868"/>
            <a:ext cx="93915" cy="155154"/>
          </a:xfrm>
          <a:prstGeom prst="line">
            <a:avLst/>
          </a:prstGeom>
          <a:ln w="28575"/>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008778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0" end="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灯片编号占位符 7"/>
          <p:cNvSpPr>
            <a:spLocks noGrp="1"/>
          </p:cNvSpPr>
          <p:nvPr>
            <p:ph type="sldNum" sz="quarter" idx="12"/>
          </p:nvPr>
        </p:nvSpPr>
        <p:spPr/>
        <p:txBody>
          <a:bodyPr/>
          <a:lstStyle/>
          <a:p>
            <a:pPr>
              <a:defRPr/>
            </a:pPr>
            <a:fld id="{3259D7DD-E1BE-4482-9234-29898EB39847}" type="slidenum">
              <a:rPr lang="en-US" altLang="zh-CN" smtClean="0"/>
              <a:pPr>
                <a:defRPr/>
              </a:pPr>
              <a:t>24</a:t>
            </a:fld>
            <a:endParaRPr lang="en-US" altLang="zh-CN" dirty="0"/>
          </a:p>
        </p:txBody>
      </p:sp>
      <p:sp>
        <p:nvSpPr>
          <p:cNvPr id="2" name="内容占位符 1">
            <a:extLst>
              <a:ext uri="{FF2B5EF4-FFF2-40B4-BE49-F238E27FC236}">
                <a16:creationId xmlns:a16="http://schemas.microsoft.com/office/drawing/2014/main" id="{25C33B47-8D60-4F82-8267-8B215A3E5FE5}"/>
              </a:ext>
            </a:extLst>
          </p:cNvPr>
          <p:cNvSpPr>
            <a:spLocks noGrp="1"/>
          </p:cNvSpPr>
          <p:nvPr>
            <p:ph idx="4294967295"/>
          </p:nvPr>
        </p:nvSpPr>
        <p:spPr>
          <a:xfrm>
            <a:off x="533400" y="1597131"/>
            <a:ext cx="7886700" cy="4648094"/>
          </a:xfrm>
        </p:spPr>
        <p:txBody>
          <a:bodyPr/>
          <a:lstStyle/>
          <a:p>
            <a:pPr marL="0" indent="-365760">
              <a:buClr>
                <a:schemeClr val="tx1"/>
              </a:buClr>
              <a:buSzPct val="80000"/>
            </a:pPr>
            <a:r>
              <a:rPr lang="en-US" altLang="zh-CN" b="0" dirty="0">
                <a:solidFill>
                  <a:srgbClr val="C00000"/>
                </a:solidFill>
                <a:latin typeface="+mn-lt"/>
                <a:ea typeface="黑体" panose="02010609060101010101" pitchFamily="49" charset="-122"/>
              </a:rPr>
              <a:t>Step 1: </a:t>
            </a:r>
            <a:r>
              <a:rPr lang="zh-CN" altLang="en-US" b="0" dirty="0">
                <a:solidFill>
                  <a:srgbClr val="C00000"/>
                </a:solidFill>
                <a:latin typeface="+mn-lt"/>
                <a:ea typeface="黑体" panose="02010609060101010101" pitchFamily="49" charset="-122"/>
              </a:rPr>
              <a:t>抽象出一个有限状态机</a:t>
            </a:r>
            <a:endParaRPr lang="en-US" altLang="zh-CN" b="0" dirty="0">
              <a:solidFill>
                <a:srgbClr val="C00000"/>
              </a:solidFill>
              <a:latin typeface="+mn-lt"/>
              <a:ea typeface="黑体" panose="02010609060101010101" pitchFamily="49" charset="-122"/>
            </a:endParaRPr>
          </a:p>
          <a:p>
            <a:pPr lvl="1" eaLnBrk="1" hangingPunct="1"/>
            <a:r>
              <a:rPr lang="zh-CN" altLang="en-US" b="0" dirty="0">
                <a:latin typeface="+mn-lt"/>
              </a:rPr>
              <a:t>定义</a:t>
            </a:r>
            <a:r>
              <a:rPr lang="en-US" altLang="zh-CN" b="0" dirty="0">
                <a:latin typeface="+mn-lt"/>
              </a:rPr>
              <a:t> </a:t>
            </a:r>
            <a:r>
              <a:rPr lang="zh-CN" altLang="en-US" b="0" dirty="0">
                <a:solidFill>
                  <a:srgbClr val="3333FF"/>
                </a:solidFill>
                <a:latin typeface="+mn-lt"/>
              </a:rPr>
              <a:t>初始状态</a:t>
            </a:r>
            <a:endParaRPr lang="en-US" altLang="zh-CN" b="0" dirty="0">
              <a:solidFill>
                <a:srgbClr val="3333FF"/>
              </a:solidFill>
              <a:latin typeface="+mn-lt"/>
            </a:endParaRPr>
          </a:p>
          <a:p>
            <a:pPr lvl="1" eaLnBrk="1" hangingPunct="1"/>
            <a:r>
              <a:rPr lang="zh-CN" altLang="en-US" b="0" dirty="0">
                <a:latin typeface="+mn-lt"/>
              </a:rPr>
              <a:t>得到有限状态机</a:t>
            </a:r>
            <a:r>
              <a:rPr lang="zh-CN" altLang="en-US" b="0" dirty="0"/>
              <a:t>和</a:t>
            </a:r>
            <a:r>
              <a:rPr lang="zh-CN" altLang="en-US" b="0" dirty="0">
                <a:solidFill>
                  <a:srgbClr val="3333FF"/>
                </a:solidFill>
                <a:latin typeface="+mn-lt"/>
              </a:rPr>
              <a:t>状态转移关系</a:t>
            </a:r>
            <a:endParaRPr lang="en-US" altLang="zh-CN" b="0" dirty="0">
              <a:solidFill>
                <a:srgbClr val="3333FF"/>
              </a:solidFill>
              <a:latin typeface="+mn-lt"/>
              <a:ea typeface="黑体" panose="02010609060101010101" pitchFamily="49" charset="-122"/>
            </a:endParaRPr>
          </a:p>
          <a:p>
            <a:pPr marL="0" indent="-365760">
              <a:buClr>
                <a:schemeClr val="tx1"/>
              </a:buClr>
              <a:buSzPct val="80000"/>
            </a:pPr>
            <a:r>
              <a:rPr lang="en-US" altLang="zh-CN" b="0" dirty="0">
                <a:solidFill>
                  <a:schemeClr val="tx1">
                    <a:lumMod val="50000"/>
                    <a:lumOff val="50000"/>
                  </a:schemeClr>
                </a:solidFill>
                <a:latin typeface="+mn-lt"/>
                <a:ea typeface="黑体" panose="02010609060101010101" pitchFamily="49" charset="-122"/>
              </a:rPr>
              <a:t>Step 2: </a:t>
            </a:r>
            <a:r>
              <a:rPr lang="zh-CN" altLang="en-US" b="0" dirty="0">
                <a:solidFill>
                  <a:schemeClr val="tx1">
                    <a:lumMod val="50000"/>
                    <a:lumOff val="50000"/>
                  </a:schemeClr>
                </a:solidFill>
                <a:latin typeface="+mn-lt"/>
                <a:ea typeface="黑体" panose="02010609060101010101" pitchFamily="49" charset="-122"/>
              </a:rPr>
              <a:t>状态化简</a:t>
            </a:r>
            <a:endParaRPr lang="en-US" altLang="zh-CN" b="0" dirty="0">
              <a:solidFill>
                <a:schemeClr val="tx1">
                  <a:lumMod val="50000"/>
                  <a:lumOff val="50000"/>
                </a:schemeClr>
              </a:solidFill>
              <a:latin typeface="+mn-lt"/>
              <a:ea typeface="黑体" panose="02010609060101010101" pitchFamily="49" charset="-122"/>
            </a:endParaRPr>
          </a:p>
          <a:p>
            <a:pPr marL="0" indent="-365760">
              <a:buClr>
                <a:schemeClr val="tx1"/>
              </a:buClr>
              <a:buSzPct val="80000"/>
            </a:pPr>
            <a:r>
              <a:rPr lang="en-US" altLang="zh-CN" b="0" dirty="0">
                <a:solidFill>
                  <a:schemeClr val="tx1">
                    <a:lumMod val="50000"/>
                    <a:lumOff val="50000"/>
                  </a:schemeClr>
                </a:solidFill>
                <a:latin typeface="+mn-lt"/>
                <a:ea typeface="黑体" panose="02010609060101010101" pitchFamily="49" charset="-122"/>
              </a:rPr>
              <a:t>Step 3: </a:t>
            </a:r>
            <a:r>
              <a:rPr lang="zh-CN" altLang="en-US" b="0" dirty="0">
                <a:solidFill>
                  <a:schemeClr val="tx1">
                    <a:lumMod val="50000"/>
                    <a:lumOff val="50000"/>
                  </a:schemeClr>
                </a:solidFill>
                <a:latin typeface="+mn-lt"/>
                <a:ea typeface="黑体" panose="02010609060101010101" pitchFamily="49" charset="-122"/>
              </a:rPr>
              <a:t>状态分配</a:t>
            </a:r>
            <a:r>
              <a:rPr lang="en-US" altLang="zh-CN" b="0" dirty="0">
                <a:solidFill>
                  <a:schemeClr val="tx1">
                    <a:lumMod val="50000"/>
                    <a:lumOff val="50000"/>
                  </a:schemeClr>
                </a:solidFill>
                <a:latin typeface="+mn-lt"/>
                <a:ea typeface="黑体" panose="02010609060101010101" pitchFamily="49" charset="-122"/>
              </a:rPr>
              <a:t>/</a:t>
            </a:r>
            <a:r>
              <a:rPr lang="zh-CN" altLang="en-US" b="0" dirty="0">
                <a:solidFill>
                  <a:schemeClr val="tx1">
                    <a:lumMod val="50000"/>
                    <a:lumOff val="50000"/>
                  </a:schemeClr>
                </a:solidFill>
                <a:latin typeface="+mn-lt"/>
                <a:ea typeface="黑体" panose="02010609060101010101" pitchFamily="49" charset="-122"/>
              </a:rPr>
              <a:t>表示</a:t>
            </a:r>
            <a:endParaRPr lang="en-US" altLang="zh-CN" b="0" dirty="0">
              <a:solidFill>
                <a:schemeClr val="tx1">
                  <a:lumMod val="50000"/>
                  <a:lumOff val="50000"/>
                </a:schemeClr>
              </a:solidFill>
              <a:latin typeface="+mn-lt"/>
              <a:ea typeface="黑体" panose="02010609060101010101" pitchFamily="49" charset="-122"/>
            </a:endParaRPr>
          </a:p>
          <a:p>
            <a:pPr marL="0" indent="-365760">
              <a:buClr>
                <a:schemeClr val="tx1"/>
              </a:buClr>
              <a:buSzPct val="80000"/>
            </a:pPr>
            <a:r>
              <a:rPr lang="en-US" altLang="zh-CN" b="0" dirty="0">
                <a:solidFill>
                  <a:schemeClr val="tx1">
                    <a:lumMod val="50000"/>
                    <a:lumOff val="50000"/>
                  </a:schemeClr>
                </a:solidFill>
                <a:latin typeface="+mn-lt"/>
                <a:ea typeface="黑体" panose="02010609060101010101" pitchFamily="49" charset="-122"/>
              </a:rPr>
              <a:t>Step 4: </a:t>
            </a:r>
            <a:r>
              <a:rPr lang="zh-CN" altLang="en-US" b="0" dirty="0">
                <a:solidFill>
                  <a:schemeClr val="tx1">
                    <a:lumMod val="50000"/>
                    <a:lumOff val="50000"/>
                  </a:schemeClr>
                </a:solidFill>
                <a:latin typeface="+mn-lt"/>
                <a:ea typeface="黑体" panose="02010609060101010101" pitchFamily="49" charset="-122"/>
              </a:rPr>
              <a:t>确定激励方程和输出方程</a:t>
            </a:r>
          </a:p>
          <a:p>
            <a:pPr marL="0" indent="-365760">
              <a:buClr>
                <a:schemeClr val="tx1"/>
              </a:buClr>
              <a:buSzPct val="80000"/>
            </a:pPr>
            <a:r>
              <a:rPr lang="en-US" altLang="zh-CN" b="0" dirty="0">
                <a:solidFill>
                  <a:schemeClr val="tx1">
                    <a:lumMod val="50000"/>
                    <a:lumOff val="50000"/>
                  </a:schemeClr>
                </a:solidFill>
                <a:latin typeface="+mn-lt"/>
                <a:ea typeface="黑体" panose="02010609060101010101" pitchFamily="49" charset="-122"/>
              </a:rPr>
              <a:t>Step 5: </a:t>
            </a:r>
            <a:r>
              <a:rPr lang="zh-CN" altLang="en-US" b="0" dirty="0">
                <a:solidFill>
                  <a:schemeClr val="tx1">
                    <a:lumMod val="50000"/>
                    <a:lumOff val="50000"/>
                  </a:schemeClr>
                </a:solidFill>
                <a:latin typeface="+mn-lt"/>
                <a:ea typeface="黑体" panose="02010609060101010101" pitchFamily="49" charset="-122"/>
              </a:rPr>
              <a:t>画出逻辑电路图</a:t>
            </a:r>
          </a:p>
        </p:txBody>
      </p:sp>
      <p:sp>
        <p:nvSpPr>
          <p:cNvPr id="4" name="Title 4">
            <a:extLst>
              <a:ext uri="{FF2B5EF4-FFF2-40B4-BE49-F238E27FC236}">
                <a16:creationId xmlns:a16="http://schemas.microsoft.com/office/drawing/2014/main" id="{927B37C4-8843-CBD0-DB2A-843826F0A914}"/>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en-US" altLang="zh-CN" dirty="0">
                <a:latin typeface="黑体" panose="02010609060101010101" pitchFamily="49" charset="-122"/>
                <a:ea typeface="黑体" panose="02010609060101010101" pitchFamily="49" charset="-122"/>
              </a:rPr>
              <a:t>FSM</a:t>
            </a:r>
            <a:r>
              <a:rPr lang="zh-CN" altLang="en-US" dirty="0">
                <a:latin typeface="黑体" panose="02010609060101010101" pitchFamily="49" charset="-122"/>
                <a:ea typeface="黑体" panose="02010609060101010101" pitchFamily="49" charset="-122"/>
              </a:rPr>
              <a:t>设计方法</a:t>
            </a:r>
            <a:endParaRPr lang="en-CN" altLang="zh-CN" sz="4000" dirty="0">
              <a:solidFill>
                <a:srgbClr val="0000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351724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灯片编号占位符 18"/>
          <p:cNvSpPr>
            <a:spLocks noGrp="1"/>
          </p:cNvSpPr>
          <p:nvPr>
            <p:ph type="sldNum" sz="quarter" idx="12"/>
          </p:nvPr>
        </p:nvSpPr>
        <p:spPr/>
        <p:txBody>
          <a:bodyPr/>
          <a:lstStyle/>
          <a:p>
            <a:pPr>
              <a:defRPr/>
            </a:pPr>
            <a:fld id="{F55798EF-E9AF-45E4-8704-AC31D263761A}" type="slidenum">
              <a:rPr lang="en-US" altLang="zh-CN" smtClean="0"/>
              <a:pPr>
                <a:defRPr/>
              </a:pPr>
              <a:t>25</a:t>
            </a:fld>
            <a:endParaRPr lang="en-US" altLang="zh-CN" dirty="0"/>
          </a:p>
        </p:txBody>
      </p:sp>
      <p:sp>
        <p:nvSpPr>
          <p:cNvPr id="497667" name="Rectangle 3"/>
          <p:cNvSpPr>
            <a:spLocks noGrp="1" noChangeArrowheads="1"/>
          </p:cNvSpPr>
          <p:nvPr>
            <p:ph idx="4294967295"/>
          </p:nvPr>
        </p:nvSpPr>
        <p:spPr>
          <a:xfrm>
            <a:off x="455089" y="1465262"/>
            <a:ext cx="4387850" cy="5256213"/>
          </a:xfrm>
        </p:spPr>
        <p:txBody>
          <a:bodyPr>
            <a:normAutofit/>
          </a:bodyPr>
          <a:lstStyle/>
          <a:p>
            <a:r>
              <a:rPr lang="zh-CN" altLang="en-US" sz="2800" b="0" dirty="0">
                <a:latin typeface="+mn-lt"/>
              </a:rPr>
              <a:t>输入</a:t>
            </a:r>
          </a:p>
          <a:p>
            <a:pPr lvl="1"/>
            <a:r>
              <a:rPr lang="zh-CN" altLang="en-US" sz="2400" b="0" dirty="0">
                <a:latin typeface="+mn-lt"/>
              </a:rPr>
              <a:t>跑步距离</a:t>
            </a:r>
            <a:r>
              <a:rPr lang="en-US" altLang="zh-CN" sz="2400" b="0" dirty="0">
                <a:latin typeface="+mn-lt"/>
              </a:rPr>
              <a:t> </a:t>
            </a:r>
            <a:r>
              <a:rPr lang="en-US" altLang="zh-CN" sz="2400" b="0" dirty="0">
                <a:solidFill>
                  <a:srgbClr val="C00000"/>
                </a:solidFill>
                <a:latin typeface="+mn-lt"/>
              </a:rPr>
              <a:t>Today</a:t>
            </a:r>
          </a:p>
          <a:p>
            <a:r>
              <a:rPr lang="zh-CN" altLang="en-US" sz="2800" b="0" dirty="0">
                <a:latin typeface="+mn-lt"/>
              </a:rPr>
              <a:t>输出</a:t>
            </a:r>
          </a:p>
          <a:p>
            <a:pPr lvl="1"/>
            <a:r>
              <a:rPr lang="zh-CN" altLang="en-US" sz="2400" b="0" dirty="0">
                <a:latin typeface="+mn-lt"/>
              </a:rPr>
              <a:t>剩余距离</a:t>
            </a:r>
            <a:r>
              <a:rPr lang="en-US" altLang="zh-CN" sz="2400" b="0" dirty="0">
                <a:latin typeface="+mn-lt"/>
              </a:rPr>
              <a:t> </a:t>
            </a:r>
            <a:r>
              <a:rPr lang="en-US" altLang="zh-CN" sz="2400" b="0" dirty="0">
                <a:solidFill>
                  <a:srgbClr val="00B050"/>
                </a:solidFill>
                <a:latin typeface="+mn-lt"/>
              </a:rPr>
              <a:t>Left</a:t>
            </a:r>
            <a:endParaRPr lang="en-US" altLang="zh-CN" sz="2400" b="0" dirty="0">
              <a:latin typeface="+mn-lt"/>
            </a:endParaRPr>
          </a:p>
          <a:p>
            <a:pPr lvl="1"/>
            <a:r>
              <a:rPr lang="zh-CN" altLang="en-US" sz="2400" b="0" dirty="0">
                <a:latin typeface="+mn-lt"/>
              </a:rPr>
              <a:t>输出</a:t>
            </a:r>
            <a:r>
              <a:rPr lang="en-US" altLang="zh-CN" sz="2400" b="0" dirty="0">
                <a:latin typeface="+mn-lt"/>
              </a:rPr>
              <a:t> = ?</a:t>
            </a:r>
          </a:p>
          <a:p>
            <a:pPr eaLnBrk="1" hangingPunct="1"/>
            <a:r>
              <a:rPr lang="zh-CN" altLang="en-US" sz="2800" b="0" dirty="0">
                <a:latin typeface="+mn-lt"/>
              </a:rPr>
              <a:t>状态</a:t>
            </a:r>
            <a:endParaRPr lang="en-US" altLang="zh-CN" sz="2800" b="0" dirty="0">
              <a:latin typeface="+mn-lt"/>
            </a:endParaRPr>
          </a:p>
          <a:p>
            <a:pPr lvl="1"/>
            <a:r>
              <a:rPr lang="en-US" altLang="zh-CN" sz="2400" b="0" dirty="0">
                <a:solidFill>
                  <a:srgbClr val="00B050"/>
                </a:solidFill>
                <a:latin typeface="+mn-lt"/>
              </a:rPr>
              <a:t>Total </a:t>
            </a:r>
            <a:r>
              <a:rPr lang="zh-CN" altLang="en-US" sz="2400" b="0" dirty="0">
                <a:latin typeface="+mn-lt"/>
              </a:rPr>
              <a:t>距离</a:t>
            </a:r>
            <a:endParaRPr lang="en-US" altLang="zh-CN" sz="2400" b="0" dirty="0">
              <a:latin typeface="+mn-lt"/>
            </a:endParaRPr>
          </a:p>
          <a:p>
            <a:pPr lvl="1"/>
            <a:r>
              <a:rPr lang="zh-CN" altLang="en-US" sz="2400" b="0" dirty="0">
                <a:latin typeface="+mn-lt"/>
              </a:rPr>
              <a:t>新状态</a:t>
            </a:r>
            <a:r>
              <a:rPr lang="en-US" altLang="zh-CN" sz="2400" b="0" dirty="0">
                <a:latin typeface="+mn-lt"/>
              </a:rPr>
              <a:t> = ?</a:t>
            </a:r>
          </a:p>
        </p:txBody>
      </p:sp>
      <p:grpSp>
        <p:nvGrpSpPr>
          <p:cNvPr id="2" name="Group 1">
            <a:extLst>
              <a:ext uri="{FF2B5EF4-FFF2-40B4-BE49-F238E27FC236}">
                <a16:creationId xmlns:a16="http://schemas.microsoft.com/office/drawing/2014/main" id="{B5AF041B-7696-C044-94C6-76DB98932710}"/>
              </a:ext>
            </a:extLst>
          </p:cNvPr>
          <p:cNvGrpSpPr/>
          <p:nvPr/>
        </p:nvGrpSpPr>
        <p:grpSpPr>
          <a:xfrm>
            <a:off x="5956024" y="4676861"/>
            <a:ext cx="2336800" cy="1818850"/>
            <a:chOff x="6197601" y="4353348"/>
            <a:chExt cx="2336800" cy="1818850"/>
          </a:xfrm>
        </p:grpSpPr>
        <p:pic>
          <p:nvPicPr>
            <p:cNvPr id="137340" name="Picture 124">
              <a:extLst>
                <a:ext uri="{FF2B5EF4-FFF2-40B4-BE49-F238E27FC236}">
                  <a16:creationId xmlns:a16="http://schemas.microsoft.com/office/drawing/2014/main" id="{86A83266-7146-6F46-B4A1-FEE17B82703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4609" b="15217"/>
            <a:stretch/>
          </p:blipFill>
          <p:spPr bwMode="auto">
            <a:xfrm>
              <a:off x="6197601" y="4532398"/>
              <a:ext cx="2336800" cy="1639800"/>
            </a:xfrm>
            <a:prstGeom prst="rect">
              <a:avLst/>
            </a:prstGeom>
            <a:noFill/>
            <a:extLst>
              <a:ext uri="{909E8E84-426E-40DD-AFC4-6F175D3DCCD1}">
                <a14:hiddenFill xmlns:a14="http://schemas.microsoft.com/office/drawing/2010/main">
                  <a:solidFill>
                    <a:srgbClr val="FFFFFF"/>
                  </a:solidFill>
                </a14:hiddenFill>
              </a:ext>
            </a:extLst>
          </p:spPr>
        </p:pic>
        <p:pic>
          <p:nvPicPr>
            <p:cNvPr id="137344" name="Picture 128" descr="Image result for lap running icon">
              <a:extLst>
                <a:ext uri="{FF2B5EF4-FFF2-40B4-BE49-F238E27FC236}">
                  <a16:creationId xmlns:a16="http://schemas.microsoft.com/office/drawing/2014/main" id="{69978CE4-C835-4048-AD66-4FE66619F2D0}"/>
                </a:ext>
              </a:extLst>
            </p:cNvPr>
            <p:cNvPicPr>
              <a:picLocks noChangeAspect="1" noChangeArrowheads="1"/>
            </p:cNvPicPr>
            <p:nvPr/>
          </p:nvPicPr>
          <p:blipFill>
            <a:blip r:embed="rId4" cstate="print">
              <a:extLst>
                <a:ext uri="{BEBA8EAE-BF5A-486C-A8C5-ECC9F3942E4B}">
                  <a14:imgProps xmlns:a14="http://schemas.microsoft.com/office/drawing/2010/main">
                    <a14:imgLayer r:embed="rId5">
                      <a14:imgEffect>
                        <a14:backgroundRemoval t="2184" b="89806" l="9662" r="89855">
                          <a14:foregroundMark x1="9662" y1="6068" x2="8454" y2="54612"/>
                          <a14:foregroundMark x1="8454" y1="54612" x2="26812" y2="98544"/>
                          <a14:foregroundMark x1="26812" y1="98544" x2="73913" y2="93447"/>
                          <a14:foregroundMark x1="73913" y1="93447" x2="68599" y2="45631"/>
                          <a14:foregroundMark x1="68599" y1="45631" x2="40097" y2="6068"/>
                          <a14:foregroundMark x1="40097" y1="6068" x2="9662" y2="2184"/>
                        </a14:backgroundRemoval>
                      </a14:imgEffect>
                    </a14:imgLayer>
                  </a14:imgProps>
                </a:ext>
                <a:ext uri="{28A0092B-C50C-407E-A947-70E740481C1C}">
                  <a14:useLocalDpi xmlns:a14="http://schemas.microsoft.com/office/drawing/2010/main" val="0"/>
                </a:ext>
              </a:extLst>
            </a:blip>
            <a:srcRect/>
            <a:stretch>
              <a:fillRect/>
            </a:stretch>
          </p:blipFill>
          <p:spPr bwMode="auto">
            <a:xfrm>
              <a:off x="6502401" y="4353348"/>
              <a:ext cx="685800" cy="682487"/>
            </a:xfrm>
            <a:prstGeom prst="rect">
              <a:avLst/>
            </a:prstGeom>
            <a:noFill/>
            <a:extLst>
              <a:ext uri="{909E8E84-426E-40DD-AFC4-6F175D3DCCD1}">
                <a14:hiddenFill xmlns:a14="http://schemas.microsoft.com/office/drawing/2010/main">
                  <a:solidFill>
                    <a:srgbClr val="FFFFFF"/>
                  </a:solidFill>
                </a14:hiddenFill>
              </a:ext>
            </a:extLst>
          </p:spPr>
        </p:pic>
      </p:grpSp>
      <p:sp>
        <p:nvSpPr>
          <p:cNvPr id="24" name="TextBox 23">
            <a:extLst>
              <a:ext uri="{FF2B5EF4-FFF2-40B4-BE49-F238E27FC236}">
                <a16:creationId xmlns:a16="http://schemas.microsoft.com/office/drawing/2014/main" id="{7DB1CA7A-2DB8-4523-8F1A-D12575C25C11}"/>
              </a:ext>
            </a:extLst>
          </p:cNvPr>
          <p:cNvSpPr txBox="1"/>
          <p:nvPr/>
        </p:nvSpPr>
        <p:spPr>
          <a:xfrm>
            <a:off x="2057400" y="5725180"/>
            <a:ext cx="2568332" cy="523220"/>
          </a:xfrm>
          <a:prstGeom prst="rect">
            <a:avLst/>
          </a:prstGeom>
          <a:noFill/>
        </p:spPr>
        <p:txBody>
          <a:bodyPr wrap="none" rtlCol="0">
            <a:spAutoFit/>
          </a:bodyPr>
          <a:lstStyle/>
          <a:p>
            <a:pPr algn="l"/>
            <a:r>
              <a:rPr lang="zh-CN" altLang="en-US" sz="2800" dirty="0">
                <a:solidFill>
                  <a:srgbClr val="3333FF"/>
                </a:solidFill>
                <a:latin typeface="+mn-ea"/>
                <a:ea typeface="+mn-ea"/>
                <a:cs typeface="Arial" panose="020B0604020202020204" pitchFamily="34" charset="0"/>
              </a:rPr>
              <a:t>逻辑过于复杂</a:t>
            </a:r>
            <a:r>
              <a:rPr lang="en-CN" sz="2800" dirty="0">
                <a:solidFill>
                  <a:srgbClr val="3333FF"/>
                </a:solidFill>
                <a:latin typeface="+mn-ea"/>
                <a:ea typeface="+mn-ea"/>
                <a:cs typeface="Arial" panose="020B0604020202020204" pitchFamily="34" charset="0"/>
              </a:rPr>
              <a:t>?</a:t>
            </a:r>
          </a:p>
        </p:txBody>
      </p:sp>
      <p:sp>
        <p:nvSpPr>
          <p:cNvPr id="6" name="Title 4">
            <a:extLst>
              <a:ext uri="{FF2B5EF4-FFF2-40B4-BE49-F238E27FC236}">
                <a16:creationId xmlns:a16="http://schemas.microsoft.com/office/drawing/2014/main" id="{EF4965D2-D328-987F-CE31-242408103B10}"/>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t>例</a:t>
            </a:r>
            <a:r>
              <a:rPr lang="en-US" altLang="zh-CN" dirty="0"/>
              <a:t>1: </a:t>
            </a:r>
            <a:r>
              <a:rPr lang="zh-CN" altLang="en-US" dirty="0"/>
              <a:t>训练累计器</a:t>
            </a:r>
            <a:endParaRPr lang="en-CN" altLang="zh-CN" sz="4000" dirty="0">
              <a:solidFill>
                <a:srgbClr val="0000FF"/>
              </a:solidFill>
              <a:latin typeface="Arial" panose="020B0604020202020204" pitchFamily="34" charset="0"/>
              <a:cs typeface="Arial" panose="020B0604020202020204" pitchFamily="34" charset="0"/>
            </a:endParaRPr>
          </a:p>
        </p:txBody>
      </p:sp>
      <p:sp>
        <p:nvSpPr>
          <p:cNvPr id="28" name="Rectangle 36">
            <a:extLst>
              <a:ext uri="{FF2B5EF4-FFF2-40B4-BE49-F238E27FC236}">
                <a16:creationId xmlns:a16="http://schemas.microsoft.com/office/drawing/2014/main" id="{633F63BB-703B-4D12-AF0C-E842CC618965}"/>
              </a:ext>
            </a:extLst>
          </p:cNvPr>
          <p:cNvSpPr/>
          <p:nvPr/>
        </p:nvSpPr>
        <p:spPr>
          <a:xfrm>
            <a:off x="6015293" y="1631779"/>
            <a:ext cx="2122101" cy="1618699"/>
          </a:xfrm>
          <a:prstGeom prst="rect">
            <a:avLst/>
          </a:prstGeom>
          <a:solidFill>
            <a:schemeClr val="bg1">
              <a:lumMod val="95000"/>
            </a:schemeClr>
          </a:solidFill>
        </p:spPr>
        <p:txBody>
          <a:bodyPr wrap="square" rtlCol="0" anchor="t">
            <a:noAutofit/>
          </a:bodyPr>
          <a:lstStyle/>
          <a:p>
            <a:pPr algn="ctr"/>
            <a:r>
              <a:rPr lang="zh-CN" altLang="en-US" sz="2000" b="1" dirty="0">
                <a:latin typeface="+mj-lt"/>
                <a:ea typeface="+mj-ea"/>
                <a:cs typeface="Arial" panose="020B0604020202020204" pitchFamily="34" charset="0"/>
              </a:rPr>
              <a:t>组合逻辑</a:t>
            </a:r>
            <a:endParaRPr lang="en-CN" sz="2000" b="1" dirty="0">
              <a:latin typeface="+mj-lt"/>
              <a:ea typeface="+mj-ea"/>
              <a:cs typeface="Arial" panose="020B0604020202020204" pitchFamily="34" charset="0"/>
            </a:endParaRPr>
          </a:p>
        </p:txBody>
      </p:sp>
      <p:sp>
        <p:nvSpPr>
          <p:cNvPr id="29" name="Rectangle 46">
            <a:extLst>
              <a:ext uri="{FF2B5EF4-FFF2-40B4-BE49-F238E27FC236}">
                <a16:creationId xmlns:a16="http://schemas.microsoft.com/office/drawing/2014/main" id="{5A9DE7E5-966B-4791-B142-D4F30C7D12C1}"/>
              </a:ext>
            </a:extLst>
          </p:cNvPr>
          <p:cNvSpPr/>
          <p:nvPr/>
        </p:nvSpPr>
        <p:spPr bwMode="auto">
          <a:xfrm>
            <a:off x="6428206" y="2619848"/>
            <a:ext cx="1408024" cy="463542"/>
          </a:xfrm>
          <a:prstGeom prst="rect">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1800" dirty="0">
                <a:solidFill>
                  <a:srgbClr val="000000"/>
                </a:solidFill>
                <a:latin typeface="+mj-lt"/>
                <a:ea typeface="+mj-ea"/>
                <a:cs typeface="Arial" panose="020B0604020202020204" pitchFamily="34" charset="0"/>
              </a:rPr>
              <a:t>+</a:t>
            </a:r>
            <a:endParaRPr kumimoji="0" lang="en-US" sz="2800" i="0" u="none" strike="noStrike" kern="1200" cap="none" spc="0" normalizeH="0" baseline="0" noProof="0" dirty="0">
              <a:ln>
                <a:noFill/>
              </a:ln>
              <a:solidFill>
                <a:srgbClr val="000000"/>
              </a:solidFill>
              <a:effectLst/>
              <a:uLnTx/>
              <a:uFillTx/>
              <a:latin typeface="+mj-lt"/>
              <a:ea typeface="+mj-ea"/>
              <a:cs typeface="Arial" panose="020B0604020202020204" pitchFamily="34" charset="0"/>
            </a:endParaRPr>
          </a:p>
        </p:txBody>
      </p:sp>
      <p:sp>
        <p:nvSpPr>
          <p:cNvPr id="30" name="TextBox 50">
            <a:extLst>
              <a:ext uri="{FF2B5EF4-FFF2-40B4-BE49-F238E27FC236}">
                <a16:creationId xmlns:a16="http://schemas.microsoft.com/office/drawing/2014/main" id="{4425EB84-E3B7-4EE9-9D28-F00EBE4C5242}"/>
              </a:ext>
            </a:extLst>
          </p:cNvPr>
          <p:cNvSpPr txBox="1"/>
          <p:nvPr/>
        </p:nvSpPr>
        <p:spPr>
          <a:xfrm>
            <a:off x="4813910" y="2566427"/>
            <a:ext cx="866216" cy="400110"/>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000" i="0" u="none" strike="noStrike" kern="1200" cap="none" spc="0" normalizeH="0" baseline="0" noProof="0" dirty="0">
                <a:ln>
                  <a:noFill/>
                </a:ln>
                <a:solidFill>
                  <a:schemeClr val="accent5">
                    <a:lumMod val="50000"/>
                  </a:schemeClr>
                </a:solidFill>
                <a:effectLst/>
                <a:uLnTx/>
                <a:uFillTx/>
                <a:latin typeface="+mj-lt"/>
                <a:ea typeface="+mj-ea"/>
                <a:cs typeface="Arial" panose="020B0604020202020204" pitchFamily="34" charset="0"/>
              </a:rPr>
              <a:t>Today</a:t>
            </a:r>
            <a:endParaRPr kumimoji="0" lang="en-US" sz="2000" i="0" u="none" strike="noStrike" kern="1200" cap="none" spc="0" normalizeH="0" baseline="0" noProof="0" dirty="0">
              <a:ln>
                <a:noFill/>
              </a:ln>
              <a:solidFill>
                <a:schemeClr val="accent5">
                  <a:lumMod val="50000"/>
                </a:schemeClr>
              </a:solidFill>
              <a:effectLst/>
              <a:uLnTx/>
              <a:uFillTx/>
              <a:latin typeface="+mj-lt"/>
              <a:ea typeface="+mj-ea"/>
              <a:cs typeface="Arial" panose="020B0604020202020204" pitchFamily="34" charset="0"/>
            </a:endParaRPr>
          </a:p>
        </p:txBody>
      </p:sp>
      <p:sp>
        <p:nvSpPr>
          <p:cNvPr id="31" name="TextBox 51">
            <a:extLst>
              <a:ext uri="{FF2B5EF4-FFF2-40B4-BE49-F238E27FC236}">
                <a16:creationId xmlns:a16="http://schemas.microsoft.com/office/drawing/2014/main" id="{A8F7EACA-D7FF-47AE-BA8E-32FAAF23A0BF}"/>
              </a:ext>
            </a:extLst>
          </p:cNvPr>
          <p:cNvSpPr txBox="1"/>
          <p:nvPr/>
        </p:nvSpPr>
        <p:spPr>
          <a:xfrm>
            <a:off x="8416119" y="2114467"/>
            <a:ext cx="611065" cy="400110"/>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000" i="0" u="none" strike="noStrike" kern="1200" cap="none" spc="0" normalizeH="0" baseline="0" noProof="0" dirty="0">
                <a:ln>
                  <a:noFill/>
                </a:ln>
                <a:solidFill>
                  <a:srgbClr val="00B050"/>
                </a:solidFill>
                <a:effectLst/>
                <a:uLnTx/>
                <a:uFillTx/>
                <a:latin typeface="+mj-lt"/>
                <a:ea typeface="+mj-ea"/>
                <a:cs typeface="Arial" panose="020B0604020202020204" pitchFamily="34" charset="0"/>
              </a:rPr>
              <a:t>Left</a:t>
            </a:r>
            <a:endParaRPr kumimoji="0" lang="en-US" sz="2000" i="0" u="none" strike="noStrike" kern="1200" cap="none" spc="0" normalizeH="0" baseline="0" noProof="0" dirty="0">
              <a:ln>
                <a:noFill/>
              </a:ln>
              <a:solidFill>
                <a:srgbClr val="00B050"/>
              </a:solidFill>
              <a:effectLst/>
              <a:uLnTx/>
              <a:uFillTx/>
              <a:latin typeface="+mj-lt"/>
              <a:ea typeface="+mj-ea"/>
              <a:cs typeface="Arial" panose="020B0604020202020204" pitchFamily="34" charset="0"/>
            </a:endParaRPr>
          </a:p>
        </p:txBody>
      </p:sp>
      <p:cxnSp>
        <p:nvCxnSpPr>
          <p:cNvPr id="32" name="Straight Arrow Connector 52">
            <a:extLst>
              <a:ext uri="{FF2B5EF4-FFF2-40B4-BE49-F238E27FC236}">
                <a16:creationId xmlns:a16="http://schemas.microsoft.com/office/drawing/2014/main" id="{11F2C9FE-89AD-4D9F-94C0-819E795B57DE}"/>
              </a:ext>
            </a:extLst>
          </p:cNvPr>
          <p:cNvCxnSpPr>
            <a:cxnSpLocks/>
          </p:cNvCxnSpPr>
          <p:nvPr/>
        </p:nvCxnSpPr>
        <p:spPr bwMode="auto">
          <a:xfrm>
            <a:off x="7836230" y="2327977"/>
            <a:ext cx="529764" cy="0"/>
          </a:xfrm>
          <a:prstGeom prst="straightConnector1">
            <a:avLst/>
          </a:prstGeom>
          <a:noFill/>
          <a:ln w="28575" cap="flat" cmpd="sng" algn="ctr">
            <a:solidFill>
              <a:schemeClr val="tx1"/>
            </a:solidFill>
            <a:prstDash val="solid"/>
            <a:round/>
            <a:headEnd type="none" w="med" len="med"/>
            <a:tailEnd type="triangle" w="med" len="med"/>
          </a:ln>
          <a:effectLst/>
        </p:spPr>
      </p:cxnSp>
      <p:sp>
        <p:nvSpPr>
          <p:cNvPr id="34" name="Freeform 59">
            <a:extLst>
              <a:ext uri="{FF2B5EF4-FFF2-40B4-BE49-F238E27FC236}">
                <a16:creationId xmlns:a16="http://schemas.microsoft.com/office/drawing/2014/main" id="{130E3A7F-2CC8-4015-A015-563C037A4DAC}"/>
              </a:ext>
            </a:extLst>
          </p:cNvPr>
          <p:cNvSpPr/>
          <p:nvPr/>
        </p:nvSpPr>
        <p:spPr bwMode="auto">
          <a:xfrm>
            <a:off x="7830954" y="2875616"/>
            <a:ext cx="529763" cy="914401"/>
          </a:xfrm>
          <a:custGeom>
            <a:avLst/>
            <a:gdLst>
              <a:gd name="connsiteX0" fmla="*/ 16042 w 256673"/>
              <a:gd name="connsiteY0" fmla="*/ 0 h 513347"/>
              <a:gd name="connsiteX1" fmla="*/ 256673 w 256673"/>
              <a:gd name="connsiteY1" fmla="*/ 0 h 513347"/>
              <a:gd name="connsiteX2" fmla="*/ 256673 w 256673"/>
              <a:gd name="connsiteY2" fmla="*/ 513347 h 513347"/>
              <a:gd name="connsiteX3" fmla="*/ 0 w 256673"/>
              <a:gd name="connsiteY3" fmla="*/ 513347 h 513347"/>
              <a:gd name="connsiteX0" fmla="*/ 383 w 256673"/>
              <a:gd name="connsiteY0" fmla="*/ 1337 h 513347"/>
              <a:gd name="connsiteX1" fmla="*/ 256673 w 256673"/>
              <a:gd name="connsiteY1" fmla="*/ 0 h 513347"/>
              <a:gd name="connsiteX2" fmla="*/ 256673 w 256673"/>
              <a:gd name="connsiteY2" fmla="*/ 513347 h 513347"/>
              <a:gd name="connsiteX3" fmla="*/ 0 w 256673"/>
              <a:gd name="connsiteY3" fmla="*/ 513347 h 513347"/>
            </a:gdLst>
            <a:ahLst/>
            <a:cxnLst>
              <a:cxn ang="0">
                <a:pos x="connsiteX0" y="connsiteY0"/>
              </a:cxn>
              <a:cxn ang="0">
                <a:pos x="connsiteX1" y="connsiteY1"/>
              </a:cxn>
              <a:cxn ang="0">
                <a:pos x="connsiteX2" y="connsiteY2"/>
              </a:cxn>
              <a:cxn ang="0">
                <a:pos x="connsiteX3" y="connsiteY3"/>
              </a:cxn>
            </a:cxnLst>
            <a:rect l="l" t="t" r="r" b="b"/>
            <a:pathLst>
              <a:path w="256673" h="513347">
                <a:moveTo>
                  <a:pt x="383" y="1337"/>
                </a:moveTo>
                <a:lnTo>
                  <a:pt x="256673" y="0"/>
                </a:lnTo>
                <a:lnTo>
                  <a:pt x="256673" y="513347"/>
                </a:lnTo>
                <a:lnTo>
                  <a:pt x="0" y="513347"/>
                </a:lnTo>
              </a:path>
            </a:pathLst>
          </a:custGeom>
          <a:no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600" i="0" u="none" strike="noStrike" kern="1200" cap="none" spc="0" normalizeH="0" baseline="0" noProof="0">
              <a:ln>
                <a:noFill/>
              </a:ln>
              <a:solidFill>
                <a:srgbClr val="FF3300"/>
              </a:solidFill>
              <a:effectLst/>
              <a:uLnTx/>
              <a:uFillTx/>
              <a:latin typeface="+mj-lt"/>
              <a:ea typeface="+mj-ea"/>
              <a:cs typeface="Arial" panose="020B0604020202020204" pitchFamily="34" charset="0"/>
            </a:endParaRPr>
          </a:p>
        </p:txBody>
      </p:sp>
      <p:sp>
        <p:nvSpPr>
          <p:cNvPr id="35" name="Freeform 61">
            <a:extLst>
              <a:ext uri="{FF2B5EF4-FFF2-40B4-BE49-F238E27FC236}">
                <a16:creationId xmlns:a16="http://schemas.microsoft.com/office/drawing/2014/main" id="{B2071ECB-B2A3-4464-BFB5-C2CC86BBCBB4}"/>
              </a:ext>
            </a:extLst>
          </p:cNvPr>
          <p:cNvSpPr/>
          <p:nvPr/>
        </p:nvSpPr>
        <p:spPr bwMode="auto">
          <a:xfrm flipH="1">
            <a:off x="6103556" y="2915377"/>
            <a:ext cx="337261" cy="729821"/>
          </a:xfrm>
          <a:custGeom>
            <a:avLst/>
            <a:gdLst>
              <a:gd name="connsiteX0" fmla="*/ 16042 w 256673"/>
              <a:gd name="connsiteY0" fmla="*/ 0 h 513347"/>
              <a:gd name="connsiteX1" fmla="*/ 256673 w 256673"/>
              <a:gd name="connsiteY1" fmla="*/ 0 h 513347"/>
              <a:gd name="connsiteX2" fmla="*/ 256673 w 256673"/>
              <a:gd name="connsiteY2" fmla="*/ 513347 h 513347"/>
              <a:gd name="connsiteX3" fmla="*/ 0 w 256673"/>
              <a:gd name="connsiteY3" fmla="*/ 513347 h 513347"/>
            </a:gdLst>
            <a:ahLst/>
            <a:cxnLst>
              <a:cxn ang="0">
                <a:pos x="connsiteX0" y="connsiteY0"/>
              </a:cxn>
              <a:cxn ang="0">
                <a:pos x="connsiteX1" y="connsiteY1"/>
              </a:cxn>
              <a:cxn ang="0">
                <a:pos x="connsiteX2" y="connsiteY2"/>
              </a:cxn>
              <a:cxn ang="0">
                <a:pos x="connsiteX3" y="connsiteY3"/>
              </a:cxn>
            </a:cxnLst>
            <a:rect l="l" t="t" r="r" b="b"/>
            <a:pathLst>
              <a:path w="256673" h="513347">
                <a:moveTo>
                  <a:pt x="16042" y="0"/>
                </a:moveTo>
                <a:lnTo>
                  <a:pt x="256673" y="0"/>
                </a:lnTo>
                <a:lnTo>
                  <a:pt x="256673" y="513347"/>
                </a:lnTo>
                <a:lnTo>
                  <a:pt x="0" y="513347"/>
                </a:lnTo>
              </a:path>
            </a:pathLst>
          </a:custGeom>
          <a:noFill/>
          <a:ln w="28575" cap="flat" cmpd="sng" algn="ctr">
            <a:solidFill>
              <a:schemeClr val="tx1"/>
            </a:solidFill>
            <a:prstDash val="solid"/>
            <a:round/>
            <a:headEnd type="triangl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600" i="0" u="none" strike="noStrike" kern="1200" cap="none" spc="0" normalizeH="0" baseline="0" noProof="0">
              <a:ln>
                <a:noFill/>
              </a:ln>
              <a:solidFill>
                <a:srgbClr val="FF3300"/>
              </a:solidFill>
              <a:effectLst/>
              <a:uLnTx/>
              <a:uFillTx/>
              <a:latin typeface="+mj-lt"/>
              <a:ea typeface="+mj-ea"/>
              <a:cs typeface="Arial" panose="020B0604020202020204" pitchFamily="34" charset="0"/>
            </a:endParaRPr>
          </a:p>
        </p:txBody>
      </p:sp>
      <p:cxnSp>
        <p:nvCxnSpPr>
          <p:cNvPr id="37" name="Straight Arrow Connector 30">
            <a:extLst>
              <a:ext uri="{FF2B5EF4-FFF2-40B4-BE49-F238E27FC236}">
                <a16:creationId xmlns:a16="http://schemas.microsoft.com/office/drawing/2014/main" id="{1DC2B6BA-DE5C-4B50-8BFA-44344D934C0A}"/>
              </a:ext>
            </a:extLst>
          </p:cNvPr>
          <p:cNvCxnSpPr>
            <a:cxnSpLocks/>
          </p:cNvCxnSpPr>
          <p:nvPr/>
        </p:nvCxnSpPr>
        <p:spPr bwMode="auto">
          <a:xfrm>
            <a:off x="5699658" y="3874177"/>
            <a:ext cx="743122" cy="0"/>
          </a:xfrm>
          <a:prstGeom prst="straightConnector1">
            <a:avLst/>
          </a:prstGeom>
          <a:noFill/>
          <a:ln w="28575" cap="flat" cmpd="sng" algn="ctr">
            <a:solidFill>
              <a:srgbClr val="0432FF"/>
            </a:solidFill>
            <a:prstDash val="solid"/>
            <a:round/>
            <a:headEnd type="none" w="med" len="med"/>
            <a:tailEnd type="triangle" w="med" len="med"/>
          </a:ln>
          <a:effectLst/>
        </p:spPr>
      </p:cxnSp>
      <p:cxnSp>
        <p:nvCxnSpPr>
          <p:cNvPr id="39" name="Straight Arrow Connector 33">
            <a:extLst>
              <a:ext uri="{FF2B5EF4-FFF2-40B4-BE49-F238E27FC236}">
                <a16:creationId xmlns:a16="http://schemas.microsoft.com/office/drawing/2014/main" id="{03155E04-CB32-403B-841F-D0134C7472D3}"/>
              </a:ext>
            </a:extLst>
          </p:cNvPr>
          <p:cNvCxnSpPr>
            <a:cxnSpLocks/>
          </p:cNvCxnSpPr>
          <p:nvPr/>
        </p:nvCxnSpPr>
        <p:spPr bwMode="auto">
          <a:xfrm>
            <a:off x="5680127" y="2766067"/>
            <a:ext cx="731520" cy="0"/>
          </a:xfrm>
          <a:prstGeom prst="straightConnector1">
            <a:avLst/>
          </a:prstGeom>
          <a:noFill/>
          <a:ln w="28575" cap="flat" cmpd="sng" algn="ctr">
            <a:solidFill>
              <a:schemeClr val="accent5">
                <a:lumMod val="50000"/>
              </a:schemeClr>
            </a:solidFill>
            <a:prstDash val="solid"/>
            <a:round/>
            <a:headEnd type="none" w="med" len="med"/>
            <a:tailEnd type="triangle" w="med" len="med"/>
          </a:ln>
          <a:effectLst/>
        </p:spPr>
      </p:cxnSp>
      <p:sp>
        <p:nvSpPr>
          <p:cNvPr id="40" name="TextBox 39">
            <a:extLst>
              <a:ext uri="{FF2B5EF4-FFF2-40B4-BE49-F238E27FC236}">
                <a16:creationId xmlns:a16="http://schemas.microsoft.com/office/drawing/2014/main" id="{BD4A9EF8-3C2F-4F5C-872A-6E215C0664F1}"/>
              </a:ext>
            </a:extLst>
          </p:cNvPr>
          <p:cNvSpPr txBox="1"/>
          <p:nvPr/>
        </p:nvSpPr>
        <p:spPr>
          <a:xfrm>
            <a:off x="4904616" y="3681056"/>
            <a:ext cx="684803" cy="400110"/>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000" i="0" u="none" strike="noStrike" kern="1200" cap="none" spc="0" normalizeH="0" baseline="0" noProof="0" dirty="0">
                <a:ln>
                  <a:noFill/>
                </a:ln>
                <a:solidFill>
                  <a:srgbClr val="0432FF"/>
                </a:solidFill>
                <a:effectLst/>
                <a:uLnTx/>
                <a:uFillTx/>
                <a:latin typeface="+mj-lt"/>
                <a:ea typeface="+mj-ea"/>
                <a:cs typeface="Arial" panose="020B0604020202020204" pitchFamily="34" charset="0"/>
              </a:rPr>
              <a:t>CLK</a:t>
            </a:r>
            <a:endParaRPr kumimoji="0" lang="en-US" sz="2000" i="0" u="none" strike="noStrike" kern="1200" cap="none" spc="0" normalizeH="0" baseline="0" noProof="0" dirty="0">
              <a:ln>
                <a:noFill/>
              </a:ln>
              <a:solidFill>
                <a:srgbClr val="0432FF"/>
              </a:solidFill>
              <a:effectLst/>
              <a:uLnTx/>
              <a:uFillTx/>
              <a:latin typeface="+mj-lt"/>
              <a:ea typeface="+mj-ea"/>
              <a:cs typeface="Arial" panose="020B0604020202020204" pitchFamily="34" charset="0"/>
            </a:endParaRPr>
          </a:p>
        </p:txBody>
      </p:sp>
      <p:sp>
        <p:nvSpPr>
          <p:cNvPr id="41" name="Rectangle 27">
            <a:extLst>
              <a:ext uri="{FF2B5EF4-FFF2-40B4-BE49-F238E27FC236}">
                <a16:creationId xmlns:a16="http://schemas.microsoft.com/office/drawing/2014/main" id="{A0F45249-C75B-4222-941A-E932653BCE8F}"/>
              </a:ext>
            </a:extLst>
          </p:cNvPr>
          <p:cNvSpPr/>
          <p:nvPr/>
        </p:nvSpPr>
        <p:spPr bwMode="auto">
          <a:xfrm>
            <a:off x="6428206" y="2118910"/>
            <a:ext cx="1408024" cy="401746"/>
          </a:xfrm>
          <a:prstGeom prst="rect">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i="0" u="none" strike="noStrike" kern="1200" cap="none" spc="0" normalizeH="0" baseline="0" noProof="0" dirty="0">
                <a:ln>
                  <a:noFill/>
                </a:ln>
                <a:solidFill>
                  <a:srgbClr val="000000"/>
                </a:solidFill>
                <a:effectLst/>
                <a:uLnTx/>
                <a:uFillTx/>
                <a:latin typeface="+mj-lt"/>
                <a:ea typeface="+mj-ea"/>
                <a:cs typeface="Arial" panose="020B0604020202020204" pitchFamily="34" charset="0"/>
              </a:rPr>
              <a:t>-</a:t>
            </a:r>
            <a:endParaRPr kumimoji="0" lang="en-US" sz="2800" i="0" u="none" strike="noStrike" kern="1200" cap="none" spc="0" normalizeH="0" baseline="0" noProof="0" dirty="0">
              <a:ln>
                <a:noFill/>
              </a:ln>
              <a:solidFill>
                <a:srgbClr val="000000"/>
              </a:solidFill>
              <a:effectLst/>
              <a:uLnTx/>
              <a:uFillTx/>
              <a:latin typeface="+mj-lt"/>
              <a:ea typeface="+mj-ea"/>
              <a:cs typeface="Arial" panose="020B0604020202020204" pitchFamily="34" charset="0"/>
            </a:endParaRPr>
          </a:p>
        </p:txBody>
      </p:sp>
      <p:sp>
        <p:nvSpPr>
          <p:cNvPr id="42" name="Freeform 1">
            <a:extLst>
              <a:ext uri="{FF2B5EF4-FFF2-40B4-BE49-F238E27FC236}">
                <a16:creationId xmlns:a16="http://schemas.microsoft.com/office/drawing/2014/main" id="{04E8C531-FD1F-45CC-A05C-EC2D65508D2F}"/>
              </a:ext>
            </a:extLst>
          </p:cNvPr>
          <p:cNvSpPr/>
          <p:nvPr/>
        </p:nvSpPr>
        <p:spPr>
          <a:xfrm>
            <a:off x="6103560" y="2393833"/>
            <a:ext cx="324645" cy="515683"/>
          </a:xfrm>
          <a:custGeom>
            <a:avLst/>
            <a:gdLst>
              <a:gd name="connsiteX0" fmla="*/ 0 w 194553"/>
              <a:gd name="connsiteY0" fmla="*/ 577174 h 577174"/>
              <a:gd name="connsiteX1" fmla="*/ 0 w 194553"/>
              <a:gd name="connsiteY1" fmla="*/ 0 h 577174"/>
              <a:gd name="connsiteX2" fmla="*/ 194553 w 194553"/>
              <a:gd name="connsiteY2" fmla="*/ 0 h 577174"/>
            </a:gdLst>
            <a:ahLst/>
            <a:cxnLst>
              <a:cxn ang="0">
                <a:pos x="connsiteX0" y="connsiteY0"/>
              </a:cxn>
              <a:cxn ang="0">
                <a:pos x="connsiteX1" y="connsiteY1"/>
              </a:cxn>
              <a:cxn ang="0">
                <a:pos x="connsiteX2" y="connsiteY2"/>
              </a:cxn>
            </a:cxnLst>
            <a:rect l="l" t="t" r="r" b="b"/>
            <a:pathLst>
              <a:path w="194553" h="577174">
                <a:moveTo>
                  <a:pt x="0" y="577174"/>
                </a:moveTo>
                <a:lnTo>
                  <a:pt x="0" y="0"/>
                </a:lnTo>
                <a:lnTo>
                  <a:pt x="194553" y="0"/>
                </a:lnTo>
              </a:path>
            </a:pathLst>
          </a:custGeom>
          <a:noFill/>
          <a:ln w="28575">
            <a:tailEnd type="triangle"/>
          </a:ln>
        </p:spPr>
        <p:style>
          <a:lnRef idx="2">
            <a:schemeClr val="dk1"/>
          </a:lnRef>
          <a:fillRef idx="1">
            <a:schemeClr val="lt1"/>
          </a:fillRef>
          <a:effectRef idx="0">
            <a:schemeClr val="dk1"/>
          </a:effectRef>
          <a:fontRef idx="minor">
            <a:schemeClr val="dk1"/>
          </a:fontRef>
        </p:style>
        <p:txBody>
          <a:bodyPr rtlCol="0" anchor="ctr"/>
          <a:lstStyle/>
          <a:p>
            <a:pPr algn="ctr"/>
            <a:endParaRPr lang="en-CN">
              <a:latin typeface="+mj-lt"/>
              <a:ea typeface="+mj-ea"/>
              <a:cs typeface="Arial" panose="020B0604020202020204" pitchFamily="34" charset="0"/>
            </a:endParaRPr>
          </a:p>
        </p:txBody>
      </p:sp>
      <p:sp>
        <p:nvSpPr>
          <p:cNvPr id="43" name="Rectangle 29">
            <a:extLst>
              <a:ext uri="{FF2B5EF4-FFF2-40B4-BE49-F238E27FC236}">
                <a16:creationId xmlns:a16="http://schemas.microsoft.com/office/drawing/2014/main" id="{2FAA89D4-1CF1-4FE0-AEDD-B523322CAF1D}"/>
              </a:ext>
            </a:extLst>
          </p:cNvPr>
          <p:cNvSpPr/>
          <p:nvPr/>
        </p:nvSpPr>
        <p:spPr bwMode="auto">
          <a:xfrm>
            <a:off x="6440817" y="3397608"/>
            <a:ext cx="1390137" cy="732000"/>
          </a:xfrm>
          <a:prstGeom prst="rect">
            <a:avLst/>
          </a:prstGeom>
          <a:solidFill>
            <a:srgbClr val="F0F9E7"/>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000" i="0" u="none" strike="noStrike" kern="1200" cap="none" spc="0" normalizeH="0" baseline="0" noProof="0" dirty="0">
                <a:ln>
                  <a:noFill/>
                </a:ln>
                <a:solidFill>
                  <a:schemeClr val="accent4"/>
                </a:solidFill>
                <a:effectLst/>
                <a:uLnTx/>
                <a:uFillTx/>
                <a:latin typeface="+mj-lt"/>
                <a:ea typeface="+mj-ea"/>
                <a:cs typeface="Arial" panose="020B0604020202020204" pitchFamily="34" charset="0"/>
              </a:rPr>
              <a:t>Total</a:t>
            </a:r>
          </a:p>
          <a:p>
            <a:pPr marL="0" marR="0" lvl="0" indent="0" algn="ctr" defTabSz="914400" rtl="0" eaLnBrk="1" fontAlgn="base" latinLnBrk="0" hangingPunct="1">
              <a:lnSpc>
                <a:spcPct val="100000"/>
              </a:lnSpc>
              <a:spcBef>
                <a:spcPct val="0"/>
              </a:spcBef>
              <a:spcAft>
                <a:spcPct val="0"/>
              </a:spcAft>
              <a:buClrTx/>
              <a:buSzTx/>
              <a:buFontTx/>
              <a:buNone/>
              <a:tabLst/>
              <a:defRPr/>
            </a:pPr>
            <a:r>
              <a:rPr lang="zh-CN" altLang="en-US" sz="2000" dirty="0">
                <a:solidFill>
                  <a:schemeClr val="accent4"/>
                </a:solidFill>
                <a:latin typeface="+mj-lt"/>
                <a:ea typeface="+mj-ea"/>
                <a:cs typeface="Arial" panose="020B0604020202020204" pitchFamily="34" charset="0"/>
              </a:rPr>
              <a:t>初始化为</a:t>
            </a:r>
            <a:r>
              <a:rPr lang="en-US" altLang="zh-CN" sz="2000" dirty="0">
                <a:solidFill>
                  <a:schemeClr val="accent4"/>
                </a:solidFill>
                <a:latin typeface="+mj-lt"/>
                <a:ea typeface="+mj-ea"/>
                <a:cs typeface="Arial" panose="020B0604020202020204" pitchFamily="34" charset="0"/>
              </a:rPr>
              <a:t>0</a:t>
            </a:r>
            <a:endParaRPr kumimoji="0" lang="en-US" altLang="zh-CN" sz="2400" i="0" u="none" strike="noStrike" kern="1200" cap="none" spc="0" normalizeH="0" baseline="0" noProof="0" dirty="0">
              <a:ln>
                <a:noFill/>
              </a:ln>
              <a:solidFill>
                <a:schemeClr val="accent4"/>
              </a:solidFill>
              <a:effectLst/>
              <a:uLnTx/>
              <a:uFillTx/>
              <a:latin typeface="+mj-lt"/>
              <a:ea typeface="+mj-ea"/>
              <a:cs typeface="Arial" panose="020B0604020202020204" pitchFamily="34" charset="0"/>
            </a:endParaRPr>
          </a:p>
        </p:txBody>
      </p:sp>
      <p:cxnSp>
        <p:nvCxnSpPr>
          <p:cNvPr id="44" name="Straight Arrow Connector 33">
            <a:extLst>
              <a:ext uri="{FF2B5EF4-FFF2-40B4-BE49-F238E27FC236}">
                <a16:creationId xmlns:a16="http://schemas.microsoft.com/office/drawing/2014/main" id="{11EA3527-55FC-4EB4-95B9-79310B8B33BC}"/>
              </a:ext>
            </a:extLst>
          </p:cNvPr>
          <p:cNvCxnSpPr>
            <a:cxnSpLocks/>
          </p:cNvCxnSpPr>
          <p:nvPr/>
        </p:nvCxnSpPr>
        <p:spPr bwMode="auto">
          <a:xfrm>
            <a:off x="5680127" y="2252659"/>
            <a:ext cx="731520" cy="0"/>
          </a:xfrm>
          <a:prstGeom prst="straightConnector1">
            <a:avLst/>
          </a:prstGeom>
          <a:noFill/>
          <a:ln w="28575" cap="flat" cmpd="sng" algn="ctr">
            <a:solidFill>
              <a:schemeClr val="tx1"/>
            </a:solidFill>
            <a:prstDash val="solid"/>
            <a:round/>
            <a:headEnd type="none" w="med" len="med"/>
            <a:tailEnd type="triangle" w="med" len="med"/>
          </a:ln>
          <a:effectLst/>
        </p:spPr>
      </p:cxnSp>
      <p:sp>
        <p:nvSpPr>
          <p:cNvPr id="45" name="TextBox 50">
            <a:extLst>
              <a:ext uri="{FF2B5EF4-FFF2-40B4-BE49-F238E27FC236}">
                <a16:creationId xmlns:a16="http://schemas.microsoft.com/office/drawing/2014/main" id="{445E729D-25DE-47E1-A8C0-0C6BCB020162}"/>
              </a:ext>
            </a:extLst>
          </p:cNvPr>
          <p:cNvSpPr txBox="1"/>
          <p:nvPr/>
        </p:nvSpPr>
        <p:spPr>
          <a:xfrm>
            <a:off x="4813910" y="2051233"/>
            <a:ext cx="866216" cy="400110"/>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000" i="0" u="none" strike="noStrike" kern="1200" cap="none" spc="0" normalizeH="0" baseline="0" noProof="0" dirty="0">
                <a:ln>
                  <a:noFill/>
                </a:ln>
                <a:effectLst/>
                <a:uLnTx/>
                <a:uFillTx/>
                <a:latin typeface="+mj-lt"/>
                <a:ea typeface="+mj-ea"/>
                <a:cs typeface="Arial" panose="020B0604020202020204" pitchFamily="34" charset="0"/>
              </a:rPr>
              <a:t>1000</a:t>
            </a:r>
            <a:endParaRPr kumimoji="0" lang="en-US" sz="2000" i="0" u="none" strike="noStrike" kern="1200" cap="none" spc="0" normalizeH="0" baseline="0" noProof="0" dirty="0">
              <a:ln>
                <a:noFill/>
              </a:ln>
              <a:effectLst/>
              <a:uLnTx/>
              <a:uFillTx/>
              <a:latin typeface="+mj-lt"/>
              <a:ea typeface="+mj-ea"/>
              <a:cs typeface="Arial" panose="020B0604020202020204" pitchFamily="34" charset="0"/>
            </a:endParaRPr>
          </a:p>
        </p:txBody>
      </p:sp>
    </p:spTree>
    <p:extLst>
      <p:ext uri="{BB962C8B-B14F-4D97-AF65-F5344CB8AC3E}">
        <p14:creationId xmlns:p14="http://schemas.microsoft.com/office/powerpoint/2010/main" val="197396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灯片编号占位符 18"/>
          <p:cNvSpPr>
            <a:spLocks noGrp="1"/>
          </p:cNvSpPr>
          <p:nvPr>
            <p:ph type="sldNum" sz="quarter" idx="12"/>
          </p:nvPr>
        </p:nvSpPr>
        <p:spPr/>
        <p:txBody>
          <a:bodyPr/>
          <a:lstStyle/>
          <a:p>
            <a:pPr>
              <a:defRPr/>
            </a:pPr>
            <a:fld id="{F55798EF-E9AF-45E4-8704-AC31D263761A}" type="slidenum">
              <a:rPr lang="en-US" altLang="zh-CN" smtClean="0"/>
              <a:pPr>
                <a:defRPr/>
              </a:pPr>
              <a:t>26</a:t>
            </a:fld>
            <a:endParaRPr lang="en-US" altLang="zh-CN" dirty="0"/>
          </a:p>
        </p:txBody>
      </p:sp>
      <p:sp>
        <p:nvSpPr>
          <p:cNvPr id="497667" name="Rectangle 3"/>
          <p:cNvSpPr>
            <a:spLocks noGrp="1" noChangeArrowheads="1"/>
          </p:cNvSpPr>
          <p:nvPr>
            <p:ph idx="4294967295"/>
          </p:nvPr>
        </p:nvSpPr>
        <p:spPr>
          <a:xfrm>
            <a:off x="447866" y="1465262"/>
            <a:ext cx="4387850" cy="5256213"/>
          </a:xfrm>
        </p:spPr>
        <p:txBody>
          <a:bodyPr>
            <a:normAutofit/>
          </a:bodyPr>
          <a:lstStyle/>
          <a:p>
            <a:pPr eaLnBrk="1" hangingPunct="1"/>
            <a:r>
              <a:rPr lang="zh-CN" altLang="en-US" sz="2800" b="0" dirty="0"/>
              <a:t>另一种设计</a:t>
            </a:r>
            <a:endParaRPr lang="en-US" altLang="zh-CN" sz="2800" b="0" dirty="0"/>
          </a:p>
          <a:p>
            <a:pPr lvl="1"/>
            <a:r>
              <a:rPr lang="zh-CN" altLang="en-US" b="0" dirty="0"/>
              <a:t>简化状态和逻辑</a:t>
            </a:r>
            <a:endParaRPr lang="en-US" altLang="zh-CN" b="0" dirty="0"/>
          </a:p>
          <a:p>
            <a:pPr lvl="1"/>
            <a:r>
              <a:rPr lang="zh-CN" altLang="en-US" b="0" dirty="0"/>
              <a:t>状态</a:t>
            </a:r>
            <a:r>
              <a:rPr lang="en-US" altLang="zh-CN" b="0" dirty="0"/>
              <a:t>: </a:t>
            </a:r>
            <a:r>
              <a:rPr lang="en-US" altLang="zh-CN" b="0" dirty="0">
                <a:solidFill>
                  <a:srgbClr val="00B050"/>
                </a:solidFill>
              </a:rPr>
              <a:t>Left</a:t>
            </a:r>
          </a:p>
          <a:p>
            <a:pPr lvl="2"/>
            <a:r>
              <a:rPr lang="zh-CN" altLang="en-US" b="0" dirty="0"/>
              <a:t>初始状态</a:t>
            </a:r>
            <a:r>
              <a:rPr lang="en-US" altLang="zh-CN" b="0" dirty="0"/>
              <a:t>: 1000</a:t>
            </a:r>
          </a:p>
          <a:p>
            <a:pPr lvl="2"/>
            <a:r>
              <a:rPr lang="en-US" altLang="zh-CN" b="0" dirty="0">
                <a:solidFill>
                  <a:srgbClr val="00B050"/>
                </a:solidFill>
              </a:rPr>
              <a:t>Left</a:t>
            </a:r>
            <a:r>
              <a:rPr lang="en-US" altLang="zh-CN" b="0" dirty="0"/>
              <a:t> </a:t>
            </a:r>
            <a:r>
              <a:rPr lang="zh-CN" altLang="en-US" b="0" dirty="0"/>
              <a:t>也作为输出</a:t>
            </a:r>
            <a:endParaRPr lang="en-US" altLang="zh-CN" b="0" dirty="0"/>
          </a:p>
          <a:p>
            <a:pPr lvl="1"/>
            <a:r>
              <a:rPr lang="zh-CN" altLang="en-US" b="0" dirty="0"/>
              <a:t>状态转移</a:t>
            </a:r>
            <a:endParaRPr lang="en-US" altLang="zh-CN" b="0" dirty="0"/>
          </a:p>
          <a:p>
            <a:pPr lvl="2"/>
            <a:r>
              <a:rPr lang="en-US" altLang="zh-CN" b="0" dirty="0">
                <a:solidFill>
                  <a:srgbClr val="7030A0"/>
                </a:solidFill>
              </a:rPr>
              <a:t>Left</a:t>
            </a:r>
            <a:r>
              <a:rPr lang="en-US" altLang="zh-CN" b="0" baseline="30000" dirty="0">
                <a:solidFill>
                  <a:srgbClr val="7030A0"/>
                </a:solidFill>
              </a:rPr>
              <a:t>+</a:t>
            </a:r>
            <a:r>
              <a:rPr lang="en-US" altLang="zh-CN" b="0" dirty="0"/>
              <a:t>= </a:t>
            </a:r>
            <a:r>
              <a:rPr lang="en-US" altLang="zh-CN" b="0" dirty="0">
                <a:solidFill>
                  <a:srgbClr val="00B050"/>
                </a:solidFill>
              </a:rPr>
              <a:t>Left</a:t>
            </a:r>
            <a:r>
              <a:rPr lang="en-US" altLang="zh-CN" b="0" dirty="0"/>
              <a:t>–</a:t>
            </a:r>
            <a:r>
              <a:rPr lang="en-US" altLang="zh-CN" b="0" dirty="0">
                <a:solidFill>
                  <a:srgbClr val="C00000"/>
                </a:solidFill>
              </a:rPr>
              <a:t>Today</a:t>
            </a:r>
          </a:p>
          <a:p>
            <a:pPr lvl="2"/>
            <a:r>
              <a:rPr lang="en-US" altLang="zh-CN" b="0" dirty="0">
                <a:solidFill>
                  <a:srgbClr val="7030A0"/>
                </a:solidFill>
              </a:rPr>
              <a:t>Left</a:t>
            </a:r>
            <a:r>
              <a:rPr lang="en-US" altLang="zh-CN" b="0" baseline="30000" dirty="0">
                <a:solidFill>
                  <a:srgbClr val="7030A0"/>
                </a:solidFill>
              </a:rPr>
              <a:t>+</a:t>
            </a:r>
            <a:r>
              <a:rPr lang="en-US" altLang="zh-CN" b="0" dirty="0"/>
              <a:t>= </a:t>
            </a:r>
            <a:r>
              <a:rPr lang="en-US" altLang="zh-CN" b="0" dirty="0">
                <a:solidFill>
                  <a:srgbClr val="3333FF"/>
                </a:solidFill>
              </a:rPr>
              <a:t>Reset</a:t>
            </a:r>
            <a:r>
              <a:rPr lang="en-US" altLang="zh-CN" b="0" dirty="0"/>
              <a:t>?1000 : </a:t>
            </a:r>
            <a:br>
              <a:rPr lang="en-US" altLang="zh-CN" b="0" dirty="0"/>
            </a:br>
            <a:r>
              <a:rPr lang="en-US" altLang="zh-CN" b="0" dirty="0"/>
              <a:t>	</a:t>
            </a:r>
            <a:r>
              <a:rPr lang="zh-CN" altLang="en-US" b="0" dirty="0"/>
              <a:t>    </a:t>
            </a:r>
            <a:r>
              <a:rPr lang="en-US" altLang="zh-CN" b="0" dirty="0"/>
              <a:t>(</a:t>
            </a:r>
            <a:r>
              <a:rPr lang="en-US" altLang="zh-CN" b="0" dirty="0">
                <a:solidFill>
                  <a:srgbClr val="00B050"/>
                </a:solidFill>
              </a:rPr>
              <a:t>Left</a:t>
            </a:r>
            <a:r>
              <a:rPr lang="en-US" altLang="zh-CN" b="0" dirty="0"/>
              <a:t>–</a:t>
            </a:r>
            <a:r>
              <a:rPr lang="en-US" altLang="zh-CN" b="0" dirty="0">
                <a:solidFill>
                  <a:srgbClr val="C00000"/>
                </a:solidFill>
              </a:rPr>
              <a:t>Today)</a:t>
            </a:r>
          </a:p>
        </p:txBody>
      </p:sp>
      <p:grpSp>
        <p:nvGrpSpPr>
          <p:cNvPr id="2" name="Group 1">
            <a:extLst>
              <a:ext uri="{FF2B5EF4-FFF2-40B4-BE49-F238E27FC236}">
                <a16:creationId xmlns:a16="http://schemas.microsoft.com/office/drawing/2014/main" id="{B5AF041B-7696-C044-94C6-76DB98932710}"/>
              </a:ext>
            </a:extLst>
          </p:cNvPr>
          <p:cNvGrpSpPr/>
          <p:nvPr/>
        </p:nvGrpSpPr>
        <p:grpSpPr>
          <a:xfrm>
            <a:off x="5918770" y="4628419"/>
            <a:ext cx="2336800" cy="1818850"/>
            <a:chOff x="6197601" y="4353348"/>
            <a:chExt cx="2336800" cy="1818850"/>
          </a:xfrm>
        </p:grpSpPr>
        <p:pic>
          <p:nvPicPr>
            <p:cNvPr id="137340" name="Picture 124">
              <a:extLst>
                <a:ext uri="{FF2B5EF4-FFF2-40B4-BE49-F238E27FC236}">
                  <a16:creationId xmlns:a16="http://schemas.microsoft.com/office/drawing/2014/main" id="{86A83266-7146-6F46-B4A1-FEE17B82703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4609" b="15217"/>
            <a:stretch/>
          </p:blipFill>
          <p:spPr bwMode="auto">
            <a:xfrm>
              <a:off x="6197601" y="4532398"/>
              <a:ext cx="2336800" cy="1639800"/>
            </a:xfrm>
            <a:prstGeom prst="rect">
              <a:avLst/>
            </a:prstGeom>
            <a:noFill/>
            <a:extLst>
              <a:ext uri="{909E8E84-426E-40DD-AFC4-6F175D3DCCD1}">
                <a14:hiddenFill xmlns:a14="http://schemas.microsoft.com/office/drawing/2010/main">
                  <a:solidFill>
                    <a:srgbClr val="FFFFFF"/>
                  </a:solidFill>
                </a14:hiddenFill>
              </a:ext>
            </a:extLst>
          </p:spPr>
        </p:pic>
        <p:pic>
          <p:nvPicPr>
            <p:cNvPr id="137344" name="Picture 128" descr="Image result for lap running icon">
              <a:extLst>
                <a:ext uri="{FF2B5EF4-FFF2-40B4-BE49-F238E27FC236}">
                  <a16:creationId xmlns:a16="http://schemas.microsoft.com/office/drawing/2014/main" id="{69978CE4-C835-4048-AD66-4FE66619F2D0}"/>
                </a:ext>
              </a:extLst>
            </p:cNvPr>
            <p:cNvPicPr>
              <a:picLocks noChangeAspect="1" noChangeArrowheads="1"/>
            </p:cNvPicPr>
            <p:nvPr/>
          </p:nvPicPr>
          <p:blipFill>
            <a:blip r:embed="rId4" cstate="print">
              <a:extLst>
                <a:ext uri="{BEBA8EAE-BF5A-486C-A8C5-ECC9F3942E4B}">
                  <a14:imgProps xmlns:a14="http://schemas.microsoft.com/office/drawing/2010/main">
                    <a14:imgLayer r:embed="rId5">
                      <a14:imgEffect>
                        <a14:backgroundRemoval t="2184" b="89806" l="9662" r="89855">
                          <a14:foregroundMark x1="9662" y1="6068" x2="8454" y2="54612"/>
                          <a14:foregroundMark x1="8454" y1="54612" x2="26812" y2="98544"/>
                          <a14:foregroundMark x1="26812" y1="98544" x2="73913" y2="93447"/>
                          <a14:foregroundMark x1="73913" y1="93447" x2="68599" y2="45631"/>
                          <a14:foregroundMark x1="68599" y1="45631" x2="40097" y2="6068"/>
                          <a14:foregroundMark x1="40097" y1="6068" x2="9662" y2="2184"/>
                        </a14:backgroundRemoval>
                      </a14:imgEffect>
                    </a14:imgLayer>
                  </a14:imgProps>
                </a:ext>
                <a:ext uri="{28A0092B-C50C-407E-A947-70E740481C1C}">
                  <a14:useLocalDpi xmlns:a14="http://schemas.microsoft.com/office/drawing/2010/main" val="0"/>
                </a:ext>
              </a:extLst>
            </a:blip>
            <a:srcRect/>
            <a:stretch>
              <a:fillRect/>
            </a:stretch>
          </p:blipFill>
          <p:spPr bwMode="auto">
            <a:xfrm>
              <a:off x="6502401" y="4353348"/>
              <a:ext cx="685800" cy="682487"/>
            </a:xfrm>
            <a:prstGeom prst="rect">
              <a:avLst/>
            </a:prstGeom>
            <a:noFill/>
            <a:extLst>
              <a:ext uri="{909E8E84-426E-40DD-AFC4-6F175D3DCCD1}">
                <a14:hiddenFill xmlns:a14="http://schemas.microsoft.com/office/drawing/2010/main">
                  <a:solidFill>
                    <a:srgbClr val="FFFFFF"/>
                  </a:solidFill>
                </a14:hiddenFill>
              </a:ext>
            </a:extLst>
          </p:spPr>
        </p:pic>
      </p:grpSp>
      <p:sp>
        <p:nvSpPr>
          <p:cNvPr id="23" name="TextBox 22">
            <a:extLst>
              <a:ext uri="{FF2B5EF4-FFF2-40B4-BE49-F238E27FC236}">
                <a16:creationId xmlns:a16="http://schemas.microsoft.com/office/drawing/2014/main" id="{6E9B921D-0362-D646-9F05-6609BDA05A93}"/>
              </a:ext>
            </a:extLst>
          </p:cNvPr>
          <p:cNvSpPr txBox="1"/>
          <p:nvPr/>
        </p:nvSpPr>
        <p:spPr>
          <a:xfrm>
            <a:off x="1061387" y="5736196"/>
            <a:ext cx="3088714" cy="830997"/>
          </a:xfrm>
          <a:prstGeom prst="rect">
            <a:avLst/>
          </a:prstGeom>
          <a:noFill/>
          <a:ln>
            <a:noFill/>
          </a:ln>
        </p:spPr>
        <p:txBody>
          <a:bodyPr wrap="square" rtlCol="0">
            <a:spAutoFit/>
          </a:bodyPr>
          <a:lstStyle/>
          <a:p>
            <a:pPr marL="342900" indent="-342900" algn="l">
              <a:buFont typeface="Arial" panose="020B0604020202020204" pitchFamily="34" charset="0"/>
              <a:buChar char="•"/>
            </a:pPr>
            <a:r>
              <a:rPr lang="zh-CN" altLang="en-US" sz="2400" dirty="0">
                <a:solidFill>
                  <a:srgbClr val="3333FF"/>
                </a:solidFill>
                <a:latin typeface="+mn-ea"/>
                <a:ea typeface="+mn-ea"/>
                <a:cs typeface="Arial" panose="020B0604020202020204" pitchFamily="34" charset="0"/>
              </a:rPr>
              <a:t>初始</a:t>
            </a:r>
            <a:r>
              <a:rPr lang="en-US" sz="2400" dirty="0">
                <a:solidFill>
                  <a:srgbClr val="3333FF"/>
                </a:solidFill>
                <a:latin typeface="+mn-ea"/>
                <a:ea typeface="+mn-ea"/>
                <a:cs typeface="Arial" panose="020B0604020202020204" pitchFamily="34" charset="0"/>
              </a:rPr>
              <a:t>/</a:t>
            </a:r>
            <a:r>
              <a:rPr lang="zh-CN" altLang="en-US" sz="2400" dirty="0">
                <a:solidFill>
                  <a:srgbClr val="3333FF"/>
                </a:solidFill>
                <a:latin typeface="+mn-ea"/>
                <a:ea typeface="+mn-ea"/>
                <a:cs typeface="Arial" panose="020B0604020202020204" pitchFamily="34" charset="0"/>
              </a:rPr>
              <a:t>最终</a:t>
            </a:r>
            <a:r>
              <a:rPr lang="en-US" altLang="zh-CN" sz="2400" dirty="0">
                <a:solidFill>
                  <a:srgbClr val="3333FF"/>
                </a:solidFill>
                <a:latin typeface="+mn-ea"/>
                <a:ea typeface="+mn-ea"/>
                <a:cs typeface="Arial" panose="020B0604020202020204" pitchFamily="34" charset="0"/>
              </a:rPr>
              <a:t> </a:t>
            </a:r>
            <a:r>
              <a:rPr lang="zh-CN" altLang="en-US" sz="2400" dirty="0">
                <a:solidFill>
                  <a:srgbClr val="3333FF"/>
                </a:solidFill>
                <a:latin typeface="+mn-ea"/>
                <a:ea typeface="+mn-ea"/>
                <a:cs typeface="Arial" panose="020B0604020202020204" pitchFamily="34" charset="0"/>
              </a:rPr>
              <a:t>状态</a:t>
            </a:r>
            <a:r>
              <a:rPr lang="en-US" altLang="zh-CN" sz="2400" dirty="0">
                <a:solidFill>
                  <a:srgbClr val="3333FF"/>
                </a:solidFill>
                <a:latin typeface="+mn-ea"/>
                <a:ea typeface="+mn-ea"/>
                <a:cs typeface="Arial" panose="020B0604020202020204" pitchFamily="34" charset="0"/>
              </a:rPr>
              <a:t>? </a:t>
            </a:r>
          </a:p>
          <a:p>
            <a:pPr marL="800100" lvl="1" indent="-342900" algn="l">
              <a:buFont typeface="Wingdings" pitchFamily="2" charset="2"/>
              <a:buChar char="ü"/>
            </a:pPr>
            <a:r>
              <a:rPr lang="zh-CN" altLang="en-US" sz="2400" dirty="0">
                <a:solidFill>
                  <a:srgbClr val="C00000"/>
                </a:solidFill>
                <a:latin typeface="黑体" panose="02010609060101010101" pitchFamily="49" charset="-122"/>
                <a:ea typeface="黑体" panose="02010609060101010101" pitchFamily="49" charset="-122"/>
                <a:cs typeface="Arial" panose="020B0604020202020204" pitchFamily="34" charset="0"/>
              </a:rPr>
              <a:t>复位</a:t>
            </a:r>
            <a:r>
              <a:rPr lang="en-CN" altLang="zh-CN" sz="2400" dirty="0">
                <a:solidFill>
                  <a:srgbClr val="C00000"/>
                </a:solidFill>
                <a:latin typeface="黑体" panose="02010609060101010101" pitchFamily="49" charset="-122"/>
                <a:ea typeface="黑体" panose="02010609060101010101" pitchFamily="49" charset="-122"/>
                <a:cs typeface="Arial" panose="020B0604020202020204" pitchFamily="34" charset="0"/>
              </a:rPr>
              <a:t>! </a:t>
            </a:r>
            <a:r>
              <a:rPr lang="zh-CN" altLang="en-US" sz="2400" dirty="0">
                <a:solidFill>
                  <a:srgbClr val="C00000"/>
                </a:solidFill>
                <a:latin typeface="黑体" panose="02010609060101010101" pitchFamily="49" charset="-122"/>
                <a:ea typeface="黑体" panose="02010609060101010101" pitchFamily="49" charset="-122"/>
                <a:cs typeface="Arial" panose="020B0604020202020204" pitchFamily="34" charset="0"/>
              </a:rPr>
              <a:t>检查</a:t>
            </a:r>
            <a:r>
              <a:rPr lang="en-US" altLang="zh-CN" sz="2400" dirty="0">
                <a:solidFill>
                  <a:srgbClr val="C00000"/>
                </a:solidFill>
                <a:latin typeface="黑体" panose="02010609060101010101" pitchFamily="49" charset="-122"/>
                <a:ea typeface="黑体" panose="02010609060101010101" pitchFamily="49" charset="-122"/>
                <a:cs typeface="Arial" panose="020B0604020202020204" pitchFamily="34" charset="0"/>
              </a:rPr>
              <a:t>!</a:t>
            </a:r>
          </a:p>
        </p:txBody>
      </p:sp>
      <p:sp>
        <p:nvSpPr>
          <p:cNvPr id="3" name="Title 4">
            <a:extLst>
              <a:ext uri="{FF2B5EF4-FFF2-40B4-BE49-F238E27FC236}">
                <a16:creationId xmlns:a16="http://schemas.microsoft.com/office/drawing/2014/main" id="{99AFBDDA-365E-EA2F-FA70-4A4125F1ECDD}"/>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t>例</a:t>
            </a:r>
            <a:r>
              <a:rPr lang="en-US" altLang="zh-CN" dirty="0"/>
              <a:t>1: </a:t>
            </a:r>
            <a:r>
              <a:rPr lang="zh-CN" altLang="en-US" dirty="0"/>
              <a:t>训练累计器</a:t>
            </a:r>
            <a:endParaRPr lang="en-CN" altLang="zh-CN" sz="4000" dirty="0">
              <a:solidFill>
                <a:srgbClr val="0000FF"/>
              </a:solidFill>
              <a:latin typeface="Arial" panose="020B0604020202020204" pitchFamily="34" charset="0"/>
              <a:cs typeface="Arial" panose="020B0604020202020204" pitchFamily="34" charset="0"/>
            </a:endParaRPr>
          </a:p>
        </p:txBody>
      </p:sp>
      <p:sp>
        <p:nvSpPr>
          <p:cNvPr id="25" name="Rectangle 36">
            <a:extLst>
              <a:ext uri="{FF2B5EF4-FFF2-40B4-BE49-F238E27FC236}">
                <a16:creationId xmlns:a16="http://schemas.microsoft.com/office/drawing/2014/main" id="{4B061101-70F3-403E-9F0E-C26C4EE2A53F}"/>
              </a:ext>
            </a:extLst>
          </p:cNvPr>
          <p:cNvSpPr/>
          <p:nvPr/>
        </p:nvSpPr>
        <p:spPr>
          <a:xfrm>
            <a:off x="6011699" y="1673737"/>
            <a:ext cx="2122101" cy="1618699"/>
          </a:xfrm>
          <a:prstGeom prst="rect">
            <a:avLst/>
          </a:prstGeom>
          <a:solidFill>
            <a:schemeClr val="bg1">
              <a:lumMod val="95000"/>
            </a:schemeClr>
          </a:solidFill>
        </p:spPr>
        <p:txBody>
          <a:bodyPr wrap="square" rtlCol="0" anchor="t">
            <a:noAutofit/>
          </a:bodyPr>
          <a:lstStyle/>
          <a:p>
            <a:pPr algn="ctr"/>
            <a:r>
              <a:rPr lang="zh-CN" altLang="en-US" sz="2000" b="1" dirty="0">
                <a:latin typeface="+mj-lt"/>
                <a:ea typeface="+mj-ea"/>
                <a:cs typeface="Arial" panose="020B0604020202020204" pitchFamily="34" charset="0"/>
              </a:rPr>
              <a:t>组合逻辑</a:t>
            </a:r>
            <a:endParaRPr lang="en-CN" sz="2000" b="1" dirty="0">
              <a:latin typeface="+mj-lt"/>
              <a:ea typeface="+mj-ea"/>
              <a:cs typeface="Arial" panose="020B0604020202020204" pitchFamily="34" charset="0"/>
            </a:endParaRPr>
          </a:p>
        </p:txBody>
      </p:sp>
      <p:sp>
        <p:nvSpPr>
          <p:cNvPr id="27" name="TextBox 50">
            <a:extLst>
              <a:ext uri="{FF2B5EF4-FFF2-40B4-BE49-F238E27FC236}">
                <a16:creationId xmlns:a16="http://schemas.microsoft.com/office/drawing/2014/main" id="{D3DD5BB0-7BD0-48D2-B0BB-48FFBC931846}"/>
              </a:ext>
            </a:extLst>
          </p:cNvPr>
          <p:cNvSpPr txBox="1"/>
          <p:nvPr/>
        </p:nvSpPr>
        <p:spPr>
          <a:xfrm>
            <a:off x="4810316" y="2082977"/>
            <a:ext cx="866216" cy="400110"/>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000" i="0" u="none" strike="noStrike" kern="1200" cap="none" spc="0" normalizeH="0" baseline="0" noProof="0" dirty="0">
                <a:ln>
                  <a:noFill/>
                </a:ln>
                <a:solidFill>
                  <a:schemeClr val="accent5">
                    <a:lumMod val="50000"/>
                  </a:schemeClr>
                </a:solidFill>
                <a:effectLst/>
                <a:uLnTx/>
                <a:uFillTx/>
                <a:latin typeface="+mj-lt"/>
                <a:ea typeface="+mj-ea"/>
                <a:cs typeface="Arial" panose="020B0604020202020204" pitchFamily="34" charset="0"/>
              </a:rPr>
              <a:t>Today</a:t>
            </a:r>
            <a:endParaRPr kumimoji="0" lang="en-US" sz="2000" i="0" u="none" strike="noStrike" kern="1200" cap="none" spc="0" normalizeH="0" baseline="0" noProof="0" dirty="0">
              <a:ln>
                <a:noFill/>
              </a:ln>
              <a:solidFill>
                <a:schemeClr val="accent5">
                  <a:lumMod val="50000"/>
                </a:schemeClr>
              </a:solidFill>
              <a:effectLst/>
              <a:uLnTx/>
              <a:uFillTx/>
              <a:latin typeface="+mj-lt"/>
              <a:ea typeface="+mj-ea"/>
              <a:cs typeface="Arial" panose="020B0604020202020204" pitchFamily="34" charset="0"/>
            </a:endParaRPr>
          </a:p>
        </p:txBody>
      </p:sp>
      <p:sp>
        <p:nvSpPr>
          <p:cNvPr id="28" name="TextBox 51">
            <a:extLst>
              <a:ext uri="{FF2B5EF4-FFF2-40B4-BE49-F238E27FC236}">
                <a16:creationId xmlns:a16="http://schemas.microsoft.com/office/drawing/2014/main" id="{BA66AB9B-C084-4CEB-854B-0A963CE43525}"/>
              </a:ext>
            </a:extLst>
          </p:cNvPr>
          <p:cNvSpPr txBox="1"/>
          <p:nvPr/>
        </p:nvSpPr>
        <p:spPr>
          <a:xfrm>
            <a:off x="6436284" y="2856616"/>
            <a:ext cx="611065" cy="400110"/>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000" i="0" u="none" strike="noStrike" kern="1200" cap="none" spc="0" normalizeH="0" baseline="0" noProof="0" dirty="0">
                <a:ln>
                  <a:noFill/>
                </a:ln>
                <a:solidFill>
                  <a:srgbClr val="00B050"/>
                </a:solidFill>
                <a:effectLst/>
                <a:uLnTx/>
                <a:uFillTx/>
                <a:latin typeface="+mj-lt"/>
                <a:ea typeface="+mj-ea"/>
                <a:cs typeface="Arial" panose="020B0604020202020204" pitchFamily="34" charset="0"/>
              </a:rPr>
              <a:t>Left</a:t>
            </a:r>
            <a:endParaRPr kumimoji="0" lang="en-US" sz="2000" i="0" u="none" strike="noStrike" kern="1200" cap="none" spc="0" normalizeH="0" baseline="0" noProof="0" dirty="0">
              <a:ln>
                <a:noFill/>
              </a:ln>
              <a:solidFill>
                <a:srgbClr val="00B050"/>
              </a:solidFill>
              <a:effectLst/>
              <a:uLnTx/>
              <a:uFillTx/>
              <a:latin typeface="+mj-lt"/>
              <a:ea typeface="+mj-ea"/>
              <a:cs typeface="Arial" panose="020B0604020202020204" pitchFamily="34" charset="0"/>
            </a:endParaRPr>
          </a:p>
        </p:txBody>
      </p:sp>
      <p:sp>
        <p:nvSpPr>
          <p:cNvPr id="30" name="Freeform 59">
            <a:extLst>
              <a:ext uri="{FF2B5EF4-FFF2-40B4-BE49-F238E27FC236}">
                <a16:creationId xmlns:a16="http://schemas.microsoft.com/office/drawing/2014/main" id="{878CFB9C-2D9C-4DD4-AB07-D923E82B1405}"/>
              </a:ext>
            </a:extLst>
          </p:cNvPr>
          <p:cNvSpPr/>
          <p:nvPr/>
        </p:nvSpPr>
        <p:spPr bwMode="auto">
          <a:xfrm>
            <a:off x="7827360" y="2369936"/>
            <a:ext cx="529763" cy="1462040"/>
          </a:xfrm>
          <a:custGeom>
            <a:avLst/>
            <a:gdLst>
              <a:gd name="connsiteX0" fmla="*/ 16042 w 256673"/>
              <a:gd name="connsiteY0" fmla="*/ 0 h 513347"/>
              <a:gd name="connsiteX1" fmla="*/ 256673 w 256673"/>
              <a:gd name="connsiteY1" fmla="*/ 0 h 513347"/>
              <a:gd name="connsiteX2" fmla="*/ 256673 w 256673"/>
              <a:gd name="connsiteY2" fmla="*/ 513347 h 513347"/>
              <a:gd name="connsiteX3" fmla="*/ 0 w 256673"/>
              <a:gd name="connsiteY3" fmla="*/ 513347 h 513347"/>
              <a:gd name="connsiteX0" fmla="*/ 383 w 256673"/>
              <a:gd name="connsiteY0" fmla="*/ 1337 h 513347"/>
              <a:gd name="connsiteX1" fmla="*/ 256673 w 256673"/>
              <a:gd name="connsiteY1" fmla="*/ 0 h 513347"/>
              <a:gd name="connsiteX2" fmla="*/ 256673 w 256673"/>
              <a:gd name="connsiteY2" fmla="*/ 513347 h 513347"/>
              <a:gd name="connsiteX3" fmla="*/ 0 w 256673"/>
              <a:gd name="connsiteY3" fmla="*/ 513347 h 513347"/>
            </a:gdLst>
            <a:ahLst/>
            <a:cxnLst>
              <a:cxn ang="0">
                <a:pos x="connsiteX0" y="connsiteY0"/>
              </a:cxn>
              <a:cxn ang="0">
                <a:pos x="connsiteX1" y="connsiteY1"/>
              </a:cxn>
              <a:cxn ang="0">
                <a:pos x="connsiteX2" y="connsiteY2"/>
              </a:cxn>
              <a:cxn ang="0">
                <a:pos x="connsiteX3" y="connsiteY3"/>
              </a:cxn>
            </a:cxnLst>
            <a:rect l="l" t="t" r="r" b="b"/>
            <a:pathLst>
              <a:path w="256673" h="513347">
                <a:moveTo>
                  <a:pt x="383" y="1337"/>
                </a:moveTo>
                <a:lnTo>
                  <a:pt x="256673" y="0"/>
                </a:lnTo>
                <a:lnTo>
                  <a:pt x="256673" y="513347"/>
                </a:lnTo>
                <a:lnTo>
                  <a:pt x="0" y="513347"/>
                </a:lnTo>
              </a:path>
            </a:pathLst>
          </a:custGeom>
          <a:no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600" i="0" u="none" strike="noStrike" kern="1200" cap="none" spc="0" normalizeH="0" baseline="0" noProof="0">
              <a:ln>
                <a:noFill/>
              </a:ln>
              <a:solidFill>
                <a:srgbClr val="FF3300"/>
              </a:solidFill>
              <a:effectLst/>
              <a:uLnTx/>
              <a:uFillTx/>
              <a:latin typeface="+mj-lt"/>
              <a:ea typeface="+mj-ea"/>
              <a:cs typeface="Arial" panose="020B0604020202020204" pitchFamily="34" charset="0"/>
            </a:endParaRPr>
          </a:p>
        </p:txBody>
      </p:sp>
      <p:sp>
        <p:nvSpPr>
          <p:cNvPr id="31" name="Freeform 61">
            <a:extLst>
              <a:ext uri="{FF2B5EF4-FFF2-40B4-BE49-F238E27FC236}">
                <a16:creationId xmlns:a16="http://schemas.microsoft.com/office/drawing/2014/main" id="{DECB2B9B-6EB7-4897-ACE8-9A4B7C747322}"/>
              </a:ext>
            </a:extLst>
          </p:cNvPr>
          <p:cNvSpPr/>
          <p:nvPr/>
        </p:nvSpPr>
        <p:spPr bwMode="auto">
          <a:xfrm flipH="1">
            <a:off x="6099961" y="3056672"/>
            <a:ext cx="337261" cy="630484"/>
          </a:xfrm>
          <a:custGeom>
            <a:avLst/>
            <a:gdLst>
              <a:gd name="connsiteX0" fmla="*/ 16042 w 256673"/>
              <a:gd name="connsiteY0" fmla="*/ 0 h 513347"/>
              <a:gd name="connsiteX1" fmla="*/ 256673 w 256673"/>
              <a:gd name="connsiteY1" fmla="*/ 0 h 513347"/>
              <a:gd name="connsiteX2" fmla="*/ 256673 w 256673"/>
              <a:gd name="connsiteY2" fmla="*/ 513347 h 513347"/>
              <a:gd name="connsiteX3" fmla="*/ 0 w 256673"/>
              <a:gd name="connsiteY3" fmla="*/ 513347 h 513347"/>
            </a:gdLst>
            <a:ahLst/>
            <a:cxnLst>
              <a:cxn ang="0">
                <a:pos x="connsiteX0" y="connsiteY0"/>
              </a:cxn>
              <a:cxn ang="0">
                <a:pos x="connsiteX1" y="connsiteY1"/>
              </a:cxn>
              <a:cxn ang="0">
                <a:pos x="connsiteX2" y="connsiteY2"/>
              </a:cxn>
              <a:cxn ang="0">
                <a:pos x="connsiteX3" y="connsiteY3"/>
              </a:cxn>
            </a:cxnLst>
            <a:rect l="l" t="t" r="r" b="b"/>
            <a:pathLst>
              <a:path w="256673" h="513347">
                <a:moveTo>
                  <a:pt x="16042" y="0"/>
                </a:moveTo>
                <a:lnTo>
                  <a:pt x="256673" y="0"/>
                </a:lnTo>
                <a:lnTo>
                  <a:pt x="256673" y="513347"/>
                </a:lnTo>
                <a:lnTo>
                  <a:pt x="0" y="513347"/>
                </a:lnTo>
              </a:path>
            </a:pathLst>
          </a:custGeom>
          <a:noFill/>
          <a:ln w="28575" cap="flat" cmpd="sng" algn="ctr">
            <a:solidFill>
              <a:schemeClr val="tx1"/>
            </a:solidFill>
            <a:prstDash val="solid"/>
            <a:round/>
            <a:headEnd type="triangl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600" i="0" u="none" strike="noStrike" kern="1200" cap="none" spc="0" normalizeH="0" baseline="0" noProof="0">
              <a:ln>
                <a:noFill/>
              </a:ln>
              <a:solidFill>
                <a:srgbClr val="FF3300"/>
              </a:solidFill>
              <a:effectLst/>
              <a:uLnTx/>
              <a:uFillTx/>
              <a:latin typeface="+mj-lt"/>
              <a:ea typeface="+mj-ea"/>
              <a:cs typeface="Arial" panose="020B0604020202020204" pitchFamily="34" charset="0"/>
            </a:endParaRPr>
          </a:p>
        </p:txBody>
      </p:sp>
      <p:cxnSp>
        <p:nvCxnSpPr>
          <p:cNvPr id="32" name="Straight Arrow Connector 30">
            <a:extLst>
              <a:ext uri="{FF2B5EF4-FFF2-40B4-BE49-F238E27FC236}">
                <a16:creationId xmlns:a16="http://schemas.microsoft.com/office/drawing/2014/main" id="{48B74E41-EE9D-461F-9266-BB9FB934C87D}"/>
              </a:ext>
            </a:extLst>
          </p:cNvPr>
          <p:cNvCxnSpPr>
            <a:cxnSpLocks/>
          </p:cNvCxnSpPr>
          <p:nvPr/>
        </p:nvCxnSpPr>
        <p:spPr bwMode="auto">
          <a:xfrm>
            <a:off x="5696064" y="3687156"/>
            <a:ext cx="743122" cy="0"/>
          </a:xfrm>
          <a:prstGeom prst="straightConnector1">
            <a:avLst/>
          </a:prstGeom>
          <a:noFill/>
          <a:ln w="28575" cap="flat" cmpd="sng" algn="ctr">
            <a:solidFill>
              <a:srgbClr val="0432FF"/>
            </a:solidFill>
            <a:prstDash val="solid"/>
            <a:round/>
            <a:headEnd type="none" w="med" len="med"/>
            <a:tailEnd type="triangle" w="med" len="med"/>
          </a:ln>
          <a:effectLst/>
        </p:spPr>
      </p:cxnSp>
      <p:cxnSp>
        <p:nvCxnSpPr>
          <p:cNvPr id="33" name="Straight Arrow Connector 33">
            <a:extLst>
              <a:ext uri="{FF2B5EF4-FFF2-40B4-BE49-F238E27FC236}">
                <a16:creationId xmlns:a16="http://schemas.microsoft.com/office/drawing/2014/main" id="{D51A63C4-DA88-4ADE-9D3C-ECA44E8C28BB}"/>
              </a:ext>
            </a:extLst>
          </p:cNvPr>
          <p:cNvCxnSpPr>
            <a:cxnSpLocks/>
          </p:cNvCxnSpPr>
          <p:nvPr/>
        </p:nvCxnSpPr>
        <p:spPr bwMode="auto">
          <a:xfrm>
            <a:off x="5676533" y="2282617"/>
            <a:ext cx="731520" cy="0"/>
          </a:xfrm>
          <a:prstGeom prst="straightConnector1">
            <a:avLst/>
          </a:prstGeom>
          <a:noFill/>
          <a:ln w="28575" cap="flat" cmpd="sng" algn="ctr">
            <a:solidFill>
              <a:schemeClr val="accent5">
                <a:lumMod val="50000"/>
              </a:schemeClr>
            </a:solidFill>
            <a:prstDash val="solid"/>
            <a:round/>
            <a:headEnd type="none" w="med" len="med"/>
            <a:tailEnd type="triangle" w="med" len="med"/>
          </a:ln>
          <a:effectLst/>
        </p:spPr>
      </p:cxnSp>
      <p:sp>
        <p:nvSpPr>
          <p:cNvPr id="34" name="TextBox 39">
            <a:extLst>
              <a:ext uri="{FF2B5EF4-FFF2-40B4-BE49-F238E27FC236}">
                <a16:creationId xmlns:a16="http://schemas.microsoft.com/office/drawing/2014/main" id="{539D8EAE-D393-44FA-A2A1-C8EF358DAB9B}"/>
              </a:ext>
            </a:extLst>
          </p:cNvPr>
          <p:cNvSpPr txBox="1"/>
          <p:nvPr/>
        </p:nvSpPr>
        <p:spPr>
          <a:xfrm>
            <a:off x="4816063" y="3494035"/>
            <a:ext cx="854721" cy="400110"/>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000" i="0" u="none" strike="noStrike" kern="1200" cap="none" spc="0" normalizeH="0" baseline="0" noProof="0" dirty="0">
                <a:ln>
                  <a:noFill/>
                </a:ln>
                <a:solidFill>
                  <a:srgbClr val="0432FF"/>
                </a:solidFill>
                <a:effectLst/>
                <a:uLnTx/>
                <a:uFillTx/>
                <a:latin typeface="+mj-lt"/>
                <a:ea typeface="+mj-ea"/>
                <a:cs typeface="Arial" panose="020B0604020202020204" pitchFamily="34" charset="0"/>
              </a:rPr>
              <a:t>Reset</a:t>
            </a:r>
            <a:endParaRPr kumimoji="0" lang="en-US" sz="2000" i="0" u="none" strike="noStrike" kern="1200" cap="none" spc="0" normalizeH="0" baseline="0" noProof="0" dirty="0">
              <a:ln>
                <a:noFill/>
              </a:ln>
              <a:solidFill>
                <a:srgbClr val="0432FF"/>
              </a:solidFill>
              <a:effectLst/>
              <a:uLnTx/>
              <a:uFillTx/>
              <a:latin typeface="+mj-lt"/>
              <a:ea typeface="+mj-ea"/>
              <a:cs typeface="Arial" panose="020B0604020202020204" pitchFamily="34" charset="0"/>
            </a:endParaRPr>
          </a:p>
        </p:txBody>
      </p:sp>
      <p:sp>
        <p:nvSpPr>
          <p:cNvPr id="35" name="Rectangle 27">
            <a:extLst>
              <a:ext uri="{FF2B5EF4-FFF2-40B4-BE49-F238E27FC236}">
                <a16:creationId xmlns:a16="http://schemas.microsoft.com/office/drawing/2014/main" id="{3622F6F2-1FAF-4EDC-8CD6-E47A72F0D489}"/>
              </a:ext>
            </a:extLst>
          </p:cNvPr>
          <p:cNvSpPr/>
          <p:nvPr/>
        </p:nvSpPr>
        <p:spPr bwMode="auto">
          <a:xfrm>
            <a:off x="6424612" y="2160868"/>
            <a:ext cx="1408024" cy="401746"/>
          </a:xfrm>
          <a:prstGeom prst="rect">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i="0" u="none" strike="noStrike" kern="1200" cap="none" spc="0" normalizeH="0" baseline="0" noProof="0" dirty="0">
                <a:ln>
                  <a:noFill/>
                </a:ln>
                <a:solidFill>
                  <a:srgbClr val="000000"/>
                </a:solidFill>
                <a:effectLst/>
                <a:uLnTx/>
                <a:uFillTx/>
                <a:latin typeface="+mj-lt"/>
                <a:ea typeface="+mj-ea"/>
                <a:cs typeface="Arial" panose="020B0604020202020204" pitchFamily="34" charset="0"/>
              </a:rPr>
              <a:t>-</a:t>
            </a:r>
            <a:endParaRPr kumimoji="0" lang="en-US" sz="2800" i="0" u="none" strike="noStrike" kern="1200" cap="none" spc="0" normalizeH="0" baseline="0" noProof="0" dirty="0">
              <a:ln>
                <a:noFill/>
              </a:ln>
              <a:solidFill>
                <a:srgbClr val="000000"/>
              </a:solidFill>
              <a:effectLst/>
              <a:uLnTx/>
              <a:uFillTx/>
              <a:latin typeface="+mj-lt"/>
              <a:ea typeface="+mj-ea"/>
              <a:cs typeface="Arial" panose="020B0604020202020204" pitchFamily="34" charset="0"/>
            </a:endParaRPr>
          </a:p>
        </p:txBody>
      </p:sp>
      <p:sp>
        <p:nvSpPr>
          <p:cNvPr id="36" name="Freeform 1">
            <a:extLst>
              <a:ext uri="{FF2B5EF4-FFF2-40B4-BE49-F238E27FC236}">
                <a16:creationId xmlns:a16="http://schemas.microsoft.com/office/drawing/2014/main" id="{40D1A699-24B6-4CB2-8AAB-EACEB59EB178}"/>
              </a:ext>
            </a:extLst>
          </p:cNvPr>
          <p:cNvSpPr/>
          <p:nvPr/>
        </p:nvSpPr>
        <p:spPr>
          <a:xfrm>
            <a:off x="6099966" y="2435791"/>
            <a:ext cx="324645" cy="613953"/>
          </a:xfrm>
          <a:custGeom>
            <a:avLst/>
            <a:gdLst>
              <a:gd name="connsiteX0" fmla="*/ 0 w 194553"/>
              <a:gd name="connsiteY0" fmla="*/ 577174 h 577174"/>
              <a:gd name="connsiteX1" fmla="*/ 0 w 194553"/>
              <a:gd name="connsiteY1" fmla="*/ 0 h 577174"/>
              <a:gd name="connsiteX2" fmla="*/ 194553 w 194553"/>
              <a:gd name="connsiteY2" fmla="*/ 0 h 577174"/>
            </a:gdLst>
            <a:ahLst/>
            <a:cxnLst>
              <a:cxn ang="0">
                <a:pos x="connsiteX0" y="connsiteY0"/>
              </a:cxn>
              <a:cxn ang="0">
                <a:pos x="connsiteX1" y="connsiteY1"/>
              </a:cxn>
              <a:cxn ang="0">
                <a:pos x="connsiteX2" y="connsiteY2"/>
              </a:cxn>
            </a:cxnLst>
            <a:rect l="l" t="t" r="r" b="b"/>
            <a:pathLst>
              <a:path w="194553" h="577174">
                <a:moveTo>
                  <a:pt x="0" y="577174"/>
                </a:moveTo>
                <a:lnTo>
                  <a:pt x="0" y="0"/>
                </a:lnTo>
                <a:lnTo>
                  <a:pt x="194553" y="0"/>
                </a:lnTo>
              </a:path>
            </a:pathLst>
          </a:custGeom>
          <a:noFill/>
          <a:ln w="28575">
            <a:tailEnd type="triangle"/>
          </a:ln>
        </p:spPr>
        <p:style>
          <a:lnRef idx="2">
            <a:schemeClr val="dk1"/>
          </a:lnRef>
          <a:fillRef idx="1">
            <a:schemeClr val="lt1"/>
          </a:fillRef>
          <a:effectRef idx="0">
            <a:schemeClr val="dk1"/>
          </a:effectRef>
          <a:fontRef idx="minor">
            <a:schemeClr val="dk1"/>
          </a:fontRef>
        </p:style>
        <p:txBody>
          <a:bodyPr rtlCol="0" anchor="ctr"/>
          <a:lstStyle/>
          <a:p>
            <a:pPr algn="ctr"/>
            <a:endParaRPr lang="en-CN">
              <a:latin typeface="+mj-lt"/>
              <a:ea typeface="+mj-ea"/>
              <a:cs typeface="Arial" panose="020B0604020202020204" pitchFamily="34" charset="0"/>
            </a:endParaRPr>
          </a:p>
        </p:txBody>
      </p:sp>
      <p:sp>
        <p:nvSpPr>
          <p:cNvPr id="37" name="Rectangle 29">
            <a:extLst>
              <a:ext uri="{FF2B5EF4-FFF2-40B4-BE49-F238E27FC236}">
                <a16:creationId xmlns:a16="http://schemas.microsoft.com/office/drawing/2014/main" id="{57AFE0B8-8A72-49AB-89E1-BDD2B2631267}"/>
              </a:ext>
            </a:extLst>
          </p:cNvPr>
          <p:cNvSpPr/>
          <p:nvPr/>
        </p:nvSpPr>
        <p:spPr bwMode="auto">
          <a:xfrm>
            <a:off x="6420276" y="3292436"/>
            <a:ext cx="1405120" cy="1026260"/>
          </a:xfrm>
          <a:prstGeom prst="rect">
            <a:avLst/>
          </a:prstGeom>
          <a:solidFill>
            <a:srgbClr val="F0F9E7"/>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000" i="0" u="none" strike="noStrike" kern="1200" cap="none" spc="0" normalizeH="0" baseline="0" noProof="0" dirty="0">
                <a:ln>
                  <a:noFill/>
                </a:ln>
                <a:solidFill>
                  <a:schemeClr val="accent4"/>
                </a:solidFill>
                <a:effectLst/>
                <a:uLnTx/>
                <a:uFillTx/>
                <a:latin typeface="+mj-lt"/>
                <a:ea typeface="+mj-ea"/>
                <a:cs typeface="Arial" panose="020B0604020202020204" pitchFamily="34" charset="0"/>
              </a:rPr>
              <a:t>Left</a:t>
            </a:r>
          </a:p>
          <a:p>
            <a:pPr marL="0" marR="0" lvl="0" indent="0" algn="ctr" defTabSz="914400" rtl="0" eaLnBrk="1" fontAlgn="base" latinLnBrk="0" hangingPunct="1">
              <a:lnSpc>
                <a:spcPct val="100000"/>
              </a:lnSpc>
              <a:spcBef>
                <a:spcPct val="0"/>
              </a:spcBef>
              <a:spcAft>
                <a:spcPct val="0"/>
              </a:spcAft>
              <a:buClrTx/>
              <a:buSzTx/>
              <a:buFontTx/>
              <a:buNone/>
              <a:tabLst/>
              <a:defRPr/>
            </a:pPr>
            <a:r>
              <a:rPr lang="zh-CN" altLang="en-US" sz="2000" dirty="0">
                <a:solidFill>
                  <a:schemeClr val="accent4"/>
                </a:solidFill>
                <a:latin typeface="+mj-lt"/>
                <a:ea typeface="+mj-ea"/>
                <a:cs typeface="Arial" panose="020B0604020202020204" pitchFamily="34" charset="0"/>
              </a:rPr>
              <a:t>初始化为</a:t>
            </a:r>
            <a:r>
              <a:rPr lang="en-US" altLang="zh-CN" sz="2000" dirty="0">
                <a:solidFill>
                  <a:schemeClr val="accent4"/>
                </a:solidFill>
                <a:latin typeface="+mj-lt"/>
                <a:ea typeface="+mj-ea"/>
                <a:cs typeface="Arial" panose="020B0604020202020204" pitchFamily="34" charset="0"/>
              </a:rPr>
              <a:t>1000</a:t>
            </a:r>
            <a:endParaRPr kumimoji="0" lang="en-US" altLang="zh-CN" sz="2400" i="0" u="none" strike="noStrike" kern="1200" cap="none" spc="0" normalizeH="0" baseline="0" noProof="0" dirty="0">
              <a:ln>
                <a:noFill/>
              </a:ln>
              <a:solidFill>
                <a:schemeClr val="accent4"/>
              </a:solidFill>
              <a:effectLst/>
              <a:uLnTx/>
              <a:uFillTx/>
              <a:latin typeface="+mj-lt"/>
              <a:ea typeface="+mj-ea"/>
              <a:cs typeface="Arial" panose="020B0604020202020204" pitchFamily="34" charset="0"/>
            </a:endParaRPr>
          </a:p>
        </p:txBody>
      </p:sp>
      <p:cxnSp>
        <p:nvCxnSpPr>
          <p:cNvPr id="40" name="Straight Arrow Connector 30">
            <a:extLst>
              <a:ext uri="{FF2B5EF4-FFF2-40B4-BE49-F238E27FC236}">
                <a16:creationId xmlns:a16="http://schemas.microsoft.com/office/drawing/2014/main" id="{CBEB0682-70A4-4AEF-8523-E7214B1A435C}"/>
              </a:ext>
            </a:extLst>
          </p:cNvPr>
          <p:cNvCxnSpPr>
            <a:cxnSpLocks/>
          </p:cNvCxnSpPr>
          <p:nvPr/>
        </p:nvCxnSpPr>
        <p:spPr bwMode="auto">
          <a:xfrm>
            <a:off x="5702414" y="3981427"/>
            <a:ext cx="743122" cy="0"/>
          </a:xfrm>
          <a:prstGeom prst="straightConnector1">
            <a:avLst/>
          </a:prstGeom>
          <a:noFill/>
          <a:ln w="28575" cap="flat" cmpd="sng" algn="ctr">
            <a:solidFill>
              <a:schemeClr val="tx1"/>
            </a:solidFill>
            <a:prstDash val="solid"/>
            <a:round/>
            <a:headEnd type="none" w="med" len="med"/>
            <a:tailEnd type="triangle" w="med" len="med"/>
          </a:ln>
          <a:effectLst/>
        </p:spPr>
      </p:cxnSp>
      <p:sp>
        <p:nvSpPr>
          <p:cNvPr id="41" name="TextBox 39">
            <a:extLst>
              <a:ext uri="{FF2B5EF4-FFF2-40B4-BE49-F238E27FC236}">
                <a16:creationId xmlns:a16="http://schemas.microsoft.com/office/drawing/2014/main" id="{22F407FB-721E-48CF-A709-17E4917EAD02}"/>
              </a:ext>
            </a:extLst>
          </p:cNvPr>
          <p:cNvSpPr txBox="1"/>
          <p:nvPr/>
        </p:nvSpPr>
        <p:spPr>
          <a:xfrm>
            <a:off x="4907372" y="3788306"/>
            <a:ext cx="684803" cy="400110"/>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000" i="0" u="none" strike="noStrike" kern="1200" cap="none" spc="0" normalizeH="0" baseline="0" noProof="0" dirty="0">
                <a:ln>
                  <a:noFill/>
                </a:ln>
                <a:effectLst/>
                <a:uLnTx/>
                <a:uFillTx/>
                <a:latin typeface="+mj-lt"/>
                <a:ea typeface="+mj-ea"/>
                <a:cs typeface="Arial" panose="020B0604020202020204" pitchFamily="34" charset="0"/>
              </a:rPr>
              <a:t>CLK</a:t>
            </a:r>
            <a:endParaRPr kumimoji="0" lang="en-US" sz="2000" i="0" u="none" strike="noStrike" kern="1200" cap="none" spc="0" normalizeH="0" baseline="0" noProof="0" dirty="0">
              <a:ln>
                <a:noFill/>
              </a:ln>
              <a:effectLst/>
              <a:uLnTx/>
              <a:uFillTx/>
              <a:latin typeface="+mj-lt"/>
              <a:ea typeface="+mj-ea"/>
              <a:cs typeface="Arial" panose="020B0604020202020204" pitchFamily="34" charset="0"/>
            </a:endParaRPr>
          </a:p>
        </p:txBody>
      </p:sp>
    </p:spTree>
    <p:extLst>
      <p:ext uri="{BB962C8B-B14F-4D97-AF65-F5344CB8AC3E}">
        <p14:creationId xmlns:p14="http://schemas.microsoft.com/office/powerpoint/2010/main" val="4223389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9766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灯片编号占位符 18"/>
          <p:cNvSpPr>
            <a:spLocks noGrp="1"/>
          </p:cNvSpPr>
          <p:nvPr>
            <p:ph type="sldNum" sz="quarter" idx="12"/>
          </p:nvPr>
        </p:nvSpPr>
        <p:spPr/>
        <p:txBody>
          <a:bodyPr/>
          <a:lstStyle/>
          <a:p>
            <a:pPr>
              <a:defRPr/>
            </a:pPr>
            <a:fld id="{F55798EF-E9AF-45E4-8704-AC31D263761A}" type="slidenum">
              <a:rPr lang="en-US" altLang="zh-CN" smtClean="0"/>
              <a:pPr>
                <a:defRPr/>
              </a:pPr>
              <a:t>27</a:t>
            </a:fld>
            <a:endParaRPr lang="en-US" altLang="zh-CN" dirty="0"/>
          </a:p>
        </p:txBody>
      </p:sp>
      <p:sp>
        <p:nvSpPr>
          <p:cNvPr id="7" name="Content Placeholder 6">
            <a:extLst>
              <a:ext uri="{FF2B5EF4-FFF2-40B4-BE49-F238E27FC236}">
                <a16:creationId xmlns:a16="http://schemas.microsoft.com/office/drawing/2014/main" id="{15EE3C3D-73F2-1243-97DA-A922D1E099CD}"/>
              </a:ext>
            </a:extLst>
          </p:cNvPr>
          <p:cNvSpPr>
            <a:spLocks noGrp="1"/>
          </p:cNvSpPr>
          <p:nvPr>
            <p:ph idx="4294967295"/>
          </p:nvPr>
        </p:nvSpPr>
        <p:spPr>
          <a:xfrm>
            <a:off x="457200" y="1342969"/>
            <a:ext cx="8229600" cy="704850"/>
          </a:xfrm>
        </p:spPr>
        <p:txBody>
          <a:bodyPr/>
          <a:lstStyle/>
          <a:p>
            <a:r>
              <a:rPr lang="en-CN" sz="2800" dirty="0"/>
              <a:t>Moore</a:t>
            </a:r>
            <a:r>
              <a:rPr lang="zh-CN" altLang="en-US" sz="2800" dirty="0"/>
              <a:t>机</a:t>
            </a:r>
            <a:endParaRPr lang="en-CN" sz="2800" dirty="0"/>
          </a:p>
        </p:txBody>
      </p:sp>
      <p:sp>
        <p:nvSpPr>
          <p:cNvPr id="144" name="Text Box 17">
            <a:extLst>
              <a:ext uri="{FF2B5EF4-FFF2-40B4-BE49-F238E27FC236}">
                <a16:creationId xmlns:a16="http://schemas.microsoft.com/office/drawing/2014/main" id="{E3E30BD0-DD5B-406B-8202-112C7746C888}"/>
              </a:ext>
            </a:extLst>
          </p:cNvPr>
          <p:cNvSpPr txBox="1">
            <a:spLocks noChangeArrowheads="1"/>
          </p:cNvSpPr>
          <p:nvPr/>
        </p:nvSpPr>
        <p:spPr bwMode="auto">
          <a:xfrm>
            <a:off x="6366783" y="1313516"/>
            <a:ext cx="2663757" cy="1015663"/>
          </a:xfrm>
          <a:prstGeom prst="rect">
            <a:avLst/>
          </a:prstGeom>
          <a:solidFill>
            <a:schemeClr val="accent3">
              <a:lumMod val="20000"/>
              <a:lumOff val="80000"/>
            </a:schemeClr>
          </a:solidFill>
          <a:ln w="9525" algn="ctr">
            <a:noFill/>
            <a:miter lim="800000"/>
            <a:headEnd/>
            <a:tailEnd/>
          </a:ln>
        </p:spPr>
        <p:txBody>
          <a:bodyPr wrap="square">
            <a:spAutoFit/>
          </a:bodyPr>
          <a:lstStyle/>
          <a:p>
            <a:pPr>
              <a:spcBef>
                <a:spcPts val="0"/>
              </a:spcBef>
            </a:pPr>
            <a:r>
              <a:rPr lang="zh-CN" altLang="en-US" sz="2000" dirty="0">
                <a:solidFill>
                  <a:schemeClr val="tx1"/>
                </a:solidFill>
                <a:latin typeface="Arial" panose="020B0604020202020204" pitchFamily="34" charset="0"/>
                <a:ea typeface="SimHei" panose="02010609060101010101" pitchFamily="49" charset="-122"/>
                <a:cs typeface="Arial" panose="020B0604020202020204" pitchFamily="34" charset="0"/>
              </a:rPr>
              <a:t>输入</a:t>
            </a:r>
            <a:r>
              <a:rPr lang="en-US" altLang="zh-CN" sz="2000" dirty="0">
                <a:solidFill>
                  <a:schemeClr val="tx1"/>
                </a:solidFill>
                <a:latin typeface="Arial" panose="020B0604020202020204" pitchFamily="34" charset="0"/>
                <a:ea typeface="SimHei" panose="02010609060101010101" pitchFamily="49" charset="-122"/>
                <a:cs typeface="Arial" panose="020B0604020202020204" pitchFamily="34" charset="0"/>
              </a:rPr>
              <a:t>: </a:t>
            </a:r>
            <a:r>
              <a:rPr lang="en-US" altLang="zh-CN" sz="2000" b="0" dirty="0">
                <a:solidFill>
                  <a:srgbClr val="C00000"/>
                </a:solidFill>
                <a:latin typeface="Arial" panose="020B0604020202020204" pitchFamily="34" charset="0"/>
                <a:ea typeface="SimHei" panose="02010609060101010101" pitchFamily="49" charset="-122"/>
                <a:cs typeface="Arial" panose="020B0604020202020204" pitchFamily="34" charset="0"/>
              </a:rPr>
              <a:t>Today</a:t>
            </a:r>
            <a:r>
              <a:rPr lang="en-US" altLang="zh-CN" sz="2000" b="0" dirty="0">
                <a:solidFill>
                  <a:schemeClr val="tx1"/>
                </a:solidFill>
                <a:latin typeface="Arial" panose="020B0604020202020204" pitchFamily="34" charset="0"/>
                <a:ea typeface="SimHei" panose="02010609060101010101" pitchFamily="49" charset="-122"/>
                <a:cs typeface="Arial" panose="020B0604020202020204" pitchFamily="34" charset="0"/>
              </a:rPr>
              <a:t>, Reset</a:t>
            </a:r>
          </a:p>
          <a:p>
            <a:pPr>
              <a:spcBef>
                <a:spcPts val="0"/>
              </a:spcBef>
            </a:pPr>
            <a:r>
              <a:rPr lang="zh-CN" altLang="en-US" sz="2000" dirty="0">
                <a:solidFill>
                  <a:schemeClr val="tx1"/>
                </a:solidFill>
                <a:latin typeface="Arial" panose="020B0604020202020204" pitchFamily="34" charset="0"/>
                <a:ea typeface="SimHei" panose="02010609060101010101" pitchFamily="49" charset="-122"/>
                <a:cs typeface="Arial" panose="020B0604020202020204" pitchFamily="34" charset="0"/>
              </a:rPr>
              <a:t>输出</a:t>
            </a:r>
            <a:r>
              <a:rPr lang="en-US" altLang="zh-CN" sz="2000" dirty="0">
                <a:solidFill>
                  <a:schemeClr val="tx1"/>
                </a:solidFill>
                <a:latin typeface="Arial" panose="020B0604020202020204" pitchFamily="34" charset="0"/>
                <a:ea typeface="SimHei" panose="02010609060101010101" pitchFamily="49" charset="-122"/>
                <a:cs typeface="Arial" panose="020B0604020202020204" pitchFamily="34" charset="0"/>
              </a:rPr>
              <a:t>: </a:t>
            </a:r>
            <a:r>
              <a:rPr lang="en-US" altLang="zh-CN" sz="2000" b="0" dirty="0">
                <a:solidFill>
                  <a:srgbClr val="00B050"/>
                </a:solidFill>
                <a:latin typeface="Arial" panose="020B0604020202020204" pitchFamily="34" charset="0"/>
                <a:ea typeface="SimHei" panose="02010609060101010101" pitchFamily="49" charset="-122"/>
                <a:cs typeface="Arial" panose="020B0604020202020204" pitchFamily="34" charset="0"/>
              </a:rPr>
              <a:t>Left</a:t>
            </a:r>
            <a:r>
              <a:rPr lang="en-US" altLang="zh-CN" sz="2000" b="0" dirty="0">
                <a:solidFill>
                  <a:schemeClr val="tx1"/>
                </a:solidFill>
                <a:latin typeface="Arial" panose="020B0604020202020204" pitchFamily="34" charset="0"/>
                <a:ea typeface="SimHei" panose="02010609060101010101" pitchFamily="49" charset="-122"/>
                <a:cs typeface="Arial" panose="020B0604020202020204" pitchFamily="34" charset="0"/>
              </a:rPr>
              <a:t>  </a:t>
            </a:r>
          </a:p>
          <a:p>
            <a:pPr>
              <a:spcBef>
                <a:spcPts val="0"/>
              </a:spcBef>
            </a:pPr>
            <a:r>
              <a:rPr lang="zh-CN" altLang="en-US" sz="2000" dirty="0">
                <a:solidFill>
                  <a:schemeClr val="tx1"/>
                </a:solidFill>
                <a:latin typeface="Arial" panose="020B0604020202020204" pitchFamily="34" charset="0"/>
                <a:ea typeface="SimHei" panose="02010609060101010101" pitchFamily="49" charset="-122"/>
                <a:cs typeface="Arial" panose="020B0604020202020204" pitchFamily="34" charset="0"/>
              </a:rPr>
              <a:t>状态</a:t>
            </a:r>
            <a:r>
              <a:rPr lang="en-US" altLang="zh-CN" sz="2000" dirty="0">
                <a:solidFill>
                  <a:schemeClr val="tx1"/>
                </a:solidFill>
                <a:latin typeface="Arial" panose="020B0604020202020204" pitchFamily="34" charset="0"/>
                <a:ea typeface="SimHei" panose="02010609060101010101" pitchFamily="49" charset="-122"/>
                <a:cs typeface="Arial" panose="020B0604020202020204" pitchFamily="34" charset="0"/>
              </a:rPr>
              <a:t>: </a:t>
            </a:r>
            <a:r>
              <a:rPr lang="en-US" altLang="zh-CN" sz="2000" b="0" dirty="0">
                <a:solidFill>
                  <a:srgbClr val="0000FF"/>
                </a:solidFill>
                <a:latin typeface="Arial" panose="020B0604020202020204" pitchFamily="34" charset="0"/>
                <a:ea typeface="SimHei" panose="02010609060101010101" pitchFamily="49" charset="-122"/>
                <a:cs typeface="Arial" panose="020B0604020202020204" pitchFamily="34" charset="0"/>
              </a:rPr>
              <a:t>Left</a:t>
            </a:r>
          </a:p>
        </p:txBody>
      </p:sp>
      <p:sp>
        <p:nvSpPr>
          <p:cNvPr id="33" name="Oval 18">
            <a:extLst>
              <a:ext uri="{FF2B5EF4-FFF2-40B4-BE49-F238E27FC236}">
                <a16:creationId xmlns:a16="http://schemas.microsoft.com/office/drawing/2014/main" id="{9BB23D68-B903-034B-BA44-2FD00CB4DDA1}"/>
              </a:ext>
            </a:extLst>
          </p:cNvPr>
          <p:cNvSpPr/>
          <p:nvPr/>
        </p:nvSpPr>
        <p:spPr>
          <a:xfrm>
            <a:off x="2009757" y="2569229"/>
            <a:ext cx="1143000" cy="1211818"/>
          </a:xfrm>
          <a:prstGeom prst="ellipse">
            <a:avLst/>
          </a:prstGeom>
          <a:solidFill>
            <a:schemeClr val="bg1">
              <a:lumMod val="95000"/>
            </a:schemeClr>
          </a:solidFill>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r>
              <a:rPr lang="en-US" sz="1800" dirty="0">
                <a:solidFill>
                  <a:srgbClr val="3333FF"/>
                </a:solidFill>
                <a:latin typeface="Arial" panose="020B0604020202020204" pitchFamily="34" charset="0"/>
                <a:cs typeface="Arial" panose="020B0604020202020204" pitchFamily="34" charset="0"/>
              </a:rPr>
              <a:t>Left:</a:t>
            </a:r>
            <a:r>
              <a:rPr lang="en-US" sz="1800" b="0" dirty="0">
                <a:solidFill>
                  <a:schemeClr val="tx1"/>
                </a:solidFill>
                <a:latin typeface="Arial" panose="020B0604020202020204" pitchFamily="34" charset="0"/>
                <a:cs typeface="Arial" panose="020B0604020202020204" pitchFamily="34" charset="0"/>
              </a:rPr>
              <a:t> </a:t>
            </a:r>
            <a:r>
              <a:rPr lang="en-US" altLang="zh-CN" sz="1600" b="0" dirty="0">
                <a:solidFill>
                  <a:schemeClr val="tx1"/>
                </a:solidFill>
                <a:latin typeface="Arial" panose="020B0604020202020204" pitchFamily="34" charset="0"/>
                <a:cs typeface="Arial" panose="020B0604020202020204" pitchFamily="34" charset="0"/>
              </a:rPr>
              <a:t>1111101000</a:t>
            </a:r>
            <a:endParaRPr lang="en-CN" sz="1800" b="0" dirty="0">
              <a:solidFill>
                <a:schemeClr val="tx1"/>
              </a:solidFill>
              <a:latin typeface="Arial" panose="020B0604020202020204" pitchFamily="34" charset="0"/>
              <a:cs typeface="Arial" panose="020B0604020202020204" pitchFamily="34" charset="0"/>
            </a:endParaRPr>
          </a:p>
        </p:txBody>
      </p:sp>
      <p:grpSp>
        <p:nvGrpSpPr>
          <p:cNvPr id="39" name="Group 38">
            <a:extLst>
              <a:ext uri="{FF2B5EF4-FFF2-40B4-BE49-F238E27FC236}">
                <a16:creationId xmlns:a16="http://schemas.microsoft.com/office/drawing/2014/main" id="{911F3C47-5E27-CD4B-842C-1F1AB9E6C4A9}"/>
              </a:ext>
            </a:extLst>
          </p:cNvPr>
          <p:cNvGrpSpPr/>
          <p:nvPr/>
        </p:nvGrpSpPr>
        <p:grpSpPr>
          <a:xfrm>
            <a:off x="4829157" y="2525950"/>
            <a:ext cx="1501028" cy="1704643"/>
            <a:chOff x="4975972" y="2489334"/>
            <a:chExt cx="1501028" cy="1704643"/>
          </a:xfrm>
        </p:grpSpPr>
        <p:sp>
          <p:nvSpPr>
            <p:cNvPr id="50" name="Oval 18">
              <a:extLst>
                <a:ext uri="{FF2B5EF4-FFF2-40B4-BE49-F238E27FC236}">
                  <a16:creationId xmlns:a16="http://schemas.microsoft.com/office/drawing/2014/main" id="{392CA0FB-AC5B-F941-8274-25217A46C598}"/>
                </a:ext>
              </a:extLst>
            </p:cNvPr>
            <p:cNvSpPr/>
            <p:nvPr/>
          </p:nvSpPr>
          <p:spPr>
            <a:xfrm>
              <a:off x="5334000" y="2895600"/>
              <a:ext cx="1143000" cy="1298377"/>
            </a:xfrm>
            <a:prstGeom prst="ellipse">
              <a:avLst/>
            </a:prstGeom>
            <a:solidFill>
              <a:schemeClr val="bg1">
                <a:lumMod val="95000"/>
              </a:schemeClr>
            </a:solidFill>
          </p:spPr>
          <p:style>
            <a:lnRef idx="2">
              <a:schemeClr val="dk1"/>
            </a:lnRef>
            <a:fillRef idx="1">
              <a:schemeClr val="lt1"/>
            </a:fillRef>
            <a:effectRef idx="0">
              <a:schemeClr val="dk1"/>
            </a:effectRef>
            <a:fontRef idx="minor">
              <a:schemeClr val="dk1"/>
            </a:fontRef>
          </p:style>
          <p:txBody>
            <a:bodyPr wrap="square" rtlCol="0" anchor="ctr">
              <a:spAutoFit/>
            </a:bodyPr>
            <a:lstStyle/>
            <a:p>
              <a:r>
                <a:rPr lang="en-US" sz="1800" dirty="0">
                  <a:solidFill>
                    <a:srgbClr val="3333FF"/>
                  </a:solidFill>
                  <a:latin typeface="Arial" panose="020B0604020202020204" pitchFamily="34" charset="0"/>
                  <a:cs typeface="Arial" panose="020B0604020202020204" pitchFamily="34" charset="0"/>
                </a:rPr>
                <a:t> </a:t>
              </a:r>
            </a:p>
            <a:p>
              <a:endParaRPr lang="en-US" sz="1800" b="0" dirty="0">
                <a:solidFill>
                  <a:srgbClr val="3333FF"/>
                </a:solidFill>
                <a:latin typeface="Arial" panose="020B0604020202020204" pitchFamily="34" charset="0"/>
                <a:cs typeface="Arial" panose="020B0604020202020204" pitchFamily="34" charset="0"/>
              </a:endParaRPr>
            </a:p>
            <a:p>
              <a:endParaRPr lang="en-CN" sz="1800" b="0" dirty="0">
                <a:solidFill>
                  <a:schemeClr val="tx1"/>
                </a:solidFill>
                <a:latin typeface="Arial" panose="020B0604020202020204" pitchFamily="34" charset="0"/>
                <a:cs typeface="Arial" panose="020B0604020202020204" pitchFamily="34" charset="0"/>
              </a:endParaRPr>
            </a:p>
          </p:txBody>
        </p:sp>
        <p:sp>
          <p:nvSpPr>
            <p:cNvPr id="49" name="Oval 18">
              <a:extLst>
                <a:ext uri="{FF2B5EF4-FFF2-40B4-BE49-F238E27FC236}">
                  <a16:creationId xmlns:a16="http://schemas.microsoft.com/office/drawing/2014/main" id="{90DB46B4-DBE9-5943-B1D4-7A05B6287A40}"/>
                </a:ext>
              </a:extLst>
            </p:cNvPr>
            <p:cNvSpPr/>
            <p:nvPr/>
          </p:nvSpPr>
          <p:spPr>
            <a:xfrm>
              <a:off x="5143360" y="2665646"/>
              <a:ext cx="1143000" cy="1298377"/>
            </a:xfrm>
            <a:prstGeom prst="ellipse">
              <a:avLst/>
            </a:prstGeom>
            <a:solidFill>
              <a:schemeClr val="bg1">
                <a:lumMod val="95000"/>
              </a:schemeClr>
            </a:solidFill>
          </p:spPr>
          <p:style>
            <a:lnRef idx="2">
              <a:schemeClr val="dk1"/>
            </a:lnRef>
            <a:fillRef idx="1">
              <a:schemeClr val="lt1"/>
            </a:fillRef>
            <a:effectRef idx="0">
              <a:schemeClr val="dk1"/>
            </a:effectRef>
            <a:fontRef idx="minor">
              <a:schemeClr val="dk1"/>
            </a:fontRef>
          </p:style>
          <p:txBody>
            <a:bodyPr wrap="square" rtlCol="0" anchor="ctr">
              <a:spAutoFit/>
            </a:bodyPr>
            <a:lstStyle/>
            <a:p>
              <a:r>
                <a:rPr lang="en-US" sz="1800" dirty="0">
                  <a:solidFill>
                    <a:srgbClr val="3333FF"/>
                  </a:solidFill>
                  <a:latin typeface="Arial" panose="020B0604020202020204" pitchFamily="34" charset="0"/>
                  <a:cs typeface="Arial" panose="020B0604020202020204" pitchFamily="34" charset="0"/>
                </a:rPr>
                <a:t> </a:t>
              </a:r>
            </a:p>
            <a:p>
              <a:endParaRPr lang="en-US" sz="1800" b="0" dirty="0">
                <a:solidFill>
                  <a:srgbClr val="3333FF"/>
                </a:solidFill>
                <a:latin typeface="Arial" panose="020B0604020202020204" pitchFamily="34" charset="0"/>
                <a:cs typeface="Arial" panose="020B0604020202020204" pitchFamily="34" charset="0"/>
              </a:endParaRPr>
            </a:p>
            <a:p>
              <a:endParaRPr lang="en-CN" sz="1800" b="0" dirty="0">
                <a:solidFill>
                  <a:schemeClr val="tx1"/>
                </a:solidFill>
                <a:latin typeface="Arial" panose="020B0604020202020204" pitchFamily="34" charset="0"/>
                <a:cs typeface="Arial" panose="020B0604020202020204" pitchFamily="34" charset="0"/>
              </a:endParaRPr>
            </a:p>
          </p:txBody>
        </p:sp>
        <p:sp>
          <p:nvSpPr>
            <p:cNvPr id="48" name="Oval 18">
              <a:extLst>
                <a:ext uri="{FF2B5EF4-FFF2-40B4-BE49-F238E27FC236}">
                  <a16:creationId xmlns:a16="http://schemas.microsoft.com/office/drawing/2014/main" id="{63C95A72-4E36-CB46-BB0E-00D4B4C1F793}"/>
                </a:ext>
              </a:extLst>
            </p:cNvPr>
            <p:cNvSpPr/>
            <p:nvPr/>
          </p:nvSpPr>
          <p:spPr>
            <a:xfrm>
              <a:off x="5059666" y="2570575"/>
              <a:ext cx="1143000" cy="1298377"/>
            </a:xfrm>
            <a:prstGeom prst="ellipse">
              <a:avLst/>
            </a:prstGeom>
            <a:solidFill>
              <a:schemeClr val="bg1">
                <a:lumMod val="95000"/>
              </a:schemeClr>
            </a:solidFill>
          </p:spPr>
          <p:style>
            <a:lnRef idx="2">
              <a:schemeClr val="dk1"/>
            </a:lnRef>
            <a:fillRef idx="1">
              <a:schemeClr val="lt1"/>
            </a:fillRef>
            <a:effectRef idx="0">
              <a:schemeClr val="dk1"/>
            </a:effectRef>
            <a:fontRef idx="minor">
              <a:schemeClr val="dk1"/>
            </a:fontRef>
          </p:style>
          <p:txBody>
            <a:bodyPr wrap="square" rtlCol="0" anchor="ctr">
              <a:spAutoFit/>
            </a:bodyPr>
            <a:lstStyle/>
            <a:p>
              <a:r>
                <a:rPr lang="en-US" sz="1800" dirty="0">
                  <a:solidFill>
                    <a:srgbClr val="3333FF"/>
                  </a:solidFill>
                  <a:latin typeface="Arial" panose="020B0604020202020204" pitchFamily="34" charset="0"/>
                  <a:cs typeface="Arial" panose="020B0604020202020204" pitchFamily="34" charset="0"/>
                </a:rPr>
                <a:t> </a:t>
              </a:r>
            </a:p>
            <a:p>
              <a:endParaRPr lang="en-US" sz="1800" b="0" dirty="0">
                <a:solidFill>
                  <a:srgbClr val="3333FF"/>
                </a:solidFill>
                <a:latin typeface="Arial" panose="020B0604020202020204" pitchFamily="34" charset="0"/>
                <a:cs typeface="Arial" panose="020B0604020202020204" pitchFamily="34" charset="0"/>
              </a:endParaRPr>
            </a:p>
            <a:p>
              <a:endParaRPr lang="en-CN" sz="1800" b="0" dirty="0">
                <a:solidFill>
                  <a:schemeClr val="tx1"/>
                </a:solidFill>
                <a:latin typeface="Arial" panose="020B0604020202020204" pitchFamily="34" charset="0"/>
                <a:cs typeface="Arial" panose="020B0604020202020204" pitchFamily="34" charset="0"/>
              </a:endParaRPr>
            </a:p>
          </p:txBody>
        </p:sp>
        <p:sp>
          <p:nvSpPr>
            <p:cNvPr id="34" name="Oval 18">
              <a:extLst>
                <a:ext uri="{FF2B5EF4-FFF2-40B4-BE49-F238E27FC236}">
                  <a16:creationId xmlns:a16="http://schemas.microsoft.com/office/drawing/2014/main" id="{E78A689F-CE76-6842-8364-4C71A5FE9661}"/>
                </a:ext>
              </a:extLst>
            </p:cNvPr>
            <p:cNvSpPr/>
            <p:nvPr/>
          </p:nvSpPr>
          <p:spPr>
            <a:xfrm>
              <a:off x="4975972" y="2489334"/>
              <a:ext cx="1143000" cy="1298377"/>
            </a:xfrm>
            <a:prstGeom prst="ellipse">
              <a:avLst/>
            </a:prstGeom>
            <a:solidFill>
              <a:schemeClr val="bg1">
                <a:lumMod val="95000"/>
              </a:schemeClr>
            </a:solidFill>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r>
                <a:rPr lang="en-US" sz="1800" dirty="0">
                  <a:solidFill>
                    <a:srgbClr val="3333FF"/>
                  </a:solidFill>
                  <a:latin typeface="Arial" panose="020B0604020202020204" pitchFamily="34" charset="0"/>
                  <a:cs typeface="Arial" panose="020B0604020202020204" pitchFamily="34" charset="0"/>
                </a:rPr>
                <a:t>Left:</a:t>
              </a:r>
              <a:r>
                <a:rPr lang="en-US" sz="1800" b="0" dirty="0">
                  <a:solidFill>
                    <a:schemeClr val="tx1"/>
                  </a:solidFill>
                  <a:latin typeface="Arial" panose="020B0604020202020204" pitchFamily="34" charset="0"/>
                  <a:cs typeface="Arial" panose="020B0604020202020204" pitchFamily="34" charset="0"/>
                </a:rPr>
                <a:t> </a:t>
              </a:r>
              <a:r>
                <a:rPr lang="en-US" altLang="zh-CN" sz="1800" b="0" dirty="0" err="1">
                  <a:solidFill>
                    <a:schemeClr val="tx1"/>
                  </a:solidFill>
                  <a:latin typeface="Arial" panose="020B0604020202020204" pitchFamily="34" charset="0"/>
                  <a:cs typeface="Arial" panose="020B0604020202020204" pitchFamily="34" charset="0"/>
                </a:rPr>
                <a:t>xxxxxxxxxx</a:t>
              </a:r>
              <a:endParaRPr lang="en-CN" sz="1800" b="0" dirty="0">
                <a:solidFill>
                  <a:schemeClr val="tx1"/>
                </a:solidFill>
                <a:latin typeface="Arial" panose="020B0604020202020204" pitchFamily="34" charset="0"/>
                <a:cs typeface="Arial" panose="020B0604020202020204" pitchFamily="34" charset="0"/>
              </a:endParaRPr>
            </a:p>
          </p:txBody>
        </p:sp>
        <p:cxnSp>
          <p:nvCxnSpPr>
            <p:cNvPr id="27" name="Straight Connector 26">
              <a:extLst>
                <a:ext uri="{FF2B5EF4-FFF2-40B4-BE49-F238E27FC236}">
                  <a16:creationId xmlns:a16="http://schemas.microsoft.com/office/drawing/2014/main" id="{4EA4DEBC-3BA8-1248-9BE5-10542C0430BF}"/>
                </a:ext>
              </a:extLst>
            </p:cNvPr>
            <p:cNvCxnSpPr>
              <a:cxnSpLocks/>
            </p:cNvCxnSpPr>
            <p:nvPr/>
          </p:nvCxnSpPr>
          <p:spPr>
            <a:xfrm>
              <a:off x="6019154" y="3780153"/>
              <a:ext cx="201539" cy="216000"/>
            </a:xfrm>
            <a:prstGeom prst="line">
              <a:avLst/>
            </a:prstGeom>
            <a:ln w="50800">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8" name="Group 37">
            <a:extLst>
              <a:ext uri="{FF2B5EF4-FFF2-40B4-BE49-F238E27FC236}">
                <a16:creationId xmlns:a16="http://schemas.microsoft.com/office/drawing/2014/main" id="{19C64525-89F5-A445-B227-32DE93F8C94C}"/>
              </a:ext>
            </a:extLst>
          </p:cNvPr>
          <p:cNvGrpSpPr/>
          <p:nvPr/>
        </p:nvGrpSpPr>
        <p:grpSpPr>
          <a:xfrm>
            <a:off x="615185" y="3175138"/>
            <a:ext cx="4381360" cy="1052478"/>
            <a:chOff x="762000" y="3062322"/>
            <a:chExt cx="4381360" cy="1052478"/>
          </a:xfrm>
        </p:grpSpPr>
        <p:cxnSp>
          <p:nvCxnSpPr>
            <p:cNvPr id="5" name="Curved Connector 4">
              <a:extLst>
                <a:ext uri="{FF2B5EF4-FFF2-40B4-BE49-F238E27FC236}">
                  <a16:creationId xmlns:a16="http://schemas.microsoft.com/office/drawing/2014/main" id="{9846BE36-2ADE-A140-90B8-C6C2BC5A936A}"/>
                </a:ext>
              </a:extLst>
            </p:cNvPr>
            <p:cNvCxnSpPr>
              <a:cxnSpLocks/>
              <a:stCxn id="34" idx="3"/>
              <a:endCxn id="33" idx="5"/>
            </p:cNvCxnSpPr>
            <p:nvPr/>
          </p:nvCxnSpPr>
          <p:spPr>
            <a:xfrm rot="5400000" flipH="1">
              <a:off x="4122470" y="2500478"/>
              <a:ext cx="30604" cy="2011176"/>
            </a:xfrm>
            <a:prstGeom prst="curvedConnector3">
              <a:avLst>
                <a:gd name="adj1" fmla="val -1368262"/>
              </a:avLst>
            </a:prstGeom>
            <a:ln w="50800">
              <a:tailEnd type="triangle"/>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0FAF6074-68B8-F44F-A407-3BE4A08AC50F}"/>
                </a:ext>
              </a:extLst>
            </p:cNvPr>
            <p:cNvSpPr txBox="1"/>
            <p:nvPr/>
          </p:nvSpPr>
          <p:spPr>
            <a:xfrm>
              <a:off x="3599803" y="3539275"/>
              <a:ext cx="1075937" cy="369332"/>
            </a:xfrm>
            <a:prstGeom prst="rect">
              <a:avLst/>
            </a:prstGeom>
            <a:noFill/>
          </p:spPr>
          <p:txBody>
            <a:bodyPr wrap="none" rtlCol="0">
              <a:spAutoFit/>
            </a:bodyPr>
            <a:lstStyle/>
            <a:p>
              <a:pPr algn="ctr"/>
              <a:r>
                <a:rPr lang="en-CN" sz="1800" dirty="0">
                  <a:solidFill>
                    <a:schemeClr val="tx1"/>
                  </a:solidFill>
                  <a:latin typeface="Arial" panose="020B0604020202020204" pitchFamily="34" charset="0"/>
                  <a:cs typeface="Arial" panose="020B0604020202020204" pitchFamily="34" charset="0"/>
                </a:rPr>
                <a:t>Reset=1</a:t>
              </a:r>
            </a:p>
          </p:txBody>
        </p:sp>
        <p:cxnSp>
          <p:nvCxnSpPr>
            <p:cNvPr id="66" name="Curved Connector 65">
              <a:extLst>
                <a:ext uri="{FF2B5EF4-FFF2-40B4-BE49-F238E27FC236}">
                  <a16:creationId xmlns:a16="http://schemas.microsoft.com/office/drawing/2014/main" id="{A70704EF-2CC2-B44D-9366-DA45563C652A}"/>
                </a:ext>
              </a:extLst>
            </p:cNvPr>
            <p:cNvCxnSpPr>
              <a:cxnSpLocks/>
              <a:stCxn id="33" idx="4"/>
              <a:endCxn id="33" idx="2"/>
            </p:cNvCxnSpPr>
            <p:nvPr/>
          </p:nvCxnSpPr>
          <p:spPr>
            <a:xfrm rot="5400000" flipH="1">
              <a:off x="2139367" y="3079527"/>
              <a:ext cx="605909" cy="571500"/>
            </a:xfrm>
            <a:prstGeom prst="curvedConnector4">
              <a:avLst>
                <a:gd name="adj1" fmla="val -37728"/>
                <a:gd name="adj2" fmla="val 140000"/>
              </a:avLst>
            </a:prstGeom>
            <a:ln w="50800">
              <a:tailEnd type="triangle"/>
            </a:ln>
          </p:spPr>
          <p:style>
            <a:lnRef idx="1">
              <a:schemeClr val="dk1"/>
            </a:lnRef>
            <a:fillRef idx="0">
              <a:schemeClr val="dk1"/>
            </a:fillRef>
            <a:effectRef idx="0">
              <a:schemeClr val="dk1"/>
            </a:effectRef>
            <a:fontRef idx="minor">
              <a:schemeClr val="tx1"/>
            </a:fontRef>
          </p:style>
        </p:cxnSp>
        <p:sp>
          <p:nvSpPr>
            <p:cNvPr id="69" name="TextBox 68">
              <a:extLst>
                <a:ext uri="{FF2B5EF4-FFF2-40B4-BE49-F238E27FC236}">
                  <a16:creationId xmlns:a16="http://schemas.microsoft.com/office/drawing/2014/main" id="{FA3047C9-EA41-8C4E-9DA5-D27031D863B2}"/>
                </a:ext>
              </a:extLst>
            </p:cNvPr>
            <p:cNvSpPr txBox="1"/>
            <p:nvPr/>
          </p:nvSpPr>
          <p:spPr>
            <a:xfrm>
              <a:off x="762000" y="3745468"/>
              <a:ext cx="1075937" cy="369332"/>
            </a:xfrm>
            <a:prstGeom prst="rect">
              <a:avLst/>
            </a:prstGeom>
            <a:noFill/>
          </p:spPr>
          <p:txBody>
            <a:bodyPr wrap="none" rtlCol="0">
              <a:spAutoFit/>
            </a:bodyPr>
            <a:lstStyle/>
            <a:p>
              <a:pPr algn="ctr"/>
              <a:r>
                <a:rPr lang="en-CN" sz="1800" dirty="0">
                  <a:solidFill>
                    <a:schemeClr val="tx1"/>
                  </a:solidFill>
                  <a:latin typeface="Arial" panose="020B0604020202020204" pitchFamily="34" charset="0"/>
                  <a:cs typeface="Arial" panose="020B0604020202020204" pitchFamily="34" charset="0"/>
                </a:rPr>
                <a:t>Reset=1</a:t>
              </a:r>
            </a:p>
          </p:txBody>
        </p:sp>
      </p:grpSp>
      <p:grpSp>
        <p:nvGrpSpPr>
          <p:cNvPr id="76" name="Group 75">
            <a:extLst>
              <a:ext uri="{FF2B5EF4-FFF2-40B4-BE49-F238E27FC236}">
                <a16:creationId xmlns:a16="http://schemas.microsoft.com/office/drawing/2014/main" id="{39CAFECD-7C11-4444-92FB-E83A0190A9E3}"/>
              </a:ext>
            </a:extLst>
          </p:cNvPr>
          <p:cNvGrpSpPr/>
          <p:nvPr/>
        </p:nvGrpSpPr>
        <p:grpSpPr>
          <a:xfrm>
            <a:off x="2900257" y="1941616"/>
            <a:ext cx="4466816" cy="1233522"/>
            <a:chOff x="3047072" y="1905000"/>
            <a:chExt cx="4466816" cy="1233522"/>
          </a:xfrm>
        </p:grpSpPr>
        <p:cxnSp>
          <p:nvCxnSpPr>
            <p:cNvPr id="78" name="Curved Connector 77">
              <a:extLst>
                <a:ext uri="{FF2B5EF4-FFF2-40B4-BE49-F238E27FC236}">
                  <a16:creationId xmlns:a16="http://schemas.microsoft.com/office/drawing/2014/main" id="{9448A7A0-7A1C-5C46-90A9-26E3B42FA6CE}"/>
                </a:ext>
              </a:extLst>
            </p:cNvPr>
            <p:cNvCxnSpPr>
              <a:cxnSpLocks/>
            </p:cNvCxnSpPr>
            <p:nvPr/>
          </p:nvCxnSpPr>
          <p:spPr>
            <a:xfrm rot="5400000" flipH="1" flipV="1">
              <a:off x="4122471" y="1689191"/>
              <a:ext cx="30603" cy="2011176"/>
            </a:xfrm>
            <a:prstGeom prst="curvedConnector3">
              <a:avLst>
                <a:gd name="adj1" fmla="val 1468307"/>
              </a:avLst>
            </a:prstGeom>
            <a:ln w="50800">
              <a:tailEnd type="triangle"/>
            </a:ln>
          </p:spPr>
          <p:style>
            <a:lnRef idx="1">
              <a:schemeClr val="dk1"/>
            </a:lnRef>
            <a:fillRef idx="0">
              <a:schemeClr val="dk1"/>
            </a:fillRef>
            <a:effectRef idx="0">
              <a:schemeClr val="dk1"/>
            </a:effectRef>
            <a:fontRef idx="minor">
              <a:schemeClr val="tx1"/>
            </a:fontRef>
          </p:style>
        </p:cxnSp>
        <p:sp>
          <p:nvSpPr>
            <p:cNvPr id="79" name="TextBox 78">
              <a:extLst>
                <a:ext uri="{FF2B5EF4-FFF2-40B4-BE49-F238E27FC236}">
                  <a16:creationId xmlns:a16="http://schemas.microsoft.com/office/drawing/2014/main" id="{0220A314-C440-0E4D-8F3A-1301AF8251F0}"/>
                </a:ext>
              </a:extLst>
            </p:cNvPr>
            <p:cNvSpPr txBox="1"/>
            <p:nvPr/>
          </p:nvSpPr>
          <p:spPr>
            <a:xfrm>
              <a:off x="3047072" y="1905000"/>
              <a:ext cx="2155462" cy="369332"/>
            </a:xfrm>
            <a:prstGeom prst="rect">
              <a:avLst/>
            </a:prstGeom>
            <a:noFill/>
          </p:spPr>
          <p:txBody>
            <a:bodyPr wrap="none" rtlCol="0">
              <a:spAutoFit/>
            </a:bodyPr>
            <a:lstStyle/>
            <a:p>
              <a:pPr algn="ctr"/>
              <a:r>
                <a:rPr lang="en-CN" sz="1800" dirty="0">
                  <a:solidFill>
                    <a:schemeClr val="tx1"/>
                  </a:solidFill>
                  <a:latin typeface="Arial" panose="020B0604020202020204" pitchFamily="34" charset="0"/>
                  <a:cs typeface="Arial" panose="020B0604020202020204" pitchFamily="34" charset="0"/>
                </a:rPr>
                <a:t>Reset=0; Today=xx</a:t>
              </a:r>
            </a:p>
          </p:txBody>
        </p:sp>
        <p:cxnSp>
          <p:nvCxnSpPr>
            <p:cNvPr id="80" name="Curved Connector 79">
              <a:extLst>
                <a:ext uri="{FF2B5EF4-FFF2-40B4-BE49-F238E27FC236}">
                  <a16:creationId xmlns:a16="http://schemas.microsoft.com/office/drawing/2014/main" id="{5C0B25B7-7E08-F446-9264-F457987D8820}"/>
                </a:ext>
              </a:extLst>
            </p:cNvPr>
            <p:cNvCxnSpPr>
              <a:cxnSpLocks/>
            </p:cNvCxnSpPr>
            <p:nvPr/>
          </p:nvCxnSpPr>
          <p:spPr>
            <a:xfrm rot="16200000" flipH="1">
              <a:off x="5508627" y="2528178"/>
              <a:ext cx="649189" cy="571500"/>
            </a:xfrm>
            <a:prstGeom prst="curvedConnector4">
              <a:avLst>
                <a:gd name="adj1" fmla="val -35213"/>
                <a:gd name="adj2" fmla="val 140000"/>
              </a:avLst>
            </a:prstGeom>
            <a:ln w="50800">
              <a:tailEnd type="triangle"/>
            </a:ln>
          </p:spPr>
          <p:style>
            <a:lnRef idx="1">
              <a:schemeClr val="dk1"/>
            </a:lnRef>
            <a:fillRef idx="0">
              <a:schemeClr val="dk1"/>
            </a:fillRef>
            <a:effectRef idx="0">
              <a:schemeClr val="dk1"/>
            </a:effectRef>
            <a:fontRef idx="minor">
              <a:schemeClr val="tx1"/>
            </a:fontRef>
          </p:style>
        </p:cxnSp>
        <p:sp>
          <p:nvSpPr>
            <p:cNvPr id="81" name="TextBox 80">
              <a:extLst>
                <a:ext uri="{FF2B5EF4-FFF2-40B4-BE49-F238E27FC236}">
                  <a16:creationId xmlns:a16="http://schemas.microsoft.com/office/drawing/2014/main" id="{1A7C2C11-20D2-C54F-A3A7-E90E7546FCD7}"/>
                </a:ext>
              </a:extLst>
            </p:cNvPr>
            <p:cNvSpPr txBox="1"/>
            <p:nvPr/>
          </p:nvSpPr>
          <p:spPr>
            <a:xfrm>
              <a:off x="6335360" y="2348696"/>
              <a:ext cx="1178528" cy="646331"/>
            </a:xfrm>
            <a:prstGeom prst="rect">
              <a:avLst/>
            </a:prstGeom>
            <a:noFill/>
          </p:spPr>
          <p:txBody>
            <a:bodyPr wrap="none" rtlCol="0">
              <a:spAutoFit/>
            </a:bodyPr>
            <a:lstStyle/>
            <a:p>
              <a:pPr algn="ctr"/>
              <a:r>
                <a:rPr lang="en-CN" sz="1800" dirty="0">
                  <a:solidFill>
                    <a:schemeClr val="tx1"/>
                  </a:solidFill>
                  <a:latin typeface="Arial" panose="020B0604020202020204" pitchFamily="34" charset="0"/>
                  <a:cs typeface="Arial" panose="020B0604020202020204" pitchFamily="34" charset="0"/>
                </a:rPr>
                <a:t>Reset=0; </a:t>
              </a:r>
              <a:br>
                <a:rPr lang="en-CN" sz="1800" dirty="0">
                  <a:solidFill>
                    <a:schemeClr val="tx1"/>
                  </a:solidFill>
                  <a:latin typeface="Arial" panose="020B0604020202020204" pitchFamily="34" charset="0"/>
                  <a:cs typeface="Arial" panose="020B0604020202020204" pitchFamily="34" charset="0"/>
                </a:rPr>
              </a:br>
              <a:r>
                <a:rPr lang="en-CN" sz="1800" dirty="0">
                  <a:solidFill>
                    <a:schemeClr val="tx1"/>
                  </a:solidFill>
                  <a:latin typeface="Arial" panose="020B0604020202020204" pitchFamily="34" charset="0"/>
                  <a:cs typeface="Arial" panose="020B0604020202020204" pitchFamily="34" charset="0"/>
                </a:rPr>
                <a:t>Today=xx</a:t>
              </a:r>
            </a:p>
          </p:txBody>
        </p:sp>
      </p:grpSp>
      <p:grpSp>
        <p:nvGrpSpPr>
          <p:cNvPr id="42" name="Group 41">
            <a:extLst>
              <a:ext uri="{FF2B5EF4-FFF2-40B4-BE49-F238E27FC236}">
                <a16:creationId xmlns:a16="http://schemas.microsoft.com/office/drawing/2014/main" id="{5DBE6E21-D9F4-D448-8F6D-75B2F76A7E40}"/>
              </a:ext>
            </a:extLst>
          </p:cNvPr>
          <p:cNvGrpSpPr/>
          <p:nvPr/>
        </p:nvGrpSpPr>
        <p:grpSpPr>
          <a:xfrm>
            <a:off x="615185" y="4511675"/>
            <a:ext cx="6727214" cy="2209800"/>
            <a:chOff x="762000" y="4398859"/>
            <a:chExt cx="6727214" cy="2209800"/>
          </a:xfrm>
        </p:grpSpPr>
        <p:sp>
          <p:nvSpPr>
            <p:cNvPr id="82" name="Oval 18">
              <a:extLst>
                <a:ext uri="{FF2B5EF4-FFF2-40B4-BE49-F238E27FC236}">
                  <a16:creationId xmlns:a16="http://schemas.microsoft.com/office/drawing/2014/main" id="{9488E532-5918-A049-8118-53FD0EDC300D}"/>
                </a:ext>
              </a:extLst>
            </p:cNvPr>
            <p:cNvSpPr/>
            <p:nvPr/>
          </p:nvSpPr>
          <p:spPr>
            <a:xfrm>
              <a:off x="2156572" y="5026472"/>
              <a:ext cx="1143000" cy="1211818"/>
            </a:xfrm>
            <a:prstGeom prst="ellipse">
              <a:avLst/>
            </a:prstGeom>
            <a:solidFill>
              <a:schemeClr val="bg1">
                <a:lumMod val="95000"/>
              </a:schemeClr>
            </a:solidFill>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r>
                <a:rPr lang="en-US" sz="1800" dirty="0">
                  <a:solidFill>
                    <a:srgbClr val="3333FF"/>
                  </a:solidFill>
                  <a:latin typeface="Arial" panose="020B0604020202020204" pitchFamily="34" charset="0"/>
                  <a:cs typeface="Arial" panose="020B0604020202020204" pitchFamily="34" charset="0"/>
                </a:rPr>
                <a:t>Left:</a:t>
              </a:r>
              <a:r>
                <a:rPr lang="en-US" sz="1800" b="0" dirty="0">
                  <a:solidFill>
                    <a:schemeClr val="tx1"/>
                  </a:solidFill>
                  <a:latin typeface="Arial" panose="020B0604020202020204" pitchFamily="34" charset="0"/>
                  <a:cs typeface="Arial" panose="020B0604020202020204" pitchFamily="34" charset="0"/>
                </a:rPr>
                <a:t> </a:t>
              </a:r>
              <a:r>
                <a:rPr lang="en-US" altLang="zh-CN" sz="1600" b="0" dirty="0">
                  <a:solidFill>
                    <a:schemeClr val="tx1"/>
                  </a:solidFill>
                  <a:latin typeface="Arial" panose="020B0604020202020204" pitchFamily="34" charset="0"/>
                  <a:cs typeface="Arial" panose="020B0604020202020204" pitchFamily="34" charset="0"/>
                </a:rPr>
                <a:t>1111101000</a:t>
              </a:r>
              <a:endParaRPr lang="en-CN" sz="1800" b="0" dirty="0">
                <a:solidFill>
                  <a:schemeClr val="tx1"/>
                </a:solidFill>
                <a:latin typeface="Arial" panose="020B0604020202020204" pitchFamily="34" charset="0"/>
                <a:cs typeface="Arial" panose="020B0604020202020204" pitchFamily="34" charset="0"/>
              </a:endParaRPr>
            </a:p>
          </p:txBody>
        </p:sp>
        <p:sp>
          <p:nvSpPr>
            <p:cNvPr id="87" name="Oval 18">
              <a:extLst>
                <a:ext uri="{FF2B5EF4-FFF2-40B4-BE49-F238E27FC236}">
                  <a16:creationId xmlns:a16="http://schemas.microsoft.com/office/drawing/2014/main" id="{7E807532-2A4D-1247-9C9D-F4DC082EE329}"/>
                </a:ext>
              </a:extLst>
            </p:cNvPr>
            <p:cNvSpPr/>
            <p:nvPr/>
          </p:nvSpPr>
          <p:spPr>
            <a:xfrm>
              <a:off x="4970387" y="4983193"/>
              <a:ext cx="1143000" cy="1298377"/>
            </a:xfrm>
            <a:prstGeom prst="ellipse">
              <a:avLst/>
            </a:prstGeom>
            <a:solidFill>
              <a:schemeClr val="bg1">
                <a:lumMod val="95000"/>
              </a:schemeClr>
            </a:solidFill>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r>
                <a:rPr lang="en-US" sz="1800" dirty="0">
                  <a:solidFill>
                    <a:srgbClr val="3333FF"/>
                  </a:solidFill>
                  <a:latin typeface="Arial" panose="020B0604020202020204" pitchFamily="34" charset="0"/>
                  <a:cs typeface="Arial" panose="020B0604020202020204" pitchFamily="34" charset="0"/>
                </a:rPr>
                <a:t>Left:</a:t>
              </a:r>
              <a:r>
                <a:rPr lang="en-US" sz="1800" b="0" dirty="0">
                  <a:solidFill>
                    <a:schemeClr val="tx1"/>
                  </a:solidFill>
                  <a:latin typeface="Arial" panose="020B0604020202020204" pitchFamily="34" charset="0"/>
                  <a:cs typeface="Arial" panose="020B0604020202020204" pitchFamily="34" charset="0"/>
                </a:rPr>
                <a:t> </a:t>
              </a:r>
              <a:r>
                <a:rPr lang="en-US" altLang="zh-CN" sz="1800" b="0" dirty="0" err="1">
                  <a:solidFill>
                    <a:schemeClr val="tx1"/>
                  </a:solidFill>
                  <a:latin typeface="Arial" panose="020B0604020202020204" pitchFamily="34" charset="0"/>
                  <a:cs typeface="Arial" panose="020B0604020202020204" pitchFamily="34" charset="0"/>
                </a:rPr>
                <a:t>xxxxxxxxxx</a:t>
              </a:r>
              <a:endParaRPr lang="en-CN" sz="1800" b="0" dirty="0">
                <a:solidFill>
                  <a:schemeClr val="tx1"/>
                </a:solidFill>
                <a:latin typeface="Arial" panose="020B0604020202020204" pitchFamily="34" charset="0"/>
                <a:cs typeface="Arial" panose="020B0604020202020204" pitchFamily="34" charset="0"/>
              </a:endParaRPr>
            </a:p>
          </p:txBody>
        </p:sp>
        <p:grpSp>
          <p:nvGrpSpPr>
            <p:cNvPr id="89" name="Group 88">
              <a:extLst>
                <a:ext uri="{FF2B5EF4-FFF2-40B4-BE49-F238E27FC236}">
                  <a16:creationId xmlns:a16="http://schemas.microsoft.com/office/drawing/2014/main" id="{740F6D20-65FB-AA45-98F3-ECDCA8B8E265}"/>
                </a:ext>
              </a:extLst>
            </p:cNvPr>
            <p:cNvGrpSpPr/>
            <p:nvPr/>
          </p:nvGrpSpPr>
          <p:grpSpPr>
            <a:xfrm>
              <a:off x="762000" y="5632381"/>
              <a:ext cx="4375775" cy="976278"/>
              <a:chOff x="767585" y="3138522"/>
              <a:chExt cx="4375775" cy="976278"/>
            </a:xfrm>
          </p:grpSpPr>
          <p:cxnSp>
            <p:nvCxnSpPr>
              <p:cNvPr id="90" name="Curved Connector 89">
                <a:extLst>
                  <a:ext uri="{FF2B5EF4-FFF2-40B4-BE49-F238E27FC236}">
                    <a16:creationId xmlns:a16="http://schemas.microsoft.com/office/drawing/2014/main" id="{9A517B52-BF9D-6D4C-AA6B-14E41E89C4DF}"/>
                  </a:ext>
                </a:extLst>
              </p:cNvPr>
              <p:cNvCxnSpPr>
                <a:cxnSpLocks/>
                <a:stCxn id="87" idx="3"/>
                <a:endCxn id="82" idx="5"/>
              </p:cNvCxnSpPr>
              <p:nvPr/>
            </p:nvCxnSpPr>
            <p:spPr>
              <a:xfrm rot="5400000" flipH="1">
                <a:off x="4125263" y="2579471"/>
                <a:ext cx="30604" cy="2005591"/>
              </a:xfrm>
              <a:prstGeom prst="curvedConnector3">
                <a:avLst>
                  <a:gd name="adj1" fmla="val -1368262"/>
                </a:avLst>
              </a:prstGeom>
              <a:ln w="50800">
                <a:tailEnd type="triangle"/>
              </a:ln>
            </p:spPr>
            <p:style>
              <a:lnRef idx="1">
                <a:schemeClr val="dk1"/>
              </a:lnRef>
              <a:fillRef idx="0">
                <a:schemeClr val="dk1"/>
              </a:fillRef>
              <a:effectRef idx="0">
                <a:schemeClr val="dk1"/>
              </a:effectRef>
              <a:fontRef idx="minor">
                <a:schemeClr val="tx1"/>
              </a:fontRef>
            </p:style>
          </p:cxnSp>
          <p:sp>
            <p:nvSpPr>
              <p:cNvPr id="91" name="TextBox 90">
                <a:extLst>
                  <a:ext uri="{FF2B5EF4-FFF2-40B4-BE49-F238E27FC236}">
                    <a16:creationId xmlns:a16="http://schemas.microsoft.com/office/drawing/2014/main" id="{31BF6154-746D-CF41-B1B0-C39BB87102DA}"/>
                  </a:ext>
                </a:extLst>
              </p:cNvPr>
              <p:cNvSpPr txBox="1"/>
              <p:nvPr/>
            </p:nvSpPr>
            <p:spPr>
              <a:xfrm>
                <a:off x="3599803" y="3608857"/>
                <a:ext cx="1075937" cy="369332"/>
              </a:xfrm>
              <a:prstGeom prst="rect">
                <a:avLst/>
              </a:prstGeom>
              <a:noFill/>
            </p:spPr>
            <p:txBody>
              <a:bodyPr wrap="none" rtlCol="0">
                <a:spAutoFit/>
              </a:bodyPr>
              <a:lstStyle/>
              <a:p>
                <a:pPr algn="ctr"/>
                <a:r>
                  <a:rPr lang="en-CN" sz="1800" dirty="0">
                    <a:solidFill>
                      <a:schemeClr val="tx1"/>
                    </a:solidFill>
                    <a:latin typeface="Arial" panose="020B0604020202020204" pitchFamily="34" charset="0"/>
                    <a:cs typeface="Arial" panose="020B0604020202020204" pitchFamily="34" charset="0"/>
                  </a:rPr>
                  <a:t>Reset=1</a:t>
                </a:r>
              </a:p>
            </p:txBody>
          </p:sp>
          <p:cxnSp>
            <p:nvCxnSpPr>
              <p:cNvPr id="92" name="Curved Connector 91">
                <a:extLst>
                  <a:ext uri="{FF2B5EF4-FFF2-40B4-BE49-F238E27FC236}">
                    <a16:creationId xmlns:a16="http://schemas.microsoft.com/office/drawing/2014/main" id="{E09872AB-6238-6B49-BFA5-336DA0785DD5}"/>
                  </a:ext>
                </a:extLst>
              </p:cNvPr>
              <p:cNvCxnSpPr>
                <a:cxnSpLocks/>
                <a:stCxn id="82" idx="4"/>
                <a:endCxn id="82" idx="2"/>
              </p:cNvCxnSpPr>
              <p:nvPr/>
            </p:nvCxnSpPr>
            <p:spPr>
              <a:xfrm rot="5400000" flipH="1">
                <a:off x="2144952" y="3155727"/>
                <a:ext cx="605909" cy="571500"/>
              </a:xfrm>
              <a:prstGeom prst="curvedConnector4">
                <a:avLst>
                  <a:gd name="adj1" fmla="val -37728"/>
                  <a:gd name="adj2" fmla="val 140000"/>
                </a:avLst>
              </a:prstGeom>
              <a:ln w="50800">
                <a:tailEnd type="triangle"/>
              </a:ln>
            </p:spPr>
            <p:style>
              <a:lnRef idx="1">
                <a:schemeClr val="dk1"/>
              </a:lnRef>
              <a:fillRef idx="0">
                <a:schemeClr val="dk1"/>
              </a:fillRef>
              <a:effectRef idx="0">
                <a:schemeClr val="dk1"/>
              </a:effectRef>
              <a:fontRef idx="minor">
                <a:schemeClr val="tx1"/>
              </a:fontRef>
            </p:style>
          </p:cxnSp>
          <p:sp>
            <p:nvSpPr>
              <p:cNvPr id="93" name="TextBox 92">
                <a:extLst>
                  <a:ext uri="{FF2B5EF4-FFF2-40B4-BE49-F238E27FC236}">
                    <a16:creationId xmlns:a16="http://schemas.microsoft.com/office/drawing/2014/main" id="{0337F2B4-8E67-6F43-988B-81A3DF34234F}"/>
                  </a:ext>
                </a:extLst>
              </p:cNvPr>
              <p:cNvSpPr txBox="1"/>
              <p:nvPr/>
            </p:nvSpPr>
            <p:spPr>
              <a:xfrm>
                <a:off x="767585" y="3745468"/>
                <a:ext cx="1075937" cy="369332"/>
              </a:xfrm>
              <a:prstGeom prst="rect">
                <a:avLst/>
              </a:prstGeom>
              <a:noFill/>
            </p:spPr>
            <p:txBody>
              <a:bodyPr wrap="none" rtlCol="0">
                <a:spAutoFit/>
              </a:bodyPr>
              <a:lstStyle/>
              <a:p>
                <a:pPr algn="ctr"/>
                <a:r>
                  <a:rPr lang="en-CN" sz="1800" dirty="0">
                    <a:solidFill>
                      <a:schemeClr val="tx1"/>
                    </a:solidFill>
                    <a:latin typeface="Arial" panose="020B0604020202020204" pitchFamily="34" charset="0"/>
                    <a:cs typeface="Arial" panose="020B0604020202020204" pitchFamily="34" charset="0"/>
                  </a:rPr>
                  <a:t>Reset=1</a:t>
                </a:r>
              </a:p>
            </p:txBody>
          </p:sp>
        </p:grpSp>
        <p:grpSp>
          <p:nvGrpSpPr>
            <p:cNvPr id="94" name="Group 93">
              <a:extLst>
                <a:ext uri="{FF2B5EF4-FFF2-40B4-BE49-F238E27FC236}">
                  <a16:creationId xmlns:a16="http://schemas.microsoft.com/office/drawing/2014/main" id="{6445E599-6206-C14A-B438-00030B885DB8}"/>
                </a:ext>
              </a:extLst>
            </p:cNvPr>
            <p:cNvGrpSpPr/>
            <p:nvPr/>
          </p:nvGrpSpPr>
          <p:grpSpPr>
            <a:xfrm>
              <a:off x="3041486" y="4398859"/>
              <a:ext cx="4447728" cy="1233522"/>
              <a:chOff x="3047071" y="1905000"/>
              <a:chExt cx="4447728" cy="1233522"/>
            </a:xfrm>
          </p:grpSpPr>
          <p:cxnSp>
            <p:nvCxnSpPr>
              <p:cNvPr id="95" name="Curved Connector 94">
                <a:extLst>
                  <a:ext uri="{FF2B5EF4-FFF2-40B4-BE49-F238E27FC236}">
                    <a16:creationId xmlns:a16="http://schemas.microsoft.com/office/drawing/2014/main" id="{99BD7199-862E-F348-B788-4B8526954EC6}"/>
                  </a:ext>
                </a:extLst>
              </p:cNvPr>
              <p:cNvCxnSpPr>
                <a:cxnSpLocks/>
              </p:cNvCxnSpPr>
              <p:nvPr/>
            </p:nvCxnSpPr>
            <p:spPr>
              <a:xfrm rot="5400000" flipH="1" flipV="1">
                <a:off x="4122471" y="1689191"/>
                <a:ext cx="30603" cy="2011176"/>
              </a:xfrm>
              <a:prstGeom prst="curvedConnector3">
                <a:avLst>
                  <a:gd name="adj1" fmla="val 1468307"/>
                </a:avLst>
              </a:prstGeom>
              <a:ln w="50800">
                <a:tailEnd type="triangle"/>
              </a:ln>
            </p:spPr>
            <p:style>
              <a:lnRef idx="1">
                <a:schemeClr val="dk1"/>
              </a:lnRef>
              <a:fillRef idx="0">
                <a:schemeClr val="dk1"/>
              </a:fillRef>
              <a:effectRef idx="0">
                <a:schemeClr val="dk1"/>
              </a:effectRef>
              <a:fontRef idx="minor">
                <a:schemeClr val="tx1"/>
              </a:fontRef>
            </p:style>
          </p:cxnSp>
          <p:sp>
            <p:nvSpPr>
              <p:cNvPr id="96" name="TextBox 95">
                <a:extLst>
                  <a:ext uri="{FF2B5EF4-FFF2-40B4-BE49-F238E27FC236}">
                    <a16:creationId xmlns:a16="http://schemas.microsoft.com/office/drawing/2014/main" id="{D9C89841-5FF9-AE45-A8A5-EC681E1DBE76}"/>
                  </a:ext>
                </a:extLst>
              </p:cNvPr>
              <p:cNvSpPr txBox="1"/>
              <p:nvPr/>
            </p:nvSpPr>
            <p:spPr>
              <a:xfrm>
                <a:off x="3047071" y="1905000"/>
                <a:ext cx="2155462" cy="369332"/>
              </a:xfrm>
              <a:prstGeom prst="rect">
                <a:avLst/>
              </a:prstGeom>
              <a:noFill/>
            </p:spPr>
            <p:txBody>
              <a:bodyPr wrap="none" rtlCol="0">
                <a:spAutoFit/>
              </a:bodyPr>
              <a:lstStyle/>
              <a:p>
                <a:pPr algn="ctr"/>
                <a:r>
                  <a:rPr lang="en-CN" sz="1800" dirty="0">
                    <a:solidFill>
                      <a:schemeClr val="tx1"/>
                    </a:solidFill>
                    <a:latin typeface="Arial" panose="020B0604020202020204" pitchFamily="34" charset="0"/>
                    <a:cs typeface="Arial" panose="020B0604020202020204" pitchFamily="34" charset="0"/>
                  </a:rPr>
                  <a:t>Reset=0; Today=xx</a:t>
                </a:r>
              </a:p>
            </p:txBody>
          </p:sp>
          <p:cxnSp>
            <p:nvCxnSpPr>
              <p:cNvPr id="97" name="Curved Connector 96">
                <a:extLst>
                  <a:ext uri="{FF2B5EF4-FFF2-40B4-BE49-F238E27FC236}">
                    <a16:creationId xmlns:a16="http://schemas.microsoft.com/office/drawing/2014/main" id="{81482091-E2B6-4D40-8B22-E32B3D7EFBD7}"/>
                  </a:ext>
                </a:extLst>
              </p:cNvPr>
              <p:cNvCxnSpPr>
                <a:cxnSpLocks/>
              </p:cNvCxnSpPr>
              <p:nvPr/>
            </p:nvCxnSpPr>
            <p:spPr>
              <a:xfrm rot="16200000" flipH="1">
                <a:off x="5508627" y="2528178"/>
                <a:ext cx="649189" cy="571500"/>
              </a:xfrm>
              <a:prstGeom prst="curvedConnector4">
                <a:avLst>
                  <a:gd name="adj1" fmla="val -35213"/>
                  <a:gd name="adj2" fmla="val 140000"/>
                </a:avLst>
              </a:prstGeom>
              <a:ln w="50800">
                <a:tailEnd type="triangle"/>
              </a:ln>
            </p:spPr>
            <p:style>
              <a:lnRef idx="1">
                <a:schemeClr val="dk1"/>
              </a:lnRef>
              <a:fillRef idx="0">
                <a:schemeClr val="dk1"/>
              </a:fillRef>
              <a:effectRef idx="0">
                <a:schemeClr val="dk1"/>
              </a:effectRef>
              <a:fontRef idx="minor">
                <a:schemeClr val="tx1"/>
              </a:fontRef>
            </p:style>
          </p:cxnSp>
          <p:sp>
            <p:nvSpPr>
              <p:cNvPr id="98" name="TextBox 97">
                <a:extLst>
                  <a:ext uri="{FF2B5EF4-FFF2-40B4-BE49-F238E27FC236}">
                    <a16:creationId xmlns:a16="http://schemas.microsoft.com/office/drawing/2014/main" id="{B86EE0E5-3EBC-CC40-B409-CA2112562FAD}"/>
                  </a:ext>
                </a:extLst>
              </p:cNvPr>
              <p:cNvSpPr txBox="1"/>
              <p:nvPr/>
            </p:nvSpPr>
            <p:spPr>
              <a:xfrm>
                <a:off x="6316271" y="2348696"/>
                <a:ext cx="1178528" cy="646331"/>
              </a:xfrm>
              <a:prstGeom prst="rect">
                <a:avLst/>
              </a:prstGeom>
              <a:noFill/>
            </p:spPr>
            <p:txBody>
              <a:bodyPr wrap="none" rtlCol="0">
                <a:spAutoFit/>
              </a:bodyPr>
              <a:lstStyle/>
              <a:p>
                <a:pPr algn="ctr"/>
                <a:r>
                  <a:rPr lang="en-CN" sz="1800" dirty="0">
                    <a:solidFill>
                      <a:schemeClr val="tx1"/>
                    </a:solidFill>
                    <a:latin typeface="Arial" panose="020B0604020202020204" pitchFamily="34" charset="0"/>
                    <a:cs typeface="Arial" panose="020B0604020202020204" pitchFamily="34" charset="0"/>
                  </a:rPr>
                  <a:t>Reset=0; </a:t>
                </a:r>
                <a:br>
                  <a:rPr lang="en-CN" sz="1800" dirty="0">
                    <a:solidFill>
                      <a:schemeClr val="tx1"/>
                    </a:solidFill>
                    <a:latin typeface="Arial" panose="020B0604020202020204" pitchFamily="34" charset="0"/>
                    <a:cs typeface="Arial" panose="020B0604020202020204" pitchFamily="34" charset="0"/>
                  </a:rPr>
                </a:br>
                <a:r>
                  <a:rPr lang="en-CN" sz="1800" dirty="0">
                    <a:solidFill>
                      <a:schemeClr val="tx1"/>
                    </a:solidFill>
                    <a:latin typeface="Arial" panose="020B0604020202020204" pitchFamily="34" charset="0"/>
                    <a:cs typeface="Arial" panose="020B0604020202020204" pitchFamily="34" charset="0"/>
                  </a:rPr>
                  <a:t>Today=xx</a:t>
                </a:r>
              </a:p>
            </p:txBody>
          </p:sp>
        </p:grpSp>
      </p:gr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7BB6CC67-2DFE-5942-8553-9C5A42A74571}"/>
                  </a:ext>
                </a:extLst>
              </p14:cNvPr>
              <p14:cNvContentPartPr/>
              <p14:nvPr/>
            </p14:nvContentPartPr>
            <p14:xfrm>
              <a:off x="6263640" y="1378080"/>
              <a:ext cx="360" cy="360"/>
            </p14:xfrm>
          </p:contentPart>
        </mc:Choice>
        <mc:Fallback xmlns="">
          <p:pic>
            <p:nvPicPr>
              <p:cNvPr id="2" name="Ink 1">
                <a:extLst>
                  <a:ext uri="{FF2B5EF4-FFF2-40B4-BE49-F238E27FC236}">
                    <a16:creationId xmlns:a16="http://schemas.microsoft.com/office/drawing/2014/main" id="{7BB6CC67-2DFE-5942-8553-9C5A42A74571}"/>
                  </a:ext>
                </a:extLst>
              </p:cNvPr>
              <p:cNvPicPr/>
              <p:nvPr/>
            </p:nvPicPr>
            <p:blipFill>
              <a:blip r:embed="rId4"/>
              <a:stretch>
                <a:fillRect/>
              </a:stretch>
            </p:blipFill>
            <p:spPr>
              <a:xfrm>
                <a:off x="6254280" y="1368720"/>
                <a:ext cx="19080" cy="19080"/>
              </a:xfrm>
              <a:prstGeom prst="rect">
                <a:avLst/>
              </a:prstGeom>
            </p:spPr>
          </p:pic>
        </mc:Fallback>
      </mc:AlternateContent>
      <p:sp>
        <p:nvSpPr>
          <p:cNvPr id="3" name="Title 4">
            <a:extLst>
              <a:ext uri="{FF2B5EF4-FFF2-40B4-BE49-F238E27FC236}">
                <a16:creationId xmlns:a16="http://schemas.microsoft.com/office/drawing/2014/main" id="{BFDD38AE-1CDB-1A66-9CB3-E28CB1C36912}"/>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t>例</a:t>
            </a:r>
            <a:r>
              <a:rPr lang="en-US" altLang="zh-CN" dirty="0"/>
              <a:t>1: </a:t>
            </a:r>
            <a:r>
              <a:rPr lang="zh-CN" altLang="en-US" dirty="0"/>
              <a:t>训练累计器</a:t>
            </a:r>
            <a:endParaRPr lang="en-CN" altLang="zh-CN" sz="4000" dirty="0">
              <a:solidFill>
                <a:srgbClr val="0000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06444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0" name="灯片编号占位符 7"/>
          <p:cNvSpPr>
            <a:spLocks noGrp="1"/>
          </p:cNvSpPr>
          <p:nvPr>
            <p:ph type="sldNum" sz="quarter" idx="12"/>
          </p:nvPr>
        </p:nvSpPr>
        <p:spPr>
          <a:noFill/>
          <a:ln>
            <a:noFill/>
          </a:ln>
          <a:effectLst/>
        </p:spPr>
        <p:txBody>
          <a:bodyPr vert="horz" wrap="square" lIns="91440" tIns="45720" rIns="91440" bIns="45720" numCol="1" anchor="t" anchorCtr="0" compatLnSpc="1">
            <a:prstTxWarp prst="textNoShape">
              <a:avLst/>
            </a:prstTxWarp>
          </a:bodyPr>
          <a:lstStyle/>
          <a:p>
            <a:fld id="{3F21B65E-0D67-47E2-852F-E1381D98B0DF}" type="slidenum">
              <a:rPr lang="en-US" altLang="zh-CN" smtClean="0"/>
              <a:pPr/>
              <a:t>28</a:t>
            </a:fld>
            <a:endParaRPr lang="en-US" altLang="zh-CN" dirty="0"/>
          </a:p>
        </p:txBody>
      </p:sp>
      <p:sp>
        <p:nvSpPr>
          <p:cNvPr id="5" name="内容占位符 4">
            <a:extLst>
              <a:ext uri="{FF2B5EF4-FFF2-40B4-BE49-F238E27FC236}">
                <a16:creationId xmlns:a16="http://schemas.microsoft.com/office/drawing/2014/main" id="{848818B0-8BEF-417A-9135-B096A05C0D04}"/>
              </a:ext>
            </a:extLst>
          </p:cNvPr>
          <p:cNvSpPr>
            <a:spLocks noGrp="1"/>
          </p:cNvSpPr>
          <p:nvPr>
            <p:ph idx="4294967295"/>
          </p:nvPr>
        </p:nvSpPr>
        <p:spPr>
          <a:xfrm>
            <a:off x="424614" y="1489312"/>
            <a:ext cx="8229599" cy="4351338"/>
          </a:xfrm>
        </p:spPr>
        <p:txBody>
          <a:bodyPr/>
          <a:lstStyle/>
          <a:p>
            <a:r>
              <a:rPr lang="zh-CN" altLang="en-US" sz="2800" b="0" dirty="0">
                <a:solidFill>
                  <a:srgbClr val="3333FF"/>
                </a:solidFill>
              </a:rPr>
              <a:t>当且仅当</a:t>
            </a:r>
            <a:r>
              <a:rPr lang="zh-CN" altLang="en-US" sz="2800" b="0" dirty="0"/>
              <a:t>接收到</a:t>
            </a:r>
            <a:r>
              <a:rPr lang="en-US" altLang="zh-CN" sz="2800" b="0" dirty="0"/>
              <a:t>0110</a:t>
            </a:r>
            <a:r>
              <a:rPr lang="zh-CN" altLang="en-US" sz="2800" b="0" dirty="0"/>
              <a:t>或者</a:t>
            </a:r>
            <a:r>
              <a:rPr lang="en-US" altLang="zh-CN" sz="2800" b="0" dirty="0"/>
              <a:t>1010</a:t>
            </a:r>
            <a:r>
              <a:rPr lang="zh-CN" altLang="en-US" sz="2800" b="0" dirty="0"/>
              <a:t>时，其输出才为</a:t>
            </a:r>
            <a:r>
              <a:rPr lang="en-US" altLang="zh-CN" sz="2800" b="0" dirty="0"/>
              <a:t>1</a:t>
            </a:r>
            <a:r>
              <a:rPr lang="zh-CN" altLang="en-US" sz="2800" b="0" dirty="0"/>
              <a:t>；其他情况下，输出为</a:t>
            </a:r>
            <a:r>
              <a:rPr lang="en-US" altLang="zh-CN" sz="2800" b="0" dirty="0"/>
              <a:t>0</a:t>
            </a:r>
            <a:r>
              <a:rPr lang="zh-CN" altLang="en-US" sz="2800" b="0" dirty="0"/>
              <a:t>。</a:t>
            </a:r>
            <a:endParaRPr lang="en-US" altLang="zh-CN" sz="2800" b="0" dirty="0"/>
          </a:p>
          <a:p>
            <a:r>
              <a:rPr lang="zh-CN" altLang="en-US" sz="2800" b="0" dirty="0"/>
              <a:t>每接收到</a:t>
            </a:r>
            <a:r>
              <a:rPr lang="en-US" altLang="zh-CN" sz="2800" b="0" dirty="0"/>
              <a:t>4</a:t>
            </a:r>
            <a:r>
              <a:rPr lang="zh-CN" altLang="en-US" sz="2800" b="0" dirty="0"/>
              <a:t>比特输入序列后，状态机回到复位状态</a:t>
            </a:r>
            <a:endParaRPr lang="en-US" altLang="zh-CN" sz="2800" b="0" dirty="0"/>
          </a:p>
          <a:p>
            <a:endParaRPr lang="zh-CN" altLang="en-US" sz="2800" b="0" dirty="0"/>
          </a:p>
        </p:txBody>
      </p:sp>
      <p:sp>
        <p:nvSpPr>
          <p:cNvPr id="878596" name="Text Box 4"/>
          <p:cNvSpPr txBox="1">
            <a:spLocks noChangeArrowheads="1"/>
          </p:cNvSpPr>
          <p:nvPr/>
        </p:nvSpPr>
        <p:spPr bwMode="auto">
          <a:xfrm>
            <a:off x="648664" y="4210110"/>
            <a:ext cx="7180263" cy="1569660"/>
          </a:xfrm>
          <a:prstGeom prst="rect">
            <a:avLst/>
          </a:prstGeom>
          <a:noFill/>
          <a:ln w="9525">
            <a:noFill/>
            <a:miter lim="800000"/>
            <a:headEnd/>
            <a:tailEnd/>
          </a:ln>
        </p:spPr>
        <p:txBody>
          <a:bodyPr>
            <a:spAutoFit/>
          </a:bodyPr>
          <a:lstStyle/>
          <a:p>
            <a:pPr algn="l">
              <a:spcBef>
                <a:spcPct val="50000"/>
              </a:spcBef>
            </a:pPr>
            <a:r>
              <a:rPr lang="en-US" altLang="zh-CN" sz="2400" b="0" dirty="0">
                <a:solidFill>
                  <a:schemeClr val="tx1"/>
                </a:solidFill>
                <a:latin typeface="Arial" pitchFamily="34" charset="0"/>
              </a:rPr>
              <a:t>x = 0010 0110 1100 1010 0011</a:t>
            </a:r>
          </a:p>
          <a:p>
            <a:pPr algn="l">
              <a:spcBef>
                <a:spcPct val="50000"/>
              </a:spcBef>
            </a:pPr>
            <a:endParaRPr lang="en-US" altLang="zh-CN" sz="2400" b="0" dirty="0">
              <a:solidFill>
                <a:schemeClr val="tx1"/>
              </a:solidFill>
              <a:latin typeface="Arial" pitchFamily="34" charset="0"/>
            </a:endParaRPr>
          </a:p>
          <a:p>
            <a:pPr algn="l">
              <a:spcBef>
                <a:spcPct val="50000"/>
              </a:spcBef>
            </a:pPr>
            <a:r>
              <a:rPr lang="en-US" altLang="zh-CN" sz="2400" b="0" dirty="0">
                <a:solidFill>
                  <a:schemeClr val="tx1"/>
                </a:solidFill>
                <a:latin typeface="Arial" pitchFamily="34" charset="0"/>
              </a:rPr>
              <a:t>z = 0000 000</a:t>
            </a:r>
            <a:r>
              <a:rPr lang="en-US" altLang="zh-CN" sz="2400" b="0" dirty="0">
                <a:solidFill>
                  <a:srgbClr val="FF0000"/>
                </a:solidFill>
                <a:latin typeface="Arial" pitchFamily="34" charset="0"/>
              </a:rPr>
              <a:t>1</a:t>
            </a:r>
            <a:r>
              <a:rPr lang="en-US" altLang="zh-CN" sz="2400" b="0" dirty="0">
                <a:latin typeface="Arial" pitchFamily="34" charset="0"/>
              </a:rPr>
              <a:t> </a:t>
            </a:r>
            <a:r>
              <a:rPr lang="en-US" altLang="zh-CN" sz="2400" b="0" dirty="0">
                <a:solidFill>
                  <a:schemeClr val="tx1"/>
                </a:solidFill>
                <a:latin typeface="Arial" pitchFamily="34" charset="0"/>
              </a:rPr>
              <a:t>0000 000</a:t>
            </a:r>
            <a:r>
              <a:rPr lang="en-US" altLang="zh-CN" sz="2400" b="0" dirty="0">
                <a:solidFill>
                  <a:srgbClr val="3399FF"/>
                </a:solidFill>
                <a:latin typeface="Arial" pitchFamily="34" charset="0"/>
              </a:rPr>
              <a:t>1 </a:t>
            </a:r>
            <a:r>
              <a:rPr lang="en-US" altLang="zh-CN" sz="2400" b="0" dirty="0">
                <a:solidFill>
                  <a:schemeClr val="tx1"/>
                </a:solidFill>
                <a:latin typeface="Arial" pitchFamily="34" charset="0"/>
              </a:rPr>
              <a:t>0000</a:t>
            </a:r>
          </a:p>
        </p:txBody>
      </p:sp>
      <p:sp>
        <p:nvSpPr>
          <p:cNvPr id="878597" name="Line 5"/>
          <p:cNvSpPr>
            <a:spLocks noChangeShapeType="1"/>
          </p:cNvSpPr>
          <p:nvPr/>
        </p:nvSpPr>
        <p:spPr bwMode="auto">
          <a:xfrm>
            <a:off x="1981200" y="4657883"/>
            <a:ext cx="665163" cy="0"/>
          </a:xfrm>
          <a:prstGeom prst="line">
            <a:avLst/>
          </a:prstGeom>
          <a:noFill/>
          <a:ln w="57150">
            <a:solidFill>
              <a:srgbClr val="FF3300"/>
            </a:solidFill>
            <a:round/>
            <a:headEnd/>
            <a:tailEnd/>
          </a:ln>
        </p:spPr>
        <p:txBody>
          <a:bodyPr/>
          <a:lstStyle/>
          <a:p>
            <a:endParaRPr lang="zh-CN" altLang="en-US"/>
          </a:p>
        </p:txBody>
      </p:sp>
      <p:sp>
        <p:nvSpPr>
          <p:cNvPr id="878598" name="Line 6"/>
          <p:cNvSpPr>
            <a:spLocks noChangeShapeType="1"/>
          </p:cNvSpPr>
          <p:nvPr/>
        </p:nvSpPr>
        <p:spPr bwMode="auto">
          <a:xfrm>
            <a:off x="3581400" y="4642166"/>
            <a:ext cx="609600" cy="0"/>
          </a:xfrm>
          <a:prstGeom prst="line">
            <a:avLst/>
          </a:prstGeom>
          <a:noFill/>
          <a:ln w="57150">
            <a:solidFill>
              <a:srgbClr val="3399FF"/>
            </a:solidFill>
            <a:round/>
            <a:headEnd/>
            <a:tailEnd/>
          </a:ln>
        </p:spPr>
        <p:txBody>
          <a:bodyPr/>
          <a:lstStyle/>
          <a:p>
            <a:endParaRPr lang="zh-CN" altLang="en-US"/>
          </a:p>
        </p:txBody>
      </p:sp>
      <p:cxnSp>
        <p:nvCxnSpPr>
          <p:cNvPr id="3" name="Straight Arrow Connector 2">
            <a:extLst>
              <a:ext uri="{FF2B5EF4-FFF2-40B4-BE49-F238E27FC236}">
                <a16:creationId xmlns:a16="http://schemas.microsoft.com/office/drawing/2014/main" id="{F678F3A6-C70E-FC45-B4F3-C4D54E943229}"/>
              </a:ext>
            </a:extLst>
          </p:cNvPr>
          <p:cNvCxnSpPr/>
          <p:nvPr/>
        </p:nvCxnSpPr>
        <p:spPr bwMode="auto">
          <a:xfrm>
            <a:off x="1089401" y="4012449"/>
            <a:ext cx="4191000" cy="0"/>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sp>
        <p:nvSpPr>
          <p:cNvPr id="4" name="Rectangle 3">
            <a:extLst>
              <a:ext uri="{FF2B5EF4-FFF2-40B4-BE49-F238E27FC236}">
                <a16:creationId xmlns:a16="http://schemas.microsoft.com/office/drawing/2014/main" id="{0D825275-037D-A743-9D0E-CBE44AA33CD6}"/>
              </a:ext>
            </a:extLst>
          </p:cNvPr>
          <p:cNvSpPr/>
          <p:nvPr/>
        </p:nvSpPr>
        <p:spPr>
          <a:xfrm>
            <a:off x="4537572" y="3457794"/>
            <a:ext cx="857735" cy="461665"/>
          </a:xfrm>
          <a:prstGeom prst="rect">
            <a:avLst/>
          </a:prstGeom>
        </p:spPr>
        <p:txBody>
          <a:bodyPr wrap="none">
            <a:spAutoFit/>
          </a:bodyPr>
          <a:lstStyle/>
          <a:p>
            <a:r>
              <a:rPr lang="en-US" sz="2400" b="0" dirty="0">
                <a:solidFill>
                  <a:srgbClr val="000000"/>
                </a:solidFill>
                <a:latin typeface="Arial" pitchFamily="34" charset="0"/>
              </a:rPr>
              <a:t>Time</a:t>
            </a:r>
            <a:endParaRPr lang="en-CN" sz="2000" dirty="0"/>
          </a:p>
        </p:txBody>
      </p:sp>
      <p:graphicFrame>
        <p:nvGraphicFramePr>
          <p:cNvPr id="14" name="Object 7">
            <a:extLst>
              <a:ext uri="{FF2B5EF4-FFF2-40B4-BE49-F238E27FC236}">
                <a16:creationId xmlns:a16="http://schemas.microsoft.com/office/drawing/2014/main" id="{217D813B-CAD0-41CA-A112-99103BBE8011}"/>
              </a:ext>
            </a:extLst>
          </p:cNvPr>
          <p:cNvGraphicFramePr>
            <a:graphicFrameLocks noChangeAspect="1"/>
          </p:cNvGraphicFramePr>
          <p:nvPr>
            <p:extLst>
              <p:ext uri="{D42A27DB-BD31-4B8C-83A1-F6EECF244321}">
                <p14:modId xmlns:p14="http://schemas.microsoft.com/office/powerpoint/2010/main" val="1625876028"/>
              </p:ext>
            </p:extLst>
          </p:nvPr>
        </p:nvGraphicFramePr>
        <p:xfrm>
          <a:off x="5510213" y="3992563"/>
          <a:ext cx="3340100" cy="1712912"/>
        </p:xfrm>
        <a:graphic>
          <a:graphicData uri="http://schemas.openxmlformats.org/presentationml/2006/ole">
            <mc:AlternateContent xmlns:mc="http://schemas.openxmlformats.org/markup-compatibility/2006">
              <mc:Choice xmlns:v="urn:schemas-microsoft-com:vml" Requires="v">
                <p:oleObj name="Visio" r:id="rId3" imgW="2512890" imgH="1288840" progId="Visio.Drawing.11">
                  <p:embed/>
                </p:oleObj>
              </mc:Choice>
              <mc:Fallback>
                <p:oleObj name="Visio" r:id="rId3" imgW="2512890" imgH="1288840" progId="Visio.Drawing.11">
                  <p:embed/>
                  <p:pic>
                    <p:nvPicPr>
                      <p:cNvPr id="8194"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10213" y="3992563"/>
                        <a:ext cx="3340100" cy="1712912"/>
                      </a:xfrm>
                      <a:prstGeom prst="rect">
                        <a:avLst/>
                      </a:prstGeom>
                      <a:noFill/>
                      <a:ln>
                        <a:noFill/>
                      </a:ln>
                      <a:effectLst/>
                    </p:spPr>
                  </p:pic>
                </p:oleObj>
              </mc:Fallback>
            </mc:AlternateContent>
          </a:graphicData>
        </a:graphic>
      </p:graphicFrame>
      <p:sp>
        <p:nvSpPr>
          <p:cNvPr id="15" name="文本框 14">
            <a:extLst>
              <a:ext uri="{FF2B5EF4-FFF2-40B4-BE49-F238E27FC236}">
                <a16:creationId xmlns:a16="http://schemas.microsoft.com/office/drawing/2014/main" id="{694B4E68-0FF3-404E-845A-1BA7201533BE}"/>
              </a:ext>
            </a:extLst>
          </p:cNvPr>
          <p:cNvSpPr txBox="1"/>
          <p:nvPr/>
        </p:nvSpPr>
        <p:spPr>
          <a:xfrm>
            <a:off x="6531533" y="4183124"/>
            <a:ext cx="1297394" cy="707886"/>
          </a:xfrm>
          <a:prstGeom prst="rect">
            <a:avLst/>
          </a:prstGeom>
          <a:ln>
            <a:noFill/>
          </a:ln>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latin typeface="黑体" panose="02010609060101010101" pitchFamily="49" charset="-122"/>
              </a:rPr>
              <a:t>序列检测器</a:t>
            </a:r>
            <a:endParaRPr lang="zh-CN" altLang="en-US" sz="2000" dirty="0"/>
          </a:p>
        </p:txBody>
      </p:sp>
      <p:sp>
        <p:nvSpPr>
          <p:cNvPr id="6" name="Title 4">
            <a:extLst>
              <a:ext uri="{FF2B5EF4-FFF2-40B4-BE49-F238E27FC236}">
                <a16:creationId xmlns:a16="http://schemas.microsoft.com/office/drawing/2014/main" id="{830B86BB-7F18-FE53-0499-B9E011D04C5D}"/>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latin typeface="+mn-lt"/>
              </a:rPr>
              <a:t>例</a:t>
            </a:r>
            <a:r>
              <a:rPr lang="en-US" altLang="zh-CN" dirty="0">
                <a:latin typeface="+mn-lt"/>
              </a:rPr>
              <a:t>2: </a:t>
            </a:r>
            <a:r>
              <a:rPr lang="zh-CN" altLang="en-US" dirty="0">
                <a:latin typeface="+mn-lt"/>
              </a:rPr>
              <a:t>序列检测器</a:t>
            </a:r>
            <a:endParaRPr lang="en-CN" altLang="zh-CN" dirty="0">
              <a:latin typeface="+mn-lt"/>
            </a:endParaRPr>
          </a:p>
        </p:txBody>
      </p:sp>
      <p:cxnSp>
        <p:nvCxnSpPr>
          <p:cNvPr id="8" name="直接箭头连接符 7">
            <a:extLst>
              <a:ext uri="{FF2B5EF4-FFF2-40B4-BE49-F238E27FC236}">
                <a16:creationId xmlns:a16="http://schemas.microsoft.com/office/drawing/2014/main" id="{7467FA94-739B-422E-AB61-875E31D66510}"/>
              </a:ext>
            </a:extLst>
          </p:cNvPr>
          <p:cNvCxnSpPr>
            <a:cxnSpLocks/>
          </p:cNvCxnSpPr>
          <p:nvPr/>
        </p:nvCxnSpPr>
        <p:spPr>
          <a:xfrm>
            <a:off x="2438400" y="4724400"/>
            <a:ext cx="152400" cy="6096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3C6088C6-0125-4AF6-9841-A1FD594910D5}"/>
              </a:ext>
            </a:extLst>
          </p:cNvPr>
          <p:cNvCxnSpPr>
            <a:cxnSpLocks/>
          </p:cNvCxnSpPr>
          <p:nvPr/>
        </p:nvCxnSpPr>
        <p:spPr>
          <a:xfrm>
            <a:off x="3886200" y="4724400"/>
            <a:ext cx="228600" cy="612648"/>
          </a:xfrm>
          <a:prstGeom prst="straightConnector1">
            <a:avLst/>
          </a:prstGeom>
          <a:ln w="38100">
            <a:solidFill>
              <a:srgbClr val="3399FF"/>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7264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7859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7859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785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8596" grpId="0"/>
      <p:bldP spid="878597" grpId="0" animBg="1"/>
      <p:bldP spid="878598"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64" name="灯片编号占位符 94"/>
          <p:cNvSpPr>
            <a:spLocks noGrp="1"/>
          </p:cNvSpPr>
          <p:nvPr>
            <p:ph type="sldNum" sz="quarter" idx="12"/>
          </p:nvPr>
        </p:nvSpPr>
        <p:spPr>
          <a:noFill/>
          <a:ln>
            <a:noFill/>
          </a:ln>
          <a:effectLst/>
        </p:spPr>
        <p:txBody>
          <a:bodyPr vert="horz" wrap="square" lIns="91440" tIns="45720" rIns="91440" bIns="45720" numCol="1" anchor="t" anchorCtr="0" compatLnSpc="1">
            <a:prstTxWarp prst="textNoShape">
              <a:avLst/>
            </a:prstTxWarp>
          </a:bodyPr>
          <a:lstStyle/>
          <a:p>
            <a:fld id="{6779A9B5-CC32-4D6A-9325-5D1CBD880CD1}" type="slidenum">
              <a:rPr lang="en-US" altLang="zh-CN" smtClean="0"/>
              <a:pPr/>
              <a:t>29</a:t>
            </a:fld>
            <a:endParaRPr lang="en-US" altLang="zh-CN"/>
          </a:p>
        </p:txBody>
      </p:sp>
      <p:grpSp>
        <p:nvGrpSpPr>
          <p:cNvPr id="4" name="组合 3">
            <a:extLst>
              <a:ext uri="{FF2B5EF4-FFF2-40B4-BE49-F238E27FC236}">
                <a16:creationId xmlns:a16="http://schemas.microsoft.com/office/drawing/2014/main" id="{E95040E1-B608-540A-7E12-0B0143D668A8}"/>
              </a:ext>
            </a:extLst>
          </p:cNvPr>
          <p:cNvGrpSpPr/>
          <p:nvPr/>
        </p:nvGrpSpPr>
        <p:grpSpPr>
          <a:xfrm>
            <a:off x="599700" y="3162503"/>
            <a:ext cx="6429750" cy="3233737"/>
            <a:chOff x="518902" y="3148928"/>
            <a:chExt cx="6429750" cy="3233737"/>
          </a:xfrm>
        </p:grpSpPr>
        <p:sp>
          <p:nvSpPr>
            <p:cNvPr id="177" name="Oval 2">
              <a:extLst>
                <a:ext uri="{FF2B5EF4-FFF2-40B4-BE49-F238E27FC236}">
                  <a16:creationId xmlns:a16="http://schemas.microsoft.com/office/drawing/2014/main" id="{C1B3ADE7-CC7C-4025-87C5-667C7C62855E}"/>
                </a:ext>
              </a:extLst>
            </p:cNvPr>
            <p:cNvSpPr>
              <a:spLocks noChangeArrowheads="1"/>
            </p:cNvSpPr>
            <p:nvPr/>
          </p:nvSpPr>
          <p:spPr bwMode="auto">
            <a:xfrm>
              <a:off x="3546265" y="3148928"/>
              <a:ext cx="398462" cy="433387"/>
            </a:xfrm>
            <a:prstGeom prst="ellipse">
              <a:avLst/>
            </a:prstGeom>
            <a:solidFill>
              <a:srgbClr val="99CCFF"/>
            </a:solidFill>
            <a:ln w="9525">
              <a:solidFill>
                <a:srgbClr val="000000"/>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a:ln>
                    <a:noFill/>
                  </a:ln>
                  <a:solidFill>
                    <a:srgbClr val="000000"/>
                  </a:solidFill>
                  <a:effectLst/>
                  <a:uLnTx/>
                  <a:uFillTx/>
                  <a:latin typeface="Arial" pitchFamily="34" charset="0"/>
                </a:rPr>
                <a:t>A</a:t>
              </a:r>
            </a:p>
          </p:txBody>
        </p:sp>
        <p:sp>
          <p:nvSpPr>
            <p:cNvPr id="178" name="Oval 3">
              <a:extLst>
                <a:ext uri="{FF2B5EF4-FFF2-40B4-BE49-F238E27FC236}">
                  <a16:creationId xmlns:a16="http://schemas.microsoft.com/office/drawing/2014/main" id="{C025B05F-A70E-4CF3-A21B-8851E89EDC7D}"/>
                </a:ext>
              </a:extLst>
            </p:cNvPr>
            <p:cNvSpPr>
              <a:spLocks noChangeArrowheads="1"/>
            </p:cNvSpPr>
            <p:nvPr/>
          </p:nvSpPr>
          <p:spPr bwMode="auto">
            <a:xfrm>
              <a:off x="2017502" y="3653753"/>
              <a:ext cx="398463" cy="433387"/>
            </a:xfrm>
            <a:prstGeom prst="ellipse">
              <a:avLst/>
            </a:prstGeom>
            <a:solidFill>
              <a:srgbClr val="99CCFF"/>
            </a:solidFill>
            <a:ln w="9525">
              <a:solidFill>
                <a:srgbClr val="000000"/>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a:ln>
                    <a:noFill/>
                  </a:ln>
                  <a:solidFill>
                    <a:srgbClr val="000000"/>
                  </a:solidFill>
                  <a:effectLst/>
                  <a:uLnTx/>
                  <a:uFillTx/>
                  <a:latin typeface="Arial" pitchFamily="34" charset="0"/>
                </a:rPr>
                <a:t>B</a:t>
              </a:r>
            </a:p>
          </p:txBody>
        </p:sp>
        <p:sp>
          <p:nvSpPr>
            <p:cNvPr id="179" name="Oval 7">
              <a:extLst>
                <a:ext uri="{FF2B5EF4-FFF2-40B4-BE49-F238E27FC236}">
                  <a16:creationId xmlns:a16="http://schemas.microsoft.com/office/drawing/2014/main" id="{B6C4FD35-1D39-491A-97B9-00B721C29764}"/>
                </a:ext>
              </a:extLst>
            </p:cNvPr>
            <p:cNvSpPr>
              <a:spLocks noChangeArrowheads="1"/>
            </p:cNvSpPr>
            <p:nvPr/>
          </p:nvSpPr>
          <p:spPr bwMode="auto">
            <a:xfrm>
              <a:off x="5076615" y="3653753"/>
              <a:ext cx="398462" cy="433387"/>
            </a:xfrm>
            <a:prstGeom prst="ellipse">
              <a:avLst/>
            </a:prstGeom>
            <a:solidFill>
              <a:srgbClr val="99CCFF"/>
            </a:solidFill>
            <a:ln w="9525">
              <a:solidFill>
                <a:srgbClr val="000000"/>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a:ln>
                    <a:noFill/>
                  </a:ln>
                  <a:solidFill>
                    <a:srgbClr val="000000"/>
                  </a:solidFill>
                  <a:effectLst/>
                  <a:uLnTx/>
                  <a:uFillTx/>
                  <a:latin typeface="Arial" pitchFamily="34" charset="0"/>
                </a:rPr>
                <a:t>C</a:t>
              </a:r>
            </a:p>
          </p:txBody>
        </p:sp>
        <p:sp>
          <p:nvSpPr>
            <p:cNvPr id="180" name="Text Box 8">
              <a:extLst>
                <a:ext uri="{FF2B5EF4-FFF2-40B4-BE49-F238E27FC236}">
                  <a16:creationId xmlns:a16="http://schemas.microsoft.com/office/drawing/2014/main" id="{61C83809-2819-4C33-BA89-2B569BB84766}"/>
                </a:ext>
              </a:extLst>
            </p:cNvPr>
            <p:cNvSpPr txBox="1">
              <a:spLocks noChangeArrowheads="1"/>
            </p:cNvSpPr>
            <p:nvPr/>
          </p:nvSpPr>
          <p:spPr bwMode="auto">
            <a:xfrm>
              <a:off x="2586202" y="3184593"/>
              <a:ext cx="746125" cy="461665"/>
            </a:xfrm>
            <a:prstGeom prst="rect">
              <a:avLst/>
            </a:prstGeom>
            <a:noFill/>
            <a:ln w="9525">
              <a:noFill/>
              <a:miter lim="800000"/>
              <a:headEnd/>
              <a:tailEnd/>
            </a:ln>
          </p:spPr>
          <p:txBody>
            <a:bodyPr>
              <a:spAutoFit/>
            </a:bodyPr>
            <a:lstStyle/>
            <a:p>
              <a:pPr algn="ctr">
                <a:spcBef>
                  <a:spcPct val="50000"/>
                </a:spcBef>
              </a:pPr>
              <a:r>
                <a:rPr lang="en-US" altLang="zh-CN" sz="2400" b="0" dirty="0">
                  <a:solidFill>
                    <a:srgbClr val="FF6600"/>
                  </a:solidFill>
                  <a:latin typeface="Arial" pitchFamily="34" charset="0"/>
                </a:rPr>
                <a:t>0</a:t>
              </a:r>
              <a:r>
                <a:rPr lang="en-US" altLang="zh-CN" sz="2400" b="0" dirty="0">
                  <a:solidFill>
                    <a:srgbClr val="000000"/>
                  </a:solidFill>
                  <a:latin typeface="Arial" pitchFamily="34" charset="0"/>
                </a:rPr>
                <a:t>/0</a:t>
              </a:r>
            </a:p>
          </p:txBody>
        </p:sp>
        <p:sp>
          <p:nvSpPr>
            <p:cNvPr id="181" name="Text Box 9">
              <a:extLst>
                <a:ext uri="{FF2B5EF4-FFF2-40B4-BE49-F238E27FC236}">
                  <a16:creationId xmlns:a16="http://schemas.microsoft.com/office/drawing/2014/main" id="{D327B470-EE20-4CA6-BB43-39D6B4E1A76A}"/>
                </a:ext>
              </a:extLst>
            </p:cNvPr>
            <p:cNvSpPr txBox="1">
              <a:spLocks noChangeArrowheads="1"/>
            </p:cNvSpPr>
            <p:nvPr/>
          </p:nvSpPr>
          <p:spPr bwMode="auto">
            <a:xfrm>
              <a:off x="4186402" y="3184593"/>
              <a:ext cx="912812" cy="461665"/>
            </a:xfrm>
            <a:prstGeom prst="rect">
              <a:avLst/>
            </a:prstGeom>
            <a:noFill/>
            <a:ln w="9525">
              <a:noFill/>
              <a:miter lim="800000"/>
              <a:headEnd/>
              <a:tailEnd/>
            </a:ln>
          </p:spPr>
          <p:txBody>
            <a:bodyPr>
              <a:spAutoFit/>
            </a:bodyPr>
            <a:lstStyle/>
            <a:p>
              <a:pPr algn="ctr">
                <a:spcBef>
                  <a:spcPct val="50000"/>
                </a:spcBef>
              </a:pPr>
              <a:r>
                <a:rPr lang="en-US" altLang="zh-CN" sz="2400" b="0" dirty="0">
                  <a:solidFill>
                    <a:srgbClr val="FF6600"/>
                  </a:solidFill>
                  <a:latin typeface="Arial" pitchFamily="34" charset="0"/>
                </a:rPr>
                <a:t>1</a:t>
              </a:r>
              <a:r>
                <a:rPr lang="en-US" altLang="zh-CN" sz="2400" b="0" dirty="0">
                  <a:solidFill>
                    <a:srgbClr val="000000"/>
                  </a:solidFill>
                  <a:latin typeface="Arial" pitchFamily="34" charset="0"/>
                </a:rPr>
                <a:t>/0</a:t>
              </a:r>
            </a:p>
          </p:txBody>
        </p:sp>
        <p:sp>
          <p:nvSpPr>
            <p:cNvPr id="182" name="Oval 10">
              <a:extLst>
                <a:ext uri="{FF2B5EF4-FFF2-40B4-BE49-F238E27FC236}">
                  <a16:creationId xmlns:a16="http://schemas.microsoft.com/office/drawing/2014/main" id="{F088494D-254D-4B17-93B4-4D03D5D997AD}"/>
                </a:ext>
              </a:extLst>
            </p:cNvPr>
            <p:cNvSpPr>
              <a:spLocks noChangeArrowheads="1"/>
            </p:cNvSpPr>
            <p:nvPr/>
          </p:nvSpPr>
          <p:spPr bwMode="auto">
            <a:xfrm>
              <a:off x="1287252" y="4447503"/>
              <a:ext cx="398463" cy="433387"/>
            </a:xfrm>
            <a:prstGeom prst="ellipse">
              <a:avLst/>
            </a:prstGeom>
            <a:solidFill>
              <a:srgbClr val="99CCFF"/>
            </a:solidFill>
            <a:ln w="9525">
              <a:solidFill>
                <a:srgbClr val="000000"/>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solidFill>
                    <a:srgbClr val="000000"/>
                  </a:solidFill>
                  <a:effectLst/>
                  <a:uLnTx/>
                  <a:uFillTx/>
                  <a:latin typeface="Arial" pitchFamily="34" charset="0"/>
                </a:rPr>
                <a:t>D</a:t>
              </a:r>
            </a:p>
          </p:txBody>
        </p:sp>
        <p:sp>
          <p:nvSpPr>
            <p:cNvPr id="183" name="Line 11">
              <a:extLst>
                <a:ext uri="{FF2B5EF4-FFF2-40B4-BE49-F238E27FC236}">
                  <a16:creationId xmlns:a16="http://schemas.microsoft.com/office/drawing/2014/main" id="{72C4E6CE-A24E-4D6A-A115-39F8C7F8DBCE}"/>
                </a:ext>
              </a:extLst>
            </p:cNvPr>
            <p:cNvSpPr>
              <a:spLocks noChangeShapeType="1"/>
            </p:cNvSpPr>
            <p:nvPr/>
          </p:nvSpPr>
          <p:spPr bwMode="auto">
            <a:xfrm flipH="1">
              <a:off x="1604752" y="3944265"/>
              <a:ext cx="411163" cy="574675"/>
            </a:xfrm>
            <a:prstGeom prst="line">
              <a:avLst/>
            </a:prstGeom>
            <a:noFill/>
            <a:ln w="9525">
              <a:solidFill>
                <a:srgbClr val="000000"/>
              </a:solidFill>
              <a:round/>
              <a:headEnd/>
              <a:tailEnd type="triangle" w="med" len="me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Text" lastClr="000000"/>
                </a:solidFill>
                <a:effectLst/>
                <a:uLnTx/>
                <a:uFillTx/>
              </a:endParaRPr>
            </a:p>
          </p:txBody>
        </p:sp>
        <p:sp>
          <p:nvSpPr>
            <p:cNvPr id="184" name="Oval 12">
              <a:extLst>
                <a:ext uri="{FF2B5EF4-FFF2-40B4-BE49-F238E27FC236}">
                  <a16:creationId xmlns:a16="http://schemas.microsoft.com/office/drawing/2014/main" id="{7335D80A-5DE7-4947-B77A-54814F968090}"/>
                </a:ext>
              </a:extLst>
            </p:cNvPr>
            <p:cNvSpPr>
              <a:spLocks noChangeArrowheads="1"/>
            </p:cNvSpPr>
            <p:nvPr/>
          </p:nvSpPr>
          <p:spPr bwMode="auto">
            <a:xfrm>
              <a:off x="2750927" y="4447503"/>
              <a:ext cx="398463" cy="433387"/>
            </a:xfrm>
            <a:prstGeom prst="ellipse">
              <a:avLst/>
            </a:prstGeom>
            <a:solidFill>
              <a:srgbClr val="99CCFF"/>
            </a:solidFill>
            <a:ln w="9525">
              <a:solidFill>
                <a:srgbClr val="000000"/>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a:ln>
                    <a:noFill/>
                  </a:ln>
                  <a:solidFill>
                    <a:srgbClr val="000000"/>
                  </a:solidFill>
                  <a:effectLst/>
                  <a:uLnTx/>
                  <a:uFillTx/>
                  <a:latin typeface="Arial" pitchFamily="34" charset="0"/>
                </a:rPr>
                <a:t>E</a:t>
              </a:r>
            </a:p>
          </p:txBody>
        </p:sp>
        <p:sp>
          <p:nvSpPr>
            <p:cNvPr id="185" name="Text Box 13">
              <a:extLst>
                <a:ext uri="{FF2B5EF4-FFF2-40B4-BE49-F238E27FC236}">
                  <a16:creationId xmlns:a16="http://schemas.microsoft.com/office/drawing/2014/main" id="{CFFEBFA8-2094-48E1-9992-09CDDD00AADA}"/>
                </a:ext>
              </a:extLst>
            </p:cNvPr>
            <p:cNvSpPr txBox="1">
              <a:spLocks noChangeArrowheads="1"/>
            </p:cNvSpPr>
            <p:nvPr/>
          </p:nvSpPr>
          <p:spPr bwMode="auto">
            <a:xfrm>
              <a:off x="1138402" y="3928390"/>
              <a:ext cx="823912" cy="461665"/>
            </a:xfrm>
            <a:prstGeom prst="rect">
              <a:avLst/>
            </a:prstGeom>
            <a:noFill/>
            <a:ln w="9525">
              <a:noFill/>
              <a:miter lim="800000"/>
              <a:headEnd/>
              <a:tailEnd/>
            </a:ln>
          </p:spPr>
          <p:txBody>
            <a:bodyPr>
              <a:spAutoFit/>
            </a:bodyPr>
            <a:lstStyle/>
            <a:p>
              <a:pPr algn="ctr">
                <a:spcBef>
                  <a:spcPct val="50000"/>
                </a:spcBef>
              </a:pPr>
              <a:r>
                <a:rPr lang="en-US" altLang="zh-CN" sz="2400" b="0" dirty="0">
                  <a:solidFill>
                    <a:srgbClr val="000000"/>
                  </a:solidFill>
                  <a:latin typeface="Arial" pitchFamily="34" charset="0"/>
                </a:rPr>
                <a:t>0/0</a:t>
              </a:r>
            </a:p>
          </p:txBody>
        </p:sp>
        <p:sp>
          <p:nvSpPr>
            <p:cNvPr id="186" name="Text Box 14">
              <a:extLst>
                <a:ext uri="{FF2B5EF4-FFF2-40B4-BE49-F238E27FC236}">
                  <a16:creationId xmlns:a16="http://schemas.microsoft.com/office/drawing/2014/main" id="{27DAC221-B3AE-4BB3-B1B7-5ACBBE9025D0}"/>
                </a:ext>
              </a:extLst>
            </p:cNvPr>
            <p:cNvSpPr txBox="1">
              <a:spLocks noChangeArrowheads="1"/>
            </p:cNvSpPr>
            <p:nvPr/>
          </p:nvSpPr>
          <p:spPr bwMode="auto">
            <a:xfrm>
              <a:off x="2433802" y="3928390"/>
              <a:ext cx="866775" cy="461665"/>
            </a:xfrm>
            <a:prstGeom prst="rect">
              <a:avLst/>
            </a:prstGeom>
            <a:noFill/>
            <a:ln w="9525">
              <a:noFill/>
              <a:miter lim="800000"/>
              <a:headEnd/>
              <a:tailEnd/>
            </a:ln>
          </p:spPr>
          <p:txBody>
            <a:bodyPr>
              <a:spAutoFit/>
            </a:bodyPr>
            <a:lstStyle/>
            <a:p>
              <a:pPr algn="ctr">
                <a:spcBef>
                  <a:spcPct val="50000"/>
                </a:spcBef>
              </a:pPr>
              <a:r>
                <a:rPr lang="en-US" altLang="zh-CN" sz="2400" b="0" dirty="0">
                  <a:solidFill>
                    <a:srgbClr val="FF6600"/>
                  </a:solidFill>
                  <a:latin typeface="Arial" pitchFamily="34" charset="0"/>
                </a:rPr>
                <a:t>1</a:t>
              </a:r>
              <a:r>
                <a:rPr lang="en-US" altLang="zh-CN" sz="2400" b="0" dirty="0">
                  <a:solidFill>
                    <a:srgbClr val="000000"/>
                  </a:solidFill>
                  <a:latin typeface="Arial" pitchFamily="34" charset="0"/>
                </a:rPr>
                <a:t>/0</a:t>
              </a:r>
            </a:p>
          </p:txBody>
        </p:sp>
        <p:sp>
          <p:nvSpPr>
            <p:cNvPr id="187" name="Oval 19">
              <a:extLst>
                <a:ext uri="{FF2B5EF4-FFF2-40B4-BE49-F238E27FC236}">
                  <a16:creationId xmlns:a16="http://schemas.microsoft.com/office/drawing/2014/main" id="{EB05BA07-5D34-4313-AE44-4EF72907B651}"/>
                </a:ext>
              </a:extLst>
            </p:cNvPr>
            <p:cNvSpPr>
              <a:spLocks noChangeArrowheads="1"/>
            </p:cNvSpPr>
            <p:nvPr/>
          </p:nvSpPr>
          <p:spPr bwMode="auto">
            <a:xfrm>
              <a:off x="4344777" y="4447503"/>
              <a:ext cx="398463" cy="433387"/>
            </a:xfrm>
            <a:prstGeom prst="ellipse">
              <a:avLst/>
            </a:prstGeom>
            <a:solidFill>
              <a:srgbClr val="99CCFF"/>
            </a:solidFill>
            <a:ln w="9525">
              <a:solidFill>
                <a:srgbClr val="000000"/>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a:ln>
                    <a:noFill/>
                  </a:ln>
                  <a:solidFill>
                    <a:srgbClr val="000000"/>
                  </a:solidFill>
                  <a:effectLst/>
                  <a:uLnTx/>
                  <a:uFillTx/>
                  <a:latin typeface="Arial" pitchFamily="34" charset="0"/>
                </a:rPr>
                <a:t>F</a:t>
              </a:r>
            </a:p>
          </p:txBody>
        </p:sp>
        <p:sp>
          <p:nvSpPr>
            <p:cNvPr id="188" name="Oval 20">
              <a:extLst>
                <a:ext uri="{FF2B5EF4-FFF2-40B4-BE49-F238E27FC236}">
                  <a16:creationId xmlns:a16="http://schemas.microsoft.com/office/drawing/2014/main" id="{1ECFCB61-A5D8-422A-9851-292DF9217E93}"/>
                </a:ext>
              </a:extLst>
            </p:cNvPr>
            <p:cNvSpPr>
              <a:spLocks noChangeArrowheads="1"/>
            </p:cNvSpPr>
            <p:nvPr/>
          </p:nvSpPr>
          <p:spPr bwMode="auto">
            <a:xfrm>
              <a:off x="5805277" y="4447503"/>
              <a:ext cx="400050" cy="433387"/>
            </a:xfrm>
            <a:prstGeom prst="ellipse">
              <a:avLst/>
            </a:prstGeom>
            <a:solidFill>
              <a:srgbClr val="99CCFF"/>
            </a:solidFill>
            <a:ln w="9525">
              <a:solidFill>
                <a:srgbClr val="000000"/>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a:ln>
                    <a:noFill/>
                  </a:ln>
                  <a:solidFill>
                    <a:srgbClr val="000000"/>
                  </a:solidFill>
                  <a:effectLst/>
                  <a:uLnTx/>
                  <a:uFillTx/>
                  <a:latin typeface="Arial" pitchFamily="34" charset="0"/>
                </a:rPr>
                <a:t>G</a:t>
              </a:r>
            </a:p>
          </p:txBody>
        </p:sp>
        <p:sp>
          <p:nvSpPr>
            <p:cNvPr id="189" name="Text Box 21">
              <a:extLst>
                <a:ext uri="{FF2B5EF4-FFF2-40B4-BE49-F238E27FC236}">
                  <a16:creationId xmlns:a16="http://schemas.microsoft.com/office/drawing/2014/main" id="{91C49B45-DEEE-45B2-87A1-276AF2E4C422}"/>
                </a:ext>
              </a:extLst>
            </p:cNvPr>
            <p:cNvSpPr txBox="1">
              <a:spLocks noChangeArrowheads="1"/>
            </p:cNvSpPr>
            <p:nvPr/>
          </p:nvSpPr>
          <p:spPr bwMode="auto">
            <a:xfrm>
              <a:off x="4279690" y="3928390"/>
              <a:ext cx="811212" cy="461665"/>
            </a:xfrm>
            <a:prstGeom prst="rect">
              <a:avLst/>
            </a:prstGeom>
            <a:noFill/>
            <a:ln w="9525">
              <a:noFill/>
              <a:miter lim="800000"/>
              <a:headEnd/>
              <a:tailEnd/>
            </a:ln>
          </p:spPr>
          <p:txBody>
            <a:bodyPr>
              <a:spAutoFit/>
            </a:bodyPr>
            <a:lstStyle/>
            <a:p>
              <a:pPr algn="ctr">
                <a:spcBef>
                  <a:spcPct val="50000"/>
                </a:spcBef>
              </a:pPr>
              <a:r>
                <a:rPr lang="en-US" altLang="zh-CN" sz="2400" b="0" dirty="0">
                  <a:solidFill>
                    <a:srgbClr val="FF6600"/>
                  </a:solidFill>
                  <a:latin typeface="Arial" pitchFamily="34" charset="0"/>
                </a:rPr>
                <a:t>0</a:t>
              </a:r>
              <a:r>
                <a:rPr lang="en-US" altLang="zh-CN" sz="2400" b="0" dirty="0">
                  <a:solidFill>
                    <a:srgbClr val="000000"/>
                  </a:solidFill>
                  <a:latin typeface="Arial" pitchFamily="34" charset="0"/>
                </a:rPr>
                <a:t>/0</a:t>
              </a:r>
            </a:p>
          </p:txBody>
        </p:sp>
        <p:sp>
          <p:nvSpPr>
            <p:cNvPr id="190" name="Oval 22">
              <a:extLst>
                <a:ext uri="{FF2B5EF4-FFF2-40B4-BE49-F238E27FC236}">
                  <a16:creationId xmlns:a16="http://schemas.microsoft.com/office/drawing/2014/main" id="{7A82C644-4FF9-44B5-9FFE-1A548E54C2FE}"/>
                </a:ext>
              </a:extLst>
            </p:cNvPr>
            <p:cNvSpPr>
              <a:spLocks noChangeArrowheads="1"/>
            </p:cNvSpPr>
            <p:nvPr/>
          </p:nvSpPr>
          <p:spPr bwMode="auto">
            <a:xfrm>
              <a:off x="950702" y="5379365"/>
              <a:ext cx="398463" cy="433388"/>
            </a:xfrm>
            <a:prstGeom prst="ellipse">
              <a:avLst/>
            </a:prstGeom>
            <a:solidFill>
              <a:srgbClr val="99CCFF"/>
            </a:solidFill>
            <a:ln w="9525">
              <a:solidFill>
                <a:srgbClr val="000000"/>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a:ln>
                    <a:noFill/>
                  </a:ln>
                  <a:solidFill>
                    <a:srgbClr val="000000"/>
                  </a:solidFill>
                  <a:effectLst/>
                  <a:uLnTx/>
                  <a:uFillTx/>
                  <a:latin typeface="Arial" pitchFamily="34" charset="0"/>
                </a:rPr>
                <a:t>H</a:t>
              </a:r>
            </a:p>
          </p:txBody>
        </p:sp>
        <p:sp>
          <p:nvSpPr>
            <p:cNvPr id="191" name="Line 23">
              <a:extLst>
                <a:ext uri="{FF2B5EF4-FFF2-40B4-BE49-F238E27FC236}">
                  <a16:creationId xmlns:a16="http://schemas.microsoft.com/office/drawing/2014/main" id="{C3F15A65-91E0-4A10-B03F-54169DADE194}"/>
                </a:ext>
              </a:extLst>
            </p:cNvPr>
            <p:cNvSpPr>
              <a:spLocks noChangeShapeType="1"/>
            </p:cNvSpPr>
            <p:nvPr/>
          </p:nvSpPr>
          <p:spPr bwMode="auto">
            <a:xfrm flipH="1">
              <a:off x="1139615" y="4842790"/>
              <a:ext cx="209550" cy="538163"/>
            </a:xfrm>
            <a:prstGeom prst="line">
              <a:avLst/>
            </a:prstGeom>
            <a:noFill/>
            <a:ln w="9525">
              <a:solidFill>
                <a:srgbClr val="000000"/>
              </a:solidFill>
              <a:round/>
              <a:headEnd/>
              <a:tailEnd type="triangle" w="med" len="me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Text" lastClr="000000"/>
                </a:solidFill>
                <a:effectLst/>
                <a:uLnTx/>
                <a:uFillTx/>
              </a:endParaRPr>
            </a:p>
          </p:txBody>
        </p:sp>
        <p:sp>
          <p:nvSpPr>
            <p:cNvPr id="192" name="Line 24">
              <a:extLst>
                <a:ext uri="{FF2B5EF4-FFF2-40B4-BE49-F238E27FC236}">
                  <a16:creationId xmlns:a16="http://schemas.microsoft.com/office/drawing/2014/main" id="{2445C273-E7A1-4B19-A452-653D7166237C}"/>
                </a:ext>
              </a:extLst>
            </p:cNvPr>
            <p:cNvSpPr>
              <a:spLocks noChangeShapeType="1"/>
            </p:cNvSpPr>
            <p:nvPr/>
          </p:nvSpPr>
          <p:spPr bwMode="auto">
            <a:xfrm>
              <a:off x="1617452" y="4842790"/>
              <a:ext cx="187325" cy="538163"/>
            </a:xfrm>
            <a:prstGeom prst="line">
              <a:avLst/>
            </a:prstGeom>
            <a:noFill/>
            <a:ln w="9525">
              <a:solidFill>
                <a:srgbClr val="000000"/>
              </a:solidFill>
              <a:round/>
              <a:headEnd/>
              <a:tailEnd type="triangle" w="med" len="me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Text" lastClr="000000"/>
                </a:solidFill>
                <a:effectLst/>
                <a:uLnTx/>
                <a:uFillTx/>
              </a:endParaRPr>
            </a:p>
          </p:txBody>
        </p:sp>
        <p:sp>
          <p:nvSpPr>
            <p:cNvPr id="193" name="Oval 25">
              <a:extLst>
                <a:ext uri="{FF2B5EF4-FFF2-40B4-BE49-F238E27FC236}">
                  <a16:creationId xmlns:a16="http://schemas.microsoft.com/office/drawing/2014/main" id="{8AE5A78C-2668-4BB9-A9CC-B78844B5B32D}"/>
                </a:ext>
              </a:extLst>
            </p:cNvPr>
            <p:cNvSpPr>
              <a:spLocks noChangeArrowheads="1"/>
            </p:cNvSpPr>
            <p:nvPr/>
          </p:nvSpPr>
          <p:spPr bwMode="auto">
            <a:xfrm>
              <a:off x="1615865" y="5379365"/>
              <a:ext cx="398462" cy="433388"/>
            </a:xfrm>
            <a:prstGeom prst="ellipse">
              <a:avLst/>
            </a:prstGeom>
            <a:solidFill>
              <a:srgbClr val="99CCFF"/>
            </a:solidFill>
            <a:ln w="9525">
              <a:solidFill>
                <a:srgbClr val="000000"/>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a:ln>
                    <a:noFill/>
                  </a:ln>
                  <a:solidFill>
                    <a:srgbClr val="000000"/>
                  </a:solidFill>
                  <a:effectLst/>
                  <a:uLnTx/>
                  <a:uFillTx/>
                  <a:latin typeface="Arial" pitchFamily="34" charset="0"/>
                </a:rPr>
                <a:t>I</a:t>
              </a:r>
            </a:p>
          </p:txBody>
        </p:sp>
        <p:sp>
          <p:nvSpPr>
            <p:cNvPr id="194" name="Text Box 26">
              <a:extLst>
                <a:ext uri="{FF2B5EF4-FFF2-40B4-BE49-F238E27FC236}">
                  <a16:creationId xmlns:a16="http://schemas.microsoft.com/office/drawing/2014/main" id="{2692BFDB-39C2-41BC-B364-DCCC55D35075}"/>
                </a:ext>
              </a:extLst>
            </p:cNvPr>
            <p:cNvSpPr txBox="1">
              <a:spLocks noChangeArrowheads="1"/>
            </p:cNvSpPr>
            <p:nvPr/>
          </p:nvSpPr>
          <p:spPr bwMode="auto">
            <a:xfrm>
              <a:off x="618915" y="4763415"/>
              <a:ext cx="814387" cy="461665"/>
            </a:xfrm>
            <a:prstGeom prst="rect">
              <a:avLst/>
            </a:prstGeom>
            <a:noFill/>
            <a:ln w="9525">
              <a:noFill/>
              <a:miter lim="800000"/>
              <a:headEnd/>
              <a:tailEnd/>
            </a:ln>
          </p:spPr>
          <p:txBody>
            <a:bodyPr>
              <a:spAutoFit/>
            </a:bodyPr>
            <a:lstStyle/>
            <a:p>
              <a:pPr algn="ctr">
                <a:spcBef>
                  <a:spcPct val="50000"/>
                </a:spcBef>
              </a:pPr>
              <a:r>
                <a:rPr lang="en-US" altLang="zh-CN" sz="2400" b="0">
                  <a:solidFill>
                    <a:srgbClr val="000000"/>
                  </a:solidFill>
                  <a:latin typeface="Arial" pitchFamily="34" charset="0"/>
                </a:rPr>
                <a:t>0/0</a:t>
              </a:r>
            </a:p>
          </p:txBody>
        </p:sp>
        <p:sp>
          <p:nvSpPr>
            <p:cNvPr id="195" name="Text Box 27">
              <a:extLst>
                <a:ext uri="{FF2B5EF4-FFF2-40B4-BE49-F238E27FC236}">
                  <a16:creationId xmlns:a16="http://schemas.microsoft.com/office/drawing/2014/main" id="{ED1766A5-11F3-4323-8412-1A139B3952C3}"/>
                </a:ext>
              </a:extLst>
            </p:cNvPr>
            <p:cNvSpPr txBox="1">
              <a:spLocks noChangeArrowheads="1"/>
            </p:cNvSpPr>
            <p:nvPr/>
          </p:nvSpPr>
          <p:spPr bwMode="auto">
            <a:xfrm>
              <a:off x="1519402" y="4763415"/>
              <a:ext cx="733425" cy="461665"/>
            </a:xfrm>
            <a:prstGeom prst="rect">
              <a:avLst/>
            </a:prstGeom>
            <a:noFill/>
            <a:ln w="9525">
              <a:noFill/>
              <a:miter lim="800000"/>
              <a:headEnd/>
              <a:tailEnd/>
            </a:ln>
          </p:spPr>
          <p:txBody>
            <a:bodyPr>
              <a:spAutoFit/>
            </a:bodyPr>
            <a:lstStyle/>
            <a:p>
              <a:pPr algn="ctr">
                <a:spcBef>
                  <a:spcPct val="50000"/>
                </a:spcBef>
              </a:pPr>
              <a:r>
                <a:rPr lang="en-US" altLang="zh-CN" sz="2400" b="0" dirty="0">
                  <a:solidFill>
                    <a:srgbClr val="000000"/>
                  </a:solidFill>
                  <a:latin typeface="Arial" pitchFamily="34" charset="0"/>
                </a:rPr>
                <a:t>1/0</a:t>
              </a:r>
            </a:p>
          </p:txBody>
        </p:sp>
        <p:sp>
          <p:nvSpPr>
            <p:cNvPr id="196" name="Oval 28">
              <a:extLst>
                <a:ext uri="{FF2B5EF4-FFF2-40B4-BE49-F238E27FC236}">
                  <a16:creationId xmlns:a16="http://schemas.microsoft.com/office/drawing/2014/main" id="{0787387F-A717-4975-B127-5334F6651B2C}"/>
                </a:ext>
              </a:extLst>
            </p:cNvPr>
            <p:cNvSpPr>
              <a:spLocks noChangeArrowheads="1"/>
            </p:cNvSpPr>
            <p:nvPr/>
          </p:nvSpPr>
          <p:spPr bwMode="auto">
            <a:xfrm>
              <a:off x="2415965" y="5379365"/>
              <a:ext cx="398462" cy="433388"/>
            </a:xfrm>
            <a:prstGeom prst="ellipse">
              <a:avLst/>
            </a:prstGeom>
            <a:solidFill>
              <a:srgbClr val="99CCFF"/>
            </a:solidFill>
            <a:ln w="9525">
              <a:solidFill>
                <a:srgbClr val="000000"/>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a:ln>
                    <a:noFill/>
                  </a:ln>
                  <a:solidFill>
                    <a:srgbClr val="000000"/>
                  </a:solidFill>
                  <a:effectLst/>
                  <a:uLnTx/>
                  <a:uFillTx/>
                  <a:latin typeface="Arial" pitchFamily="34" charset="0"/>
                </a:rPr>
                <a:t>J</a:t>
              </a:r>
            </a:p>
          </p:txBody>
        </p:sp>
        <p:sp>
          <p:nvSpPr>
            <p:cNvPr id="197" name="Line 29">
              <a:extLst>
                <a:ext uri="{FF2B5EF4-FFF2-40B4-BE49-F238E27FC236}">
                  <a16:creationId xmlns:a16="http://schemas.microsoft.com/office/drawing/2014/main" id="{19BBC2F6-E76F-4CC7-8741-9279B329B289}"/>
                </a:ext>
              </a:extLst>
            </p:cNvPr>
            <p:cNvSpPr>
              <a:spLocks noChangeShapeType="1"/>
            </p:cNvSpPr>
            <p:nvPr/>
          </p:nvSpPr>
          <p:spPr bwMode="auto">
            <a:xfrm flipH="1">
              <a:off x="2668377" y="4842790"/>
              <a:ext cx="146050" cy="538163"/>
            </a:xfrm>
            <a:prstGeom prst="line">
              <a:avLst/>
            </a:prstGeom>
            <a:noFill/>
            <a:ln w="9525">
              <a:solidFill>
                <a:srgbClr val="000000"/>
              </a:solidFill>
              <a:round/>
              <a:headEnd/>
              <a:tailEnd type="triangle" w="med" len="me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Text" lastClr="000000"/>
                </a:solidFill>
                <a:effectLst/>
                <a:uLnTx/>
                <a:uFillTx/>
              </a:endParaRPr>
            </a:p>
          </p:txBody>
        </p:sp>
        <p:sp>
          <p:nvSpPr>
            <p:cNvPr id="198" name="Line 30">
              <a:extLst>
                <a:ext uri="{FF2B5EF4-FFF2-40B4-BE49-F238E27FC236}">
                  <a16:creationId xmlns:a16="http://schemas.microsoft.com/office/drawing/2014/main" id="{E838D888-53BC-49C0-B541-DA3427C858B0}"/>
                </a:ext>
              </a:extLst>
            </p:cNvPr>
            <p:cNvSpPr>
              <a:spLocks noChangeShapeType="1"/>
            </p:cNvSpPr>
            <p:nvPr/>
          </p:nvSpPr>
          <p:spPr bwMode="auto">
            <a:xfrm>
              <a:off x="3082715" y="4842790"/>
              <a:ext cx="184150" cy="538163"/>
            </a:xfrm>
            <a:prstGeom prst="line">
              <a:avLst/>
            </a:prstGeom>
            <a:noFill/>
            <a:ln w="9525">
              <a:solidFill>
                <a:srgbClr val="000000"/>
              </a:solidFill>
              <a:round/>
              <a:headEnd/>
              <a:tailEnd type="triangle" w="med" len="me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Text" lastClr="000000"/>
                </a:solidFill>
                <a:effectLst/>
                <a:uLnTx/>
                <a:uFillTx/>
              </a:endParaRPr>
            </a:p>
          </p:txBody>
        </p:sp>
        <p:sp>
          <p:nvSpPr>
            <p:cNvPr id="199" name="Oval 31">
              <a:extLst>
                <a:ext uri="{FF2B5EF4-FFF2-40B4-BE49-F238E27FC236}">
                  <a16:creationId xmlns:a16="http://schemas.microsoft.com/office/drawing/2014/main" id="{06B84A50-30CB-4F17-B664-E0C92FC68890}"/>
                </a:ext>
              </a:extLst>
            </p:cNvPr>
            <p:cNvSpPr>
              <a:spLocks noChangeArrowheads="1"/>
            </p:cNvSpPr>
            <p:nvPr/>
          </p:nvSpPr>
          <p:spPr bwMode="auto">
            <a:xfrm>
              <a:off x="3081127" y="5379365"/>
              <a:ext cx="400050" cy="433388"/>
            </a:xfrm>
            <a:prstGeom prst="ellipse">
              <a:avLst/>
            </a:prstGeom>
            <a:solidFill>
              <a:srgbClr val="99CCFF"/>
            </a:solidFill>
            <a:ln w="9525">
              <a:solidFill>
                <a:srgbClr val="000000"/>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a:ln>
                    <a:noFill/>
                  </a:ln>
                  <a:solidFill>
                    <a:srgbClr val="000000"/>
                  </a:solidFill>
                  <a:effectLst/>
                  <a:uLnTx/>
                  <a:uFillTx/>
                  <a:latin typeface="Arial" pitchFamily="34" charset="0"/>
                </a:rPr>
                <a:t>K</a:t>
              </a:r>
            </a:p>
          </p:txBody>
        </p:sp>
        <p:sp>
          <p:nvSpPr>
            <p:cNvPr id="200" name="Text Box 32">
              <a:extLst>
                <a:ext uri="{FF2B5EF4-FFF2-40B4-BE49-F238E27FC236}">
                  <a16:creationId xmlns:a16="http://schemas.microsoft.com/office/drawing/2014/main" id="{EE74B76D-4218-4E53-892D-5D32B01FC15E}"/>
                </a:ext>
              </a:extLst>
            </p:cNvPr>
            <p:cNvSpPr txBox="1">
              <a:spLocks noChangeArrowheads="1"/>
            </p:cNvSpPr>
            <p:nvPr/>
          </p:nvSpPr>
          <p:spPr bwMode="auto">
            <a:xfrm>
              <a:off x="2129002" y="4763415"/>
              <a:ext cx="817562" cy="461665"/>
            </a:xfrm>
            <a:prstGeom prst="rect">
              <a:avLst/>
            </a:prstGeom>
            <a:noFill/>
            <a:ln w="9525">
              <a:noFill/>
              <a:miter lim="800000"/>
              <a:headEnd/>
              <a:tailEnd/>
            </a:ln>
          </p:spPr>
          <p:txBody>
            <a:bodyPr>
              <a:spAutoFit/>
            </a:bodyPr>
            <a:lstStyle/>
            <a:p>
              <a:pPr algn="ctr">
                <a:spcBef>
                  <a:spcPct val="50000"/>
                </a:spcBef>
              </a:pPr>
              <a:r>
                <a:rPr lang="en-US" altLang="zh-CN" sz="2400" b="0" dirty="0">
                  <a:solidFill>
                    <a:srgbClr val="000000"/>
                  </a:solidFill>
                  <a:latin typeface="Arial" pitchFamily="34" charset="0"/>
                </a:rPr>
                <a:t>0/0</a:t>
              </a:r>
            </a:p>
          </p:txBody>
        </p:sp>
        <p:sp>
          <p:nvSpPr>
            <p:cNvPr id="201" name="Text Box 33">
              <a:extLst>
                <a:ext uri="{FF2B5EF4-FFF2-40B4-BE49-F238E27FC236}">
                  <a16:creationId xmlns:a16="http://schemas.microsoft.com/office/drawing/2014/main" id="{5F3F062F-F7EE-4BE7-BAC7-39C9EB0F489E}"/>
                </a:ext>
              </a:extLst>
            </p:cNvPr>
            <p:cNvSpPr txBox="1">
              <a:spLocks noChangeArrowheads="1"/>
            </p:cNvSpPr>
            <p:nvPr/>
          </p:nvSpPr>
          <p:spPr bwMode="auto">
            <a:xfrm>
              <a:off x="3081127" y="4763415"/>
              <a:ext cx="714375" cy="461665"/>
            </a:xfrm>
            <a:prstGeom prst="rect">
              <a:avLst/>
            </a:prstGeom>
            <a:noFill/>
            <a:ln w="9525">
              <a:noFill/>
              <a:miter lim="800000"/>
              <a:headEnd/>
              <a:tailEnd/>
            </a:ln>
          </p:spPr>
          <p:txBody>
            <a:bodyPr>
              <a:spAutoFit/>
            </a:bodyPr>
            <a:lstStyle/>
            <a:p>
              <a:pPr algn="ctr">
                <a:spcBef>
                  <a:spcPct val="50000"/>
                </a:spcBef>
              </a:pPr>
              <a:r>
                <a:rPr lang="en-US" altLang="zh-CN" sz="2400" b="0" dirty="0">
                  <a:solidFill>
                    <a:srgbClr val="FF6600"/>
                  </a:solidFill>
                  <a:latin typeface="Arial" pitchFamily="34" charset="0"/>
                </a:rPr>
                <a:t>1</a:t>
              </a:r>
              <a:r>
                <a:rPr lang="en-US" altLang="zh-CN" sz="2400" b="0" dirty="0">
                  <a:solidFill>
                    <a:srgbClr val="000000"/>
                  </a:solidFill>
                  <a:latin typeface="Arial" pitchFamily="34" charset="0"/>
                </a:rPr>
                <a:t>/0</a:t>
              </a:r>
            </a:p>
          </p:txBody>
        </p:sp>
        <p:sp>
          <p:nvSpPr>
            <p:cNvPr id="202" name="Oval 34">
              <a:extLst>
                <a:ext uri="{FF2B5EF4-FFF2-40B4-BE49-F238E27FC236}">
                  <a16:creationId xmlns:a16="http://schemas.microsoft.com/office/drawing/2014/main" id="{3A31C100-6251-47A7-825C-36611A2F202B}"/>
                </a:ext>
              </a:extLst>
            </p:cNvPr>
            <p:cNvSpPr>
              <a:spLocks noChangeArrowheads="1"/>
            </p:cNvSpPr>
            <p:nvPr/>
          </p:nvSpPr>
          <p:spPr bwMode="auto">
            <a:xfrm>
              <a:off x="4012990" y="5379365"/>
              <a:ext cx="398462" cy="433388"/>
            </a:xfrm>
            <a:prstGeom prst="ellipse">
              <a:avLst/>
            </a:prstGeom>
            <a:solidFill>
              <a:srgbClr val="99CCFF"/>
            </a:solidFill>
            <a:ln w="9525">
              <a:solidFill>
                <a:srgbClr val="000000"/>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a:ln>
                    <a:noFill/>
                  </a:ln>
                  <a:solidFill>
                    <a:srgbClr val="000000"/>
                  </a:solidFill>
                  <a:effectLst/>
                  <a:uLnTx/>
                  <a:uFillTx/>
                  <a:latin typeface="Arial" pitchFamily="34" charset="0"/>
                </a:rPr>
                <a:t>L</a:t>
              </a:r>
            </a:p>
          </p:txBody>
        </p:sp>
        <p:sp>
          <p:nvSpPr>
            <p:cNvPr id="203" name="Line 35">
              <a:extLst>
                <a:ext uri="{FF2B5EF4-FFF2-40B4-BE49-F238E27FC236}">
                  <a16:creationId xmlns:a16="http://schemas.microsoft.com/office/drawing/2014/main" id="{35BACA2A-83BD-4A15-A7EC-7ECDC8AB1729}"/>
                </a:ext>
              </a:extLst>
            </p:cNvPr>
            <p:cNvSpPr>
              <a:spLocks noChangeShapeType="1"/>
            </p:cNvSpPr>
            <p:nvPr/>
          </p:nvSpPr>
          <p:spPr bwMode="auto">
            <a:xfrm flipH="1">
              <a:off x="4197140" y="4842790"/>
              <a:ext cx="214312" cy="538163"/>
            </a:xfrm>
            <a:prstGeom prst="line">
              <a:avLst/>
            </a:prstGeom>
            <a:noFill/>
            <a:ln w="9525">
              <a:solidFill>
                <a:srgbClr val="000000"/>
              </a:solidFill>
              <a:round/>
              <a:headEnd/>
              <a:tailEnd type="triangle" w="med" len="me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Text" lastClr="000000"/>
                </a:solidFill>
                <a:effectLst/>
                <a:uLnTx/>
                <a:uFillTx/>
              </a:endParaRPr>
            </a:p>
          </p:txBody>
        </p:sp>
        <p:sp>
          <p:nvSpPr>
            <p:cNvPr id="204" name="Line 36">
              <a:extLst>
                <a:ext uri="{FF2B5EF4-FFF2-40B4-BE49-F238E27FC236}">
                  <a16:creationId xmlns:a16="http://schemas.microsoft.com/office/drawing/2014/main" id="{A594BB69-0778-4C8C-829B-9867661A9592}"/>
                </a:ext>
              </a:extLst>
            </p:cNvPr>
            <p:cNvSpPr>
              <a:spLocks noChangeShapeType="1"/>
            </p:cNvSpPr>
            <p:nvPr/>
          </p:nvSpPr>
          <p:spPr bwMode="auto">
            <a:xfrm>
              <a:off x="4679740" y="4842790"/>
              <a:ext cx="182562" cy="541338"/>
            </a:xfrm>
            <a:prstGeom prst="line">
              <a:avLst/>
            </a:prstGeom>
            <a:noFill/>
            <a:ln w="9525">
              <a:solidFill>
                <a:srgbClr val="000000"/>
              </a:solidFill>
              <a:round/>
              <a:headEnd/>
              <a:tailEnd type="triangle" w="med" len="me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Text" lastClr="000000"/>
                </a:solidFill>
                <a:effectLst/>
                <a:uLnTx/>
                <a:uFillTx/>
              </a:endParaRPr>
            </a:p>
          </p:txBody>
        </p:sp>
        <p:sp>
          <p:nvSpPr>
            <p:cNvPr id="205" name="Oval 37">
              <a:extLst>
                <a:ext uri="{FF2B5EF4-FFF2-40B4-BE49-F238E27FC236}">
                  <a16:creationId xmlns:a16="http://schemas.microsoft.com/office/drawing/2014/main" id="{EE88CF40-A789-44FE-9560-EB87EB4E1700}"/>
                </a:ext>
              </a:extLst>
            </p:cNvPr>
            <p:cNvSpPr>
              <a:spLocks noChangeArrowheads="1"/>
            </p:cNvSpPr>
            <p:nvPr/>
          </p:nvSpPr>
          <p:spPr bwMode="auto">
            <a:xfrm>
              <a:off x="4678152" y="5379365"/>
              <a:ext cx="398463" cy="433388"/>
            </a:xfrm>
            <a:prstGeom prst="ellipse">
              <a:avLst/>
            </a:prstGeom>
            <a:solidFill>
              <a:srgbClr val="99CCFF"/>
            </a:solidFill>
            <a:ln w="9525">
              <a:solidFill>
                <a:srgbClr val="000000"/>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a:ln>
                    <a:noFill/>
                  </a:ln>
                  <a:solidFill>
                    <a:srgbClr val="000000"/>
                  </a:solidFill>
                  <a:effectLst/>
                  <a:uLnTx/>
                  <a:uFillTx/>
                  <a:latin typeface="Arial" pitchFamily="34" charset="0"/>
                </a:rPr>
                <a:t>M</a:t>
              </a:r>
            </a:p>
          </p:txBody>
        </p:sp>
        <p:sp>
          <p:nvSpPr>
            <p:cNvPr id="206" name="Text Box 38">
              <a:extLst>
                <a:ext uri="{FF2B5EF4-FFF2-40B4-BE49-F238E27FC236}">
                  <a16:creationId xmlns:a16="http://schemas.microsoft.com/office/drawing/2014/main" id="{6500202B-6B31-4630-BDA2-DE121E27DB03}"/>
                </a:ext>
              </a:extLst>
            </p:cNvPr>
            <p:cNvSpPr txBox="1">
              <a:spLocks noChangeArrowheads="1"/>
            </p:cNvSpPr>
            <p:nvPr/>
          </p:nvSpPr>
          <p:spPr bwMode="auto">
            <a:xfrm>
              <a:off x="3653002" y="4763415"/>
              <a:ext cx="825500" cy="461665"/>
            </a:xfrm>
            <a:prstGeom prst="rect">
              <a:avLst/>
            </a:prstGeom>
            <a:noFill/>
            <a:ln w="9525">
              <a:noFill/>
              <a:miter lim="800000"/>
              <a:headEnd/>
              <a:tailEnd/>
            </a:ln>
          </p:spPr>
          <p:txBody>
            <a:bodyPr>
              <a:spAutoFit/>
            </a:bodyPr>
            <a:lstStyle/>
            <a:p>
              <a:pPr algn="ctr">
                <a:spcBef>
                  <a:spcPct val="50000"/>
                </a:spcBef>
              </a:pPr>
              <a:r>
                <a:rPr lang="en-US" altLang="zh-CN" sz="2400" b="0" dirty="0">
                  <a:solidFill>
                    <a:srgbClr val="000000"/>
                  </a:solidFill>
                  <a:latin typeface="Arial" pitchFamily="34" charset="0"/>
                </a:rPr>
                <a:t>0/0</a:t>
              </a:r>
            </a:p>
          </p:txBody>
        </p:sp>
        <p:sp>
          <p:nvSpPr>
            <p:cNvPr id="207" name="Text Box 39">
              <a:extLst>
                <a:ext uri="{FF2B5EF4-FFF2-40B4-BE49-F238E27FC236}">
                  <a16:creationId xmlns:a16="http://schemas.microsoft.com/office/drawing/2014/main" id="{842DAD8F-5434-4144-9A57-B4F7EC81739A}"/>
                </a:ext>
              </a:extLst>
            </p:cNvPr>
            <p:cNvSpPr txBox="1">
              <a:spLocks noChangeArrowheads="1"/>
            </p:cNvSpPr>
            <p:nvPr/>
          </p:nvSpPr>
          <p:spPr bwMode="auto">
            <a:xfrm>
              <a:off x="4600365" y="4763415"/>
              <a:ext cx="795337" cy="461665"/>
            </a:xfrm>
            <a:prstGeom prst="rect">
              <a:avLst/>
            </a:prstGeom>
            <a:noFill/>
            <a:ln w="9525">
              <a:noFill/>
              <a:miter lim="800000"/>
              <a:headEnd/>
              <a:tailEnd/>
            </a:ln>
          </p:spPr>
          <p:txBody>
            <a:bodyPr>
              <a:spAutoFit/>
            </a:bodyPr>
            <a:lstStyle/>
            <a:p>
              <a:pPr algn="ctr">
                <a:spcBef>
                  <a:spcPct val="50000"/>
                </a:spcBef>
              </a:pPr>
              <a:r>
                <a:rPr lang="en-US" altLang="zh-CN" sz="2400" b="0" dirty="0">
                  <a:solidFill>
                    <a:srgbClr val="FF6600"/>
                  </a:solidFill>
                  <a:latin typeface="Arial" pitchFamily="34" charset="0"/>
                </a:rPr>
                <a:t>1</a:t>
              </a:r>
              <a:r>
                <a:rPr lang="en-US" altLang="zh-CN" sz="2400" b="0" dirty="0">
                  <a:solidFill>
                    <a:srgbClr val="000000"/>
                  </a:solidFill>
                  <a:latin typeface="Arial" pitchFamily="34" charset="0"/>
                </a:rPr>
                <a:t>/0</a:t>
              </a:r>
            </a:p>
          </p:txBody>
        </p:sp>
        <p:sp>
          <p:nvSpPr>
            <p:cNvPr id="208" name="Oval 40">
              <a:extLst>
                <a:ext uri="{FF2B5EF4-FFF2-40B4-BE49-F238E27FC236}">
                  <a16:creationId xmlns:a16="http://schemas.microsoft.com/office/drawing/2014/main" id="{7F958D3A-D6BE-4023-B951-C398C2DD9B90}"/>
                </a:ext>
              </a:extLst>
            </p:cNvPr>
            <p:cNvSpPr>
              <a:spLocks noChangeArrowheads="1"/>
            </p:cNvSpPr>
            <p:nvPr/>
          </p:nvSpPr>
          <p:spPr bwMode="auto">
            <a:xfrm>
              <a:off x="5475077" y="5379365"/>
              <a:ext cx="398463" cy="433388"/>
            </a:xfrm>
            <a:prstGeom prst="ellipse">
              <a:avLst/>
            </a:prstGeom>
            <a:solidFill>
              <a:srgbClr val="99CCFF"/>
            </a:solidFill>
            <a:ln w="9525">
              <a:solidFill>
                <a:srgbClr val="000000"/>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a:ln>
                    <a:noFill/>
                  </a:ln>
                  <a:solidFill>
                    <a:srgbClr val="000000"/>
                  </a:solidFill>
                  <a:effectLst/>
                  <a:uLnTx/>
                  <a:uFillTx/>
                  <a:latin typeface="Arial" pitchFamily="34" charset="0"/>
                </a:rPr>
                <a:t>N</a:t>
              </a:r>
            </a:p>
          </p:txBody>
        </p:sp>
        <p:sp>
          <p:nvSpPr>
            <p:cNvPr id="209" name="Line 41">
              <a:extLst>
                <a:ext uri="{FF2B5EF4-FFF2-40B4-BE49-F238E27FC236}">
                  <a16:creationId xmlns:a16="http://schemas.microsoft.com/office/drawing/2014/main" id="{9666EBC2-6C4E-445E-B272-4C691E8B1D39}"/>
                </a:ext>
              </a:extLst>
            </p:cNvPr>
            <p:cNvSpPr>
              <a:spLocks noChangeShapeType="1"/>
            </p:cNvSpPr>
            <p:nvPr/>
          </p:nvSpPr>
          <p:spPr bwMode="auto">
            <a:xfrm flipH="1">
              <a:off x="5727490" y="4842790"/>
              <a:ext cx="146050" cy="538163"/>
            </a:xfrm>
            <a:prstGeom prst="line">
              <a:avLst/>
            </a:prstGeom>
            <a:noFill/>
            <a:ln w="9525">
              <a:solidFill>
                <a:srgbClr val="000000"/>
              </a:solidFill>
              <a:round/>
              <a:headEnd/>
              <a:tailEnd type="triangle" w="med" len="me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Text" lastClr="000000"/>
                </a:solidFill>
                <a:effectLst/>
                <a:uLnTx/>
                <a:uFillTx/>
              </a:endParaRPr>
            </a:p>
          </p:txBody>
        </p:sp>
        <p:sp>
          <p:nvSpPr>
            <p:cNvPr id="210" name="Line 42">
              <a:extLst>
                <a:ext uri="{FF2B5EF4-FFF2-40B4-BE49-F238E27FC236}">
                  <a16:creationId xmlns:a16="http://schemas.microsoft.com/office/drawing/2014/main" id="{BFFEB0AF-A263-4C74-869D-FC276EDC28DC}"/>
                </a:ext>
              </a:extLst>
            </p:cNvPr>
            <p:cNvSpPr>
              <a:spLocks noChangeShapeType="1"/>
            </p:cNvSpPr>
            <p:nvPr/>
          </p:nvSpPr>
          <p:spPr bwMode="auto">
            <a:xfrm>
              <a:off x="6141827" y="4842790"/>
              <a:ext cx="182563" cy="538163"/>
            </a:xfrm>
            <a:prstGeom prst="line">
              <a:avLst/>
            </a:prstGeom>
            <a:noFill/>
            <a:ln w="9525">
              <a:solidFill>
                <a:srgbClr val="000000"/>
              </a:solidFill>
              <a:round/>
              <a:headEnd/>
              <a:tailEnd type="triangle" w="med" len="me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Text" lastClr="000000"/>
                </a:solidFill>
                <a:effectLst/>
                <a:uLnTx/>
                <a:uFillTx/>
              </a:endParaRPr>
            </a:p>
          </p:txBody>
        </p:sp>
        <p:sp>
          <p:nvSpPr>
            <p:cNvPr id="211" name="Oval 43">
              <a:extLst>
                <a:ext uri="{FF2B5EF4-FFF2-40B4-BE49-F238E27FC236}">
                  <a16:creationId xmlns:a16="http://schemas.microsoft.com/office/drawing/2014/main" id="{EA2F6878-DE9E-45C9-8340-F76CBDBCBB51}"/>
                </a:ext>
              </a:extLst>
            </p:cNvPr>
            <p:cNvSpPr>
              <a:spLocks noChangeArrowheads="1"/>
            </p:cNvSpPr>
            <p:nvPr/>
          </p:nvSpPr>
          <p:spPr bwMode="auto">
            <a:xfrm>
              <a:off x="6140240" y="5379365"/>
              <a:ext cx="398462" cy="433388"/>
            </a:xfrm>
            <a:prstGeom prst="ellipse">
              <a:avLst/>
            </a:prstGeom>
            <a:solidFill>
              <a:srgbClr val="99CCFF"/>
            </a:solidFill>
            <a:ln w="9525">
              <a:solidFill>
                <a:srgbClr val="000000"/>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a:ln>
                    <a:noFill/>
                  </a:ln>
                  <a:solidFill>
                    <a:srgbClr val="000000"/>
                  </a:solidFill>
                  <a:effectLst/>
                  <a:uLnTx/>
                  <a:uFillTx/>
                  <a:latin typeface="Arial" pitchFamily="34" charset="0"/>
                </a:rPr>
                <a:t>O</a:t>
              </a:r>
            </a:p>
          </p:txBody>
        </p:sp>
        <p:sp>
          <p:nvSpPr>
            <p:cNvPr id="212" name="Text Box 44">
              <a:extLst>
                <a:ext uri="{FF2B5EF4-FFF2-40B4-BE49-F238E27FC236}">
                  <a16:creationId xmlns:a16="http://schemas.microsoft.com/office/drawing/2014/main" id="{90520F5F-3E59-4BB9-B547-D62B281C98E4}"/>
                </a:ext>
              </a:extLst>
            </p:cNvPr>
            <p:cNvSpPr txBox="1">
              <a:spLocks noChangeArrowheads="1"/>
            </p:cNvSpPr>
            <p:nvPr/>
          </p:nvSpPr>
          <p:spPr bwMode="auto">
            <a:xfrm>
              <a:off x="5167102" y="4763415"/>
              <a:ext cx="808038" cy="461665"/>
            </a:xfrm>
            <a:prstGeom prst="rect">
              <a:avLst/>
            </a:prstGeom>
            <a:noFill/>
            <a:ln w="9525">
              <a:noFill/>
              <a:miter lim="800000"/>
              <a:headEnd/>
              <a:tailEnd/>
            </a:ln>
          </p:spPr>
          <p:txBody>
            <a:bodyPr>
              <a:spAutoFit/>
            </a:bodyPr>
            <a:lstStyle/>
            <a:p>
              <a:pPr algn="ctr">
                <a:spcBef>
                  <a:spcPct val="50000"/>
                </a:spcBef>
              </a:pPr>
              <a:r>
                <a:rPr lang="en-US" altLang="zh-CN" sz="2400" b="0" dirty="0">
                  <a:solidFill>
                    <a:srgbClr val="000000"/>
                  </a:solidFill>
                  <a:latin typeface="Arial" pitchFamily="34" charset="0"/>
                </a:rPr>
                <a:t>0/0</a:t>
              </a:r>
            </a:p>
          </p:txBody>
        </p:sp>
        <p:sp>
          <p:nvSpPr>
            <p:cNvPr id="213" name="Text Box 45">
              <a:extLst>
                <a:ext uri="{FF2B5EF4-FFF2-40B4-BE49-F238E27FC236}">
                  <a16:creationId xmlns:a16="http://schemas.microsoft.com/office/drawing/2014/main" id="{B8AEF3C1-5033-4FD8-826C-14BED3A71D1F}"/>
                </a:ext>
              </a:extLst>
            </p:cNvPr>
            <p:cNvSpPr txBox="1">
              <a:spLocks noChangeArrowheads="1"/>
            </p:cNvSpPr>
            <p:nvPr/>
          </p:nvSpPr>
          <p:spPr bwMode="auto">
            <a:xfrm>
              <a:off x="6091402" y="4763415"/>
              <a:ext cx="857250" cy="461665"/>
            </a:xfrm>
            <a:prstGeom prst="rect">
              <a:avLst/>
            </a:prstGeom>
            <a:noFill/>
            <a:ln w="9525">
              <a:noFill/>
              <a:miter lim="800000"/>
              <a:headEnd/>
              <a:tailEnd/>
            </a:ln>
          </p:spPr>
          <p:txBody>
            <a:bodyPr>
              <a:spAutoFit/>
            </a:bodyPr>
            <a:lstStyle/>
            <a:p>
              <a:pPr algn="ctr">
                <a:spcBef>
                  <a:spcPct val="50000"/>
                </a:spcBef>
              </a:pPr>
              <a:r>
                <a:rPr lang="en-US" altLang="zh-CN" sz="2400" b="0" dirty="0">
                  <a:solidFill>
                    <a:srgbClr val="000000"/>
                  </a:solidFill>
                  <a:latin typeface="Arial" pitchFamily="34" charset="0"/>
                </a:rPr>
                <a:t>1/0</a:t>
              </a:r>
            </a:p>
          </p:txBody>
        </p:sp>
        <p:sp>
          <p:nvSpPr>
            <p:cNvPr id="214" name="Line 46">
              <a:extLst>
                <a:ext uri="{FF2B5EF4-FFF2-40B4-BE49-F238E27FC236}">
                  <a16:creationId xmlns:a16="http://schemas.microsoft.com/office/drawing/2014/main" id="{FCD536AF-C35C-469E-BBEF-83642CB43EB6}"/>
                </a:ext>
              </a:extLst>
            </p:cNvPr>
            <p:cNvSpPr>
              <a:spLocks noChangeShapeType="1"/>
            </p:cNvSpPr>
            <p:nvPr/>
          </p:nvSpPr>
          <p:spPr bwMode="auto">
            <a:xfrm>
              <a:off x="2419140" y="3944265"/>
              <a:ext cx="382587" cy="574675"/>
            </a:xfrm>
            <a:prstGeom prst="line">
              <a:avLst/>
            </a:prstGeom>
            <a:noFill/>
            <a:ln w="9525">
              <a:solidFill>
                <a:srgbClr val="000000"/>
              </a:solidFill>
              <a:round/>
              <a:headEnd/>
              <a:tailEnd type="triangle" w="med" len="me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Text" lastClr="000000"/>
                </a:solidFill>
                <a:effectLst/>
                <a:uLnTx/>
                <a:uFillTx/>
              </a:endParaRPr>
            </a:p>
          </p:txBody>
        </p:sp>
        <p:sp>
          <p:nvSpPr>
            <p:cNvPr id="215" name="Line 47">
              <a:extLst>
                <a:ext uri="{FF2B5EF4-FFF2-40B4-BE49-F238E27FC236}">
                  <a16:creationId xmlns:a16="http://schemas.microsoft.com/office/drawing/2014/main" id="{499FA59F-5060-4BAB-9E79-3DB81C5B9A3A}"/>
                </a:ext>
              </a:extLst>
            </p:cNvPr>
            <p:cNvSpPr>
              <a:spLocks noChangeShapeType="1"/>
            </p:cNvSpPr>
            <p:nvPr/>
          </p:nvSpPr>
          <p:spPr bwMode="auto">
            <a:xfrm flipH="1">
              <a:off x="4728952" y="4015703"/>
              <a:ext cx="412750" cy="503237"/>
            </a:xfrm>
            <a:prstGeom prst="line">
              <a:avLst/>
            </a:prstGeom>
            <a:noFill/>
            <a:ln w="9525">
              <a:solidFill>
                <a:srgbClr val="000000"/>
              </a:solidFill>
              <a:round/>
              <a:headEnd/>
              <a:tailEnd type="triangle" w="med" len="me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Text" lastClr="000000"/>
                </a:solidFill>
                <a:effectLst/>
                <a:uLnTx/>
                <a:uFillTx/>
              </a:endParaRPr>
            </a:p>
          </p:txBody>
        </p:sp>
        <p:sp>
          <p:nvSpPr>
            <p:cNvPr id="216" name="Text Box 48">
              <a:extLst>
                <a:ext uri="{FF2B5EF4-FFF2-40B4-BE49-F238E27FC236}">
                  <a16:creationId xmlns:a16="http://schemas.microsoft.com/office/drawing/2014/main" id="{89590AC5-D36D-4A7A-A42F-BCCAA01D455D}"/>
                </a:ext>
              </a:extLst>
            </p:cNvPr>
            <p:cNvSpPr txBox="1">
              <a:spLocks noChangeArrowheads="1"/>
            </p:cNvSpPr>
            <p:nvPr/>
          </p:nvSpPr>
          <p:spPr bwMode="auto">
            <a:xfrm>
              <a:off x="5540165" y="3928390"/>
              <a:ext cx="769937" cy="461665"/>
            </a:xfrm>
            <a:prstGeom prst="rect">
              <a:avLst/>
            </a:prstGeom>
            <a:noFill/>
            <a:ln w="9525">
              <a:noFill/>
              <a:miter lim="800000"/>
              <a:headEnd/>
              <a:tailEnd/>
            </a:ln>
          </p:spPr>
          <p:txBody>
            <a:bodyPr>
              <a:spAutoFit/>
            </a:bodyPr>
            <a:lstStyle/>
            <a:p>
              <a:pPr algn="ctr">
                <a:spcBef>
                  <a:spcPct val="50000"/>
                </a:spcBef>
              </a:pPr>
              <a:r>
                <a:rPr lang="en-US" altLang="zh-CN" sz="2400" b="0">
                  <a:solidFill>
                    <a:srgbClr val="000000"/>
                  </a:solidFill>
                  <a:latin typeface="Arial" pitchFamily="34" charset="0"/>
                </a:rPr>
                <a:t>1/0</a:t>
              </a:r>
            </a:p>
          </p:txBody>
        </p:sp>
        <p:sp>
          <p:nvSpPr>
            <p:cNvPr id="217" name="Line 49">
              <a:extLst>
                <a:ext uri="{FF2B5EF4-FFF2-40B4-BE49-F238E27FC236}">
                  <a16:creationId xmlns:a16="http://schemas.microsoft.com/office/drawing/2014/main" id="{33A9C625-AE14-48CF-BA2A-10E3917A21E6}"/>
                </a:ext>
              </a:extLst>
            </p:cNvPr>
            <p:cNvSpPr>
              <a:spLocks noChangeShapeType="1"/>
            </p:cNvSpPr>
            <p:nvPr/>
          </p:nvSpPr>
          <p:spPr bwMode="auto">
            <a:xfrm>
              <a:off x="5411577" y="4015703"/>
              <a:ext cx="447675" cy="503237"/>
            </a:xfrm>
            <a:prstGeom prst="line">
              <a:avLst/>
            </a:prstGeom>
            <a:noFill/>
            <a:ln w="9525">
              <a:solidFill>
                <a:srgbClr val="000000"/>
              </a:solidFill>
              <a:round/>
              <a:headEnd/>
              <a:tailEnd type="triangle" w="med" len="me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Text" lastClr="000000"/>
                </a:solidFill>
                <a:effectLst/>
                <a:uLnTx/>
                <a:uFillTx/>
              </a:endParaRPr>
            </a:p>
          </p:txBody>
        </p:sp>
        <p:sp>
          <p:nvSpPr>
            <p:cNvPr id="218" name="Line 50">
              <a:extLst>
                <a:ext uri="{FF2B5EF4-FFF2-40B4-BE49-F238E27FC236}">
                  <a16:creationId xmlns:a16="http://schemas.microsoft.com/office/drawing/2014/main" id="{93175BA7-C2AC-45D4-98D7-51B134C4D7A8}"/>
                </a:ext>
              </a:extLst>
            </p:cNvPr>
            <p:cNvSpPr>
              <a:spLocks noChangeShapeType="1"/>
            </p:cNvSpPr>
            <p:nvPr/>
          </p:nvSpPr>
          <p:spPr bwMode="auto">
            <a:xfrm flipH="1">
              <a:off x="2336590" y="3509290"/>
              <a:ext cx="1209675" cy="215900"/>
            </a:xfrm>
            <a:prstGeom prst="line">
              <a:avLst/>
            </a:prstGeom>
            <a:noFill/>
            <a:ln w="9525">
              <a:solidFill>
                <a:srgbClr val="000000"/>
              </a:solidFill>
              <a:round/>
              <a:headEnd/>
              <a:tailEnd type="triangle" w="med" len="me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Text" lastClr="000000"/>
                </a:solidFill>
                <a:effectLst/>
                <a:uLnTx/>
                <a:uFillTx/>
              </a:endParaRPr>
            </a:p>
          </p:txBody>
        </p:sp>
        <p:sp>
          <p:nvSpPr>
            <p:cNvPr id="219" name="Line 51">
              <a:extLst>
                <a:ext uri="{FF2B5EF4-FFF2-40B4-BE49-F238E27FC236}">
                  <a16:creationId xmlns:a16="http://schemas.microsoft.com/office/drawing/2014/main" id="{48D94E75-550A-4605-A58E-E554C354EDD1}"/>
                </a:ext>
              </a:extLst>
            </p:cNvPr>
            <p:cNvSpPr>
              <a:spLocks noChangeShapeType="1"/>
            </p:cNvSpPr>
            <p:nvPr/>
          </p:nvSpPr>
          <p:spPr bwMode="auto">
            <a:xfrm>
              <a:off x="3946315" y="3509290"/>
              <a:ext cx="1181100" cy="215900"/>
            </a:xfrm>
            <a:prstGeom prst="line">
              <a:avLst/>
            </a:prstGeom>
            <a:noFill/>
            <a:ln w="9525">
              <a:solidFill>
                <a:srgbClr val="000000"/>
              </a:solidFill>
              <a:round/>
              <a:headEnd/>
              <a:tailEnd type="triangle" w="med" len="me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Text" lastClr="000000"/>
                </a:solidFill>
                <a:effectLst/>
                <a:uLnTx/>
                <a:uFillTx/>
              </a:endParaRPr>
            </a:p>
          </p:txBody>
        </p:sp>
        <p:sp>
          <p:nvSpPr>
            <p:cNvPr id="220" name="Line 60">
              <a:extLst>
                <a:ext uri="{FF2B5EF4-FFF2-40B4-BE49-F238E27FC236}">
                  <a16:creationId xmlns:a16="http://schemas.microsoft.com/office/drawing/2014/main" id="{03F691E7-52BE-4DBD-A755-5CB4678E62DC}"/>
                </a:ext>
              </a:extLst>
            </p:cNvPr>
            <p:cNvSpPr>
              <a:spLocks noChangeShapeType="1"/>
            </p:cNvSpPr>
            <p:nvPr/>
          </p:nvSpPr>
          <p:spPr bwMode="auto">
            <a:xfrm flipH="1">
              <a:off x="918952" y="5844503"/>
              <a:ext cx="209550" cy="538162"/>
            </a:xfrm>
            <a:prstGeom prst="line">
              <a:avLst/>
            </a:prstGeom>
            <a:noFill/>
            <a:ln w="28575">
              <a:solidFill>
                <a:srgbClr val="9999FF">
                  <a:lumMod val="50000"/>
                </a:srgbClr>
              </a:solidFill>
              <a:round/>
              <a:headEnd/>
              <a:tailEnd type="triangle" w="med" len="me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Text" lastClr="000000"/>
                </a:solidFill>
                <a:effectLst/>
                <a:uLnTx/>
                <a:uFillTx/>
              </a:endParaRPr>
            </a:p>
          </p:txBody>
        </p:sp>
        <p:sp>
          <p:nvSpPr>
            <p:cNvPr id="221" name="Line 61">
              <a:extLst>
                <a:ext uri="{FF2B5EF4-FFF2-40B4-BE49-F238E27FC236}">
                  <a16:creationId xmlns:a16="http://schemas.microsoft.com/office/drawing/2014/main" id="{45638015-20F0-4266-91C4-B648908A0F11}"/>
                </a:ext>
              </a:extLst>
            </p:cNvPr>
            <p:cNvSpPr>
              <a:spLocks noChangeShapeType="1"/>
            </p:cNvSpPr>
            <p:nvPr/>
          </p:nvSpPr>
          <p:spPr bwMode="auto">
            <a:xfrm>
              <a:off x="1204702" y="5844503"/>
              <a:ext cx="187325" cy="538162"/>
            </a:xfrm>
            <a:prstGeom prst="line">
              <a:avLst/>
            </a:prstGeom>
            <a:noFill/>
            <a:ln w="28575">
              <a:solidFill>
                <a:srgbClr val="9999FF"/>
              </a:solidFill>
              <a:round/>
              <a:headEnd/>
              <a:tailEnd type="triangle" w="med" len="me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Text" lastClr="000000"/>
                </a:solidFill>
                <a:effectLst/>
                <a:uLnTx/>
                <a:uFillTx/>
              </a:endParaRPr>
            </a:p>
          </p:txBody>
        </p:sp>
        <p:sp>
          <p:nvSpPr>
            <p:cNvPr id="222" name="Line 62">
              <a:extLst>
                <a:ext uri="{FF2B5EF4-FFF2-40B4-BE49-F238E27FC236}">
                  <a16:creationId xmlns:a16="http://schemas.microsoft.com/office/drawing/2014/main" id="{A02D5C97-21E3-4587-A961-ECBF8F417547}"/>
                </a:ext>
              </a:extLst>
            </p:cNvPr>
            <p:cNvSpPr>
              <a:spLocks noChangeShapeType="1"/>
            </p:cNvSpPr>
            <p:nvPr/>
          </p:nvSpPr>
          <p:spPr bwMode="auto">
            <a:xfrm flipH="1">
              <a:off x="2423902" y="5844503"/>
              <a:ext cx="146050" cy="538162"/>
            </a:xfrm>
            <a:prstGeom prst="line">
              <a:avLst/>
            </a:prstGeom>
            <a:noFill/>
            <a:ln w="28575">
              <a:solidFill>
                <a:srgbClr val="9999FF">
                  <a:lumMod val="50000"/>
                </a:srgbClr>
              </a:solidFill>
              <a:round/>
              <a:headEnd/>
              <a:tailEnd type="triangle" w="med" len="me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Text" lastClr="000000"/>
                </a:solidFill>
                <a:effectLst/>
                <a:uLnTx/>
                <a:uFillTx/>
              </a:endParaRPr>
            </a:p>
          </p:txBody>
        </p:sp>
        <p:sp>
          <p:nvSpPr>
            <p:cNvPr id="223" name="Line 63">
              <a:extLst>
                <a:ext uri="{FF2B5EF4-FFF2-40B4-BE49-F238E27FC236}">
                  <a16:creationId xmlns:a16="http://schemas.microsoft.com/office/drawing/2014/main" id="{D6A31E06-870B-4F96-92A2-658CD46A9C72}"/>
                </a:ext>
              </a:extLst>
            </p:cNvPr>
            <p:cNvSpPr>
              <a:spLocks noChangeShapeType="1"/>
            </p:cNvSpPr>
            <p:nvPr/>
          </p:nvSpPr>
          <p:spPr bwMode="auto">
            <a:xfrm>
              <a:off x="2620752" y="5844503"/>
              <a:ext cx="184150" cy="538162"/>
            </a:xfrm>
            <a:prstGeom prst="line">
              <a:avLst/>
            </a:prstGeom>
            <a:noFill/>
            <a:ln w="28575">
              <a:solidFill>
                <a:srgbClr val="9999FF"/>
              </a:solidFill>
              <a:round/>
              <a:headEnd/>
              <a:tailEnd type="triangle" w="med" len="me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Text" lastClr="000000"/>
                </a:solidFill>
                <a:effectLst/>
                <a:uLnTx/>
                <a:uFillTx/>
              </a:endParaRPr>
            </a:p>
          </p:txBody>
        </p:sp>
        <p:sp>
          <p:nvSpPr>
            <p:cNvPr id="224" name="Line 64">
              <a:extLst>
                <a:ext uri="{FF2B5EF4-FFF2-40B4-BE49-F238E27FC236}">
                  <a16:creationId xmlns:a16="http://schemas.microsoft.com/office/drawing/2014/main" id="{C0A0905E-EF40-403D-A635-B2D5D0060B67}"/>
                </a:ext>
              </a:extLst>
            </p:cNvPr>
            <p:cNvSpPr>
              <a:spLocks noChangeShapeType="1"/>
            </p:cNvSpPr>
            <p:nvPr/>
          </p:nvSpPr>
          <p:spPr bwMode="auto">
            <a:xfrm flipH="1">
              <a:off x="3033502" y="5844503"/>
              <a:ext cx="214313" cy="538162"/>
            </a:xfrm>
            <a:prstGeom prst="line">
              <a:avLst/>
            </a:prstGeom>
            <a:noFill/>
            <a:ln w="28575">
              <a:solidFill>
                <a:srgbClr val="9999FF">
                  <a:lumMod val="50000"/>
                </a:srgbClr>
              </a:solidFill>
              <a:round/>
              <a:headEnd/>
              <a:tailEnd type="triangle" w="med" len="me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Text" lastClr="000000"/>
                </a:solidFill>
                <a:effectLst/>
                <a:uLnTx/>
                <a:uFillTx/>
              </a:endParaRPr>
            </a:p>
          </p:txBody>
        </p:sp>
        <p:sp>
          <p:nvSpPr>
            <p:cNvPr id="225" name="Line 65">
              <a:extLst>
                <a:ext uri="{FF2B5EF4-FFF2-40B4-BE49-F238E27FC236}">
                  <a16:creationId xmlns:a16="http://schemas.microsoft.com/office/drawing/2014/main" id="{DC6A4887-D91A-4B7A-B653-7FCC15052409}"/>
                </a:ext>
              </a:extLst>
            </p:cNvPr>
            <p:cNvSpPr>
              <a:spLocks noChangeShapeType="1"/>
            </p:cNvSpPr>
            <p:nvPr/>
          </p:nvSpPr>
          <p:spPr bwMode="auto">
            <a:xfrm flipH="1">
              <a:off x="1528552" y="5844503"/>
              <a:ext cx="209550" cy="538162"/>
            </a:xfrm>
            <a:prstGeom prst="line">
              <a:avLst/>
            </a:prstGeom>
            <a:noFill/>
            <a:ln w="28575">
              <a:solidFill>
                <a:srgbClr val="9999FF">
                  <a:lumMod val="50000"/>
                </a:srgbClr>
              </a:solidFill>
              <a:round/>
              <a:headEnd/>
              <a:tailEnd type="triangle" w="med" len="me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Text" lastClr="000000"/>
                </a:solidFill>
                <a:effectLst/>
                <a:uLnTx/>
                <a:uFillTx/>
              </a:endParaRPr>
            </a:p>
          </p:txBody>
        </p:sp>
        <p:sp>
          <p:nvSpPr>
            <p:cNvPr id="226" name="Line 66">
              <a:extLst>
                <a:ext uri="{FF2B5EF4-FFF2-40B4-BE49-F238E27FC236}">
                  <a16:creationId xmlns:a16="http://schemas.microsoft.com/office/drawing/2014/main" id="{8B611D85-D027-4B3F-8C52-3185F5F30AB0}"/>
                </a:ext>
              </a:extLst>
            </p:cNvPr>
            <p:cNvSpPr>
              <a:spLocks noChangeShapeType="1"/>
            </p:cNvSpPr>
            <p:nvPr/>
          </p:nvSpPr>
          <p:spPr bwMode="auto">
            <a:xfrm>
              <a:off x="1814302" y="5844503"/>
              <a:ext cx="187325" cy="538162"/>
            </a:xfrm>
            <a:prstGeom prst="line">
              <a:avLst/>
            </a:prstGeom>
            <a:noFill/>
            <a:ln w="28575">
              <a:solidFill>
                <a:srgbClr val="9999FF"/>
              </a:solidFill>
              <a:round/>
              <a:headEnd/>
              <a:tailEnd type="triangle" w="med" len="me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Text" lastClr="000000"/>
                </a:solidFill>
                <a:effectLst/>
                <a:uLnTx/>
                <a:uFillTx/>
              </a:endParaRPr>
            </a:p>
          </p:txBody>
        </p:sp>
        <p:sp>
          <p:nvSpPr>
            <p:cNvPr id="227" name="Line 67">
              <a:extLst>
                <a:ext uri="{FF2B5EF4-FFF2-40B4-BE49-F238E27FC236}">
                  <a16:creationId xmlns:a16="http://schemas.microsoft.com/office/drawing/2014/main" id="{FE47BDFF-5B4E-418C-BC67-0D07E4E1A251}"/>
                </a:ext>
              </a:extLst>
            </p:cNvPr>
            <p:cNvSpPr>
              <a:spLocks noChangeShapeType="1"/>
            </p:cNvSpPr>
            <p:nvPr/>
          </p:nvSpPr>
          <p:spPr bwMode="auto">
            <a:xfrm>
              <a:off x="3324015" y="5841328"/>
              <a:ext cx="182562" cy="538162"/>
            </a:xfrm>
            <a:prstGeom prst="line">
              <a:avLst/>
            </a:prstGeom>
            <a:noFill/>
            <a:ln w="28575">
              <a:solidFill>
                <a:srgbClr val="9999FF"/>
              </a:solidFill>
              <a:round/>
              <a:headEnd/>
              <a:tailEnd type="triangle" w="med" len="me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Text" lastClr="000000"/>
                </a:solidFill>
                <a:effectLst/>
                <a:uLnTx/>
                <a:uFillTx/>
              </a:endParaRPr>
            </a:p>
          </p:txBody>
        </p:sp>
        <p:sp>
          <p:nvSpPr>
            <p:cNvPr id="228" name="Line 68">
              <a:extLst>
                <a:ext uri="{FF2B5EF4-FFF2-40B4-BE49-F238E27FC236}">
                  <a16:creationId xmlns:a16="http://schemas.microsoft.com/office/drawing/2014/main" id="{A0F233F9-F8F0-40CB-8DDF-275128E2D3B8}"/>
                </a:ext>
              </a:extLst>
            </p:cNvPr>
            <p:cNvSpPr>
              <a:spLocks noChangeShapeType="1"/>
            </p:cNvSpPr>
            <p:nvPr/>
          </p:nvSpPr>
          <p:spPr bwMode="auto">
            <a:xfrm flipH="1">
              <a:off x="3919327" y="5836565"/>
              <a:ext cx="209550" cy="538163"/>
            </a:xfrm>
            <a:prstGeom prst="line">
              <a:avLst/>
            </a:prstGeom>
            <a:noFill/>
            <a:ln w="28575">
              <a:solidFill>
                <a:srgbClr val="9999FF">
                  <a:lumMod val="50000"/>
                </a:srgbClr>
              </a:solidFill>
              <a:round/>
              <a:headEnd/>
              <a:tailEnd type="triangle" w="med" len="me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Text" lastClr="000000"/>
                </a:solidFill>
                <a:effectLst/>
                <a:uLnTx/>
                <a:uFillTx/>
              </a:endParaRPr>
            </a:p>
          </p:txBody>
        </p:sp>
        <p:sp>
          <p:nvSpPr>
            <p:cNvPr id="229" name="Line 69">
              <a:extLst>
                <a:ext uri="{FF2B5EF4-FFF2-40B4-BE49-F238E27FC236}">
                  <a16:creationId xmlns:a16="http://schemas.microsoft.com/office/drawing/2014/main" id="{118F97DE-DC86-4C68-A0C9-300CB3ED9A11}"/>
                </a:ext>
              </a:extLst>
            </p:cNvPr>
            <p:cNvSpPr>
              <a:spLocks noChangeShapeType="1"/>
            </p:cNvSpPr>
            <p:nvPr/>
          </p:nvSpPr>
          <p:spPr bwMode="auto">
            <a:xfrm>
              <a:off x="4252702" y="5836565"/>
              <a:ext cx="187325" cy="538163"/>
            </a:xfrm>
            <a:prstGeom prst="line">
              <a:avLst/>
            </a:prstGeom>
            <a:noFill/>
            <a:ln w="28575">
              <a:solidFill>
                <a:srgbClr val="9999FF"/>
              </a:solidFill>
              <a:round/>
              <a:headEnd/>
              <a:tailEnd type="triangle" w="med" len="me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Text" lastClr="000000"/>
                </a:solidFill>
                <a:effectLst/>
                <a:uLnTx/>
                <a:uFillTx/>
              </a:endParaRPr>
            </a:p>
          </p:txBody>
        </p:sp>
        <p:sp>
          <p:nvSpPr>
            <p:cNvPr id="230" name="Line 70">
              <a:extLst>
                <a:ext uri="{FF2B5EF4-FFF2-40B4-BE49-F238E27FC236}">
                  <a16:creationId xmlns:a16="http://schemas.microsoft.com/office/drawing/2014/main" id="{B6CFF692-36AE-4491-8E9E-D68819449A90}"/>
                </a:ext>
              </a:extLst>
            </p:cNvPr>
            <p:cNvSpPr>
              <a:spLocks noChangeShapeType="1"/>
            </p:cNvSpPr>
            <p:nvPr/>
          </p:nvSpPr>
          <p:spPr bwMode="auto">
            <a:xfrm flipH="1">
              <a:off x="5532227" y="5836565"/>
              <a:ext cx="146050" cy="538163"/>
            </a:xfrm>
            <a:prstGeom prst="line">
              <a:avLst/>
            </a:prstGeom>
            <a:noFill/>
            <a:ln w="28575">
              <a:solidFill>
                <a:srgbClr val="9999FF">
                  <a:lumMod val="50000"/>
                </a:srgbClr>
              </a:solidFill>
              <a:round/>
              <a:headEnd/>
              <a:tailEnd type="triangle" w="med" len="me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Text" lastClr="000000"/>
                </a:solidFill>
                <a:effectLst/>
                <a:uLnTx/>
                <a:uFillTx/>
              </a:endParaRPr>
            </a:p>
          </p:txBody>
        </p:sp>
        <p:sp>
          <p:nvSpPr>
            <p:cNvPr id="231" name="Line 71">
              <a:extLst>
                <a:ext uri="{FF2B5EF4-FFF2-40B4-BE49-F238E27FC236}">
                  <a16:creationId xmlns:a16="http://schemas.microsoft.com/office/drawing/2014/main" id="{037CA984-CED2-4B2F-A6A0-C016CA2F89B5}"/>
                </a:ext>
              </a:extLst>
            </p:cNvPr>
            <p:cNvSpPr>
              <a:spLocks noChangeShapeType="1"/>
            </p:cNvSpPr>
            <p:nvPr/>
          </p:nvSpPr>
          <p:spPr bwMode="auto">
            <a:xfrm>
              <a:off x="5729077" y="5836565"/>
              <a:ext cx="184150" cy="538163"/>
            </a:xfrm>
            <a:prstGeom prst="line">
              <a:avLst/>
            </a:prstGeom>
            <a:noFill/>
            <a:ln w="28575">
              <a:solidFill>
                <a:srgbClr val="9999FF"/>
              </a:solidFill>
              <a:round/>
              <a:headEnd/>
              <a:tailEnd type="triangle" w="med" len="me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Text" lastClr="000000"/>
                </a:solidFill>
                <a:effectLst/>
                <a:uLnTx/>
                <a:uFillTx/>
              </a:endParaRPr>
            </a:p>
          </p:txBody>
        </p:sp>
        <p:sp>
          <p:nvSpPr>
            <p:cNvPr id="232" name="Line 72">
              <a:extLst>
                <a:ext uri="{FF2B5EF4-FFF2-40B4-BE49-F238E27FC236}">
                  <a16:creationId xmlns:a16="http://schemas.microsoft.com/office/drawing/2014/main" id="{15106056-566F-4EE4-AE37-CC2C56233E97}"/>
                </a:ext>
              </a:extLst>
            </p:cNvPr>
            <p:cNvSpPr>
              <a:spLocks noChangeShapeType="1"/>
            </p:cNvSpPr>
            <p:nvPr/>
          </p:nvSpPr>
          <p:spPr bwMode="auto">
            <a:xfrm flipH="1">
              <a:off x="6081502" y="5836565"/>
              <a:ext cx="214313" cy="538163"/>
            </a:xfrm>
            <a:prstGeom prst="line">
              <a:avLst/>
            </a:prstGeom>
            <a:noFill/>
            <a:ln w="28575">
              <a:solidFill>
                <a:srgbClr val="9999FF">
                  <a:lumMod val="50000"/>
                </a:srgbClr>
              </a:solidFill>
              <a:round/>
              <a:headEnd/>
              <a:tailEnd type="triangle" w="med" len="me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Text" lastClr="000000"/>
                </a:solidFill>
                <a:effectLst/>
                <a:uLnTx/>
                <a:uFillTx/>
              </a:endParaRPr>
            </a:p>
          </p:txBody>
        </p:sp>
        <p:sp>
          <p:nvSpPr>
            <p:cNvPr id="233" name="Line 73">
              <a:extLst>
                <a:ext uri="{FF2B5EF4-FFF2-40B4-BE49-F238E27FC236}">
                  <a16:creationId xmlns:a16="http://schemas.microsoft.com/office/drawing/2014/main" id="{1F3E7599-9A29-403A-BD8D-674D244D5E42}"/>
                </a:ext>
              </a:extLst>
            </p:cNvPr>
            <p:cNvSpPr>
              <a:spLocks noChangeShapeType="1"/>
            </p:cNvSpPr>
            <p:nvPr/>
          </p:nvSpPr>
          <p:spPr bwMode="auto">
            <a:xfrm flipH="1">
              <a:off x="4636877" y="5836565"/>
              <a:ext cx="209550" cy="538163"/>
            </a:xfrm>
            <a:prstGeom prst="line">
              <a:avLst/>
            </a:prstGeom>
            <a:noFill/>
            <a:ln w="28575">
              <a:solidFill>
                <a:srgbClr val="9999FF">
                  <a:lumMod val="50000"/>
                </a:srgbClr>
              </a:solidFill>
              <a:round/>
              <a:headEnd/>
              <a:tailEnd type="triangle" w="med" len="me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Text" lastClr="000000"/>
                </a:solidFill>
                <a:effectLst/>
                <a:uLnTx/>
                <a:uFillTx/>
              </a:endParaRPr>
            </a:p>
          </p:txBody>
        </p:sp>
        <p:sp>
          <p:nvSpPr>
            <p:cNvPr id="234" name="Line 74">
              <a:extLst>
                <a:ext uri="{FF2B5EF4-FFF2-40B4-BE49-F238E27FC236}">
                  <a16:creationId xmlns:a16="http://schemas.microsoft.com/office/drawing/2014/main" id="{212810D1-5151-4C98-9B44-F5ED6C34E20D}"/>
                </a:ext>
              </a:extLst>
            </p:cNvPr>
            <p:cNvSpPr>
              <a:spLocks noChangeShapeType="1"/>
            </p:cNvSpPr>
            <p:nvPr/>
          </p:nvSpPr>
          <p:spPr bwMode="auto">
            <a:xfrm>
              <a:off x="4922627" y="5836565"/>
              <a:ext cx="187325" cy="538163"/>
            </a:xfrm>
            <a:prstGeom prst="line">
              <a:avLst/>
            </a:prstGeom>
            <a:noFill/>
            <a:ln w="28575">
              <a:solidFill>
                <a:srgbClr val="9999FF"/>
              </a:solidFill>
              <a:round/>
              <a:headEnd/>
              <a:tailEnd type="triangle" w="med" len="me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Text" lastClr="000000"/>
                </a:solidFill>
                <a:effectLst/>
                <a:uLnTx/>
                <a:uFillTx/>
              </a:endParaRPr>
            </a:p>
          </p:txBody>
        </p:sp>
        <p:sp>
          <p:nvSpPr>
            <p:cNvPr id="235" name="Line 75">
              <a:extLst>
                <a:ext uri="{FF2B5EF4-FFF2-40B4-BE49-F238E27FC236}">
                  <a16:creationId xmlns:a16="http://schemas.microsoft.com/office/drawing/2014/main" id="{E34D8093-B023-4D7A-A0D0-F0562E8E9553}"/>
                </a:ext>
              </a:extLst>
            </p:cNvPr>
            <p:cNvSpPr>
              <a:spLocks noChangeShapeType="1"/>
            </p:cNvSpPr>
            <p:nvPr/>
          </p:nvSpPr>
          <p:spPr bwMode="auto">
            <a:xfrm>
              <a:off x="6432340" y="5833390"/>
              <a:ext cx="182562" cy="538163"/>
            </a:xfrm>
            <a:prstGeom prst="line">
              <a:avLst/>
            </a:prstGeom>
            <a:noFill/>
            <a:ln w="28575">
              <a:solidFill>
                <a:srgbClr val="9999FF"/>
              </a:solidFill>
              <a:round/>
              <a:headEnd/>
              <a:tailEnd type="triangle" w="med" len="me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Text" lastClr="000000"/>
                </a:solidFill>
                <a:effectLst/>
                <a:uLnTx/>
                <a:uFillTx/>
              </a:endParaRPr>
            </a:p>
          </p:txBody>
        </p:sp>
        <p:sp>
          <p:nvSpPr>
            <p:cNvPr id="236" name="Line 76">
              <a:extLst>
                <a:ext uri="{FF2B5EF4-FFF2-40B4-BE49-F238E27FC236}">
                  <a16:creationId xmlns:a16="http://schemas.microsoft.com/office/drawing/2014/main" id="{FE6B00EC-C8FB-41F3-99D2-78F65F65D6F7}"/>
                </a:ext>
              </a:extLst>
            </p:cNvPr>
            <p:cNvSpPr>
              <a:spLocks noChangeShapeType="1"/>
            </p:cNvSpPr>
            <p:nvPr/>
          </p:nvSpPr>
          <p:spPr bwMode="auto">
            <a:xfrm flipH="1">
              <a:off x="518902" y="6374728"/>
              <a:ext cx="6096000" cy="0"/>
            </a:xfrm>
            <a:prstGeom prst="line">
              <a:avLst/>
            </a:prstGeom>
            <a:noFill/>
            <a:ln w="28575">
              <a:solidFill>
                <a:srgbClr val="000000"/>
              </a:solidFill>
              <a:round/>
              <a:headEnd/>
              <a:tailEn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Text" lastClr="000000"/>
                </a:solidFill>
                <a:effectLst/>
                <a:uLnTx/>
                <a:uFillTx/>
              </a:endParaRPr>
            </a:p>
          </p:txBody>
        </p:sp>
        <p:sp>
          <p:nvSpPr>
            <p:cNvPr id="237" name="Line 77">
              <a:extLst>
                <a:ext uri="{FF2B5EF4-FFF2-40B4-BE49-F238E27FC236}">
                  <a16:creationId xmlns:a16="http://schemas.microsoft.com/office/drawing/2014/main" id="{FA1CE549-A772-49E8-BFFA-C300DC679EAB}"/>
                </a:ext>
              </a:extLst>
            </p:cNvPr>
            <p:cNvSpPr>
              <a:spLocks noChangeShapeType="1"/>
            </p:cNvSpPr>
            <p:nvPr/>
          </p:nvSpPr>
          <p:spPr bwMode="auto">
            <a:xfrm>
              <a:off x="518902" y="3250528"/>
              <a:ext cx="3048000" cy="0"/>
            </a:xfrm>
            <a:prstGeom prst="line">
              <a:avLst/>
            </a:prstGeom>
            <a:noFill/>
            <a:ln w="28575">
              <a:solidFill>
                <a:srgbClr val="000000"/>
              </a:solidFill>
              <a:round/>
              <a:headEnd/>
              <a:tailEnd type="triangle" w="med" len="me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Text" lastClr="000000"/>
                </a:solidFill>
                <a:effectLst/>
                <a:uLnTx/>
                <a:uFillTx/>
              </a:endParaRPr>
            </a:p>
          </p:txBody>
        </p:sp>
        <p:sp>
          <p:nvSpPr>
            <p:cNvPr id="238" name="Line 78">
              <a:extLst>
                <a:ext uri="{FF2B5EF4-FFF2-40B4-BE49-F238E27FC236}">
                  <a16:creationId xmlns:a16="http://schemas.microsoft.com/office/drawing/2014/main" id="{3F8E011E-97D4-4BA2-937C-D35EE9FFDB1C}"/>
                </a:ext>
              </a:extLst>
            </p:cNvPr>
            <p:cNvSpPr>
              <a:spLocks noChangeShapeType="1"/>
            </p:cNvSpPr>
            <p:nvPr/>
          </p:nvSpPr>
          <p:spPr bwMode="auto">
            <a:xfrm flipV="1">
              <a:off x="518902" y="3250528"/>
              <a:ext cx="0" cy="3124200"/>
            </a:xfrm>
            <a:prstGeom prst="line">
              <a:avLst/>
            </a:prstGeom>
            <a:noFill/>
            <a:ln w="28575">
              <a:solidFill>
                <a:srgbClr val="000000"/>
              </a:solidFill>
              <a:round/>
              <a:headEnd/>
              <a:tailEn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Text" lastClr="000000"/>
                </a:solidFill>
                <a:effectLst/>
                <a:uLnTx/>
                <a:uFillTx/>
              </a:endParaRPr>
            </a:p>
          </p:txBody>
        </p:sp>
        <p:sp>
          <p:nvSpPr>
            <p:cNvPr id="239" name="Text Box 79">
              <a:extLst>
                <a:ext uri="{FF2B5EF4-FFF2-40B4-BE49-F238E27FC236}">
                  <a16:creationId xmlns:a16="http://schemas.microsoft.com/office/drawing/2014/main" id="{37AEDB79-C014-4119-B35F-28088B432734}"/>
                </a:ext>
              </a:extLst>
            </p:cNvPr>
            <p:cNvSpPr txBox="1">
              <a:spLocks noChangeArrowheads="1"/>
            </p:cNvSpPr>
            <p:nvPr/>
          </p:nvSpPr>
          <p:spPr bwMode="auto">
            <a:xfrm>
              <a:off x="2652502" y="5696865"/>
              <a:ext cx="714375" cy="461665"/>
            </a:xfrm>
            <a:prstGeom prst="rect">
              <a:avLst/>
            </a:prstGeom>
            <a:noFill/>
            <a:ln w="9525">
              <a:noFill/>
              <a:miter lim="800000"/>
              <a:headEnd/>
              <a:tailEnd/>
            </a:ln>
          </p:spPr>
          <p:txBody>
            <a:bodyPr>
              <a:spAutoFit/>
            </a:bodyPr>
            <a:lstStyle/>
            <a:p>
              <a:pPr algn="ctr">
                <a:spcBef>
                  <a:spcPct val="50000"/>
                </a:spcBef>
              </a:pPr>
              <a:r>
                <a:rPr lang="en-US" altLang="zh-CN" sz="2400" b="0" dirty="0">
                  <a:solidFill>
                    <a:srgbClr val="FF6600"/>
                  </a:solidFill>
                  <a:latin typeface="Arial" pitchFamily="34" charset="0"/>
                </a:rPr>
                <a:t>0</a:t>
              </a:r>
              <a:r>
                <a:rPr lang="en-US" altLang="zh-CN" sz="2400" b="0" dirty="0">
                  <a:solidFill>
                    <a:srgbClr val="000000"/>
                  </a:solidFill>
                  <a:latin typeface="Arial" pitchFamily="34" charset="0"/>
                </a:rPr>
                <a:t>/1</a:t>
              </a:r>
            </a:p>
          </p:txBody>
        </p:sp>
        <p:sp>
          <p:nvSpPr>
            <p:cNvPr id="240" name="Text Box 80">
              <a:extLst>
                <a:ext uri="{FF2B5EF4-FFF2-40B4-BE49-F238E27FC236}">
                  <a16:creationId xmlns:a16="http://schemas.microsoft.com/office/drawing/2014/main" id="{07820CCD-9612-4687-A26E-2739AB02A2F8}"/>
                </a:ext>
              </a:extLst>
            </p:cNvPr>
            <p:cNvSpPr txBox="1">
              <a:spLocks noChangeArrowheads="1"/>
            </p:cNvSpPr>
            <p:nvPr/>
          </p:nvSpPr>
          <p:spPr bwMode="auto">
            <a:xfrm>
              <a:off x="4328902" y="5696865"/>
              <a:ext cx="714375" cy="461665"/>
            </a:xfrm>
            <a:prstGeom prst="rect">
              <a:avLst/>
            </a:prstGeom>
            <a:noFill/>
            <a:ln w="9525">
              <a:noFill/>
              <a:miter lim="800000"/>
              <a:headEnd/>
              <a:tailEnd/>
            </a:ln>
          </p:spPr>
          <p:txBody>
            <a:bodyPr>
              <a:spAutoFit/>
            </a:bodyPr>
            <a:lstStyle/>
            <a:p>
              <a:pPr algn="ctr">
                <a:spcBef>
                  <a:spcPct val="50000"/>
                </a:spcBef>
              </a:pPr>
              <a:r>
                <a:rPr lang="en-US" altLang="zh-CN" sz="2400" b="0" dirty="0">
                  <a:solidFill>
                    <a:srgbClr val="FF6600"/>
                  </a:solidFill>
                  <a:latin typeface="Arial" pitchFamily="34" charset="0"/>
                </a:rPr>
                <a:t>0</a:t>
              </a:r>
              <a:r>
                <a:rPr lang="en-US" altLang="zh-CN" sz="2400" b="0" dirty="0">
                  <a:solidFill>
                    <a:srgbClr val="000000"/>
                  </a:solidFill>
                  <a:latin typeface="Arial" pitchFamily="34" charset="0"/>
                </a:rPr>
                <a:t>/1</a:t>
              </a:r>
            </a:p>
          </p:txBody>
        </p:sp>
        <p:grpSp>
          <p:nvGrpSpPr>
            <p:cNvPr id="241" name="Group 81">
              <a:extLst>
                <a:ext uri="{FF2B5EF4-FFF2-40B4-BE49-F238E27FC236}">
                  <a16:creationId xmlns:a16="http://schemas.microsoft.com/office/drawing/2014/main" id="{3AEBDE9B-ADE0-40E4-BDCB-4FE392ED883F}"/>
                </a:ext>
              </a:extLst>
            </p:cNvPr>
            <p:cNvGrpSpPr>
              <a:grpSpLocks/>
            </p:cNvGrpSpPr>
            <p:nvPr/>
          </p:nvGrpSpPr>
          <p:grpSpPr bwMode="auto">
            <a:xfrm>
              <a:off x="2652502" y="3639465"/>
              <a:ext cx="914400" cy="2667000"/>
              <a:chOff x="1488" y="2112"/>
              <a:chExt cx="576" cy="1680"/>
            </a:xfrm>
          </p:grpSpPr>
          <p:grpSp>
            <p:nvGrpSpPr>
              <p:cNvPr id="242" name="Group 82">
                <a:extLst>
                  <a:ext uri="{FF2B5EF4-FFF2-40B4-BE49-F238E27FC236}">
                    <a16:creationId xmlns:a16="http://schemas.microsoft.com/office/drawing/2014/main" id="{FEDE96E7-2964-4C08-AD08-C232D456D0EC}"/>
                  </a:ext>
                </a:extLst>
              </p:cNvPr>
              <p:cNvGrpSpPr>
                <a:grpSpLocks/>
              </p:cNvGrpSpPr>
              <p:nvPr/>
            </p:nvGrpSpPr>
            <p:grpSpPr bwMode="auto">
              <a:xfrm>
                <a:off x="1488" y="2112"/>
                <a:ext cx="576" cy="1152"/>
                <a:chOff x="1488" y="2112"/>
                <a:chExt cx="576" cy="1152"/>
              </a:xfrm>
            </p:grpSpPr>
            <p:grpSp>
              <p:nvGrpSpPr>
                <p:cNvPr id="244" name="Group 83">
                  <a:extLst>
                    <a:ext uri="{FF2B5EF4-FFF2-40B4-BE49-F238E27FC236}">
                      <a16:creationId xmlns:a16="http://schemas.microsoft.com/office/drawing/2014/main" id="{7DF68BAF-F9FA-45FA-A4C2-DDCEA9483CB8}"/>
                    </a:ext>
                  </a:extLst>
                </p:cNvPr>
                <p:cNvGrpSpPr>
                  <a:grpSpLocks/>
                </p:cNvGrpSpPr>
                <p:nvPr/>
              </p:nvGrpSpPr>
              <p:grpSpPr bwMode="auto">
                <a:xfrm>
                  <a:off x="1488" y="2112"/>
                  <a:ext cx="576" cy="624"/>
                  <a:chOff x="1488" y="2112"/>
                  <a:chExt cx="576" cy="624"/>
                </a:xfrm>
              </p:grpSpPr>
              <p:sp>
                <p:nvSpPr>
                  <p:cNvPr id="246" name="Line 84">
                    <a:extLst>
                      <a:ext uri="{FF2B5EF4-FFF2-40B4-BE49-F238E27FC236}">
                        <a16:creationId xmlns:a16="http://schemas.microsoft.com/office/drawing/2014/main" id="{B28AFCEB-B136-4AFE-B891-3B933931824E}"/>
                      </a:ext>
                    </a:extLst>
                  </p:cNvPr>
                  <p:cNvSpPr>
                    <a:spLocks noChangeShapeType="1"/>
                  </p:cNvSpPr>
                  <p:nvPr/>
                </p:nvSpPr>
                <p:spPr bwMode="auto">
                  <a:xfrm flipH="1">
                    <a:off x="1488" y="2112"/>
                    <a:ext cx="576" cy="144"/>
                  </a:xfrm>
                  <a:prstGeom prst="line">
                    <a:avLst/>
                  </a:prstGeom>
                  <a:noFill/>
                  <a:ln w="38100" cmpd="dbl">
                    <a:solidFill>
                      <a:srgbClr val="FF6600"/>
                    </a:solidFill>
                    <a:prstDash val="dash"/>
                    <a:round/>
                    <a:headEnd/>
                    <a:tailEn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Text" lastClr="000000"/>
                      </a:solidFill>
                      <a:effectLst/>
                      <a:uLnTx/>
                      <a:uFillTx/>
                    </a:endParaRPr>
                  </a:p>
                </p:txBody>
              </p:sp>
              <p:sp>
                <p:nvSpPr>
                  <p:cNvPr id="247" name="Line 85">
                    <a:extLst>
                      <a:ext uri="{FF2B5EF4-FFF2-40B4-BE49-F238E27FC236}">
                        <a16:creationId xmlns:a16="http://schemas.microsoft.com/office/drawing/2014/main" id="{FF872CFE-1860-4F5C-8122-C03ADEDDBE71}"/>
                      </a:ext>
                    </a:extLst>
                  </p:cNvPr>
                  <p:cNvSpPr>
                    <a:spLocks noChangeShapeType="1"/>
                  </p:cNvSpPr>
                  <p:nvPr/>
                </p:nvSpPr>
                <p:spPr bwMode="auto">
                  <a:xfrm>
                    <a:off x="1488" y="2256"/>
                    <a:ext cx="384" cy="480"/>
                  </a:xfrm>
                  <a:prstGeom prst="line">
                    <a:avLst/>
                  </a:prstGeom>
                  <a:noFill/>
                  <a:ln w="38100" cmpd="dbl">
                    <a:solidFill>
                      <a:srgbClr val="FF6600"/>
                    </a:solidFill>
                    <a:prstDash val="dash"/>
                    <a:round/>
                    <a:headEnd/>
                    <a:tailEn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Text" lastClr="000000"/>
                      </a:solidFill>
                      <a:effectLst/>
                      <a:uLnTx/>
                      <a:uFillTx/>
                    </a:endParaRPr>
                  </a:p>
                </p:txBody>
              </p:sp>
            </p:grpSp>
            <p:sp>
              <p:nvSpPr>
                <p:cNvPr id="245" name="Line 86">
                  <a:extLst>
                    <a:ext uri="{FF2B5EF4-FFF2-40B4-BE49-F238E27FC236}">
                      <a16:creationId xmlns:a16="http://schemas.microsoft.com/office/drawing/2014/main" id="{2580CAF9-A451-452D-BB26-A455F99860B1}"/>
                    </a:ext>
                  </a:extLst>
                </p:cNvPr>
                <p:cNvSpPr>
                  <a:spLocks noChangeShapeType="1"/>
                </p:cNvSpPr>
                <p:nvPr/>
              </p:nvSpPr>
              <p:spPr bwMode="auto">
                <a:xfrm>
                  <a:off x="1872" y="2736"/>
                  <a:ext cx="192" cy="528"/>
                </a:xfrm>
                <a:prstGeom prst="line">
                  <a:avLst/>
                </a:prstGeom>
                <a:noFill/>
                <a:ln w="38100" cmpd="dbl">
                  <a:solidFill>
                    <a:srgbClr val="FF6600"/>
                  </a:solidFill>
                  <a:prstDash val="dash"/>
                  <a:round/>
                  <a:headEnd/>
                  <a:tailEn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dirty="0">
                    <a:ln>
                      <a:noFill/>
                    </a:ln>
                    <a:solidFill>
                      <a:sysClr val="windowText" lastClr="000000"/>
                    </a:solidFill>
                    <a:effectLst/>
                    <a:uLnTx/>
                    <a:uFillTx/>
                  </a:endParaRPr>
                </a:p>
              </p:txBody>
            </p:sp>
          </p:grpSp>
          <p:sp>
            <p:nvSpPr>
              <p:cNvPr id="243" name="Line 87">
                <a:extLst>
                  <a:ext uri="{FF2B5EF4-FFF2-40B4-BE49-F238E27FC236}">
                    <a16:creationId xmlns:a16="http://schemas.microsoft.com/office/drawing/2014/main" id="{2B4EA160-D385-40DB-BA74-FD00BCA4B6A7}"/>
                  </a:ext>
                </a:extLst>
              </p:cNvPr>
              <p:cNvSpPr>
                <a:spLocks noChangeShapeType="1"/>
              </p:cNvSpPr>
              <p:nvPr/>
            </p:nvSpPr>
            <p:spPr bwMode="auto">
              <a:xfrm flipH="1">
                <a:off x="1872" y="3264"/>
                <a:ext cx="192" cy="528"/>
              </a:xfrm>
              <a:prstGeom prst="line">
                <a:avLst/>
              </a:prstGeom>
              <a:noFill/>
              <a:ln w="38100" cmpd="dbl">
                <a:solidFill>
                  <a:srgbClr val="FF6600"/>
                </a:solidFill>
                <a:prstDash val="dash"/>
                <a:round/>
                <a:headEnd/>
                <a:tailEnd type="triangle" w="med" len="me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Text" lastClr="000000"/>
                  </a:solidFill>
                  <a:effectLst/>
                  <a:uLnTx/>
                  <a:uFillTx/>
                </a:endParaRPr>
              </a:p>
            </p:txBody>
          </p:sp>
        </p:grpSp>
        <p:grpSp>
          <p:nvGrpSpPr>
            <p:cNvPr id="248" name="Group 89">
              <a:extLst>
                <a:ext uri="{FF2B5EF4-FFF2-40B4-BE49-F238E27FC236}">
                  <a16:creationId xmlns:a16="http://schemas.microsoft.com/office/drawing/2014/main" id="{68A1C827-7D50-4A8D-B7FC-11EB0A0FB69C}"/>
                </a:ext>
              </a:extLst>
            </p:cNvPr>
            <p:cNvGrpSpPr>
              <a:grpSpLocks/>
            </p:cNvGrpSpPr>
            <p:nvPr/>
          </p:nvGrpSpPr>
          <p:grpSpPr bwMode="auto">
            <a:xfrm>
              <a:off x="3947902" y="3563265"/>
              <a:ext cx="1066800" cy="2667000"/>
              <a:chOff x="2304" y="2064"/>
              <a:chExt cx="672" cy="1680"/>
            </a:xfrm>
          </p:grpSpPr>
          <p:grpSp>
            <p:nvGrpSpPr>
              <p:cNvPr id="249" name="Group 90">
                <a:extLst>
                  <a:ext uri="{FF2B5EF4-FFF2-40B4-BE49-F238E27FC236}">
                    <a16:creationId xmlns:a16="http://schemas.microsoft.com/office/drawing/2014/main" id="{9A4AD608-EAC7-4F43-9284-CEB5015636C4}"/>
                  </a:ext>
                </a:extLst>
              </p:cNvPr>
              <p:cNvGrpSpPr>
                <a:grpSpLocks/>
              </p:cNvGrpSpPr>
              <p:nvPr/>
            </p:nvGrpSpPr>
            <p:grpSpPr bwMode="auto">
              <a:xfrm>
                <a:off x="2304" y="2064"/>
                <a:ext cx="672" cy="576"/>
                <a:chOff x="2304" y="2064"/>
                <a:chExt cx="672" cy="576"/>
              </a:xfrm>
            </p:grpSpPr>
            <p:sp>
              <p:nvSpPr>
                <p:cNvPr id="252" name="Line 91">
                  <a:extLst>
                    <a:ext uri="{FF2B5EF4-FFF2-40B4-BE49-F238E27FC236}">
                      <a16:creationId xmlns:a16="http://schemas.microsoft.com/office/drawing/2014/main" id="{6F0C3E40-0ADC-40FA-93B1-8FF775C0C937}"/>
                    </a:ext>
                  </a:extLst>
                </p:cNvPr>
                <p:cNvSpPr>
                  <a:spLocks noChangeShapeType="1"/>
                </p:cNvSpPr>
                <p:nvPr/>
              </p:nvSpPr>
              <p:spPr bwMode="auto">
                <a:xfrm>
                  <a:off x="2304" y="2064"/>
                  <a:ext cx="672" cy="192"/>
                </a:xfrm>
                <a:prstGeom prst="line">
                  <a:avLst/>
                </a:prstGeom>
                <a:noFill/>
                <a:ln w="38100" cmpd="dbl">
                  <a:solidFill>
                    <a:srgbClr val="FF6600"/>
                  </a:solidFill>
                  <a:prstDash val="dash"/>
                  <a:round/>
                  <a:headEnd/>
                  <a:tailEn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Text" lastClr="000000"/>
                    </a:solidFill>
                    <a:effectLst/>
                    <a:uLnTx/>
                    <a:uFillTx/>
                  </a:endParaRPr>
                </a:p>
              </p:txBody>
            </p:sp>
            <p:sp>
              <p:nvSpPr>
                <p:cNvPr id="253" name="Line 92">
                  <a:extLst>
                    <a:ext uri="{FF2B5EF4-FFF2-40B4-BE49-F238E27FC236}">
                      <a16:creationId xmlns:a16="http://schemas.microsoft.com/office/drawing/2014/main" id="{4AD69569-1C8E-45AC-822D-051D33458067}"/>
                    </a:ext>
                  </a:extLst>
                </p:cNvPr>
                <p:cNvSpPr>
                  <a:spLocks noChangeShapeType="1"/>
                </p:cNvSpPr>
                <p:nvPr/>
              </p:nvSpPr>
              <p:spPr bwMode="auto">
                <a:xfrm flipH="1">
                  <a:off x="2544" y="2256"/>
                  <a:ext cx="432" cy="384"/>
                </a:xfrm>
                <a:prstGeom prst="line">
                  <a:avLst/>
                </a:prstGeom>
                <a:noFill/>
                <a:ln w="38100" cmpd="dbl">
                  <a:solidFill>
                    <a:srgbClr val="FF6600"/>
                  </a:solidFill>
                  <a:prstDash val="dash"/>
                  <a:round/>
                  <a:headEnd/>
                  <a:tailEn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Text" lastClr="000000"/>
                    </a:solidFill>
                    <a:effectLst/>
                    <a:uLnTx/>
                    <a:uFillTx/>
                  </a:endParaRPr>
                </a:p>
              </p:txBody>
            </p:sp>
          </p:grpSp>
          <p:sp>
            <p:nvSpPr>
              <p:cNvPr id="250" name="Line 93">
                <a:extLst>
                  <a:ext uri="{FF2B5EF4-FFF2-40B4-BE49-F238E27FC236}">
                    <a16:creationId xmlns:a16="http://schemas.microsoft.com/office/drawing/2014/main" id="{A47455F5-DDEA-43B1-BF22-205B4E31ABB7}"/>
                  </a:ext>
                </a:extLst>
              </p:cNvPr>
              <p:cNvSpPr>
                <a:spLocks noChangeShapeType="1"/>
              </p:cNvSpPr>
              <p:nvPr/>
            </p:nvSpPr>
            <p:spPr bwMode="auto">
              <a:xfrm>
                <a:off x="2544" y="2640"/>
                <a:ext cx="192" cy="624"/>
              </a:xfrm>
              <a:prstGeom prst="line">
                <a:avLst/>
              </a:prstGeom>
              <a:noFill/>
              <a:ln w="38100" cmpd="dbl">
                <a:solidFill>
                  <a:srgbClr val="FF6600"/>
                </a:solidFill>
                <a:prstDash val="dash"/>
                <a:round/>
                <a:headEnd/>
                <a:tailEn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Text" lastClr="000000"/>
                  </a:solidFill>
                  <a:effectLst/>
                  <a:uLnTx/>
                  <a:uFillTx/>
                </a:endParaRPr>
              </a:p>
            </p:txBody>
          </p:sp>
          <p:sp>
            <p:nvSpPr>
              <p:cNvPr id="251" name="Line 94">
                <a:extLst>
                  <a:ext uri="{FF2B5EF4-FFF2-40B4-BE49-F238E27FC236}">
                    <a16:creationId xmlns:a16="http://schemas.microsoft.com/office/drawing/2014/main" id="{8BD1C3C0-294A-4081-9982-AB4B2D03E700}"/>
                  </a:ext>
                </a:extLst>
              </p:cNvPr>
              <p:cNvSpPr>
                <a:spLocks noChangeShapeType="1"/>
              </p:cNvSpPr>
              <p:nvPr/>
            </p:nvSpPr>
            <p:spPr bwMode="auto">
              <a:xfrm flipH="1">
                <a:off x="2688" y="3216"/>
                <a:ext cx="48" cy="528"/>
              </a:xfrm>
              <a:prstGeom prst="line">
                <a:avLst/>
              </a:prstGeom>
              <a:noFill/>
              <a:ln w="38100" cmpd="dbl">
                <a:solidFill>
                  <a:srgbClr val="FF6600"/>
                </a:solidFill>
                <a:prstDash val="dash"/>
                <a:round/>
                <a:headEnd/>
                <a:tailEnd type="triangle" w="med" len="me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Text" lastClr="000000"/>
                  </a:solidFill>
                  <a:effectLst/>
                  <a:uLnTx/>
                  <a:uFillTx/>
                </a:endParaRPr>
              </a:p>
            </p:txBody>
          </p:sp>
        </p:grpSp>
      </p:grpSp>
      <p:grpSp>
        <p:nvGrpSpPr>
          <p:cNvPr id="5" name="组合 4">
            <a:extLst>
              <a:ext uri="{FF2B5EF4-FFF2-40B4-BE49-F238E27FC236}">
                <a16:creationId xmlns:a16="http://schemas.microsoft.com/office/drawing/2014/main" id="{166230A5-119F-DB13-3541-93350EC94107}"/>
              </a:ext>
            </a:extLst>
          </p:cNvPr>
          <p:cNvGrpSpPr/>
          <p:nvPr/>
        </p:nvGrpSpPr>
        <p:grpSpPr>
          <a:xfrm>
            <a:off x="609225" y="1332125"/>
            <a:ext cx="8453112" cy="3047627"/>
            <a:chOff x="304067" y="1010048"/>
            <a:chExt cx="8453112" cy="3047627"/>
          </a:xfrm>
        </p:grpSpPr>
        <p:sp>
          <p:nvSpPr>
            <p:cNvPr id="96" name="文本框 95">
              <a:extLst>
                <a:ext uri="{FF2B5EF4-FFF2-40B4-BE49-F238E27FC236}">
                  <a16:creationId xmlns:a16="http://schemas.microsoft.com/office/drawing/2014/main" id="{8F173F5E-759B-9D4F-AD6C-AD4390E52635}"/>
                </a:ext>
              </a:extLst>
            </p:cNvPr>
            <p:cNvSpPr txBox="1"/>
            <p:nvPr/>
          </p:nvSpPr>
          <p:spPr>
            <a:xfrm>
              <a:off x="304067" y="1111518"/>
              <a:ext cx="2236665" cy="830997"/>
            </a:xfrm>
            <a:prstGeom prst="rect">
              <a:avLst/>
            </a:prstGeom>
            <a:noFill/>
          </p:spPr>
          <p:txBody>
            <a:bodyPr wrap="square" rtlCol="0">
              <a:spAutoFit/>
            </a:bodyPr>
            <a:lstStyle/>
            <a:p>
              <a:pPr lvl="0"/>
              <a:r>
                <a:rPr kumimoji="1" lang="zh-CN" altLang="en-US" sz="2400" dirty="0">
                  <a:solidFill>
                    <a:srgbClr val="000000"/>
                  </a:solidFill>
                  <a:latin typeface="黑体" panose="02010609060101010101" pitchFamily="49" charset="-122"/>
                  <a:ea typeface="黑体" panose="02010609060101010101" pitchFamily="49" charset="-122"/>
                </a:rPr>
                <a:t>根据</a:t>
              </a:r>
              <a:r>
                <a:rPr kumimoji="1" lang="zh-CN" altLang="en-US" sz="2400" dirty="0">
                  <a:solidFill>
                    <a:srgbClr val="3333FF"/>
                  </a:solidFill>
                  <a:latin typeface="黑体" panose="02010609060101010101" pitchFamily="49" charset="-122"/>
                  <a:ea typeface="黑体" panose="02010609060101010101" pitchFamily="49" charset="-122"/>
                </a:rPr>
                <a:t>接收到的序列</a:t>
              </a:r>
              <a:r>
                <a:rPr kumimoji="1" lang="zh-CN" altLang="en-US" sz="2400" dirty="0">
                  <a:solidFill>
                    <a:srgbClr val="000000"/>
                  </a:solidFill>
                  <a:latin typeface="黑体" panose="02010609060101010101" pitchFamily="49" charset="-122"/>
                  <a:ea typeface="黑体" panose="02010609060101010101" pitchFamily="49" charset="-122"/>
                </a:rPr>
                <a:t>定义状态</a:t>
              </a:r>
            </a:p>
          </p:txBody>
        </p:sp>
        <p:sp>
          <p:nvSpPr>
            <p:cNvPr id="99" name="Text Box 4">
              <a:extLst>
                <a:ext uri="{FF2B5EF4-FFF2-40B4-BE49-F238E27FC236}">
                  <a16:creationId xmlns:a16="http://schemas.microsoft.com/office/drawing/2014/main" id="{3BA9FE1A-C0DC-41A7-A129-72D6601D80CC}"/>
                </a:ext>
              </a:extLst>
            </p:cNvPr>
            <p:cNvSpPr txBox="1">
              <a:spLocks noChangeArrowheads="1"/>
            </p:cNvSpPr>
            <p:nvPr/>
          </p:nvSpPr>
          <p:spPr bwMode="auto">
            <a:xfrm>
              <a:off x="3028200" y="1098840"/>
              <a:ext cx="1620000" cy="400110"/>
            </a:xfrm>
            <a:prstGeom prst="rect">
              <a:avLst/>
            </a:prstGeom>
            <a:noFill/>
            <a:ln w="9525">
              <a:noFill/>
              <a:miter lim="800000"/>
              <a:headEnd/>
              <a:tailEnd/>
            </a:ln>
          </p:spPr>
          <p:txBody>
            <a:bodyPr wrap="square">
              <a:spAutoFit/>
            </a:bodyPr>
            <a:lstStyle/>
            <a:p>
              <a:pPr algn="l">
                <a:spcBef>
                  <a:spcPct val="50000"/>
                </a:spcBef>
              </a:pPr>
              <a:r>
                <a:rPr lang="en-US" altLang="zh-CN" sz="2000" b="0" dirty="0">
                  <a:solidFill>
                    <a:schemeClr val="tx1"/>
                  </a:solidFill>
                  <a:latin typeface="Arial" panose="020B0604020202020204" pitchFamily="34" charset="0"/>
                  <a:ea typeface="SimHei" panose="02010609060101010101" pitchFamily="49" charset="-122"/>
                  <a:cs typeface="Arial" panose="020B0604020202020204" pitchFamily="34" charset="0"/>
                </a:rPr>
                <a:t>A*: </a:t>
              </a:r>
              <a:r>
                <a:rPr lang="zh-CN" altLang="en-US" sz="2000" b="0" dirty="0">
                  <a:solidFill>
                    <a:schemeClr val="tx1"/>
                  </a:solidFill>
                  <a:latin typeface="Arial" panose="020B0604020202020204" pitchFamily="34" charset="0"/>
                  <a:ea typeface="SimHei" panose="02010609060101010101" pitchFamily="49" charset="-122"/>
                  <a:cs typeface="Arial" panose="020B0604020202020204" pitchFamily="34" charset="0"/>
                </a:rPr>
                <a:t>复位</a:t>
              </a:r>
              <a:endParaRPr lang="en-US" altLang="zh-CN" sz="2000" b="0" dirty="0">
                <a:solidFill>
                  <a:schemeClr val="tx1"/>
                </a:solidFill>
                <a:latin typeface="Arial" panose="020B0604020202020204" pitchFamily="34" charset="0"/>
                <a:ea typeface="SimHei" panose="02010609060101010101" pitchFamily="49" charset="-122"/>
                <a:cs typeface="Arial" panose="020B0604020202020204" pitchFamily="34" charset="0"/>
              </a:endParaRPr>
            </a:p>
          </p:txBody>
        </p:sp>
        <p:sp>
          <p:nvSpPr>
            <p:cNvPr id="100" name="Text Box 5">
              <a:extLst>
                <a:ext uri="{FF2B5EF4-FFF2-40B4-BE49-F238E27FC236}">
                  <a16:creationId xmlns:a16="http://schemas.microsoft.com/office/drawing/2014/main" id="{35FAB276-6F81-4F99-A8C0-612BEB59694C}"/>
                </a:ext>
              </a:extLst>
            </p:cNvPr>
            <p:cNvSpPr txBox="1">
              <a:spLocks noChangeArrowheads="1"/>
            </p:cNvSpPr>
            <p:nvPr/>
          </p:nvSpPr>
          <p:spPr bwMode="auto">
            <a:xfrm>
              <a:off x="3028200" y="1556040"/>
              <a:ext cx="1620000" cy="400110"/>
            </a:xfrm>
            <a:prstGeom prst="rect">
              <a:avLst/>
            </a:prstGeom>
            <a:noFill/>
            <a:ln w="9525">
              <a:noFill/>
              <a:miter lim="800000"/>
              <a:headEnd/>
              <a:tailEnd/>
            </a:ln>
          </p:spPr>
          <p:txBody>
            <a:bodyPr wrap="square">
              <a:spAutoFit/>
            </a:bodyPr>
            <a:lstStyle/>
            <a:p>
              <a:pPr algn="l">
                <a:spcBef>
                  <a:spcPct val="50000"/>
                </a:spcBef>
              </a:pPr>
              <a:r>
                <a:rPr lang="en-US" altLang="zh-CN" sz="2000" b="0" dirty="0">
                  <a:solidFill>
                    <a:schemeClr val="tx1"/>
                  </a:solidFill>
                  <a:latin typeface="Arial" panose="020B0604020202020204" pitchFamily="34" charset="0"/>
                  <a:ea typeface="SimHei" panose="02010609060101010101" pitchFamily="49" charset="-122"/>
                  <a:cs typeface="Arial" panose="020B0604020202020204" pitchFamily="34" charset="0"/>
                </a:rPr>
                <a:t>B: </a:t>
              </a:r>
              <a:r>
                <a:rPr lang="zh-CN" altLang="en-US" sz="2000" b="0" dirty="0">
                  <a:solidFill>
                    <a:schemeClr val="tx1"/>
                  </a:solidFill>
                  <a:latin typeface="Arial" panose="020B0604020202020204" pitchFamily="34" charset="0"/>
                  <a:ea typeface="SimHei" panose="02010609060101010101" pitchFamily="49" charset="-122"/>
                  <a:cs typeface="Arial" panose="020B0604020202020204" pitchFamily="34" charset="0"/>
                </a:rPr>
                <a:t>接收到</a:t>
              </a:r>
              <a:r>
                <a:rPr lang="en-US" altLang="zh-CN" sz="2000" b="0" dirty="0">
                  <a:solidFill>
                    <a:schemeClr val="tx1"/>
                  </a:solidFill>
                  <a:latin typeface="Arial" panose="020B0604020202020204" pitchFamily="34" charset="0"/>
                  <a:ea typeface="SimHei" panose="02010609060101010101" pitchFamily="49" charset="-122"/>
                  <a:cs typeface="Arial" panose="020B0604020202020204" pitchFamily="34" charset="0"/>
                </a:rPr>
                <a:t>0</a:t>
              </a:r>
            </a:p>
          </p:txBody>
        </p:sp>
        <p:sp>
          <p:nvSpPr>
            <p:cNvPr id="101" name="Text Box 6">
              <a:extLst>
                <a:ext uri="{FF2B5EF4-FFF2-40B4-BE49-F238E27FC236}">
                  <a16:creationId xmlns:a16="http://schemas.microsoft.com/office/drawing/2014/main" id="{02C16137-BA7C-4398-82E7-5A245A5F7DC5}"/>
                </a:ext>
              </a:extLst>
            </p:cNvPr>
            <p:cNvSpPr txBox="1">
              <a:spLocks noChangeArrowheads="1"/>
            </p:cNvSpPr>
            <p:nvPr/>
          </p:nvSpPr>
          <p:spPr bwMode="auto">
            <a:xfrm>
              <a:off x="3028200" y="2013240"/>
              <a:ext cx="1620000" cy="400110"/>
            </a:xfrm>
            <a:prstGeom prst="rect">
              <a:avLst/>
            </a:prstGeom>
            <a:noFill/>
            <a:ln w="9525">
              <a:noFill/>
              <a:miter lim="800000"/>
              <a:headEnd/>
              <a:tailEnd/>
            </a:ln>
          </p:spPr>
          <p:txBody>
            <a:bodyPr wrap="square">
              <a:spAutoFit/>
            </a:bodyPr>
            <a:lstStyle/>
            <a:p>
              <a:pPr algn="l">
                <a:spcBef>
                  <a:spcPct val="50000"/>
                </a:spcBef>
              </a:pPr>
              <a:r>
                <a:rPr lang="en-US" altLang="zh-CN" sz="2000" b="0" dirty="0">
                  <a:solidFill>
                    <a:schemeClr val="tx1"/>
                  </a:solidFill>
                  <a:latin typeface="Arial" panose="020B0604020202020204" pitchFamily="34" charset="0"/>
                  <a:ea typeface="SimHei" panose="02010609060101010101" pitchFamily="49" charset="-122"/>
                  <a:cs typeface="Arial" panose="020B0604020202020204" pitchFamily="34" charset="0"/>
                </a:rPr>
                <a:t>C: </a:t>
              </a:r>
              <a:r>
                <a:rPr lang="zh-CN" altLang="en-US" sz="2000" b="0" dirty="0">
                  <a:solidFill>
                    <a:schemeClr val="tx1"/>
                  </a:solidFill>
                  <a:latin typeface="Arial" panose="020B0604020202020204" pitchFamily="34" charset="0"/>
                  <a:ea typeface="SimHei" panose="02010609060101010101" pitchFamily="49" charset="-122"/>
                  <a:cs typeface="Arial" panose="020B0604020202020204" pitchFamily="34" charset="0"/>
                </a:rPr>
                <a:t>接收到</a:t>
              </a:r>
              <a:r>
                <a:rPr lang="en-US" altLang="zh-CN" sz="2000" b="0" dirty="0">
                  <a:solidFill>
                    <a:schemeClr val="tx1"/>
                  </a:solidFill>
                  <a:latin typeface="Arial" panose="020B0604020202020204" pitchFamily="34" charset="0"/>
                  <a:ea typeface="SimHei" panose="02010609060101010101" pitchFamily="49" charset="-122"/>
                  <a:cs typeface="Arial" panose="020B0604020202020204" pitchFamily="34" charset="0"/>
                </a:rPr>
                <a:t>1</a:t>
              </a:r>
            </a:p>
          </p:txBody>
        </p:sp>
        <p:sp>
          <p:nvSpPr>
            <p:cNvPr id="102" name="Text Box 15">
              <a:extLst>
                <a:ext uri="{FF2B5EF4-FFF2-40B4-BE49-F238E27FC236}">
                  <a16:creationId xmlns:a16="http://schemas.microsoft.com/office/drawing/2014/main" id="{1E31F1E5-D10A-4015-B2B1-265305F3F4E2}"/>
                </a:ext>
              </a:extLst>
            </p:cNvPr>
            <p:cNvSpPr txBox="1">
              <a:spLocks noChangeArrowheads="1"/>
            </p:cNvSpPr>
            <p:nvPr/>
          </p:nvSpPr>
          <p:spPr bwMode="auto">
            <a:xfrm>
              <a:off x="4786896" y="1022640"/>
              <a:ext cx="1620000" cy="400110"/>
            </a:xfrm>
            <a:prstGeom prst="rect">
              <a:avLst/>
            </a:prstGeom>
            <a:noFill/>
            <a:ln w="9525">
              <a:noFill/>
              <a:miter lim="800000"/>
              <a:headEnd/>
              <a:tailEnd/>
            </a:ln>
          </p:spPr>
          <p:txBody>
            <a:bodyPr wrap="square">
              <a:spAutoFit/>
            </a:bodyPr>
            <a:lstStyle/>
            <a:p>
              <a:pPr algn="l">
                <a:spcBef>
                  <a:spcPct val="50000"/>
                </a:spcBef>
              </a:pPr>
              <a:r>
                <a:rPr lang="en-US" altLang="zh-CN" sz="2000" b="0" dirty="0">
                  <a:solidFill>
                    <a:schemeClr val="tx1"/>
                  </a:solidFill>
                  <a:latin typeface="Arial" panose="020B0604020202020204" pitchFamily="34" charset="0"/>
                  <a:ea typeface="SimHei" panose="02010609060101010101" pitchFamily="49" charset="-122"/>
                  <a:cs typeface="Arial" panose="020B0604020202020204" pitchFamily="34" charset="0"/>
                </a:rPr>
                <a:t>D:</a:t>
              </a:r>
              <a:r>
                <a:rPr lang="zh-CN" altLang="en-US" sz="2000" b="0" dirty="0">
                  <a:solidFill>
                    <a:schemeClr val="tx1"/>
                  </a:solidFill>
                  <a:latin typeface="Arial" panose="020B0604020202020204" pitchFamily="34" charset="0"/>
                  <a:ea typeface="SimHei" panose="02010609060101010101" pitchFamily="49" charset="-122"/>
                  <a:cs typeface="Arial" panose="020B0604020202020204" pitchFamily="34" charset="0"/>
                </a:rPr>
                <a:t> 接收到</a:t>
              </a:r>
              <a:r>
                <a:rPr lang="en-US" altLang="zh-CN" sz="2000" b="0" dirty="0">
                  <a:solidFill>
                    <a:schemeClr val="tx1"/>
                  </a:solidFill>
                  <a:latin typeface="Arial" panose="020B0604020202020204" pitchFamily="34" charset="0"/>
                  <a:ea typeface="SimHei" panose="02010609060101010101" pitchFamily="49" charset="-122"/>
                  <a:cs typeface="Arial" panose="020B0604020202020204" pitchFamily="34" charset="0"/>
                </a:rPr>
                <a:t>00</a:t>
              </a:r>
            </a:p>
          </p:txBody>
        </p:sp>
        <p:sp>
          <p:nvSpPr>
            <p:cNvPr id="103" name="Text Box 16">
              <a:extLst>
                <a:ext uri="{FF2B5EF4-FFF2-40B4-BE49-F238E27FC236}">
                  <a16:creationId xmlns:a16="http://schemas.microsoft.com/office/drawing/2014/main" id="{D242D2A0-D2BE-4FEB-A8D9-A0A07103AE01}"/>
                </a:ext>
              </a:extLst>
            </p:cNvPr>
            <p:cNvSpPr txBox="1">
              <a:spLocks noChangeArrowheads="1"/>
            </p:cNvSpPr>
            <p:nvPr/>
          </p:nvSpPr>
          <p:spPr bwMode="auto">
            <a:xfrm>
              <a:off x="4786896" y="1454440"/>
              <a:ext cx="1620000" cy="400110"/>
            </a:xfrm>
            <a:prstGeom prst="rect">
              <a:avLst/>
            </a:prstGeom>
            <a:noFill/>
            <a:ln w="9525">
              <a:noFill/>
              <a:miter lim="800000"/>
              <a:headEnd/>
              <a:tailEnd/>
            </a:ln>
          </p:spPr>
          <p:txBody>
            <a:bodyPr wrap="square">
              <a:spAutoFit/>
            </a:bodyPr>
            <a:lstStyle/>
            <a:p>
              <a:pPr algn="l">
                <a:spcBef>
                  <a:spcPct val="50000"/>
                </a:spcBef>
              </a:pPr>
              <a:r>
                <a:rPr lang="en-US" altLang="zh-CN" sz="2000" b="0" dirty="0">
                  <a:solidFill>
                    <a:schemeClr val="tx1"/>
                  </a:solidFill>
                  <a:latin typeface="Arial" panose="020B0604020202020204" pitchFamily="34" charset="0"/>
                  <a:ea typeface="SimHei" panose="02010609060101010101" pitchFamily="49" charset="-122"/>
                  <a:cs typeface="Arial" panose="020B0604020202020204" pitchFamily="34" charset="0"/>
                </a:rPr>
                <a:t>E:</a:t>
              </a:r>
              <a:r>
                <a:rPr lang="zh-CN" altLang="en-US" sz="2000" b="0" dirty="0">
                  <a:solidFill>
                    <a:schemeClr val="tx1"/>
                  </a:solidFill>
                  <a:latin typeface="Arial" panose="020B0604020202020204" pitchFamily="34" charset="0"/>
                  <a:ea typeface="SimHei" panose="02010609060101010101" pitchFamily="49" charset="-122"/>
                  <a:cs typeface="Arial" panose="020B0604020202020204" pitchFamily="34" charset="0"/>
                </a:rPr>
                <a:t> 接收到</a:t>
              </a:r>
              <a:r>
                <a:rPr lang="en-US" altLang="zh-CN" sz="2000" b="0" dirty="0">
                  <a:solidFill>
                    <a:schemeClr val="tx1"/>
                  </a:solidFill>
                  <a:latin typeface="Arial" panose="020B0604020202020204" pitchFamily="34" charset="0"/>
                  <a:ea typeface="SimHei" panose="02010609060101010101" pitchFamily="49" charset="-122"/>
                  <a:cs typeface="Arial" panose="020B0604020202020204" pitchFamily="34" charset="0"/>
                </a:rPr>
                <a:t>01</a:t>
              </a:r>
            </a:p>
          </p:txBody>
        </p:sp>
        <p:sp>
          <p:nvSpPr>
            <p:cNvPr id="104" name="Text Box 17">
              <a:extLst>
                <a:ext uri="{FF2B5EF4-FFF2-40B4-BE49-F238E27FC236}">
                  <a16:creationId xmlns:a16="http://schemas.microsoft.com/office/drawing/2014/main" id="{14704144-80A2-441F-8757-EB2E8F1C4B9A}"/>
                </a:ext>
              </a:extLst>
            </p:cNvPr>
            <p:cNvSpPr txBox="1">
              <a:spLocks noChangeArrowheads="1"/>
            </p:cNvSpPr>
            <p:nvPr/>
          </p:nvSpPr>
          <p:spPr bwMode="auto">
            <a:xfrm>
              <a:off x="4786896" y="1886240"/>
              <a:ext cx="1620000" cy="400110"/>
            </a:xfrm>
            <a:prstGeom prst="rect">
              <a:avLst/>
            </a:prstGeom>
            <a:noFill/>
            <a:ln w="9525">
              <a:noFill/>
              <a:miter lim="800000"/>
              <a:headEnd/>
              <a:tailEnd/>
            </a:ln>
          </p:spPr>
          <p:txBody>
            <a:bodyPr wrap="square">
              <a:spAutoFit/>
            </a:bodyPr>
            <a:lstStyle/>
            <a:p>
              <a:pPr algn="l">
                <a:spcBef>
                  <a:spcPct val="50000"/>
                </a:spcBef>
              </a:pPr>
              <a:r>
                <a:rPr lang="en-US" altLang="zh-CN" sz="2000" b="0" dirty="0">
                  <a:solidFill>
                    <a:schemeClr val="tx1"/>
                  </a:solidFill>
                  <a:latin typeface="Arial" panose="020B0604020202020204" pitchFamily="34" charset="0"/>
                  <a:ea typeface="SimHei" panose="02010609060101010101" pitchFamily="49" charset="-122"/>
                  <a:cs typeface="Arial" panose="020B0604020202020204" pitchFamily="34" charset="0"/>
                </a:rPr>
                <a:t>F:</a:t>
              </a:r>
              <a:r>
                <a:rPr lang="zh-CN" altLang="en-US" sz="2000" b="0" dirty="0">
                  <a:solidFill>
                    <a:schemeClr val="tx1"/>
                  </a:solidFill>
                  <a:latin typeface="Arial" panose="020B0604020202020204" pitchFamily="34" charset="0"/>
                  <a:ea typeface="SimHei" panose="02010609060101010101" pitchFamily="49" charset="-122"/>
                  <a:cs typeface="Arial" panose="020B0604020202020204" pitchFamily="34" charset="0"/>
                </a:rPr>
                <a:t> 接收到</a:t>
              </a:r>
              <a:r>
                <a:rPr lang="en-US" altLang="zh-CN" sz="2000" b="0" dirty="0">
                  <a:solidFill>
                    <a:schemeClr val="tx1"/>
                  </a:solidFill>
                  <a:latin typeface="Arial" panose="020B0604020202020204" pitchFamily="34" charset="0"/>
                  <a:ea typeface="SimHei" panose="02010609060101010101" pitchFamily="49" charset="-122"/>
                  <a:cs typeface="Arial" panose="020B0604020202020204" pitchFamily="34" charset="0"/>
                </a:rPr>
                <a:t>10</a:t>
              </a:r>
            </a:p>
          </p:txBody>
        </p:sp>
        <p:sp>
          <p:nvSpPr>
            <p:cNvPr id="105" name="Text Box 18">
              <a:extLst>
                <a:ext uri="{FF2B5EF4-FFF2-40B4-BE49-F238E27FC236}">
                  <a16:creationId xmlns:a16="http://schemas.microsoft.com/office/drawing/2014/main" id="{7234EF93-CAA4-46D0-AB0B-9F0B1967DC8C}"/>
                </a:ext>
              </a:extLst>
            </p:cNvPr>
            <p:cNvSpPr txBox="1">
              <a:spLocks noChangeArrowheads="1"/>
            </p:cNvSpPr>
            <p:nvPr/>
          </p:nvSpPr>
          <p:spPr bwMode="auto">
            <a:xfrm>
              <a:off x="4786896" y="2318040"/>
              <a:ext cx="1620000" cy="400110"/>
            </a:xfrm>
            <a:prstGeom prst="rect">
              <a:avLst/>
            </a:prstGeom>
            <a:noFill/>
            <a:ln w="9525">
              <a:noFill/>
              <a:miter lim="800000"/>
              <a:headEnd/>
              <a:tailEnd/>
            </a:ln>
          </p:spPr>
          <p:txBody>
            <a:bodyPr>
              <a:spAutoFit/>
            </a:bodyPr>
            <a:lstStyle/>
            <a:p>
              <a:pPr algn="l">
                <a:spcBef>
                  <a:spcPct val="50000"/>
                </a:spcBef>
              </a:pPr>
              <a:r>
                <a:rPr lang="en-US" altLang="zh-CN" sz="2000" b="0" dirty="0">
                  <a:solidFill>
                    <a:schemeClr val="tx1"/>
                  </a:solidFill>
                  <a:latin typeface="Arial" panose="020B0604020202020204" pitchFamily="34" charset="0"/>
                  <a:ea typeface="SimHei" panose="02010609060101010101" pitchFamily="49" charset="-122"/>
                  <a:cs typeface="Arial" panose="020B0604020202020204" pitchFamily="34" charset="0"/>
                </a:rPr>
                <a:t>G</a:t>
              </a:r>
              <a:r>
                <a:rPr lang="zh-CN" altLang="en-US" sz="2000" b="0" dirty="0">
                  <a:solidFill>
                    <a:schemeClr val="tx1"/>
                  </a:solidFill>
                  <a:latin typeface="Arial" panose="020B0604020202020204" pitchFamily="34" charset="0"/>
                  <a:ea typeface="SimHei" panose="02010609060101010101" pitchFamily="49" charset="-122"/>
                  <a:cs typeface="Arial" panose="020B0604020202020204" pitchFamily="34" charset="0"/>
                </a:rPr>
                <a:t> </a:t>
              </a:r>
              <a:r>
                <a:rPr lang="en-US" altLang="zh-CN" sz="2000" b="0" dirty="0">
                  <a:solidFill>
                    <a:schemeClr val="tx1"/>
                  </a:solidFill>
                  <a:latin typeface="Arial" panose="020B0604020202020204" pitchFamily="34" charset="0"/>
                  <a:ea typeface="SimHei" panose="02010609060101010101" pitchFamily="49" charset="-122"/>
                  <a:cs typeface="Arial" panose="020B0604020202020204" pitchFamily="34" charset="0"/>
                </a:rPr>
                <a:t>:</a:t>
              </a:r>
              <a:r>
                <a:rPr lang="zh-CN" altLang="en-US" sz="2000" b="0" dirty="0">
                  <a:solidFill>
                    <a:schemeClr val="tx1"/>
                  </a:solidFill>
                  <a:latin typeface="Arial" panose="020B0604020202020204" pitchFamily="34" charset="0"/>
                  <a:ea typeface="SimHei" panose="02010609060101010101" pitchFamily="49" charset="-122"/>
                  <a:cs typeface="Arial" panose="020B0604020202020204" pitchFamily="34" charset="0"/>
                </a:rPr>
                <a:t>接收到</a:t>
              </a:r>
              <a:r>
                <a:rPr lang="en-US" altLang="zh-CN" sz="2000" b="0" dirty="0">
                  <a:solidFill>
                    <a:schemeClr val="tx1"/>
                  </a:solidFill>
                  <a:latin typeface="Arial" panose="020B0604020202020204" pitchFamily="34" charset="0"/>
                  <a:ea typeface="SimHei" panose="02010609060101010101" pitchFamily="49" charset="-122"/>
                  <a:cs typeface="Arial" panose="020B0604020202020204" pitchFamily="34" charset="0"/>
                </a:rPr>
                <a:t>11</a:t>
              </a:r>
            </a:p>
          </p:txBody>
        </p:sp>
        <p:sp>
          <p:nvSpPr>
            <p:cNvPr id="106" name="Text Box 52">
              <a:extLst>
                <a:ext uri="{FF2B5EF4-FFF2-40B4-BE49-F238E27FC236}">
                  <a16:creationId xmlns:a16="http://schemas.microsoft.com/office/drawing/2014/main" id="{CE3D8C40-65F6-423F-AD9B-8C850D583C8D}"/>
                </a:ext>
              </a:extLst>
            </p:cNvPr>
            <p:cNvSpPr txBox="1">
              <a:spLocks noChangeArrowheads="1"/>
            </p:cNvSpPr>
            <p:nvPr/>
          </p:nvSpPr>
          <p:spPr bwMode="auto">
            <a:xfrm>
              <a:off x="6775979" y="1010048"/>
              <a:ext cx="1944687" cy="400110"/>
            </a:xfrm>
            <a:prstGeom prst="rect">
              <a:avLst/>
            </a:prstGeom>
            <a:noFill/>
            <a:ln w="9525">
              <a:noFill/>
              <a:miter lim="800000"/>
              <a:headEnd/>
              <a:tailEnd/>
            </a:ln>
          </p:spPr>
          <p:txBody>
            <a:bodyPr wrap="square">
              <a:spAutoFit/>
            </a:bodyPr>
            <a:lstStyle/>
            <a:p>
              <a:pPr algn="l">
                <a:spcBef>
                  <a:spcPct val="50000"/>
                </a:spcBef>
              </a:pPr>
              <a:r>
                <a:rPr lang="en-US" altLang="zh-CN" sz="2000" b="0" dirty="0">
                  <a:solidFill>
                    <a:schemeClr val="tx1"/>
                  </a:solidFill>
                  <a:latin typeface="Arial" panose="020B0604020202020204" pitchFamily="34" charset="0"/>
                  <a:ea typeface="SimHei" panose="02010609060101010101" pitchFamily="49" charset="-122"/>
                  <a:cs typeface="Arial" panose="020B0604020202020204" pitchFamily="34" charset="0"/>
                </a:rPr>
                <a:t>H:</a:t>
              </a:r>
              <a:r>
                <a:rPr lang="zh-CN" altLang="en-US" sz="2000" b="0" dirty="0">
                  <a:solidFill>
                    <a:schemeClr val="tx1"/>
                  </a:solidFill>
                  <a:latin typeface="Arial" panose="020B0604020202020204" pitchFamily="34" charset="0"/>
                  <a:ea typeface="SimHei" panose="02010609060101010101" pitchFamily="49" charset="-122"/>
                  <a:cs typeface="Arial" panose="020B0604020202020204" pitchFamily="34" charset="0"/>
                </a:rPr>
                <a:t> 接收到</a:t>
              </a:r>
              <a:r>
                <a:rPr lang="en-US" altLang="zh-CN" sz="2000" b="0" dirty="0">
                  <a:solidFill>
                    <a:schemeClr val="tx1"/>
                  </a:solidFill>
                  <a:latin typeface="Arial" panose="020B0604020202020204" pitchFamily="34" charset="0"/>
                  <a:ea typeface="SimHei" panose="02010609060101010101" pitchFamily="49" charset="-122"/>
                  <a:cs typeface="Arial" panose="020B0604020202020204" pitchFamily="34" charset="0"/>
                </a:rPr>
                <a:t>000</a:t>
              </a:r>
            </a:p>
          </p:txBody>
        </p:sp>
        <p:sp>
          <p:nvSpPr>
            <p:cNvPr id="107" name="Text Box 53">
              <a:extLst>
                <a:ext uri="{FF2B5EF4-FFF2-40B4-BE49-F238E27FC236}">
                  <a16:creationId xmlns:a16="http://schemas.microsoft.com/office/drawing/2014/main" id="{53CFBA47-A6E1-4BA2-AB8E-44A2AD6FFFBD}"/>
                </a:ext>
              </a:extLst>
            </p:cNvPr>
            <p:cNvSpPr txBox="1">
              <a:spLocks noChangeArrowheads="1"/>
            </p:cNvSpPr>
            <p:nvPr/>
          </p:nvSpPr>
          <p:spPr bwMode="auto">
            <a:xfrm>
              <a:off x="6775979" y="1388497"/>
              <a:ext cx="1792287" cy="400110"/>
            </a:xfrm>
            <a:prstGeom prst="rect">
              <a:avLst/>
            </a:prstGeom>
            <a:noFill/>
            <a:ln w="9525">
              <a:noFill/>
              <a:miter lim="800000"/>
              <a:headEnd/>
              <a:tailEnd/>
            </a:ln>
          </p:spPr>
          <p:txBody>
            <a:bodyPr wrap="square">
              <a:spAutoFit/>
            </a:bodyPr>
            <a:lstStyle/>
            <a:p>
              <a:pPr algn="l">
                <a:spcBef>
                  <a:spcPct val="50000"/>
                </a:spcBef>
              </a:pPr>
              <a:r>
                <a:rPr lang="en-US" altLang="zh-CN" sz="2000" b="0" dirty="0">
                  <a:solidFill>
                    <a:schemeClr val="tx1"/>
                  </a:solidFill>
                  <a:latin typeface="Arial" panose="020B0604020202020204" pitchFamily="34" charset="0"/>
                  <a:ea typeface="SimHei" panose="02010609060101010101" pitchFamily="49" charset="-122"/>
                  <a:cs typeface="Arial" panose="020B0604020202020204" pitchFamily="34" charset="0"/>
                </a:rPr>
                <a:t>I:</a:t>
              </a:r>
              <a:r>
                <a:rPr lang="zh-CN" altLang="en-US" sz="2000" b="0" dirty="0">
                  <a:solidFill>
                    <a:schemeClr val="tx1"/>
                  </a:solidFill>
                  <a:latin typeface="Arial" panose="020B0604020202020204" pitchFamily="34" charset="0"/>
                  <a:ea typeface="SimHei" panose="02010609060101010101" pitchFamily="49" charset="-122"/>
                  <a:cs typeface="Arial" panose="020B0604020202020204" pitchFamily="34" charset="0"/>
                </a:rPr>
                <a:t> 接收到</a:t>
              </a:r>
              <a:r>
                <a:rPr lang="en-US" altLang="zh-CN" sz="2000" b="0" dirty="0">
                  <a:solidFill>
                    <a:schemeClr val="tx1"/>
                  </a:solidFill>
                  <a:latin typeface="Arial" panose="020B0604020202020204" pitchFamily="34" charset="0"/>
                  <a:ea typeface="SimHei" panose="02010609060101010101" pitchFamily="49" charset="-122"/>
                  <a:cs typeface="Arial" panose="020B0604020202020204" pitchFamily="34" charset="0"/>
                </a:rPr>
                <a:t>001</a:t>
              </a:r>
            </a:p>
          </p:txBody>
        </p:sp>
        <p:sp>
          <p:nvSpPr>
            <p:cNvPr id="108" name="Text Box 54">
              <a:extLst>
                <a:ext uri="{FF2B5EF4-FFF2-40B4-BE49-F238E27FC236}">
                  <a16:creationId xmlns:a16="http://schemas.microsoft.com/office/drawing/2014/main" id="{BD00EFC6-4379-4461-8F7D-FBEB4735A94C}"/>
                </a:ext>
              </a:extLst>
            </p:cNvPr>
            <p:cNvSpPr txBox="1">
              <a:spLocks noChangeArrowheads="1"/>
            </p:cNvSpPr>
            <p:nvPr/>
          </p:nvSpPr>
          <p:spPr bwMode="auto">
            <a:xfrm>
              <a:off x="6775979" y="1771411"/>
              <a:ext cx="1904999" cy="400110"/>
            </a:xfrm>
            <a:prstGeom prst="rect">
              <a:avLst/>
            </a:prstGeom>
            <a:noFill/>
            <a:ln w="9525">
              <a:noFill/>
              <a:miter lim="800000"/>
              <a:headEnd/>
              <a:tailEnd/>
            </a:ln>
          </p:spPr>
          <p:txBody>
            <a:bodyPr wrap="square">
              <a:spAutoFit/>
            </a:bodyPr>
            <a:lstStyle/>
            <a:p>
              <a:pPr algn="l">
                <a:spcBef>
                  <a:spcPct val="50000"/>
                </a:spcBef>
              </a:pPr>
              <a:r>
                <a:rPr lang="en-US" altLang="zh-CN" sz="2000" b="0" dirty="0">
                  <a:solidFill>
                    <a:schemeClr val="tx1"/>
                  </a:solidFill>
                  <a:latin typeface="Arial" panose="020B0604020202020204" pitchFamily="34" charset="0"/>
                  <a:ea typeface="SimHei" panose="02010609060101010101" pitchFamily="49" charset="-122"/>
                  <a:cs typeface="Arial" panose="020B0604020202020204" pitchFamily="34" charset="0"/>
                </a:rPr>
                <a:t>J:</a:t>
              </a:r>
              <a:r>
                <a:rPr lang="zh-CN" altLang="en-US" sz="2000" b="0" dirty="0">
                  <a:solidFill>
                    <a:schemeClr val="tx1"/>
                  </a:solidFill>
                  <a:latin typeface="Arial" panose="020B0604020202020204" pitchFamily="34" charset="0"/>
                  <a:ea typeface="SimHei" panose="02010609060101010101" pitchFamily="49" charset="-122"/>
                  <a:cs typeface="Arial" panose="020B0604020202020204" pitchFamily="34" charset="0"/>
                </a:rPr>
                <a:t> 接收到</a:t>
              </a:r>
              <a:r>
                <a:rPr lang="en-US" altLang="zh-CN" sz="2000" b="0" dirty="0">
                  <a:solidFill>
                    <a:schemeClr val="tx1"/>
                  </a:solidFill>
                  <a:latin typeface="Arial" panose="020B0604020202020204" pitchFamily="34" charset="0"/>
                  <a:ea typeface="SimHei" panose="02010609060101010101" pitchFamily="49" charset="-122"/>
                  <a:cs typeface="Arial" panose="020B0604020202020204" pitchFamily="34" charset="0"/>
                </a:rPr>
                <a:t>010</a:t>
              </a:r>
            </a:p>
          </p:txBody>
        </p:sp>
        <p:sp>
          <p:nvSpPr>
            <p:cNvPr id="109" name="Text Box 55">
              <a:extLst>
                <a:ext uri="{FF2B5EF4-FFF2-40B4-BE49-F238E27FC236}">
                  <a16:creationId xmlns:a16="http://schemas.microsoft.com/office/drawing/2014/main" id="{D8F95142-FFBD-4210-BFD3-0280B10DD916}"/>
                </a:ext>
              </a:extLst>
            </p:cNvPr>
            <p:cNvSpPr txBox="1">
              <a:spLocks noChangeArrowheads="1"/>
            </p:cNvSpPr>
            <p:nvPr/>
          </p:nvSpPr>
          <p:spPr bwMode="auto">
            <a:xfrm>
              <a:off x="6775979" y="2154325"/>
              <a:ext cx="1981199" cy="400110"/>
            </a:xfrm>
            <a:prstGeom prst="rect">
              <a:avLst/>
            </a:prstGeom>
            <a:noFill/>
            <a:ln w="9525">
              <a:noFill/>
              <a:miter lim="800000"/>
              <a:headEnd/>
              <a:tailEnd/>
            </a:ln>
          </p:spPr>
          <p:txBody>
            <a:bodyPr wrap="square">
              <a:spAutoFit/>
            </a:bodyPr>
            <a:lstStyle/>
            <a:p>
              <a:pPr algn="l">
                <a:spcBef>
                  <a:spcPct val="50000"/>
                </a:spcBef>
              </a:pPr>
              <a:r>
                <a:rPr lang="en-US" altLang="zh-CN" sz="2000" b="0" dirty="0">
                  <a:solidFill>
                    <a:schemeClr val="tx1"/>
                  </a:solidFill>
                  <a:latin typeface="Arial" panose="020B0604020202020204" pitchFamily="34" charset="0"/>
                  <a:ea typeface="SimHei" panose="02010609060101010101" pitchFamily="49" charset="-122"/>
                  <a:cs typeface="Arial" panose="020B0604020202020204" pitchFamily="34" charset="0"/>
                </a:rPr>
                <a:t>K:</a:t>
              </a:r>
              <a:r>
                <a:rPr lang="zh-CN" altLang="en-US" sz="2000" b="0" dirty="0">
                  <a:solidFill>
                    <a:schemeClr val="tx1"/>
                  </a:solidFill>
                  <a:latin typeface="Arial" panose="020B0604020202020204" pitchFamily="34" charset="0"/>
                  <a:ea typeface="SimHei" panose="02010609060101010101" pitchFamily="49" charset="-122"/>
                  <a:cs typeface="Arial" panose="020B0604020202020204" pitchFamily="34" charset="0"/>
                </a:rPr>
                <a:t> 接收到</a:t>
              </a:r>
              <a:r>
                <a:rPr lang="en-US" altLang="zh-CN" sz="2000" b="0" dirty="0">
                  <a:solidFill>
                    <a:schemeClr val="tx1"/>
                  </a:solidFill>
                  <a:latin typeface="Arial" panose="020B0604020202020204" pitchFamily="34" charset="0"/>
                  <a:ea typeface="SimHei" panose="02010609060101010101" pitchFamily="49" charset="-122"/>
                  <a:cs typeface="Arial" panose="020B0604020202020204" pitchFamily="34" charset="0"/>
                </a:rPr>
                <a:t>011</a:t>
              </a:r>
            </a:p>
          </p:txBody>
        </p:sp>
        <p:sp>
          <p:nvSpPr>
            <p:cNvPr id="110" name="Text Box 56">
              <a:extLst>
                <a:ext uri="{FF2B5EF4-FFF2-40B4-BE49-F238E27FC236}">
                  <a16:creationId xmlns:a16="http://schemas.microsoft.com/office/drawing/2014/main" id="{32BC0223-ED57-4646-981C-460D614D8189}"/>
                </a:ext>
              </a:extLst>
            </p:cNvPr>
            <p:cNvSpPr txBox="1">
              <a:spLocks noChangeArrowheads="1"/>
            </p:cNvSpPr>
            <p:nvPr/>
          </p:nvSpPr>
          <p:spPr bwMode="auto">
            <a:xfrm>
              <a:off x="6775979" y="2537239"/>
              <a:ext cx="1905000" cy="400110"/>
            </a:xfrm>
            <a:prstGeom prst="rect">
              <a:avLst/>
            </a:prstGeom>
            <a:noFill/>
            <a:ln w="9525">
              <a:noFill/>
              <a:miter lim="800000"/>
              <a:headEnd/>
              <a:tailEnd/>
            </a:ln>
          </p:spPr>
          <p:txBody>
            <a:bodyPr wrap="square">
              <a:spAutoFit/>
            </a:bodyPr>
            <a:lstStyle/>
            <a:p>
              <a:pPr algn="l">
                <a:spcBef>
                  <a:spcPct val="50000"/>
                </a:spcBef>
              </a:pPr>
              <a:r>
                <a:rPr lang="en-US" altLang="zh-CN" sz="2000" b="0" dirty="0">
                  <a:solidFill>
                    <a:schemeClr val="tx1"/>
                  </a:solidFill>
                  <a:latin typeface="Arial" panose="020B0604020202020204" pitchFamily="34" charset="0"/>
                  <a:ea typeface="SimHei" panose="02010609060101010101" pitchFamily="49" charset="-122"/>
                  <a:cs typeface="Arial" panose="020B0604020202020204" pitchFamily="34" charset="0"/>
                </a:rPr>
                <a:t>L:</a:t>
              </a:r>
              <a:r>
                <a:rPr lang="zh-CN" altLang="en-US" sz="2000" b="0" dirty="0">
                  <a:solidFill>
                    <a:schemeClr val="tx1"/>
                  </a:solidFill>
                  <a:latin typeface="Arial" panose="020B0604020202020204" pitchFamily="34" charset="0"/>
                  <a:ea typeface="SimHei" panose="02010609060101010101" pitchFamily="49" charset="-122"/>
                  <a:cs typeface="Arial" panose="020B0604020202020204" pitchFamily="34" charset="0"/>
                </a:rPr>
                <a:t> 接收到</a:t>
              </a:r>
              <a:r>
                <a:rPr lang="en-US" altLang="zh-CN" sz="2000" b="0" dirty="0">
                  <a:solidFill>
                    <a:schemeClr val="tx1"/>
                  </a:solidFill>
                  <a:latin typeface="Arial" panose="020B0604020202020204" pitchFamily="34" charset="0"/>
                  <a:ea typeface="SimHei" panose="02010609060101010101" pitchFamily="49" charset="-122"/>
                  <a:cs typeface="Arial" panose="020B0604020202020204" pitchFamily="34" charset="0"/>
                </a:rPr>
                <a:t>100</a:t>
              </a:r>
            </a:p>
          </p:txBody>
        </p:sp>
        <p:sp>
          <p:nvSpPr>
            <p:cNvPr id="111" name="Text Box 57">
              <a:extLst>
                <a:ext uri="{FF2B5EF4-FFF2-40B4-BE49-F238E27FC236}">
                  <a16:creationId xmlns:a16="http://schemas.microsoft.com/office/drawing/2014/main" id="{E10F7FB9-D3FE-4891-B6EC-6B99066DF07F}"/>
                </a:ext>
              </a:extLst>
            </p:cNvPr>
            <p:cNvSpPr txBox="1">
              <a:spLocks noChangeArrowheads="1"/>
            </p:cNvSpPr>
            <p:nvPr/>
          </p:nvSpPr>
          <p:spPr bwMode="auto">
            <a:xfrm>
              <a:off x="6775979" y="2896205"/>
              <a:ext cx="1981200" cy="400110"/>
            </a:xfrm>
            <a:prstGeom prst="rect">
              <a:avLst/>
            </a:prstGeom>
            <a:noFill/>
            <a:ln w="9525">
              <a:noFill/>
              <a:miter lim="800000"/>
              <a:headEnd/>
              <a:tailEnd/>
            </a:ln>
          </p:spPr>
          <p:txBody>
            <a:bodyPr wrap="square">
              <a:spAutoFit/>
            </a:bodyPr>
            <a:lstStyle/>
            <a:p>
              <a:pPr algn="l">
                <a:spcBef>
                  <a:spcPct val="50000"/>
                </a:spcBef>
              </a:pPr>
              <a:r>
                <a:rPr lang="en-US" altLang="zh-CN" sz="2000" b="0" dirty="0">
                  <a:solidFill>
                    <a:schemeClr val="tx1"/>
                  </a:solidFill>
                  <a:latin typeface="Arial" panose="020B0604020202020204" pitchFamily="34" charset="0"/>
                  <a:ea typeface="SimHei" panose="02010609060101010101" pitchFamily="49" charset="-122"/>
                  <a:cs typeface="Arial" panose="020B0604020202020204" pitchFamily="34" charset="0"/>
                </a:rPr>
                <a:t>M:</a:t>
              </a:r>
              <a:r>
                <a:rPr lang="zh-CN" altLang="en-US" sz="2000" b="0" dirty="0">
                  <a:solidFill>
                    <a:schemeClr val="tx1"/>
                  </a:solidFill>
                  <a:latin typeface="Arial" panose="020B0604020202020204" pitchFamily="34" charset="0"/>
                  <a:ea typeface="SimHei" panose="02010609060101010101" pitchFamily="49" charset="-122"/>
                  <a:cs typeface="Arial" panose="020B0604020202020204" pitchFamily="34" charset="0"/>
                </a:rPr>
                <a:t> 接收到</a:t>
              </a:r>
              <a:r>
                <a:rPr lang="en-US" altLang="zh-CN" sz="2000" b="0" dirty="0">
                  <a:solidFill>
                    <a:schemeClr val="tx1"/>
                  </a:solidFill>
                  <a:latin typeface="Arial" panose="020B0604020202020204" pitchFamily="34" charset="0"/>
                  <a:ea typeface="SimHei" panose="02010609060101010101" pitchFamily="49" charset="-122"/>
                  <a:cs typeface="Arial" panose="020B0604020202020204" pitchFamily="34" charset="0"/>
                </a:rPr>
                <a:t>101</a:t>
              </a:r>
            </a:p>
          </p:txBody>
        </p:sp>
        <p:sp>
          <p:nvSpPr>
            <p:cNvPr id="112" name="Text Box 58">
              <a:extLst>
                <a:ext uri="{FF2B5EF4-FFF2-40B4-BE49-F238E27FC236}">
                  <a16:creationId xmlns:a16="http://schemas.microsoft.com/office/drawing/2014/main" id="{57542942-0D43-4F0E-9A89-51777A8CB698}"/>
                </a:ext>
              </a:extLst>
            </p:cNvPr>
            <p:cNvSpPr txBox="1">
              <a:spLocks noChangeArrowheads="1"/>
            </p:cNvSpPr>
            <p:nvPr/>
          </p:nvSpPr>
          <p:spPr bwMode="auto">
            <a:xfrm>
              <a:off x="6775979" y="3279119"/>
              <a:ext cx="1905000" cy="400110"/>
            </a:xfrm>
            <a:prstGeom prst="rect">
              <a:avLst/>
            </a:prstGeom>
            <a:noFill/>
            <a:ln w="9525">
              <a:noFill/>
              <a:miter lim="800000"/>
              <a:headEnd/>
              <a:tailEnd/>
            </a:ln>
          </p:spPr>
          <p:txBody>
            <a:bodyPr wrap="square">
              <a:spAutoFit/>
            </a:bodyPr>
            <a:lstStyle/>
            <a:p>
              <a:pPr algn="l">
                <a:spcBef>
                  <a:spcPct val="50000"/>
                </a:spcBef>
              </a:pPr>
              <a:r>
                <a:rPr lang="en-US" altLang="zh-CN" sz="2000" b="0" dirty="0">
                  <a:solidFill>
                    <a:schemeClr val="tx1"/>
                  </a:solidFill>
                  <a:latin typeface="Arial" panose="020B0604020202020204" pitchFamily="34" charset="0"/>
                  <a:ea typeface="SimHei" panose="02010609060101010101" pitchFamily="49" charset="-122"/>
                  <a:cs typeface="Arial" panose="020B0604020202020204" pitchFamily="34" charset="0"/>
                </a:rPr>
                <a:t>N:</a:t>
              </a:r>
              <a:r>
                <a:rPr lang="zh-CN" altLang="en-US" sz="2000" b="0" dirty="0">
                  <a:solidFill>
                    <a:schemeClr val="tx1"/>
                  </a:solidFill>
                  <a:latin typeface="Arial" panose="020B0604020202020204" pitchFamily="34" charset="0"/>
                  <a:ea typeface="SimHei" panose="02010609060101010101" pitchFamily="49" charset="-122"/>
                  <a:cs typeface="Arial" panose="020B0604020202020204" pitchFamily="34" charset="0"/>
                </a:rPr>
                <a:t> 接收到</a:t>
              </a:r>
              <a:r>
                <a:rPr lang="en-US" altLang="zh-CN" sz="2000" b="0" dirty="0">
                  <a:solidFill>
                    <a:schemeClr val="tx1"/>
                  </a:solidFill>
                  <a:latin typeface="Arial" panose="020B0604020202020204" pitchFamily="34" charset="0"/>
                  <a:ea typeface="SimHei" panose="02010609060101010101" pitchFamily="49" charset="-122"/>
                  <a:cs typeface="Arial" panose="020B0604020202020204" pitchFamily="34" charset="0"/>
                </a:rPr>
                <a:t>110</a:t>
              </a:r>
            </a:p>
          </p:txBody>
        </p:sp>
        <p:sp>
          <p:nvSpPr>
            <p:cNvPr id="113" name="Text Box 59">
              <a:extLst>
                <a:ext uri="{FF2B5EF4-FFF2-40B4-BE49-F238E27FC236}">
                  <a16:creationId xmlns:a16="http://schemas.microsoft.com/office/drawing/2014/main" id="{B1E8F434-F86C-4EF9-9654-DD60AEE284EE}"/>
                </a:ext>
              </a:extLst>
            </p:cNvPr>
            <p:cNvSpPr txBox="1">
              <a:spLocks noChangeArrowheads="1"/>
            </p:cNvSpPr>
            <p:nvPr/>
          </p:nvSpPr>
          <p:spPr bwMode="auto">
            <a:xfrm>
              <a:off x="6775979" y="3657565"/>
              <a:ext cx="1905000" cy="400110"/>
            </a:xfrm>
            <a:prstGeom prst="rect">
              <a:avLst/>
            </a:prstGeom>
            <a:noFill/>
            <a:ln w="9525">
              <a:noFill/>
              <a:miter lim="800000"/>
              <a:headEnd/>
              <a:tailEnd/>
            </a:ln>
          </p:spPr>
          <p:txBody>
            <a:bodyPr wrap="square">
              <a:spAutoFit/>
            </a:bodyPr>
            <a:lstStyle/>
            <a:p>
              <a:pPr algn="l">
                <a:spcBef>
                  <a:spcPct val="50000"/>
                </a:spcBef>
              </a:pPr>
              <a:r>
                <a:rPr lang="en-US" altLang="zh-CN" sz="2000" b="0" dirty="0">
                  <a:solidFill>
                    <a:schemeClr val="tx1"/>
                  </a:solidFill>
                  <a:latin typeface="Arial" panose="020B0604020202020204" pitchFamily="34" charset="0"/>
                  <a:ea typeface="SimHei" panose="02010609060101010101" pitchFamily="49" charset="-122"/>
                  <a:cs typeface="Arial" panose="020B0604020202020204" pitchFamily="34" charset="0"/>
                </a:rPr>
                <a:t>O:</a:t>
              </a:r>
              <a:r>
                <a:rPr lang="zh-CN" altLang="en-US" sz="2000" b="0" dirty="0">
                  <a:solidFill>
                    <a:schemeClr val="tx1"/>
                  </a:solidFill>
                  <a:latin typeface="Arial" panose="020B0604020202020204" pitchFamily="34" charset="0"/>
                  <a:ea typeface="SimHei" panose="02010609060101010101" pitchFamily="49" charset="-122"/>
                  <a:cs typeface="Arial" panose="020B0604020202020204" pitchFamily="34" charset="0"/>
                </a:rPr>
                <a:t> 接收到</a:t>
              </a:r>
              <a:r>
                <a:rPr lang="en-US" altLang="zh-CN" sz="2000" b="0" dirty="0">
                  <a:solidFill>
                    <a:schemeClr val="tx1"/>
                  </a:solidFill>
                  <a:latin typeface="Arial" panose="020B0604020202020204" pitchFamily="34" charset="0"/>
                  <a:ea typeface="SimHei" panose="02010609060101010101" pitchFamily="49" charset="-122"/>
                  <a:cs typeface="Arial" panose="020B0604020202020204" pitchFamily="34" charset="0"/>
                </a:rPr>
                <a:t>111</a:t>
              </a:r>
            </a:p>
          </p:txBody>
        </p:sp>
      </p:grpSp>
      <p:sp>
        <p:nvSpPr>
          <p:cNvPr id="3" name="Title 4">
            <a:extLst>
              <a:ext uri="{FF2B5EF4-FFF2-40B4-BE49-F238E27FC236}">
                <a16:creationId xmlns:a16="http://schemas.microsoft.com/office/drawing/2014/main" id="{40E35281-0024-6AEE-AD76-D3170644A0EE}"/>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latin typeface="+mn-lt"/>
                <a:ea typeface="黑体" panose="02010609060101010101" pitchFamily="49" charset="-122"/>
              </a:rPr>
              <a:t>例</a:t>
            </a:r>
            <a:r>
              <a:rPr lang="en-US" altLang="zh-CN" dirty="0">
                <a:latin typeface="+mn-lt"/>
                <a:ea typeface="黑体" panose="02010609060101010101" pitchFamily="49" charset="-122"/>
              </a:rPr>
              <a:t>2: </a:t>
            </a:r>
            <a:r>
              <a:rPr lang="zh-CN" altLang="en-US" dirty="0">
                <a:latin typeface="+mn-lt"/>
                <a:ea typeface="黑体" panose="02010609060101010101" pitchFamily="49" charset="-122"/>
              </a:rPr>
              <a:t>序列检测器</a:t>
            </a:r>
            <a:endParaRPr lang="en-CN" altLang="zh-CN" sz="4000" dirty="0">
              <a:solidFill>
                <a:srgbClr val="0000FF"/>
              </a:solidFill>
              <a:latin typeface="+mn-lt"/>
              <a:cs typeface="Arial" panose="020B0604020202020204" pitchFamily="34" charset="0"/>
            </a:endParaRPr>
          </a:p>
        </p:txBody>
      </p:sp>
      <p:sp>
        <p:nvSpPr>
          <p:cNvPr id="2" name="文本框 1">
            <a:extLst>
              <a:ext uri="{FF2B5EF4-FFF2-40B4-BE49-F238E27FC236}">
                <a16:creationId xmlns:a16="http://schemas.microsoft.com/office/drawing/2014/main" id="{B49328D5-3B41-859B-CBB1-530CABC41241}"/>
              </a:ext>
            </a:extLst>
          </p:cNvPr>
          <p:cNvSpPr txBox="1"/>
          <p:nvPr/>
        </p:nvSpPr>
        <p:spPr>
          <a:xfrm>
            <a:off x="7253121" y="4940788"/>
            <a:ext cx="1733015" cy="1077218"/>
          </a:xfrm>
          <a:prstGeom prst="rect">
            <a:avLst/>
          </a:prstGeom>
          <a:solidFill>
            <a:schemeClr val="bg1">
              <a:lumMod val="85000"/>
            </a:schemeClr>
          </a:solidFill>
        </p:spPr>
        <p:txBody>
          <a:bodyPr wrap="square" rtlCol="0">
            <a:spAutoFit/>
          </a:bodyPr>
          <a:lstStyle/>
          <a:p>
            <a:pPr algn="ctr"/>
            <a:r>
              <a:rPr kumimoji="1" lang="zh-CN" altLang="en-US" sz="3200" dirty="0">
                <a:latin typeface="+mn-ea"/>
                <a:ea typeface="+mn-ea"/>
              </a:rPr>
              <a:t>一共</a:t>
            </a:r>
            <a:r>
              <a:rPr kumimoji="1" lang="en-US" altLang="zh-CN" sz="3200" dirty="0">
                <a:solidFill>
                  <a:srgbClr val="3333FF"/>
                </a:solidFill>
                <a:latin typeface="+mn-ea"/>
                <a:ea typeface="+mn-ea"/>
              </a:rPr>
              <a:t>15</a:t>
            </a:r>
            <a:r>
              <a:rPr kumimoji="1" lang="zh-CN" altLang="en-US" sz="3200" dirty="0">
                <a:latin typeface="+mn-ea"/>
                <a:ea typeface="+mn-ea"/>
              </a:rPr>
              <a:t>个状态！</a:t>
            </a:r>
          </a:p>
        </p:txBody>
      </p:sp>
    </p:spTree>
    <p:extLst>
      <p:ext uri="{BB962C8B-B14F-4D97-AF65-F5344CB8AC3E}">
        <p14:creationId xmlns:p14="http://schemas.microsoft.com/office/powerpoint/2010/main" val="41226380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64" name="灯片编号占位符 94"/>
          <p:cNvSpPr>
            <a:spLocks noGrp="1"/>
          </p:cNvSpPr>
          <p:nvPr>
            <p:ph type="sldNum" sz="quarter" idx="12"/>
          </p:nvPr>
        </p:nvSpPr>
        <p:spPr>
          <a:noFill/>
          <a:ln>
            <a:noFill/>
          </a:ln>
          <a:effectLst/>
        </p:spPr>
        <p:txBody>
          <a:bodyPr vert="horz" wrap="square" lIns="91440" tIns="45720" rIns="91440" bIns="45720" numCol="1" anchor="t" anchorCtr="0" compatLnSpc="1">
            <a:prstTxWarp prst="textNoShape">
              <a:avLst/>
            </a:prstTxWarp>
          </a:bodyPr>
          <a:lstStyle/>
          <a:p>
            <a:fld id="{6779A9B5-CC32-4D6A-9325-5D1CBD880CD1}" type="slidenum">
              <a:rPr lang="en-US" altLang="zh-CN" smtClean="0"/>
              <a:pPr/>
              <a:t>30</a:t>
            </a:fld>
            <a:endParaRPr lang="en-US" altLang="zh-CN"/>
          </a:p>
        </p:txBody>
      </p:sp>
      <p:sp>
        <p:nvSpPr>
          <p:cNvPr id="96" name="文本框 95">
            <a:extLst>
              <a:ext uri="{FF2B5EF4-FFF2-40B4-BE49-F238E27FC236}">
                <a16:creationId xmlns:a16="http://schemas.microsoft.com/office/drawing/2014/main" id="{8F173F5E-759B-9D4F-AD6C-AD4390E52635}"/>
              </a:ext>
            </a:extLst>
          </p:cNvPr>
          <p:cNvSpPr txBox="1"/>
          <p:nvPr/>
        </p:nvSpPr>
        <p:spPr>
          <a:xfrm>
            <a:off x="536273" y="2130396"/>
            <a:ext cx="4172444" cy="830997"/>
          </a:xfrm>
          <a:prstGeom prst="rect">
            <a:avLst/>
          </a:prstGeom>
          <a:noFill/>
        </p:spPr>
        <p:txBody>
          <a:bodyPr wrap="square" rtlCol="0">
            <a:spAutoFit/>
          </a:bodyPr>
          <a:lstStyle/>
          <a:p>
            <a:r>
              <a:rPr kumimoji="1" lang="zh-CN" altLang="en-US" sz="2400" dirty="0">
                <a:solidFill>
                  <a:schemeClr val="tx1"/>
                </a:solidFill>
                <a:latin typeface="+mn-ea"/>
                <a:ea typeface="+mn-ea"/>
              </a:rPr>
              <a:t>现在，状态通过</a:t>
            </a:r>
            <a:r>
              <a:rPr kumimoji="1" lang="zh-CN" altLang="en-US" sz="2400" dirty="0">
                <a:solidFill>
                  <a:srgbClr val="7030A0"/>
                </a:solidFill>
                <a:latin typeface="+mn-ea"/>
                <a:ea typeface="+mn-ea"/>
              </a:rPr>
              <a:t>不匹配的模式</a:t>
            </a:r>
            <a:r>
              <a:rPr kumimoji="1" lang="en-US" altLang="zh-CN" sz="2400" dirty="0">
                <a:solidFill>
                  <a:srgbClr val="7030A0"/>
                </a:solidFill>
                <a:latin typeface="+mn-ea"/>
                <a:ea typeface="+mn-ea"/>
              </a:rPr>
              <a:t> </a:t>
            </a:r>
            <a:r>
              <a:rPr kumimoji="1" lang="zh-CN" altLang="en-US" sz="2400" dirty="0">
                <a:solidFill>
                  <a:schemeClr val="tx1"/>
                </a:solidFill>
                <a:latin typeface="+mn-ea"/>
                <a:ea typeface="+mn-ea"/>
              </a:rPr>
              <a:t>和 </a:t>
            </a:r>
            <a:r>
              <a:rPr kumimoji="1" lang="zh-CN" altLang="en-US" sz="2400" dirty="0">
                <a:solidFill>
                  <a:srgbClr val="3333FF"/>
                </a:solidFill>
                <a:latin typeface="+mn-ea"/>
                <a:ea typeface="+mn-ea"/>
              </a:rPr>
              <a:t>可能匹配的模式 </a:t>
            </a:r>
            <a:r>
              <a:rPr kumimoji="1" lang="zh-CN" altLang="en-US" sz="2400" b="0" dirty="0">
                <a:solidFill>
                  <a:schemeClr val="tx1"/>
                </a:solidFill>
                <a:latin typeface="+mn-ea"/>
                <a:ea typeface="+mn-ea"/>
              </a:rPr>
              <a:t>定义</a:t>
            </a:r>
          </a:p>
        </p:txBody>
      </p:sp>
      <p:sp>
        <p:nvSpPr>
          <p:cNvPr id="2" name="Rectangle 1">
            <a:extLst>
              <a:ext uri="{FF2B5EF4-FFF2-40B4-BE49-F238E27FC236}">
                <a16:creationId xmlns:a16="http://schemas.microsoft.com/office/drawing/2014/main" id="{2858378A-01B8-9A4E-898F-FDC3657A59BD}"/>
              </a:ext>
            </a:extLst>
          </p:cNvPr>
          <p:cNvSpPr/>
          <p:nvPr/>
        </p:nvSpPr>
        <p:spPr>
          <a:xfrm>
            <a:off x="479358" y="1422744"/>
            <a:ext cx="4106637" cy="523220"/>
          </a:xfrm>
          <a:prstGeom prst="rect">
            <a:avLst/>
          </a:prstGeom>
        </p:spPr>
        <p:txBody>
          <a:bodyPr wrap="none">
            <a:spAutoFit/>
          </a:bodyPr>
          <a:lstStyle/>
          <a:p>
            <a:pPr algn="ctr"/>
            <a:r>
              <a:rPr lang="zh-CN" altLang="en-US" sz="2800" b="1" dirty="0">
                <a:solidFill>
                  <a:srgbClr val="3333FF"/>
                </a:solidFill>
                <a:latin typeface="Arial" panose="020B0604020202020204" pitchFamily="34" charset="0"/>
                <a:ea typeface="黑体" panose="02010609060101010101" pitchFamily="49" charset="-122"/>
                <a:cs typeface="Arial" panose="020B0604020202020204" pitchFamily="34" charset="0"/>
              </a:rPr>
              <a:t>目标匹配</a:t>
            </a:r>
            <a:r>
              <a:rPr lang="en-US" altLang="zh-CN" sz="2800" b="1" dirty="0">
                <a:solidFill>
                  <a:srgbClr val="3333FF"/>
                </a:solidFill>
                <a:latin typeface="Arial" panose="020B0604020202020204" pitchFamily="34" charset="0"/>
                <a:ea typeface="黑体" panose="02010609060101010101" pitchFamily="49" charset="-122"/>
                <a:cs typeface="Arial" panose="020B0604020202020204" pitchFamily="34" charset="0"/>
              </a:rPr>
              <a:t>: 0110 or 1010 </a:t>
            </a:r>
            <a:endParaRPr lang="en-CN" sz="2800" b="1" dirty="0">
              <a:solidFill>
                <a:srgbClr val="3333FF"/>
              </a:solidFill>
              <a:latin typeface="Arial" panose="020B0604020202020204" pitchFamily="34" charset="0"/>
              <a:ea typeface="黑体" panose="02010609060101010101" pitchFamily="49" charset="-122"/>
              <a:cs typeface="Arial" panose="020B0604020202020204" pitchFamily="34" charset="0"/>
            </a:endParaRPr>
          </a:p>
        </p:txBody>
      </p:sp>
      <p:sp>
        <p:nvSpPr>
          <p:cNvPr id="3" name="Rectangle 2">
            <a:extLst>
              <a:ext uri="{FF2B5EF4-FFF2-40B4-BE49-F238E27FC236}">
                <a16:creationId xmlns:a16="http://schemas.microsoft.com/office/drawing/2014/main" id="{908DB3A9-BDF4-3F47-B3D5-818A413133B0}"/>
              </a:ext>
            </a:extLst>
          </p:cNvPr>
          <p:cNvSpPr/>
          <p:nvPr/>
        </p:nvSpPr>
        <p:spPr>
          <a:xfrm>
            <a:off x="4739836" y="1429094"/>
            <a:ext cx="4420458" cy="3150671"/>
          </a:xfrm>
          <a:prstGeom prst="rect">
            <a:avLst/>
          </a:prstGeom>
          <a:solidFill>
            <a:schemeClr val="accent3">
              <a:lumMod val="20000"/>
              <a:lumOff val="80000"/>
            </a:schemeClr>
          </a:solidFill>
        </p:spPr>
        <p:txBody>
          <a:bodyPr wrap="square">
            <a:spAutoFit/>
          </a:bodyPr>
          <a:lstStyle/>
          <a:p>
            <a:pPr marL="409575" indent="-409575" algn="l">
              <a:lnSpc>
                <a:spcPct val="120000"/>
              </a:lnSpc>
            </a:pPr>
            <a:r>
              <a:rPr lang="en-US" sz="2400" dirty="0">
                <a:latin typeface="Arial" panose="020B0604020202020204" pitchFamily="34" charset="0"/>
                <a:cs typeface="Arial" panose="020B0604020202020204" pitchFamily="34" charset="0"/>
              </a:rPr>
              <a:t>A: </a:t>
            </a:r>
            <a:r>
              <a:rPr lang="zh-CN" altLang="en-US" sz="2400" dirty="0">
                <a:latin typeface="黑体" panose="02010609060101010101" pitchFamily="49" charset="-122"/>
                <a:ea typeface="黑体" panose="02010609060101010101" pitchFamily="49" charset="-122"/>
                <a:cs typeface="Arial" panose="020B0604020202020204" pitchFamily="34" charset="0"/>
              </a:rPr>
              <a:t>复位</a:t>
            </a:r>
            <a:endParaRPr lang="en-US" sz="2400" dirty="0">
              <a:latin typeface="黑体" panose="02010609060101010101" pitchFamily="49" charset="-122"/>
              <a:ea typeface="黑体" panose="02010609060101010101" pitchFamily="49" charset="-122"/>
              <a:cs typeface="Arial" panose="020B0604020202020204" pitchFamily="34" charset="0"/>
            </a:endParaRPr>
          </a:p>
          <a:p>
            <a:pPr marL="409575" indent="-409575" algn="l">
              <a:lnSpc>
                <a:spcPct val="120000"/>
              </a:lnSpc>
            </a:pPr>
            <a:r>
              <a:rPr lang="en-US" sz="2400" dirty="0">
                <a:latin typeface="Arial" panose="020B0604020202020204" pitchFamily="34" charset="0"/>
                <a:cs typeface="Arial" panose="020B0604020202020204" pitchFamily="34" charset="0"/>
              </a:rPr>
              <a:t>B: 0xxx (</a:t>
            </a:r>
            <a:r>
              <a:rPr lang="zh-CN" altLang="en-US" sz="2400" dirty="0">
                <a:latin typeface="黑体" panose="02010609060101010101" pitchFamily="49" charset="-122"/>
                <a:ea typeface="黑体" panose="02010609060101010101" pitchFamily="49" charset="-122"/>
                <a:cs typeface="Arial" panose="020B0604020202020204" pitchFamily="34" charset="0"/>
              </a:rPr>
              <a:t>第一个比特为</a:t>
            </a:r>
            <a:r>
              <a:rPr lang="en-US" sz="2400" dirty="0">
                <a:latin typeface="Arial" panose="020B0604020202020204" pitchFamily="34" charset="0"/>
                <a:cs typeface="Arial" panose="020B0604020202020204" pitchFamily="34" charset="0"/>
              </a:rPr>
              <a:t>0)</a:t>
            </a:r>
          </a:p>
          <a:p>
            <a:pPr marL="409575" indent="-409575" algn="l">
              <a:lnSpc>
                <a:spcPct val="120000"/>
              </a:lnSpc>
            </a:pPr>
            <a:r>
              <a:rPr lang="en-US" sz="2400" dirty="0">
                <a:latin typeface="Arial" panose="020B0604020202020204" pitchFamily="34" charset="0"/>
                <a:cs typeface="Arial" panose="020B0604020202020204" pitchFamily="34" charset="0"/>
              </a:rPr>
              <a:t>C: 1xxx (</a:t>
            </a:r>
            <a:r>
              <a:rPr lang="zh-CN" altLang="en-US" sz="2400" dirty="0">
                <a:latin typeface="黑体" panose="02010609060101010101" pitchFamily="49" charset="-122"/>
                <a:ea typeface="黑体" panose="02010609060101010101" pitchFamily="49" charset="-122"/>
                <a:cs typeface="Arial" panose="020B0604020202020204" pitchFamily="34" charset="0"/>
              </a:rPr>
              <a:t>第一个比特为</a:t>
            </a:r>
            <a:r>
              <a:rPr lang="en-US" sz="2400" dirty="0">
                <a:latin typeface="Arial" panose="020B0604020202020204" pitchFamily="34" charset="0"/>
                <a:cs typeface="Arial" panose="020B0604020202020204" pitchFamily="34" charset="0"/>
              </a:rPr>
              <a:t>1)</a:t>
            </a:r>
          </a:p>
          <a:p>
            <a:pPr marL="409575" indent="-409575" algn="l">
              <a:lnSpc>
                <a:spcPct val="120000"/>
              </a:lnSpc>
            </a:pPr>
            <a:r>
              <a:rPr lang="en-US" sz="2400" dirty="0">
                <a:latin typeface="Arial" panose="020B0604020202020204" pitchFamily="34" charset="0"/>
                <a:cs typeface="Arial" panose="020B0604020202020204" pitchFamily="34" charset="0"/>
              </a:rPr>
              <a:t>D: 01xx or 10xx (</a:t>
            </a:r>
            <a:r>
              <a:rPr lang="en-US" sz="2400" dirty="0">
                <a:latin typeface="SimHei" panose="02010609060101010101" pitchFamily="49" charset="-122"/>
                <a:ea typeface="SimHei" panose="02010609060101010101" pitchFamily="49" charset="-122"/>
                <a:cs typeface="Arial" panose="020B0604020202020204" pitchFamily="34" charset="0"/>
              </a:rPr>
              <a:t>前2位匹配</a:t>
            </a:r>
            <a:r>
              <a:rPr lang="en-US" sz="2400" dirty="0">
                <a:latin typeface="Arial" panose="020B0604020202020204" pitchFamily="34" charset="0"/>
                <a:cs typeface="Arial" panose="020B0604020202020204" pitchFamily="34" charset="0"/>
              </a:rPr>
              <a:t>)</a:t>
            </a:r>
          </a:p>
          <a:p>
            <a:pPr marL="409575" indent="-409575" algn="l">
              <a:lnSpc>
                <a:spcPct val="120000"/>
              </a:lnSpc>
            </a:pPr>
            <a:r>
              <a:rPr lang="en-US" sz="2400" dirty="0">
                <a:latin typeface="Arial" panose="020B0604020202020204" pitchFamily="34" charset="0"/>
                <a:cs typeface="Arial" panose="020B0604020202020204" pitchFamily="34" charset="0"/>
              </a:rPr>
              <a:t>E: 00xx or 11xx (</a:t>
            </a:r>
            <a:r>
              <a:rPr lang="en-US" sz="2400" dirty="0">
                <a:latin typeface="SimHei" panose="02010609060101010101" pitchFamily="49" charset="-122"/>
                <a:ea typeface="SimHei" panose="02010609060101010101" pitchFamily="49" charset="-122"/>
                <a:cs typeface="Arial" panose="020B0604020202020204" pitchFamily="34" charset="0"/>
              </a:rPr>
              <a:t>前2位不匹配</a:t>
            </a:r>
            <a:r>
              <a:rPr lang="en-US" sz="2400" dirty="0">
                <a:latin typeface="Arial" panose="020B0604020202020204" pitchFamily="34" charset="0"/>
                <a:cs typeface="Arial" panose="020B0604020202020204" pitchFamily="34" charset="0"/>
              </a:rPr>
              <a:t>)</a:t>
            </a:r>
          </a:p>
          <a:p>
            <a:pPr marL="409575" indent="-409575" algn="l">
              <a:lnSpc>
                <a:spcPct val="120000"/>
              </a:lnSpc>
            </a:pPr>
            <a:r>
              <a:rPr lang="en-US" sz="2400" dirty="0">
                <a:latin typeface="Arial" panose="020B0604020202020204" pitchFamily="34" charset="0"/>
                <a:cs typeface="Arial" panose="020B0604020202020204" pitchFamily="34" charset="0"/>
              </a:rPr>
              <a:t>F: 101x 011x (</a:t>
            </a:r>
            <a:r>
              <a:rPr lang="en-US" sz="2400" dirty="0" err="1">
                <a:latin typeface="SimHei" panose="02010609060101010101" pitchFamily="49" charset="-122"/>
                <a:ea typeface="SimHei" panose="02010609060101010101" pitchFamily="49" charset="-122"/>
                <a:cs typeface="Arial" panose="020B0604020202020204" pitchFamily="34" charset="0"/>
              </a:rPr>
              <a:t>前三位匹配</a:t>
            </a:r>
            <a:r>
              <a:rPr lang="en-US" sz="2400" dirty="0">
                <a:latin typeface="Arial" panose="020B0604020202020204" pitchFamily="34" charset="0"/>
                <a:cs typeface="Arial" panose="020B0604020202020204" pitchFamily="34" charset="0"/>
              </a:rPr>
              <a:t>)</a:t>
            </a:r>
          </a:p>
          <a:p>
            <a:pPr marL="409575" indent="-409575" algn="l">
              <a:lnSpc>
                <a:spcPct val="120000"/>
              </a:lnSpc>
            </a:pPr>
            <a:r>
              <a:rPr lang="en-US" sz="2400" dirty="0">
                <a:latin typeface="Arial" panose="020B0604020202020204" pitchFamily="34" charset="0"/>
                <a:cs typeface="Arial" panose="020B0604020202020204" pitchFamily="34" charset="0"/>
              </a:rPr>
              <a:t>G: </a:t>
            </a:r>
            <a:r>
              <a:rPr lang="en-US" sz="2400" dirty="0">
                <a:latin typeface="黑体" panose="02010609060101010101" pitchFamily="49" charset="-122"/>
                <a:ea typeface="黑体" panose="02010609060101010101" pitchFamily="49" charset="-122"/>
                <a:cs typeface="Arial" panose="020B0604020202020204" pitchFamily="34" charset="0"/>
              </a:rPr>
              <a:t>前3位不</a:t>
            </a:r>
            <a:r>
              <a:rPr lang="zh-CN" altLang="en-US" sz="2400" dirty="0">
                <a:latin typeface="黑体" panose="02010609060101010101" pitchFamily="49" charset="-122"/>
                <a:ea typeface="黑体" panose="02010609060101010101" pitchFamily="49" charset="-122"/>
                <a:cs typeface="Arial" panose="020B0604020202020204" pitchFamily="34" charset="0"/>
              </a:rPr>
              <a:t>匹配</a:t>
            </a:r>
            <a:endParaRPr lang="en-US" sz="2400" dirty="0">
              <a:latin typeface="黑体" panose="02010609060101010101" pitchFamily="49" charset="-122"/>
              <a:ea typeface="黑体" panose="02010609060101010101" pitchFamily="49" charset="-122"/>
              <a:cs typeface="Arial" panose="020B0604020202020204" pitchFamily="34" charset="0"/>
            </a:endParaRPr>
          </a:p>
        </p:txBody>
      </p:sp>
      <p:sp>
        <p:nvSpPr>
          <p:cNvPr id="36" name="TextBox 35">
            <a:extLst>
              <a:ext uri="{FF2B5EF4-FFF2-40B4-BE49-F238E27FC236}">
                <a16:creationId xmlns:a16="http://schemas.microsoft.com/office/drawing/2014/main" id="{2304B595-B159-7946-81DD-0B62FA88735D}"/>
              </a:ext>
            </a:extLst>
          </p:cNvPr>
          <p:cNvSpPr txBox="1"/>
          <p:nvPr/>
        </p:nvSpPr>
        <p:spPr>
          <a:xfrm>
            <a:off x="5329961" y="4884833"/>
            <a:ext cx="2518639" cy="1592167"/>
          </a:xfrm>
          <a:prstGeom prst="rect">
            <a:avLst/>
          </a:prstGeom>
          <a:solidFill>
            <a:schemeClr val="accent4">
              <a:lumMod val="20000"/>
              <a:lumOff val="80000"/>
            </a:schemeClr>
          </a:solidFill>
        </p:spPr>
        <p:txBody>
          <a:bodyPr wrap="none" rtlCol="0">
            <a:spAutoFit/>
          </a:bodyPr>
          <a:lstStyle/>
          <a:p>
            <a:pPr algn="ctr">
              <a:lnSpc>
                <a:spcPct val="120000"/>
              </a:lnSpc>
            </a:pPr>
            <a:r>
              <a:rPr lang="zh-CN" altLang="en-US" sz="2800" dirty="0">
                <a:latin typeface="+mn-ea"/>
                <a:ea typeface="+mn-ea"/>
                <a:cs typeface="Arial" panose="020B0604020202020204" pitchFamily="34" charset="0"/>
              </a:rPr>
              <a:t>关键</a:t>
            </a:r>
            <a:r>
              <a:rPr lang="en-CN" sz="2800" dirty="0">
                <a:latin typeface="+mn-ea"/>
                <a:ea typeface="+mn-ea"/>
                <a:cs typeface="Arial" panose="020B0604020202020204" pitchFamily="34" charset="0"/>
              </a:rPr>
              <a:t>:</a:t>
            </a:r>
          </a:p>
          <a:p>
            <a:pPr algn="ctr">
              <a:lnSpc>
                <a:spcPct val="120000"/>
              </a:lnSpc>
            </a:pPr>
            <a:r>
              <a:rPr lang="zh-CN" altLang="en-US" sz="2800" dirty="0">
                <a:latin typeface="+mn-ea"/>
                <a:ea typeface="+mn-ea"/>
                <a:cs typeface="Arial" panose="020B0604020202020204" pitchFamily="34" charset="0"/>
              </a:rPr>
              <a:t>合并冗余</a:t>
            </a:r>
            <a:r>
              <a:rPr lang="en-CN" altLang="zh-CN" sz="2800" dirty="0">
                <a:latin typeface="+mn-ea"/>
                <a:ea typeface="+mn-ea"/>
                <a:cs typeface="Arial" panose="020B0604020202020204" pitchFamily="34" charset="0"/>
              </a:rPr>
              <a:t>!</a:t>
            </a:r>
            <a:endParaRPr lang="en-CN" sz="2800" dirty="0">
              <a:latin typeface="+mn-ea"/>
              <a:ea typeface="+mn-ea"/>
              <a:cs typeface="Arial" panose="020B0604020202020204" pitchFamily="34" charset="0"/>
            </a:endParaRPr>
          </a:p>
          <a:p>
            <a:pPr algn="ctr">
              <a:lnSpc>
                <a:spcPct val="120000"/>
              </a:lnSpc>
            </a:pPr>
            <a:r>
              <a:rPr lang="zh-CN" altLang="en-US" sz="2800" dirty="0">
                <a:latin typeface="+mn-ea"/>
                <a:ea typeface="+mn-ea"/>
                <a:cs typeface="Arial" panose="020B0604020202020204" pitchFamily="34" charset="0"/>
              </a:rPr>
              <a:t>找到等价状态</a:t>
            </a:r>
            <a:r>
              <a:rPr lang="en-CN" altLang="zh-CN" sz="2800" dirty="0">
                <a:latin typeface="+mn-ea"/>
                <a:ea typeface="+mn-ea"/>
                <a:cs typeface="Arial" panose="020B0604020202020204" pitchFamily="34" charset="0"/>
              </a:rPr>
              <a:t>!</a:t>
            </a:r>
            <a:endParaRPr lang="en-CN" sz="2800" dirty="0">
              <a:latin typeface="+mn-ea"/>
              <a:ea typeface="+mn-ea"/>
              <a:cs typeface="Arial" panose="020B0604020202020204" pitchFamily="34" charset="0"/>
            </a:endParaRPr>
          </a:p>
        </p:txBody>
      </p:sp>
      <p:grpSp>
        <p:nvGrpSpPr>
          <p:cNvPr id="8" name="组合 7">
            <a:extLst>
              <a:ext uri="{FF2B5EF4-FFF2-40B4-BE49-F238E27FC236}">
                <a16:creationId xmlns:a16="http://schemas.microsoft.com/office/drawing/2014/main" id="{9F13C7EB-48BF-8672-47B7-AC2156D98BF2}"/>
              </a:ext>
            </a:extLst>
          </p:cNvPr>
          <p:cNvGrpSpPr/>
          <p:nvPr/>
        </p:nvGrpSpPr>
        <p:grpSpPr>
          <a:xfrm>
            <a:off x="561151" y="3592503"/>
            <a:ext cx="3476652" cy="3128972"/>
            <a:chOff x="502192" y="3617480"/>
            <a:chExt cx="3476652" cy="3128972"/>
          </a:xfrm>
        </p:grpSpPr>
        <p:sp>
          <p:nvSpPr>
            <p:cNvPr id="4" name="Oval 3">
              <a:extLst>
                <a:ext uri="{FF2B5EF4-FFF2-40B4-BE49-F238E27FC236}">
                  <a16:creationId xmlns:a16="http://schemas.microsoft.com/office/drawing/2014/main" id="{BE7E46F0-D16C-0748-93D7-BD4951E8B23D}"/>
                </a:ext>
              </a:extLst>
            </p:cNvPr>
            <p:cNvSpPr/>
            <p:nvPr/>
          </p:nvSpPr>
          <p:spPr>
            <a:xfrm>
              <a:off x="2011222" y="3617480"/>
              <a:ext cx="381000" cy="381000"/>
            </a:xfrm>
            <a:prstGeom prst="ellipse">
              <a:avLst/>
            </a:prstGeom>
            <a:solidFill>
              <a:schemeClr val="bg1">
                <a:lumMod val="95000"/>
              </a:schemeClr>
            </a:solidFill>
          </p:spPr>
          <p:style>
            <a:lnRef idx="2">
              <a:schemeClr val="dk1"/>
            </a:lnRef>
            <a:fillRef idx="1">
              <a:schemeClr val="lt1"/>
            </a:fillRef>
            <a:effectRef idx="0">
              <a:schemeClr val="dk1"/>
            </a:effectRef>
            <a:fontRef idx="minor">
              <a:schemeClr val="dk1"/>
            </a:fontRef>
          </p:style>
          <p:txBody>
            <a:bodyPr wrap="square" rtlCol="0" anchor="ctr">
              <a:noAutofit/>
            </a:bodyPr>
            <a:lstStyle/>
            <a:p>
              <a:pPr algn="ctr"/>
              <a:r>
                <a:rPr lang="en-CN" sz="1800" dirty="0">
                  <a:solidFill>
                    <a:schemeClr val="tx1"/>
                  </a:solidFill>
                  <a:latin typeface="Arial" panose="020B0604020202020204" pitchFamily="34" charset="0"/>
                  <a:cs typeface="Arial" panose="020B0604020202020204" pitchFamily="34" charset="0"/>
                </a:rPr>
                <a:t>A</a:t>
              </a:r>
            </a:p>
          </p:txBody>
        </p:sp>
        <p:sp>
          <p:nvSpPr>
            <p:cNvPr id="102" name="Oval 101">
              <a:extLst>
                <a:ext uri="{FF2B5EF4-FFF2-40B4-BE49-F238E27FC236}">
                  <a16:creationId xmlns:a16="http://schemas.microsoft.com/office/drawing/2014/main" id="{E66FAC5A-D3D7-524E-B5C9-177A33DF6C69}"/>
                </a:ext>
              </a:extLst>
            </p:cNvPr>
            <p:cNvSpPr/>
            <p:nvPr/>
          </p:nvSpPr>
          <p:spPr>
            <a:xfrm>
              <a:off x="1507415" y="4253858"/>
              <a:ext cx="381000" cy="381000"/>
            </a:xfrm>
            <a:prstGeom prst="ellipse">
              <a:avLst/>
            </a:prstGeom>
            <a:solidFill>
              <a:schemeClr val="bg1">
                <a:lumMod val="75000"/>
              </a:schemeClr>
            </a:solidFill>
          </p:spPr>
          <p:style>
            <a:lnRef idx="2">
              <a:schemeClr val="dk1"/>
            </a:lnRef>
            <a:fillRef idx="1">
              <a:schemeClr val="lt1"/>
            </a:fillRef>
            <a:effectRef idx="0">
              <a:schemeClr val="dk1"/>
            </a:effectRef>
            <a:fontRef idx="minor">
              <a:schemeClr val="dk1"/>
            </a:fontRef>
          </p:style>
          <p:txBody>
            <a:bodyPr wrap="square" rtlCol="0" anchor="ctr">
              <a:noAutofit/>
            </a:bodyPr>
            <a:lstStyle/>
            <a:p>
              <a:pPr algn="ctr"/>
              <a:r>
                <a:rPr lang="en-CN" sz="1800" dirty="0">
                  <a:solidFill>
                    <a:schemeClr val="tx1"/>
                  </a:solidFill>
                  <a:latin typeface="Arial" panose="020B0604020202020204" pitchFamily="34" charset="0"/>
                  <a:cs typeface="Arial" panose="020B0604020202020204" pitchFamily="34" charset="0"/>
                </a:rPr>
                <a:t>B</a:t>
              </a:r>
            </a:p>
          </p:txBody>
        </p:sp>
        <p:sp>
          <p:nvSpPr>
            <p:cNvPr id="103" name="Oval 102">
              <a:extLst>
                <a:ext uri="{FF2B5EF4-FFF2-40B4-BE49-F238E27FC236}">
                  <a16:creationId xmlns:a16="http://schemas.microsoft.com/office/drawing/2014/main" id="{5025D12F-E344-9543-9B56-4D3C3F220C54}"/>
                </a:ext>
              </a:extLst>
            </p:cNvPr>
            <p:cNvSpPr/>
            <p:nvPr/>
          </p:nvSpPr>
          <p:spPr>
            <a:xfrm>
              <a:off x="2476500" y="4253858"/>
              <a:ext cx="381000" cy="381000"/>
            </a:xfrm>
            <a:prstGeom prst="ellipse">
              <a:avLst/>
            </a:prstGeom>
            <a:solidFill>
              <a:schemeClr val="bg1">
                <a:lumMod val="75000"/>
              </a:schemeClr>
            </a:solidFill>
          </p:spPr>
          <p:style>
            <a:lnRef idx="2">
              <a:schemeClr val="dk1"/>
            </a:lnRef>
            <a:fillRef idx="1">
              <a:schemeClr val="lt1"/>
            </a:fillRef>
            <a:effectRef idx="0">
              <a:schemeClr val="dk1"/>
            </a:effectRef>
            <a:fontRef idx="minor">
              <a:schemeClr val="dk1"/>
            </a:fontRef>
          </p:style>
          <p:txBody>
            <a:bodyPr wrap="square" rtlCol="0" anchor="ctr">
              <a:noAutofit/>
            </a:bodyPr>
            <a:lstStyle/>
            <a:p>
              <a:pPr algn="ctr"/>
              <a:r>
                <a:rPr lang="en-CN" sz="1800" dirty="0">
                  <a:solidFill>
                    <a:schemeClr val="tx1"/>
                  </a:solidFill>
                  <a:latin typeface="Arial" panose="020B0604020202020204" pitchFamily="34" charset="0"/>
                  <a:cs typeface="Arial" panose="020B0604020202020204" pitchFamily="34" charset="0"/>
                </a:rPr>
                <a:t>C</a:t>
              </a:r>
            </a:p>
          </p:txBody>
        </p:sp>
        <p:sp>
          <p:nvSpPr>
            <p:cNvPr id="104" name="Oval 103">
              <a:extLst>
                <a:ext uri="{FF2B5EF4-FFF2-40B4-BE49-F238E27FC236}">
                  <a16:creationId xmlns:a16="http://schemas.microsoft.com/office/drawing/2014/main" id="{7D3EF4D6-7EB6-0C47-AE37-40B62C2AD136}"/>
                </a:ext>
              </a:extLst>
            </p:cNvPr>
            <p:cNvSpPr/>
            <p:nvPr/>
          </p:nvSpPr>
          <p:spPr>
            <a:xfrm>
              <a:off x="2011222" y="4953000"/>
              <a:ext cx="381000" cy="381000"/>
            </a:xfrm>
            <a:prstGeom prst="ellipse">
              <a:avLst/>
            </a:prstGeom>
            <a:solidFill>
              <a:schemeClr val="bg1">
                <a:lumMod val="50000"/>
              </a:schemeClr>
            </a:solidFill>
          </p:spPr>
          <p:style>
            <a:lnRef idx="2">
              <a:schemeClr val="dk1"/>
            </a:lnRef>
            <a:fillRef idx="1">
              <a:schemeClr val="lt1"/>
            </a:fillRef>
            <a:effectRef idx="0">
              <a:schemeClr val="dk1"/>
            </a:effectRef>
            <a:fontRef idx="minor">
              <a:schemeClr val="dk1"/>
            </a:fontRef>
          </p:style>
          <p:txBody>
            <a:bodyPr wrap="square" rtlCol="0" anchor="ctr">
              <a:noAutofit/>
            </a:bodyPr>
            <a:lstStyle/>
            <a:p>
              <a:pPr algn="ctr"/>
              <a:r>
                <a:rPr lang="en-CN" sz="1800" dirty="0">
                  <a:solidFill>
                    <a:schemeClr val="tx1"/>
                  </a:solidFill>
                  <a:latin typeface="Arial" panose="020B0604020202020204" pitchFamily="34" charset="0"/>
                  <a:cs typeface="Arial" panose="020B0604020202020204" pitchFamily="34" charset="0"/>
                </a:rPr>
                <a:t>D</a:t>
              </a:r>
            </a:p>
          </p:txBody>
        </p:sp>
        <p:sp>
          <p:nvSpPr>
            <p:cNvPr id="105" name="Oval 104">
              <a:extLst>
                <a:ext uri="{FF2B5EF4-FFF2-40B4-BE49-F238E27FC236}">
                  <a16:creationId xmlns:a16="http://schemas.microsoft.com/office/drawing/2014/main" id="{D5387FC2-8582-7A44-89AF-ED5F48CF8C02}"/>
                </a:ext>
              </a:extLst>
            </p:cNvPr>
            <p:cNvSpPr/>
            <p:nvPr/>
          </p:nvSpPr>
          <p:spPr>
            <a:xfrm>
              <a:off x="2011222" y="5791200"/>
              <a:ext cx="381000" cy="381000"/>
            </a:xfrm>
            <a:prstGeom prst="ellipse">
              <a:avLst/>
            </a:prstGeom>
            <a:solidFill>
              <a:schemeClr val="tx1"/>
            </a:solidFill>
          </p:spPr>
          <p:style>
            <a:lnRef idx="2">
              <a:schemeClr val="dk1"/>
            </a:lnRef>
            <a:fillRef idx="1">
              <a:schemeClr val="lt1"/>
            </a:fillRef>
            <a:effectRef idx="0">
              <a:schemeClr val="dk1"/>
            </a:effectRef>
            <a:fontRef idx="minor">
              <a:schemeClr val="dk1"/>
            </a:fontRef>
          </p:style>
          <p:txBody>
            <a:bodyPr wrap="square" rtlCol="0" anchor="ctr">
              <a:noAutofit/>
            </a:bodyPr>
            <a:lstStyle/>
            <a:p>
              <a:pPr algn="ctr"/>
              <a:r>
                <a:rPr lang="en-CN" sz="1800" dirty="0">
                  <a:solidFill>
                    <a:schemeClr val="bg1"/>
                  </a:solidFill>
                  <a:latin typeface="Arial" panose="020B0604020202020204" pitchFamily="34" charset="0"/>
                  <a:cs typeface="Arial" panose="020B0604020202020204" pitchFamily="34" charset="0"/>
                </a:rPr>
                <a:t>F</a:t>
              </a:r>
            </a:p>
          </p:txBody>
        </p:sp>
        <p:sp>
          <p:nvSpPr>
            <p:cNvPr id="106" name="Oval 105">
              <a:extLst>
                <a:ext uri="{FF2B5EF4-FFF2-40B4-BE49-F238E27FC236}">
                  <a16:creationId xmlns:a16="http://schemas.microsoft.com/office/drawing/2014/main" id="{3A107481-18EA-194A-8DBB-74841E316607}"/>
                </a:ext>
              </a:extLst>
            </p:cNvPr>
            <p:cNvSpPr/>
            <p:nvPr/>
          </p:nvSpPr>
          <p:spPr>
            <a:xfrm>
              <a:off x="3019821" y="4946699"/>
              <a:ext cx="381000" cy="381000"/>
            </a:xfrm>
            <a:prstGeom prst="ellipse">
              <a:avLst/>
            </a:prstGeom>
            <a:noFill/>
          </p:spPr>
          <p:style>
            <a:lnRef idx="2">
              <a:schemeClr val="dk1"/>
            </a:lnRef>
            <a:fillRef idx="1">
              <a:schemeClr val="lt1"/>
            </a:fillRef>
            <a:effectRef idx="0">
              <a:schemeClr val="dk1"/>
            </a:effectRef>
            <a:fontRef idx="minor">
              <a:schemeClr val="dk1"/>
            </a:fontRef>
          </p:style>
          <p:txBody>
            <a:bodyPr wrap="square" rtlCol="0" anchor="ctr">
              <a:noAutofit/>
            </a:bodyPr>
            <a:lstStyle/>
            <a:p>
              <a:pPr algn="ctr"/>
              <a:r>
                <a:rPr lang="en-CN" sz="1800" dirty="0">
                  <a:solidFill>
                    <a:schemeClr val="tx1"/>
                  </a:solidFill>
                  <a:latin typeface="Arial" panose="020B0604020202020204" pitchFamily="34" charset="0"/>
                  <a:cs typeface="Arial" panose="020B0604020202020204" pitchFamily="34" charset="0"/>
                </a:rPr>
                <a:t>E</a:t>
              </a:r>
            </a:p>
          </p:txBody>
        </p:sp>
        <p:cxnSp>
          <p:nvCxnSpPr>
            <p:cNvPr id="6" name="Curved Connector 5">
              <a:extLst>
                <a:ext uri="{FF2B5EF4-FFF2-40B4-BE49-F238E27FC236}">
                  <a16:creationId xmlns:a16="http://schemas.microsoft.com/office/drawing/2014/main" id="{23B31492-8ADE-394B-8F51-24D0BF3C9CBE}"/>
                </a:ext>
              </a:extLst>
            </p:cNvPr>
            <p:cNvCxnSpPr>
              <a:stCxn id="4" idx="3"/>
              <a:endCxn id="102" idx="0"/>
            </p:cNvCxnSpPr>
            <p:nvPr/>
          </p:nvCxnSpPr>
          <p:spPr>
            <a:xfrm rot="5400000">
              <a:off x="1726880" y="3913720"/>
              <a:ext cx="311174" cy="369103"/>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109" name="Curved Connector 108">
              <a:extLst>
                <a:ext uri="{FF2B5EF4-FFF2-40B4-BE49-F238E27FC236}">
                  <a16:creationId xmlns:a16="http://schemas.microsoft.com/office/drawing/2014/main" id="{960C7084-6C8B-174B-AF16-2E04BEA20F73}"/>
                </a:ext>
              </a:extLst>
            </p:cNvPr>
            <p:cNvCxnSpPr>
              <a:cxnSpLocks/>
              <a:stCxn id="4" idx="5"/>
              <a:endCxn id="103" idx="0"/>
            </p:cNvCxnSpPr>
            <p:nvPr/>
          </p:nvCxnSpPr>
          <p:spPr>
            <a:xfrm rot="16200000" flipH="1">
              <a:off x="2346126" y="3932984"/>
              <a:ext cx="311174" cy="330574"/>
            </a:xfrm>
            <a:prstGeom prst="curved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EBC0FDB2-D992-9F4E-8888-D37C7B97BB9F}"/>
                </a:ext>
              </a:extLst>
            </p:cNvPr>
            <p:cNvSpPr txBox="1"/>
            <p:nvPr/>
          </p:nvSpPr>
          <p:spPr>
            <a:xfrm>
              <a:off x="1657999" y="3733800"/>
              <a:ext cx="356188" cy="461665"/>
            </a:xfrm>
            <a:prstGeom prst="rect">
              <a:avLst/>
            </a:prstGeom>
            <a:noFill/>
          </p:spPr>
          <p:txBody>
            <a:bodyPr wrap="none" rtlCol="0">
              <a:spAutoFit/>
            </a:bodyPr>
            <a:lstStyle/>
            <a:p>
              <a:pPr algn="ctr"/>
              <a:r>
                <a:rPr lang="en-CN" sz="2400" dirty="0">
                  <a:solidFill>
                    <a:schemeClr val="tx1"/>
                  </a:solidFill>
                  <a:latin typeface="Arial" panose="020B0604020202020204" pitchFamily="34" charset="0"/>
                  <a:cs typeface="Arial" panose="020B0604020202020204" pitchFamily="34" charset="0"/>
                </a:rPr>
                <a:t>0</a:t>
              </a:r>
            </a:p>
          </p:txBody>
        </p:sp>
        <p:sp>
          <p:nvSpPr>
            <p:cNvPr id="113" name="TextBox 112">
              <a:extLst>
                <a:ext uri="{FF2B5EF4-FFF2-40B4-BE49-F238E27FC236}">
                  <a16:creationId xmlns:a16="http://schemas.microsoft.com/office/drawing/2014/main" id="{68C0DEE3-C540-1B4C-AA33-3D12EF754B9A}"/>
                </a:ext>
              </a:extLst>
            </p:cNvPr>
            <p:cNvSpPr txBox="1"/>
            <p:nvPr/>
          </p:nvSpPr>
          <p:spPr>
            <a:xfrm>
              <a:off x="2399306" y="3733800"/>
              <a:ext cx="356188" cy="461665"/>
            </a:xfrm>
            <a:prstGeom prst="rect">
              <a:avLst/>
            </a:prstGeom>
            <a:noFill/>
          </p:spPr>
          <p:txBody>
            <a:bodyPr wrap="none" rtlCol="0">
              <a:spAutoFit/>
            </a:bodyPr>
            <a:lstStyle/>
            <a:p>
              <a:pPr algn="ctr"/>
              <a:r>
                <a:rPr lang="en-CN" sz="2400" dirty="0">
                  <a:solidFill>
                    <a:schemeClr val="tx1"/>
                  </a:solidFill>
                  <a:latin typeface="Arial" panose="020B0604020202020204" pitchFamily="34" charset="0"/>
                  <a:cs typeface="Arial" panose="020B0604020202020204" pitchFamily="34" charset="0"/>
                </a:rPr>
                <a:t>1</a:t>
              </a:r>
            </a:p>
          </p:txBody>
        </p:sp>
        <p:cxnSp>
          <p:nvCxnSpPr>
            <p:cNvPr id="114" name="Curved Connector 113">
              <a:extLst>
                <a:ext uri="{FF2B5EF4-FFF2-40B4-BE49-F238E27FC236}">
                  <a16:creationId xmlns:a16="http://schemas.microsoft.com/office/drawing/2014/main" id="{982DAA13-48BB-AE43-B87A-AC63C73C849C}"/>
                </a:ext>
              </a:extLst>
            </p:cNvPr>
            <p:cNvCxnSpPr>
              <a:cxnSpLocks/>
              <a:stCxn id="102" idx="4"/>
              <a:endCxn id="104" idx="2"/>
            </p:cNvCxnSpPr>
            <p:nvPr/>
          </p:nvCxnSpPr>
          <p:spPr>
            <a:xfrm rot="16200000" flipH="1">
              <a:off x="1600247" y="4732525"/>
              <a:ext cx="508642" cy="313307"/>
            </a:xfrm>
            <a:prstGeom prst="curvedConnector2">
              <a:avLst/>
            </a:prstGeom>
            <a:ln w="25400">
              <a:tailEnd type="triangle"/>
            </a:ln>
          </p:spPr>
          <p:style>
            <a:lnRef idx="1">
              <a:schemeClr val="dk1"/>
            </a:lnRef>
            <a:fillRef idx="0">
              <a:schemeClr val="dk1"/>
            </a:fillRef>
            <a:effectRef idx="0">
              <a:schemeClr val="dk1"/>
            </a:effectRef>
            <a:fontRef idx="minor">
              <a:schemeClr val="tx1"/>
            </a:fontRef>
          </p:style>
        </p:cxnSp>
        <p:cxnSp>
          <p:nvCxnSpPr>
            <p:cNvPr id="117" name="Curved Connector 116">
              <a:extLst>
                <a:ext uri="{FF2B5EF4-FFF2-40B4-BE49-F238E27FC236}">
                  <a16:creationId xmlns:a16="http://schemas.microsoft.com/office/drawing/2014/main" id="{7E5D45D3-3197-4E40-BF14-1E6F16E911D3}"/>
                </a:ext>
              </a:extLst>
            </p:cNvPr>
            <p:cNvCxnSpPr>
              <a:cxnSpLocks/>
              <a:stCxn id="103" idx="4"/>
              <a:endCxn id="104" idx="6"/>
            </p:cNvCxnSpPr>
            <p:nvPr/>
          </p:nvCxnSpPr>
          <p:spPr>
            <a:xfrm rot="5400000">
              <a:off x="2275290" y="4751790"/>
              <a:ext cx="508642" cy="274778"/>
            </a:xfrm>
            <a:prstGeom prst="curvedConnector2">
              <a:avLst/>
            </a:prstGeom>
            <a:ln w="25400">
              <a:tailEnd type="triangle"/>
            </a:ln>
          </p:spPr>
          <p:style>
            <a:lnRef idx="1">
              <a:schemeClr val="dk1"/>
            </a:lnRef>
            <a:fillRef idx="0">
              <a:schemeClr val="dk1"/>
            </a:fillRef>
            <a:effectRef idx="0">
              <a:schemeClr val="dk1"/>
            </a:effectRef>
            <a:fontRef idx="minor">
              <a:schemeClr val="tx1"/>
            </a:fontRef>
          </p:style>
        </p:cxnSp>
        <p:cxnSp>
          <p:nvCxnSpPr>
            <p:cNvPr id="120" name="Curved Connector 119">
              <a:extLst>
                <a:ext uri="{FF2B5EF4-FFF2-40B4-BE49-F238E27FC236}">
                  <a16:creationId xmlns:a16="http://schemas.microsoft.com/office/drawing/2014/main" id="{C079D801-59D7-C54F-9B43-FAC7328ADA55}"/>
                </a:ext>
              </a:extLst>
            </p:cNvPr>
            <p:cNvCxnSpPr>
              <a:cxnSpLocks/>
              <a:stCxn id="104" idx="4"/>
              <a:endCxn id="105" idx="0"/>
            </p:cNvCxnSpPr>
            <p:nvPr/>
          </p:nvCxnSpPr>
          <p:spPr>
            <a:xfrm rot="5400000">
              <a:off x="1973122" y="5562600"/>
              <a:ext cx="457200" cy="12700"/>
            </a:xfrm>
            <a:prstGeom prst="curvedConnector3">
              <a:avLst>
                <a:gd name="adj1" fmla="val 50000"/>
              </a:avLst>
            </a:prstGeom>
            <a:ln w="50800">
              <a:tailEnd type="triangle"/>
            </a:ln>
          </p:spPr>
          <p:style>
            <a:lnRef idx="1">
              <a:schemeClr val="dk1"/>
            </a:lnRef>
            <a:fillRef idx="0">
              <a:schemeClr val="dk1"/>
            </a:fillRef>
            <a:effectRef idx="0">
              <a:schemeClr val="dk1"/>
            </a:effectRef>
            <a:fontRef idx="minor">
              <a:schemeClr val="tx1"/>
            </a:fontRef>
          </p:style>
        </p:cxnSp>
        <p:cxnSp>
          <p:nvCxnSpPr>
            <p:cNvPr id="125" name="Curved Connector 124">
              <a:extLst>
                <a:ext uri="{FF2B5EF4-FFF2-40B4-BE49-F238E27FC236}">
                  <a16:creationId xmlns:a16="http://schemas.microsoft.com/office/drawing/2014/main" id="{A4DF3136-C7C8-0843-93C3-948D0C2C740A}"/>
                </a:ext>
              </a:extLst>
            </p:cNvPr>
            <p:cNvCxnSpPr>
              <a:cxnSpLocks/>
              <a:stCxn id="105" idx="2"/>
              <a:endCxn id="4" idx="1"/>
            </p:cNvCxnSpPr>
            <p:nvPr/>
          </p:nvCxnSpPr>
          <p:spPr>
            <a:xfrm rot="10800000" flipH="1">
              <a:off x="2011222" y="3673276"/>
              <a:ext cx="55796" cy="2308424"/>
            </a:xfrm>
            <a:prstGeom prst="curvedConnector4">
              <a:avLst>
                <a:gd name="adj1" fmla="val -1624366"/>
                <a:gd name="adj2" fmla="val 112320"/>
              </a:avLst>
            </a:prstGeom>
            <a:ln w="76200">
              <a:tailEnd type="triangle"/>
            </a:ln>
          </p:spPr>
          <p:style>
            <a:lnRef idx="1">
              <a:schemeClr val="dk1"/>
            </a:lnRef>
            <a:fillRef idx="0">
              <a:schemeClr val="dk1"/>
            </a:fillRef>
            <a:effectRef idx="0">
              <a:schemeClr val="dk1"/>
            </a:effectRef>
            <a:fontRef idx="minor">
              <a:schemeClr val="tx1"/>
            </a:fontRef>
          </p:style>
        </p:cxnSp>
        <p:cxnSp>
          <p:nvCxnSpPr>
            <p:cNvPr id="132" name="Curved Connector 131">
              <a:extLst>
                <a:ext uri="{FF2B5EF4-FFF2-40B4-BE49-F238E27FC236}">
                  <a16:creationId xmlns:a16="http://schemas.microsoft.com/office/drawing/2014/main" id="{A9B51D32-6F1A-334E-87D5-EDB5A2FF6E27}"/>
                </a:ext>
              </a:extLst>
            </p:cNvPr>
            <p:cNvCxnSpPr>
              <a:cxnSpLocks/>
              <a:stCxn id="102" idx="5"/>
              <a:endCxn id="106" idx="1"/>
            </p:cNvCxnSpPr>
            <p:nvPr/>
          </p:nvCxnSpPr>
          <p:spPr>
            <a:xfrm rot="16200000" flipH="1">
              <a:off x="2242402" y="4169279"/>
              <a:ext cx="423433" cy="1242998"/>
            </a:xfrm>
            <a:prstGeom prst="curvedConnector3">
              <a:avLst>
                <a:gd name="adj1" fmla="val 50000"/>
              </a:avLst>
            </a:prstGeom>
            <a:ln w="12700">
              <a:solidFill>
                <a:schemeClr val="accent4"/>
              </a:solidFill>
              <a:prstDash val="lgDash"/>
              <a:tailEnd type="triangle"/>
            </a:ln>
          </p:spPr>
          <p:style>
            <a:lnRef idx="1">
              <a:schemeClr val="dk1"/>
            </a:lnRef>
            <a:fillRef idx="0">
              <a:schemeClr val="dk1"/>
            </a:fillRef>
            <a:effectRef idx="0">
              <a:schemeClr val="dk1"/>
            </a:effectRef>
            <a:fontRef idx="minor">
              <a:schemeClr val="tx1"/>
            </a:fontRef>
          </p:style>
        </p:cxnSp>
        <p:cxnSp>
          <p:nvCxnSpPr>
            <p:cNvPr id="135" name="Curved Connector 134">
              <a:extLst>
                <a:ext uri="{FF2B5EF4-FFF2-40B4-BE49-F238E27FC236}">
                  <a16:creationId xmlns:a16="http://schemas.microsoft.com/office/drawing/2014/main" id="{4B01C5DF-6352-FD44-9053-AE5D8D226553}"/>
                </a:ext>
              </a:extLst>
            </p:cNvPr>
            <p:cNvCxnSpPr>
              <a:cxnSpLocks/>
              <a:stCxn id="103" idx="6"/>
              <a:endCxn id="106" idx="0"/>
            </p:cNvCxnSpPr>
            <p:nvPr/>
          </p:nvCxnSpPr>
          <p:spPr>
            <a:xfrm>
              <a:off x="2857500" y="4444358"/>
              <a:ext cx="352821" cy="502341"/>
            </a:xfrm>
            <a:prstGeom prst="curvedConnector2">
              <a:avLst/>
            </a:prstGeom>
            <a:ln w="12700">
              <a:solidFill>
                <a:schemeClr val="accent4"/>
              </a:solidFill>
              <a:prstDash val="lgDash"/>
              <a:tailEnd type="triangle"/>
            </a:ln>
          </p:spPr>
          <p:style>
            <a:lnRef idx="1">
              <a:schemeClr val="dk1"/>
            </a:lnRef>
            <a:fillRef idx="0">
              <a:schemeClr val="dk1"/>
            </a:fillRef>
            <a:effectRef idx="0">
              <a:schemeClr val="dk1"/>
            </a:effectRef>
            <a:fontRef idx="minor">
              <a:schemeClr val="tx1"/>
            </a:fontRef>
          </p:style>
        </p:cxnSp>
        <p:cxnSp>
          <p:nvCxnSpPr>
            <p:cNvPr id="138" name="Curved Connector 137">
              <a:extLst>
                <a:ext uri="{FF2B5EF4-FFF2-40B4-BE49-F238E27FC236}">
                  <a16:creationId xmlns:a16="http://schemas.microsoft.com/office/drawing/2014/main" id="{D763A483-2FDA-164E-9C9F-E84A5A2D34EF}"/>
                </a:ext>
              </a:extLst>
            </p:cNvPr>
            <p:cNvCxnSpPr>
              <a:cxnSpLocks/>
              <a:stCxn id="104" idx="5"/>
              <a:endCxn id="162" idx="1"/>
            </p:cNvCxnSpPr>
            <p:nvPr/>
          </p:nvCxnSpPr>
          <p:spPr>
            <a:xfrm rot="16200000" flipH="1">
              <a:off x="2339998" y="5274632"/>
              <a:ext cx="572488" cy="579632"/>
            </a:xfrm>
            <a:prstGeom prst="curvedConnector3">
              <a:avLst>
                <a:gd name="adj1" fmla="val 50000"/>
              </a:avLst>
            </a:prstGeom>
            <a:ln w="12700">
              <a:solidFill>
                <a:schemeClr val="accent4"/>
              </a:solidFill>
              <a:prstDash val="lgDash"/>
              <a:tailEnd type="triangle"/>
            </a:ln>
          </p:spPr>
          <p:style>
            <a:lnRef idx="1">
              <a:schemeClr val="dk1"/>
            </a:lnRef>
            <a:fillRef idx="0">
              <a:schemeClr val="dk1"/>
            </a:fillRef>
            <a:effectRef idx="0">
              <a:schemeClr val="dk1"/>
            </a:effectRef>
            <a:fontRef idx="minor">
              <a:schemeClr val="tx1"/>
            </a:fontRef>
          </p:style>
        </p:cxnSp>
        <p:sp>
          <p:nvSpPr>
            <p:cNvPr id="144" name="TextBox 143">
              <a:extLst>
                <a:ext uri="{FF2B5EF4-FFF2-40B4-BE49-F238E27FC236}">
                  <a16:creationId xmlns:a16="http://schemas.microsoft.com/office/drawing/2014/main" id="{B11E828C-8698-DA48-868F-C46AEED051AC}"/>
                </a:ext>
              </a:extLst>
            </p:cNvPr>
            <p:cNvSpPr txBox="1"/>
            <p:nvPr/>
          </p:nvSpPr>
          <p:spPr>
            <a:xfrm>
              <a:off x="1476431" y="4678721"/>
              <a:ext cx="356187" cy="461665"/>
            </a:xfrm>
            <a:prstGeom prst="rect">
              <a:avLst/>
            </a:prstGeom>
            <a:noFill/>
          </p:spPr>
          <p:txBody>
            <a:bodyPr wrap="none" rtlCol="0">
              <a:spAutoFit/>
            </a:bodyPr>
            <a:lstStyle/>
            <a:p>
              <a:pPr algn="ctr"/>
              <a:r>
                <a:rPr lang="en-CN" sz="2400" dirty="0">
                  <a:solidFill>
                    <a:schemeClr val="tx1"/>
                  </a:solidFill>
                  <a:latin typeface="Arial" panose="020B0604020202020204" pitchFamily="34" charset="0"/>
                  <a:cs typeface="Arial" panose="020B0604020202020204" pitchFamily="34" charset="0"/>
                </a:rPr>
                <a:t>1</a:t>
              </a:r>
            </a:p>
          </p:txBody>
        </p:sp>
        <p:sp>
          <p:nvSpPr>
            <p:cNvPr id="145" name="TextBox 144">
              <a:extLst>
                <a:ext uri="{FF2B5EF4-FFF2-40B4-BE49-F238E27FC236}">
                  <a16:creationId xmlns:a16="http://schemas.microsoft.com/office/drawing/2014/main" id="{3149FAC9-0F1F-D347-A009-BBADF571302D}"/>
                </a:ext>
              </a:extLst>
            </p:cNvPr>
            <p:cNvSpPr txBox="1"/>
            <p:nvPr/>
          </p:nvSpPr>
          <p:spPr>
            <a:xfrm>
              <a:off x="2475507" y="4872335"/>
              <a:ext cx="356187" cy="461665"/>
            </a:xfrm>
            <a:prstGeom prst="rect">
              <a:avLst/>
            </a:prstGeom>
            <a:noFill/>
          </p:spPr>
          <p:txBody>
            <a:bodyPr wrap="none" rtlCol="0">
              <a:spAutoFit/>
            </a:bodyPr>
            <a:lstStyle/>
            <a:p>
              <a:pPr algn="ctr"/>
              <a:r>
                <a:rPr lang="en-CN" sz="2400" dirty="0">
                  <a:solidFill>
                    <a:schemeClr val="tx1"/>
                  </a:solidFill>
                  <a:latin typeface="Arial" panose="020B0604020202020204" pitchFamily="34" charset="0"/>
                  <a:cs typeface="Arial" panose="020B0604020202020204" pitchFamily="34" charset="0"/>
                </a:rPr>
                <a:t>0</a:t>
              </a:r>
            </a:p>
          </p:txBody>
        </p:sp>
        <p:sp>
          <p:nvSpPr>
            <p:cNvPr id="146" name="TextBox 145">
              <a:extLst>
                <a:ext uri="{FF2B5EF4-FFF2-40B4-BE49-F238E27FC236}">
                  <a16:creationId xmlns:a16="http://schemas.microsoft.com/office/drawing/2014/main" id="{BEC3E3C9-C48F-1340-B130-F3579D2F8865}"/>
                </a:ext>
              </a:extLst>
            </p:cNvPr>
            <p:cNvSpPr txBox="1"/>
            <p:nvPr/>
          </p:nvSpPr>
          <p:spPr>
            <a:xfrm>
              <a:off x="1888924" y="5253335"/>
              <a:ext cx="356187" cy="461665"/>
            </a:xfrm>
            <a:prstGeom prst="rect">
              <a:avLst/>
            </a:prstGeom>
            <a:noFill/>
          </p:spPr>
          <p:txBody>
            <a:bodyPr wrap="none" rtlCol="0">
              <a:spAutoFit/>
            </a:bodyPr>
            <a:lstStyle/>
            <a:p>
              <a:pPr algn="ctr"/>
              <a:r>
                <a:rPr lang="en-CN" sz="2400" dirty="0">
                  <a:solidFill>
                    <a:schemeClr val="tx1"/>
                  </a:solidFill>
                  <a:latin typeface="Arial" panose="020B0604020202020204" pitchFamily="34" charset="0"/>
                  <a:cs typeface="Arial" panose="020B0604020202020204" pitchFamily="34" charset="0"/>
                </a:rPr>
                <a:t>1</a:t>
              </a:r>
            </a:p>
          </p:txBody>
        </p:sp>
        <p:sp>
          <p:nvSpPr>
            <p:cNvPr id="149" name="TextBox 148">
              <a:extLst>
                <a:ext uri="{FF2B5EF4-FFF2-40B4-BE49-F238E27FC236}">
                  <a16:creationId xmlns:a16="http://schemas.microsoft.com/office/drawing/2014/main" id="{D04CD966-FD56-0346-BB12-02884A88D2EA}"/>
                </a:ext>
              </a:extLst>
            </p:cNvPr>
            <p:cNvSpPr txBox="1"/>
            <p:nvPr/>
          </p:nvSpPr>
          <p:spPr>
            <a:xfrm>
              <a:off x="3010378" y="4323147"/>
              <a:ext cx="356187" cy="461665"/>
            </a:xfrm>
            <a:prstGeom prst="rect">
              <a:avLst/>
            </a:prstGeom>
            <a:noFill/>
          </p:spPr>
          <p:txBody>
            <a:bodyPr wrap="none" rtlCol="0">
              <a:spAutoFit/>
            </a:bodyPr>
            <a:lstStyle/>
            <a:p>
              <a:pPr algn="ctr"/>
              <a:r>
                <a:rPr lang="en-CN" sz="2400" dirty="0">
                  <a:solidFill>
                    <a:schemeClr val="tx1"/>
                  </a:solidFill>
                  <a:latin typeface="Arial" panose="020B0604020202020204" pitchFamily="34" charset="0"/>
                  <a:cs typeface="Arial" panose="020B0604020202020204" pitchFamily="34" charset="0"/>
                </a:rPr>
                <a:t>1</a:t>
              </a:r>
            </a:p>
          </p:txBody>
        </p:sp>
        <p:sp>
          <p:nvSpPr>
            <p:cNvPr id="150" name="TextBox 149">
              <a:extLst>
                <a:ext uri="{FF2B5EF4-FFF2-40B4-BE49-F238E27FC236}">
                  <a16:creationId xmlns:a16="http://schemas.microsoft.com/office/drawing/2014/main" id="{338AC9F4-EC94-994C-B920-63BCBE490FC9}"/>
                </a:ext>
              </a:extLst>
            </p:cNvPr>
            <p:cNvSpPr txBox="1"/>
            <p:nvPr/>
          </p:nvSpPr>
          <p:spPr>
            <a:xfrm>
              <a:off x="3673953" y="4776514"/>
              <a:ext cx="304891" cy="461665"/>
            </a:xfrm>
            <a:prstGeom prst="rect">
              <a:avLst/>
            </a:prstGeom>
            <a:noFill/>
          </p:spPr>
          <p:txBody>
            <a:bodyPr wrap="none" rtlCol="0">
              <a:spAutoFit/>
            </a:bodyPr>
            <a:lstStyle/>
            <a:p>
              <a:pPr algn="ctr"/>
              <a:r>
                <a:rPr lang="en-CN" sz="2400" dirty="0">
                  <a:solidFill>
                    <a:schemeClr val="tx1"/>
                  </a:solidFill>
                  <a:latin typeface="Arial" panose="020B0604020202020204" pitchFamily="34" charset="0"/>
                  <a:cs typeface="Arial" panose="020B0604020202020204" pitchFamily="34" charset="0"/>
                </a:rPr>
                <a:t>*</a:t>
              </a:r>
            </a:p>
          </p:txBody>
        </p:sp>
        <p:sp>
          <p:nvSpPr>
            <p:cNvPr id="151" name="TextBox 150">
              <a:extLst>
                <a:ext uri="{FF2B5EF4-FFF2-40B4-BE49-F238E27FC236}">
                  <a16:creationId xmlns:a16="http://schemas.microsoft.com/office/drawing/2014/main" id="{C5B30315-D169-0F46-AAA6-C661B4923F95}"/>
                </a:ext>
              </a:extLst>
            </p:cNvPr>
            <p:cNvSpPr txBox="1"/>
            <p:nvPr/>
          </p:nvSpPr>
          <p:spPr>
            <a:xfrm>
              <a:off x="502192" y="3822238"/>
              <a:ext cx="612667" cy="830997"/>
            </a:xfrm>
            <a:prstGeom prst="rect">
              <a:avLst/>
            </a:prstGeom>
            <a:noFill/>
          </p:spPr>
          <p:txBody>
            <a:bodyPr wrap="none" rtlCol="0">
              <a:spAutoFit/>
            </a:bodyPr>
            <a:lstStyle/>
            <a:p>
              <a:pPr algn="ctr"/>
              <a:r>
                <a:rPr lang="en-CN" sz="2400" dirty="0">
                  <a:solidFill>
                    <a:schemeClr val="tx1"/>
                  </a:solidFill>
                  <a:latin typeface="Arial" panose="020B0604020202020204" pitchFamily="34" charset="0"/>
                  <a:cs typeface="Arial" panose="020B0604020202020204" pitchFamily="34" charset="0"/>
                </a:rPr>
                <a:t>0</a:t>
              </a:r>
              <a:r>
                <a:rPr lang="en-CN" sz="2400" dirty="0">
                  <a:solidFill>
                    <a:srgbClr val="3333FF"/>
                  </a:solidFill>
                  <a:latin typeface="Arial" panose="020B0604020202020204" pitchFamily="34" charset="0"/>
                  <a:cs typeface="Arial" panose="020B0604020202020204" pitchFamily="34" charset="0"/>
                </a:rPr>
                <a:t>/1</a:t>
              </a:r>
            </a:p>
            <a:p>
              <a:pPr algn="ctr"/>
              <a:r>
                <a:rPr lang="en-CN" sz="2400" dirty="0">
                  <a:solidFill>
                    <a:schemeClr val="tx1"/>
                  </a:solidFill>
                  <a:latin typeface="Arial" panose="020B0604020202020204" pitchFamily="34" charset="0"/>
                  <a:cs typeface="Arial" panose="020B0604020202020204" pitchFamily="34" charset="0"/>
                </a:rPr>
                <a:t>1/0</a:t>
              </a:r>
            </a:p>
          </p:txBody>
        </p:sp>
        <p:sp>
          <p:nvSpPr>
            <p:cNvPr id="35" name="TextBox 34">
              <a:extLst>
                <a:ext uri="{FF2B5EF4-FFF2-40B4-BE49-F238E27FC236}">
                  <a16:creationId xmlns:a16="http://schemas.microsoft.com/office/drawing/2014/main" id="{303527CD-FE8F-8445-A33B-66156E818CD5}"/>
                </a:ext>
              </a:extLst>
            </p:cNvPr>
            <p:cNvSpPr txBox="1"/>
            <p:nvPr/>
          </p:nvSpPr>
          <p:spPr>
            <a:xfrm>
              <a:off x="1233685" y="6284787"/>
              <a:ext cx="2659702" cy="461665"/>
            </a:xfrm>
            <a:prstGeom prst="rect">
              <a:avLst/>
            </a:prstGeom>
            <a:noFill/>
          </p:spPr>
          <p:txBody>
            <a:bodyPr wrap="none" rtlCol="0">
              <a:spAutoFit/>
            </a:bodyPr>
            <a:lstStyle/>
            <a:p>
              <a:pPr algn="ctr"/>
              <a:r>
                <a:rPr lang="zh-CN" altLang="en-US" sz="2400" dirty="0">
                  <a:solidFill>
                    <a:schemeClr val="tx1"/>
                  </a:solidFill>
                  <a:latin typeface="黑体" panose="02010609060101010101" pitchFamily="49" charset="-122"/>
                  <a:ea typeface="黑体" panose="02010609060101010101" pitchFamily="49" charset="-122"/>
                  <a:cs typeface="Arial" panose="020B0604020202020204" pitchFamily="34" charset="0"/>
                </a:rPr>
                <a:t>输出没有全部显示</a:t>
              </a:r>
              <a:endParaRPr lang="en-CN" sz="2400" dirty="0">
                <a:solidFill>
                  <a:schemeClr val="tx1"/>
                </a:solidFill>
                <a:latin typeface="黑体" panose="02010609060101010101" pitchFamily="49" charset="-122"/>
                <a:ea typeface="黑体" panose="02010609060101010101" pitchFamily="49" charset="-122"/>
                <a:cs typeface="Arial" panose="020B0604020202020204" pitchFamily="34" charset="0"/>
              </a:endParaRPr>
            </a:p>
          </p:txBody>
        </p:sp>
        <p:sp>
          <p:nvSpPr>
            <p:cNvPr id="162" name="Oval 161">
              <a:extLst>
                <a:ext uri="{FF2B5EF4-FFF2-40B4-BE49-F238E27FC236}">
                  <a16:creationId xmlns:a16="http://schemas.microsoft.com/office/drawing/2014/main" id="{56924D13-2320-5142-B752-F768907688C3}"/>
                </a:ext>
              </a:extLst>
            </p:cNvPr>
            <p:cNvSpPr/>
            <p:nvPr/>
          </p:nvSpPr>
          <p:spPr>
            <a:xfrm>
              <a:off x="2860262" y="5794896"/>
              <a:ext cx="381000" cy="381000"/>
            </a:xfrm>
            <a:prstGeom prst="ellipse">
              <a:avLst/>
            </a:prstGeom>
            <a:noFill/>
          </p:spPr>
          <p:style>
            <a:lnRef idx="2">
              <a:schemeClr val="dk1"/>
            </a:lnRef>
            <a:fillRef idx="1">
              <a:schemeClr val="lt1"/>
            </a:fillRef>
            <a:effectRef idx="0">
              <a:schemeClr val="dk1"/>
            </a:effectRef>
            <a:fontRef idx="minor">
              <a:schemeClr val="dk1"/>
            </a:fontRef>
          </p:style>
          <p:txBody>
            <a:bodyPr wrap="square" rtlCol="0" anchor="ctr">
              <a:noAutofit/>
            </a:bodyPr>
            <a:lstStyle/>
            <a:p>
              <a:pPr algn="ctr"/>
              <a:r>
                <a:rPr lang="en-CN" sz="1800" dirty="0">
                  <a:solidFill>
                    <a:schemeClr val="tx1"/>
                  </a:solidFill>
                  <a:latin typeface="Arial" panose="020B0604020202020204" pitchFamily="34" charset="0"/>
                  <a:cs typeface="Arial" panose="020B0604020202020204" pitchFamily="34" charset="0"/>
                </a:rPr>
                <a:t>G</a:t>
              </a:r>
            </a:p>
          </p:txBody>
        </p:sp>
        <p:cxnSp>
          <p:nvCxnSpPr>
            <p:cNvPr id="173" name="Curved Connector 172">
              <a:extLst>
                <a:ext uri="{FF2B5EF4-FFF2-40B4-BE49-F238E27FC236}">
                  <a16:creationId xmlns:a16="http://schemas.microsoft.com/office/drawing/2014/main" id="{6ECE66E9-D796-E545-9223-A1BBA394FC68}"/>
                </a:ext>
              </a:extLst>
            </p:cNvPr>
            <p:cNvCxnSpPr>
              <a:cxnSpLocks/>
              <a:stCxn id="106" idx="4"/>
              <a:endCxn id="162" idx="0"/>
            </p:cNvCxnSpPr>
            <p:nvPr/>
          </p:nvCxnSpPr>
          <p:spPr>
            <a:xfrm rot="5400000">
              <a:off x="2896944" y="5481518"/>
              <a:ext cx="467197" cy="159559"/>
            </a:xfrm>
            <a:prstGeom prst="curvedConnector3">
              <a:avLst>
                <a:gd name="adj1" fmla="val 50000"/>
              </a:avLst>
            </a:prstGeom>
            <a:ln w="12700">
              <a:solidFill>
                <a:schemeClr val="accent4"/>
              </a:solidFill>
              <a:prstDash val="lgDash"/>
              <a:tailEnd type="triangle"/>
            </a:ln>
          </p:spPr>
          <p:style>
            <a:lnRef idx="1">
              <a:schemeClr val="dk1"/>
            </a:lnRef>
            <a:fillRef idx="0">
              <a:schemeClr val="dk1"/>
            </a:fillRef>
            <a:effectRef idx="0">
              <a:schemeClr val="dk1"/>
            </a:effectRef>
            <a:fontRef idx="minor">
              <a:schemeClr val="tx1"/>
            </a:fontRef>
          </p:style>
        </p:cxnSp>
        <p:cxnSp>
          <p:nvCxnSpPr>
            <p:cNvPr id="255" name="Curved Connector 254">
              <a:extLst>
                <a:ext uri="{FF2B5EF4-FFF2-40B4-BE49-F238E27FC236}">
                  <a16:creationId xmlns:a16="http://schemas.microsoft.com/office/drawing/2014/main" id="{AE2E88D4-DD9F-284A-988E-E2CD62C5D659}"/>
                </a:ext>
              </a:extLst>
            </p:cNvPr>
            <p:cNvCxnSpPr>
              <a:cxnSpLocks/>
              <a:stCxn id="162" idx="6"/>
              <a:endCxn id="4" idx="7"/>
            </p:cNvCxnSpPr>
            <p:nvPr/>
          </p:nvCxnSpPr>
          <p:spPr>
            <a:xfrm flipH="1" flipV="1">
              <a:off x="2336426" y="3673276"/>
              <a:ext cx="904836" cy="2312120"/>
            </a:xfrm>
            <a:prstGeom prst="curvedConnector4">
              <a:avLst>
                <a:gd name="adj1" fmla="val -52307"/>
                <a:gd name="adj2" fmla="val 112300"/>
              </a:avLst>
            </a:prstGeom>
            <a:ln w="12700">
              <a:solidFill>
                <a:schemeClr val="accent4"/>
              </a:solidFill>
              <a:prstDash val="lgDash"/>
              <a:tailEnd type="triangle"/>
            </a:ln>
          </p:spPr>
          <p:style>
            <a:lnRef idx="1">
              <a:schemeClr val="dk1"/>
            </a:lnRef>
            <a:fillRef idx="0">
              <a:schemeClr val="dk1"/>
            </a:fillRef>
            <a:effectRef idx="0">
              <a:schemeClr val="dk1"/>
            </a:effectRef>
            <a:fontRef idx="minor">
              <a:schemeClr val="tx1"/>
            </a:fontRef>
          </p:style>
        </p:cxnSp>
        <p:sp>
          <p:nvSpPr>
            <p:cNvPr id="256" name="TextBox 255">
              <a:extLst>
                <a:ext uri="{FF2B5EF4-FFF2-40B4-BE49-F238E27FC236}">
                  <a16:creationId xmlns:a16="http://schemas.microsoft.com/office/drawing/2014/main" id="{EA7F259F-0B8D-E44C-AA43-9FC040B2D540}"/>
                </a:ext>
              </a:extLst>
            </p:cNvPr>
            <p:cNvSpPr txBox="1"/>
            <p:nvPr/>
          </p:nvSpPr>
          <p:spPr>
            <a:xfrm>
              <a:off x="1907329" y="4407201"/>
              <a:ext cx="356187" cy="461665"/>
            </a:xfrm>
            <a:prstGeom prst="rect">
              <a:avLst/>
            </a:prstGeom>
            <a:noFill/>
          </p:spPr>
          <p:txBody>
            <a:bodyPr wrap="none" rtlCol="0">
              <a:spAutoFit/>
            </a:bodyPr>
            <a:lstStyle/>
            <a:p>
              <a:pPr algn="ctr"/>
              <a:r>
                <a:rPr lang="en-CN" sz="2400" dirty="0">
                  <a:solidFill>
                    <a:schemeClr val="tx1"/>
                  </a:solidFill>
                  <a:latin typeface="Arial" panose="020B0604020202020204" pitchFamily="34" charset="0"/>
                  <a:cs typeface="Arial" panose="020B0604020202020204" pitchFamily="34" charset="0"/>
                </a:rPr>
                <a:t>0</a:t>
              </a:r>
            </a:p>
          </p:txBody>
        </p:sp>
        <p:sp>
          <p:nvSpPr>
            <p:cNvPr id="257" name="TextBox 256">
              <a:extLst>
                <a:ext uri="{FF2B5EF4-FFF2-40B4-BE49-F238E27FC236}">
                  <a16:creationId xmlns:a16="http://schemas.microsoft.com/office/drawing/2014/main" id="{97876C06-1197-2A4C-B521-1947BB0FB3FF}"/>
                </a:ext>
              </a:extLst>
            </p:cNvPr>
            <p:cNvSpPr txBox="1"/>
            <p:nvPr/>
          </p:nvSpPr>
          <p:spPr>
            <a:xfrm>
              <a:off x="3089416" y="5396257"/>
              <a:ext cx="304891" cy="461665"/>
            </a:xfrm>
            <a:prstGeom prst="rect">
              <a:avLst/>
            </a:prstGeom>
            <a:noFill/>
          </p:spPr>
          <p:txBody>
            <a:bodyPr wrap="none" rtlCol="0">
              <a:spAutoFit/>
            </a:bodyPr>
            <a:lstStyle/>
            <a:p>
              <a:pPr algn="ctr"/>
              <a:r>
                <a:rPr lang="en-CN" sz="2400" dirty="0">
                  <a:solidFill>
                    <a:schemeClr val="tx1"/>
                  </a:solidFill>
                  <a:latin typeface="Arial" panose="020B0604020202020204" pitchFamily="34" charset="0"/>
                  <a:cs typeface="Arial" panose="020B0604020202020204" pitchFamily="34" charset="0"/>
                </a:rPr>
                <a:t>*</a:t>
              </a:r>
            </a:p>
          </p:txBody>
        </p:sp>
        <p:sp>
          <p:nvSpPr>
            <p:cNvPr id="258" name="TextBox 257">
              <a:extLst>
                <a:ext uri="{FF2B5EF4-FFF2-40B4-BE49-F238E27FC236}">
                  <a16:creationId xmlns:a16="http://schemas.microsoft.com/office/drawing/2014/main" id="{B731F723-7380-2442-92EF-F105B10E3377}"/>
                </a:ext>
              </a:extLst>
            </p:cNvPr>
            <p:cNvSpPr txBox="1"/>
            <p:nvPr/>
          </p:nvSpPr>
          <p:spPr>
            <a:xfrm>
              <a:off x="2613575" y="5243698"/>
              <a:ext cx="356187" cy="461665"/>
            </a:xfrm>
            <a:prstGeom prst="rect">
              <a:avLst/>
            </a:prstGeom>
            <a:noFill/>
          </p:spPr>
          <p:txBody>
            <a:bodyPr wrap="none" rtlCol="0">
              <a:spAutoFit/>
            </a:bodyPr>
            <a:lstStyle/>
            <a:p>
              <a:pPr algn="ctr"/>
              <a:r>
                <a:rPr lang="en-CN" sz="2400" dirty="0">
                  <a:solidFill>
                    <a:schemeClr val="tx1"/>
                  </a:solidFill>
                  <a:latin typeface="Arial" panose="020B0604020202020204" pitchFamily="34" charset="0"/>
                  <a:cs typeface="Arial" panose="020B0604020202020204" pitchFamily="34" charset="0"/>
                </a:rPr>
                <a:t>0</a:t>
              </a:r>
            </a:p>
          </p:txBody>
        </p:sp>
      </p:grpSp>
      <p:sp>
        <p:nvSpPr>
          <p:cNvPr id="7" name="Title 4">
            <a:extLst>
              <a:ext uri="{FF2B5EF4-FFF2-40B4-BE49-F238E27FC236}">
                <a16:creationId xmlns:a16="http://schemas.microsoft.com/office/drawing/2014/main" id="{83273039-D8F4-40B9-DBAB-6F0B671C6542}"/>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latin typeface="+mn-lt"/>
                <a:ea typeface="黑体" panose="02010609060101010101" pitchFamily="49" charset="-122"/>
              </a:rPr>
              <a:t>例</a:t>
            </a:r>
            <a:r>
              <a:rPr lang="en-US" altLang="zh-CN" dirty="0">
                <a:latin typeface="+mn-lt"/>
                <a:ea typeface="黑体" panose="02010609060101010101" pitchFamily="49" charset="-122"/>
              </a:rPr>
              <a:t>2: </a:t>
            </a:r>
            <a:r>
              <a:rPr lang="zh-CN" altLang="en-US" dirty="0">
                <a:latin typeface="+mn-lt"/>
                <a:ea typeface="黑体" panose="02010609060101010101" pitchFamily="49" charset="-122"/>
              </a:rPr>
              <a:t>序列检测器</a:t>
            </a:r>
            <a:endParaRPr lang="en-CN" altLang="zh-CN" sz="4000" dirty="0">
              <a:solidFill>
                <a:srgbClr val="0000FF"/>
              </a:solidFill>
              <a:latin typeface="+mn-lt"/>
              <a:cs typeface="Arial" panose="020B0604020202020204" pitchFamily="34" charset="0"/>
            </a:endParaRPr>
          </a:p>
        </p:txBody>
      </p:sp>
    </p:spTree>
    <p:extLst>
      <p:ext uri="{BB962C8B-B14F-4D97-AF65-F5344CB8AC3E}">
        <p14:creationId xmlns:p14="http://schemas.microsoft.com/office/powerpoint/2010/main" val="5150281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灯片编号占位符 7"/>
          <p:cNvSpPr>
            <a:spLocks noGrp="1"/>
          </p:cNvSpPr>
          <p:nvPr>
            <p:ph type="sldNum" sz="quarter" idx="12"/>
          </p:nvPr>
        </p:nvSpPr>
        <p:spPr/>
        <p:txBody>
          <a:bodyPr/>
          <a:lstStyle/>
          <a:p>
            <a:pPr>
              <a:defRPr/>
            </a:pPr>
            <a:fld id="{3259D7DD-E1BE-4482-9234-29898EB39847}" type="slidenum">
              <a:rPr lang="en-US" altLang="zh-CN" smtClean="0"/>
              <a:pPr>
                <a:defRPr/>
              </a:pPr>
              <a:t>31</a:t>
            </a:fld>
            <a:endParaRPr lang="en-US" altLang="zh-CN" dirty="0"/>
          </a:p>
        </p:txBody>
      </p:sp>
      <p:sp>
        <p:nvSpPr>
          <p:cNvPr id="3" name="Rectangle 1">
            <a:extLst>
              <a:ext uri="{FF2B5EF4-FFF2-40B4-BE49-F238E27FC236}">
                <a16:creationId xmlns:a16="http://schemas.microsoft.com/office/drawing/2014/main" id="{3CD2AB27-5473-F6DB-F436-51DA50837FE6}"/>
              </a:ext>
            </a:extLst>
          </p:cNvPr>
          <p:cNvSpPr/>
          <p:nvPr/>
        </p:nvSpPr>
        <p:spPr>
          <a:xfrm>
            <a:off x="990600" y="3105834"/>
            <a:ext cx="7391400" cy="646331"/>
          </a:xfrm>
          <a:prstGeom prst="rect">
            <a:avLst/>
          </a:prstGeom>
        </p:spPr>
        <p:txBody>
          <a:bodyPr wrap="square">
            <a:spAutoFit/>
          </a:bodyPr>
          <a:lstStyle/>
          <a:p>
            <a:pPr algn="ctr"/>
            <a:r>
              <a:rPr lang="zh-CN" altLang="en-US" sz="3600" dirty="0">
                <a:solidFill>
                  <a:srgbClr val="3333FF"/>
                </a:solidFill>
                <a:latin typeface="黑体" panose="02010609060101010101" pitchFamily="49" charset="-122"/>
                <a:ea typeface="黑体" panose="02010609060101010101" pitchFamily="49" charset="-122"/>
                <a:cs typeface="Arial" panose="020B0604020202020204" pitchFamily="34" charset="0"/>
              </a:rPr>
              <a:t>思考：</a:t>
            </a:r>
            <a:r>
              <a:rPr lang="en-US" altLang="zh-CN" sz="3600" dirty="0">
                <a:solidFill>
                  <a:srgbClr val="3333FF"/>
                </a:solidFill>
                <a:latin typeface="黑体" panose="02010609060101010101" pitchFamily="49" charset="-122"/>
                <a:ea typeface="黑体" panose="02010609060101010101" pitchFamily="49" charset="-122"/>
                <a:cs typeface="Arial" panose="020B0604020202020204" pitchFamily="34" charset="0"/>
              </a:rPr>
              <a:t>FSM</a:t>
            </a:r>
            <a:r>
              <a:rPr lang="zh-CN" altLang="en-US" sz="3600" dirty="0">
                <a:solidFill>
                  <a:srgbClr val="3333FF"/>
                </a:solidFill>
                <a:latin typeface="黑体" panose="02010609060101010101" pitchFamily="49" charset="-122"/>
                <a:ea typeface="黑体" panose="02010609060101010101" pitchFamily="49" charset="-122"/>
                <a:cs typeface="Arial" panose="020B0604020202020204" pitchFamily="34" charset="0"/>
              </a:rPr>
              <a:t>抽象可有一个统一的方法</a:t>
            </a:r>
            <a:r>
              <a:rPr lang="en-US" altLang="zh-CN" sz="3600" dirty="0">
                <a:solidFill>
                  <a:srgbClr val="3333FF"/>
                </a:solidFill>
                <a:latin typeface="黑体" panose="02010609060101010101" pitchFamily="49" charset="-122"/>
                <a:ea typeface="黑体" panose="02010609060101010101" pitchFamily="49" charset="-122"/>
                <a:cs typeface="Arial" panose="020B0604020202020204" pitchFamily="34" charset="0"/>
              </a:rPr>
              <a:t>?</a:t>
            </a:r>
            <a:endParaRPr lang="en-CN" sz="3600" dirty="0">
              <a:solidFill>
                <a:srgbClr val="3333FF"/>
              </a:solidFill>
              <a:latin typeface="黑体" panose="02010609060101010101" pitchFamily="49" charset="-122"/>
              <a:ea typeface="黑体" panose="02010609060101010101" pitchFamily="49" charset="-122"/>
              <a:cs typeface="Arial" panose="020B0604020202020204" pitchFamily="34" charset="0"/>
            </a:endParaRPr>
          </a:p>
        </p:txBody>
      </p:sp>
      <p:sp>
        <p:nvSpPr>
          <p:cNvPr id="4" name="Title 4">
            <a:extLst>
              <a:ext uri="{FF2B5EF4-FFF2-40B4-BE49-F238E27FC236}">
                <a16:creationId xmlns:a16="http://schemas.microsoft.com/office/drawing/2014/main" id="{927B37C4-8843-CBD0-DB2A-843826F0A914}"/>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en-US" altLang="zh-CN" dirty="0">
                <a:latin typeface="黑体" panose="02010609060101010101" pitchFamily="49" charset="-122"/>
                <a:ea typeface="黑体" panose="02010609060101010101" pitchFamily="49" charset="-122"/>
              </a:rPr>
              <a:t>FSM</a:t>
            </a:r>
            <a:r>
              <a:rPr lang="zh-CN" altLang="en-US" dirty="0">
                <a:latin typeface="黑体" panose="02010609060101010101" pitchFamily="49" charset="-122"/>
                <a:ea typeface="黑体" panose="02010609060101010101" pitchFamily="49" charset="-122"/>
              </a:rPr>
              <a:t>设计方法</a:t>
            </a:r>
            <a:endParaRPr lang="en-CN" altLang="zh-CN" sz="4000" dirty="0">
              <a:solidFill>
                <a:srgbClr val="0000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82312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灯片编号占位符 7"/>
          <p:cNvSpPr>
            <a:spLocks noGrp="1"/>
          </p:cNvSpPr>
          <p:nvPr>
            <p:ph type="sldNum" sz="quarter" idx="12"/>
          </p:nvPr>
        </p:nvSpPr>
        <p:spPr/>
        <p:txBody>
          <a:bodyPr/>
          <a:lstStyle/>
          <a:p>
            <a:pPr>
              <a:defRPr/>
            </a:pPr>
            <a:fld id="{3259D7DD-E1BE-4482-9234-29898EB39847}" type="slidenum">
              <a:rPr lang="en-US" altLang="zh-CN" smtClean="0"/>
              <a:pPr>
                <a:defRPr/>
              </a:pPr>
              <a:t>32</a:t>
            </a:fld>
            <a:endParaRPr lang="en-US" altLang="zh-CN" dirty="0"/>
          </a:p>
        </p:txBody>
      </p:sp>
      <p:sp>
        <p:nvSpPr>
          <p:cNvPr id="2" name="内容占位符 1">
            <a:extLst>
              <a:ext uri="{FF2B5EF4-FFF2-40B4-BE49-F238E27FC236}">
                <a16:creationId xmlns:a16="http://schemas.microsoft.com/office/drawing/2014/main" id="{25C33B47-8D60-4F82-8267-8B215A3E5FE5}"/>
              </a:ext>
            </a:extLst>
          </p:cNvPr>
          <p:cNvSpPr>
            <a:spLocks noGrp="1"/>
          </p:cNvSpPr>
          <p:nvPr>
            <p:ph idx="4294967295"/>
          </p:nvPr>
        </p:nvSpPr>
        <p:spPr>
          <a:xfrm>
            <a:off x="457200" y="1524000"/>
            <a:ext cx="8382000" cy="4351338"/>
          </a:xfrm>
        </p:spPr>
        <p:txBody>
          <a:bodyPr>
            <a:normAutofit/>
          </a:bodyPr>
          <a:lstStyle/>
          <a:p>
            <a:pPr marL="0" indent="-365760">
              <a:buClr>
                <a:schemeClr val="tx1"/>
              </a:buClr>
              <a:buSzPct val="80000"/>
            </a:pPr>
            <a:r>
              <a:rPr lang="en-US" altLang="zh-CN" b="0" dirty="0">
                <a:latin typeface="+mn-lt"/>
                <a:ea typeface="黑体" panose="02010609060101010101" pitchFamily="49" charset="-122"/>
              </a:rPr>
              <a:t>Step1: </a:t>
            </a:r>
            <a:r>
              <a:rPr lang="zh-CN" altLang="en-US" b="0" dirty="0">
                <a:latin typeface="+mn-lt"/>
                <a:ea typeface="黑体" panose="02010609060101010101" pitchFamily="49" charset="-122"/>
              </a:rPr>
              <a:t>确定输入输出并抽象出有限状态机</a:t>
            </a:r>
          </a:p>
          <a:p>
            <a:pPr marL="0" indent="-365760">
              <a:buClr>
                <a:schemeClr val="tx1"/>
              </a:buClr>
              <a:buSzPct val="80000"/>
            </a:pPr>
            <a:r>
              <a:rPr lang="en-US" altLang="zh-CN" b="0" dirty="0">
                <a:solidFill>
                  <a:srgbClr val="C00000"/>
                </a:solidFill>
                <a:latin typeface="+mn-lt"/>
                <a:ea typeface="黑体" panose="02010609060101010101" pitchFamily="49" charset="-122"/>
              </a:rPr>
              <a:t>Step2: </a:t>
            </a:r>
            <a:r>
              <a:rPr lang="zh-CN" altLang="en-US" b="0" dirty="0">
                <a:solidFill>
                  <a:srgbClr val="C00000"/>
                </a:solidFill>
                <a:latin typeface="+mn-lt"/>
                <a:ea typeface="黑体" panose="02010609060101010101" pitchFamily="49" charset="-122"/>
              </a:rPr>
              <a:t>状态化简！</a:t>
            </a:r>
          </a:p>
          <a:p>
            <a:pPr marL="0" indent="-365760">
              <a:buClr>
                <a:schemeClr val="tx1"/>
              </a:buClr>
              <a:buSzPct val="80000"/>
            </a:pPr>
            <a:r>
              <a:rPr lang="en-US" altLang="zh-CN" b="0" dirty="0">
                <a:solidFill>
                  <a:schemeClr val="bg1">
                    <a:lumMod val="75000"/>
                  </a:schemeClr>
                </a:solidFill>
                <a:latin typeface="+mn-lt"/>
                <a:ea typeface="黑体" panose="02010609060101010101" pitchFamily="49" charset="-122"/>
              </a:rPr>
              <a:t>Step3: </a:t>
            </a:r>
            <a:r>
              <a:rPr lang="zh-CN" altLang="en-US" b="0" dirty="0">
                <a:solidFill>
                  <a:schemeClr val="bg1">
                    <a:lumMod val="75000"/>
                  </a:schemeClr>
                </a:solidFill>
                <a:latin typeface="+mn-lt"/>
                <a:ea typeface="黑体" panose="02010609060101010101" pitchFamily="49" charset="-122"/>
              </a:rPr>
              <a:t>状态分配</a:t>
            </a:r>
          </a:p>
          <a:p>
            <a:pPr marL="0" indent="-365760">
              <a:buClr>
                <a:schemeClr val="tx1"/>
              </a:buClr>
              <a:buSzPct val="80000"/>
            </a:pPr>
            <a:r>
              <a:rPr lang="en-US" altLang="zh-CN" b="0" dirty="0">
                <a:solidFill>
                  <a:schemeClr val="bg1">
                    <a:lumMod val="75000"/>
                  </a:schemeClr>
                </a:solidFill>
                <a:latin typeface="+mn-lt"/>
                <a:ea typeface="黑体" panose="02010609060101010101" pitchFamily="49" charset="-122"/>
              </a:rPr>
              <a:t>Step4: </a:t>
            </a:r>
            <a:r>
              <a:rPr lang="zh-CN" altLang="en-US" b="0" dirty="0">
                <a:solidFill>
                  <a:schemeClr val="bg1">
                    <a:lumMod val="75000"/>
                  </a:schemeClr>
                </a:solidFill>
                <a:latin typeface="+mn-lt"/>
                <a:ea typeface="黑体" panose="02010609060101010101" pitchFamily="49" charset="-122"/>
              </a:rPr>
              <a:t>确定激励方程和输出方程</a:t>
            </a:r>
          </a:p>
          <a:p>
            <a:pPr marL="0" indent="-365760">
              <a:buClr>
                <a:schemeClr val="tx1"/>
              </a:buClr>
              <a:buSzPct val="80000"/>
            </a:pPr>
            <a:r>
              <a:rPr lang="en-US" altLang="zh-CN" b="0" dirty="0">
                <a:solidFill>
                  <a:schemeClr val="bg1">
                    <a:lumMod val="75000"/>
                  </a:schemeClr>
                </a:solidFill>
                <a:latin typeface="+mn-lt"/>
                <a:ea typeface="黑体" panose="02010609060101010101" pitchFamily="49" charset="-122"/>
              </a:rPr>
              <a:t>Step5: </a:t>
            </a:r>
            <a:r>
              <a:rPr lang="zh-CN" altLang="en-US" b="0" dirty="0">
                <a:solidFill>
                  <a:schemeClr val="bg1">
                    <a:lumMod val="75000"/>
                  </a:schemeClr>
                </a:solidFill>
                <a:latin typeface="+mn-lt"/>
                <a:ea typeface="黑体" panose="02010609060101010101" pitchFamily="49" charset="-122"/>
              </a:rPr>
              <a:t>画出逻辑电路图</a:t>
            </a:r>
          </a:p>
        </p:txBody>
      </p:sp>
      <p:sp>
        <p:nvSpPr>
          <p:cNvPr id="3" name="Title 4">
            <a:extLst>
              <a:ext uri="{FF2B5EF4-FFF2-40B4-BE49-F238E27FC236}">
                <a16:creationId xmlns:a16="http://schemas.microsoft.com/office/drawing/2014/main" id="{05F6196A-846E-A3AC-CF5E-0EF524DFC0A1}"/>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sz="4000" dirty="0">
                <a:latin typeface="黑体" panose="02010609060101010101" pitchFamily="49" charset="-122"/>
                <a:ea typeface="黑体" panose="02010609060101010101" pitchFamily="49" charset="-122"/>
              </a:rPr>
              <a:t>设计方法</a:t>
            </a:r>
            <a:endParaRPr lang="en-CN" altLang="zh-CN" sz="4000" dirty="0">
              <a:solidFill>
                <a:srgbClr val="0000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495371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612" name="灯片编号占位符 3"/>
          <p:cNvSpPr>
            <a:spLocks noGrp="1"/>
          </p:cNvSpPr>
          <p:nvPr>
            <p:ph type="sldNum" sz="quarter" idx="12"/>
          </p:nvPr>
        </p:nvSpPr>
        <p:spPr>
          <a:noFill/>
          <a:ln>
            <a:noFill/>
          </a:ln>
          <a:effectLst/>
        </p:spPr>
        <p:txBody>
          <a:bodyPr vert="horz" wrap="square" lIns="91440" tIns="45720" rIns="91440" bIns="45720" numCol="1" anchor="t" anchorCtr="0" compatLnSpc="1">
            <a:prstTxWarp prst="textNoShape">
              <a:avLst/>
            </a:prstTxWarp>
          </a:bodyPr>
          <a:lstStyle/>
          <a:p>
            <a:fld id="{6ABA80FD-1EF5-435D-9846-2BF84B0D56F1}" type="slidenum">
              <a:rPr lang="en-US" altLang="zh-CN" smtClean="0"/>
              <a:pPr/>
              <a:t>33</a:t>
            </a:fld>
            <a:endParaRPr lang="en-US" altLang="zh-CN" dirty="0"/>
          </a:p>
        </p:txBody>
      </p:sp>
      <p:sp>
        <p:nvSpPr>
          <p:cNvPr id="504837" name="Rectangle 5"/>
          <p:cNvSpPr>
            <a:spLocks noGrp="1" noChangeArrowheads="1"/>
          </p:cNvSpPr>
          <p:nvPr>
            <p:ph idx="4294967295"/>
          </p:nvPr>
        </p:nvSpPr>
        <p:spPr>
          <a:xfrm>
            <a:off x="457200" y="3149962"/>
            <a:ext cx="8229600" cy="3113088"/>
          </a:xfrm>
        </p:spPr>
        <p:txBody>
          <a:bodyPr>
            <a:normAutofit/>
          </a:bodyPr>
          <a:lstStyle/>
          <a:p>
            <a:pPr eaLnBrk="1" hangingPunct="1"/>
            <a:r>
              <a:rPr lang="zh-CN" altLang="en-US" sz="2800" b="0" dirty="0">
                <a:latin typeface="+mn-lt"/>
              </a:rPr>
              <a:t>状态化简方法</a:t>
            </a:r>
            <a:endParaRPr lang="en-US" altLang="zh-CN" sz="2800" b="0" dirty="0">
              <a:latin typeface="+mn-lt"/>
            </a:endParaRPr>
          </a:p>
          <a:p>
            <a:pPr lvl="1" eaLnBrk="1" hangingPunct="1"/>
            <a:r>
              <a:rPr lang="zh-CN" altLang="en-US" sz="2400" b="0" dirty="0">
                <a:latin typeface="+mn-lt"/>
              </a:rPr>
              <a:t>行匹配</a:t>
            </a:r>
            <a:r>
              <a:rPr lang="en-US" altLang="zh-CN" sz="2400" b="0" dirty="0">
                <a:latin typeface="+mn-lt"/>
              </a:rPr>
              <a:t> </a:t>
            </a:r>
          </a:p>
          <a:p>
            <a:pPr lvl="1" eaLnBrk="1" hangingPunct="1"/>
            <a:r>
              <a:rPr lang="zh-CN" altLang="en-US" sz="2400" b="0" dirty="0">
                <a:latin typeface="+mn-lt"/>
              </a:rPr>
              <a:t>蕴含表</a:t>
            </a:r>
            <a:r>
              <a:rPr lang="en-US" altLang="zh-CN" sz="2400" b="0" dirty="0">
                <a:latin typeface="+mn-lt"/>
              </a:rPr>
              <a:t> </a:t>
            </a:r>
          </a:p>
          <a:p>
            <a:pPr lvl="1" eaLnBrk="1" hangingPunct="1"/>
            <a:r>
              <a:rPr lang="zh-CN" altLang="en-US" sz="2400" b="0" dirty="0">
                <a:latin typeface="+mn-lt"/>
              </a:rPr>
              <a:t>两个一起使用</a:t>
            </a:r>
            <a:endParaRPr lang="en-US" altLang="zh-CN" sz="2400" b="0" dirty="0">
              <a:latin typeface="+mn-lt"/>
            </a:endParaRPr>
          </a:p>
        </p:txBody>
      </p:sp>
      <p:sp>
        <p:nvSpPr>
          <p:cNvPr id="5" name="TextBox 4">
            <a:extLst>
              <a:ext uri="{FF2B5EF4-FFF2-40B4-BE49-F238E27FC236}">
                <a16:creationId xmlns:a16="http://schemas.microsoft.com/office/drawing/2014/main" id="{D94A1465-228F-A343-BD3F-A1906717CFDF}"/>
              </a:ext>
            </a:extLst>
          </p:cNvPr>
          <p:cNvSpPr txBox="1"/>
          <p:nvPr/>
        </p:nvSpPr>
        <p:spPr>
          <a:xfrm>
            <a:off x="1676400" y="1954033"/>
            <a:ext cx="6248400" cy="523220"/>
          </a:xfrm>
          <a:prstGeom prst="rect">
            <a:avLst/>
          </a:prstGeom>
          <a:solidFill>
            <a:schemeClr val="bg1"/>
          </a:solidFill>
        </p:spPr>
        <p:txBody>
          <a:bodyPr wrap="square" rtlCol="0">
            <a:spAutoFit/>
          </a:bodyPr>
          <a:lstStyle/>
          <a:p>
            <a:pPr algn="ctr"/>
            <a:r>
              <a:rPr lang="zh-CN" altLang="en-US" sz="2800" dirty="0">
                <a:solidFill>
                  <a:srgbClr val="3333FF"/>
                </a:solidFill>
                <a:latin typeface="黑体" panose="02010609060101010101" pitchFamily="49" charset="-122"/>
                <a:ea typeface="黑体" panose="02010609060101010101" pitchFamily="49" charset="-122"/>
                <a:cs typeface="Arial" panose="020B0604020202020204" pitchFamily="34" charset="0"/>
              </a:rPr>
              <a:t>问题</a:t>
            </a:r>
            <a:r>
              <a:rPr lang="en-CN" sz="2800">
                <a:solidFill>
                  <a:srgbClr val="3333FF"/>
                </a:solidFill>
                <a:latin typeface="黑体" panose="02010609060101010101" pitchFamily="49" charset="-122"/>
                <a:ea typeface="黑体" panose="02010609060101010101" pitchFamily="49" charset="-122"/>
                <a:cs typeface="Arial" panose="020B0604020202020204" pitchFamily="34" charset="0"/>
              </a:rPr>
              <a:t>: </a:t>
            </a:r>
            <a:r>
              <a:rPr lang="zh-CN" altLang="en-US" sz="2800" dirty="0">
                <a:solidFill>
                  <a:srgbClr val="3333FF"/>
                </a:solidFill>
                <a:latin typeface="黑体" panose="02010609060101010101" pitchFamily="49" charset="-122"/>
                <a:ea typeface="黑体" panose="02010609060101010101" pitchFamily="49" charset="-122"/>
                <a:cs typeface="Arial" panose="020B0604020202020204" pitchFamily="34" charset="0"/>
              </a:rPr>
              <a:t>数学上是否有一般性的方法</a:t>
            </a:r>
            <a:r>
              <a:rPr lang="en-CN" sz="2800" dirty="0">
                <a:solidFill>
                  <a:srgbClr val="3333FF"/>
                </a:solidFill>
                <a:latin typeface="黑体" panose="02010609060101010101" pitchFamily="49" charset="-122"/>
                <a:ea typeface="黑体" panose="02010609060101010101" pitchFamily="49" charset="-122"/>
                <a:cs typeface="Arial" panose="020B0604020202020204" pitchFamily="34" charset="0"/>
              </a:rPr>
              <a:t>?</a:t>
            </a:r>
          </a:p>
        </p:txBody>
      </p:sp>
      <p:sp>
        <p:nvSpPr>
          <p:cNvPr id="2" name="Title 4">
            <a:extLst>
              <a:ext uri="{FF2B5EF4-FFF2-40B4-BE49-F238E27FC236}">
                <a16:creationId xmlns:a16="http://schemas.microsoft.com/office/drawing/2014/main" id="{3AE86600-8AFB-1538-94C2-7F1EBCF5F750}"/>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en-US" altLang="zh-CN" dirty="0"/>
              <a:t>Step2: </a:t>
            </a:r>
            <a:r>
              <a:rPr lang="zh-CN" altLang="en-US" dirty="0"/>
              <a:t>状态化简</a:t>
            </a:r>
            <a:endParaRPr lang="en-CN" altLang="zh-CN" sz="4000" dirty="0">
              <a:solidFill>
                <a:srgbClr val="0000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865931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1736F694-FC7D-ED4D-AF79-88CC61B2E059}"/>
              </a:ext>
            </a:extLst>
          </p:cNvPr>
          <p:cNvSpPr>
            <a:spLocks noGrp="1"/>
          </p:cNvSpPr>
          <p:nvPr>
            <p:ph type="sldNum" sz="quarter" idx="12"/>
          </p:nvPr>
        </p:nvSpPr>
        <p:spPr/>
        <p:txBody>
          <a:bodyPr/>
          <a:lstStyle/>
          <a:p>
            <a:pPr>
              <a:defRPr/>
            </a:pPr>
            <a:fld id="{3259D7DD-E1BE-4482-9234-29898EB39847}" type="slidenum">
              <a:rPr lang="en-US" altLang="zh-CN" smtClean="0"/>
              <a:pPr>
                <a:defRPr/>
              </a:pPr>
              <a:t>34</a:t>
            </a:fld>
            <a:endParaRPr lang="en-US" altLang="zh-CN" dirty="0"/>
          </a:p>
        </p:txBody>
      </p:sp>
      <p:sp>
        <p:nvSpPr>
          <p:cNvPr id="3" name="内容占位符 2">
            <a:extLst>
              <a:ext uri="{FF2B5EF4-FFF2-40B4-BE49-F238E27FC236}">
                <a16:creationId xmlns:a16="http://schemas.microsoft.com/office/drawing/2014/main" id="{B1E798ED-885E-B943-9746-D874209E790E}"/>
              </a:ext>
            </a:extLst>
          </p:cNvPr>
          <p:cNvSpPr>
            <a:spLocks noGrp="1"/>
          </p:cNvSpPr>
          <p:nvPr>
            <p:ph idx="4294967295"/>
          </p:nvPr>
        </p:nvSpPr>
        <p:spPr>
          <a:xfrm>
            <a:off x="457200" y="1434857"/>
            <a:ext cx="8229600" cy="3667125"/>
          </a:xfrm>
        </p:spPr>
        <p:txBody>
          <a:bodyPr/>
          <a:lstStyle/>
          <a:p>
            <a:r>
              <a:rPr kumimoji="1" lang="zh-CN" altLang="en-US" sz="2800" b="0" dirty="0">
                <a:latin typeface="Arial" panose="020B0604020202020204" pitchFamily="34" charset="0"/>
                <a:cs typeface="Arial" panose="020B0604020202020204" pitchFamily="34" charset="0"/>
              </a:rPr>
              <a:t>两个状态</a:t>
            </a:r>
            <a:r>
              <a:rPr kumimoji="1" lang="en-US" altLang="zh-CN" sz="2800" b="0" dirty="0">
                <a:latin typeface="Arial" panose="020B0604020202020204" pitchFamily="34" charset="0"/>
                <a:cs typeface="Arial" panose="020B0604020202020204" pitchFamily="34" charset="0"/>
              </a:rPr>
              <a:t>P, Q</a:t>
            </a:r>
            <a:r>
              <a:rPr kumimoji="1" lang="zh-CN" altLang="en-US" sz="2800" b="0" dirty="0">
                <a:latin typeface="Arial" panose="020B0604020202020204" pitchFamily="34" charset="0"/>
                <a:cs typeface="Arial" panose="020B0604020202020204" pitchFamily="34" charset="0"/>
              </a:rPr>
              <a:t>等价，记作</a:t>
            </a:r>
          </a:p>
          <a:p>
            <a:pPr lvl="1"/>
            <a:r>
              <a:rPr kumimoji="1" lang="zh-CN" altLang="en-US" sz="2400" b="0" dirty="0">
                <a:latin typeface="Arial" panose="020B0604020202020204" pitchFamily="34" charset="0"/>
                <a:cs typeface="Arial" panose="020B0604020202020204" pitchFamily="34" charset="0"/>
              </a:rPr>
              <a:t>当且仅当对于各输入情况，输出相同，次态是等价</a:t>
            </a:r>
          </a:p>
          <a:p>
            <a:pPr lvl="1"/>
            <a:endParaRPr kumimoji="1" lang="en-US" altLang="zh-CN" sz="2000" b="0" dirty="0">
              <a:latin typeface="Arial" panose="020B0604020202020204" pitchFamily="34" charset="0"/>
              <a:cs typeface="Arial" panose="020B0604020202020204" pitchFamily="34" charset="0"/>
            </a:endParaRPr>
          </a:p>
          <a:p>
            <a:r>
              <a:rPr kumimoji="1" lang="zh-CN" altLang="en-US" sz="2800" b="0" dirty="0">
                <a:latin typeface="Arial" panose="020B0604020202020204" pitchFamily="34" charset="0"/>
                <a:cs typeface="Arial" panose="020B0604020202020204" pitchFamily="34" charset="0"/>
              </a:rPr>
              <a:t>两个状态不等价是</a:t>
            </a:r>
            <a:r>
              <a:rPr kumimoji="1" lang="zh-CN" altLang="en-US" sz="2800" b="0" dirty="0">
                <a:solidFill>
                  <a:srgbClr val="3333FF"/>
                </a:solidFill>
                <a:latin typeface="Arial" panose="020B0604020202020204" pitchFamily="34" charset="0"/>
                <a:cs typeface="Arial" panose="020B0604020202020204" pitchFamily="34" charset="0"/>
              </a:rPr>
              <a:t>可区分的</a:t>
            </a:r>
            <a:endParaRPr kumimoji="1" lang="en-US" altLang="zh-CN" sz="2800" b="0" dirty="0">
              <a:solidFill>
                <a:srgbClr val="3333FF"/>
              </a:solidFill>
              <a:latin typeface="Arial" panose="020B0604020202020204" pitchFamily="34" charset="0"/>
              <a:cs typeface="Arial" panose="020B0604020202020204" pitchFamily="34" charset="0"/>
            </a:endParaRPr>
          </a:p>
          <a:p>
            <a:pPr lvl="1"/>
            <a:r>
              <a:rPr kumimoji="1" lang="zh-CN" altLang="en-US" sz="2400" b="0" dirty="0">
                <a:latin typeface="Arial" panose="020B0604020202020204" pitchFamily="34" charset="0"/>
                <a:cs typeface="Arial" panose="020B0604020202020204" pitchFamily="34" charset="0"/>
              </a:rPr>
              <a:t>至少有一种输入序列，会使得它们产生不同的输出</a:t>
            </a:r>
            <a:endParaRPr kumimoji="1" lang="zh-CN" altLang="en-US" sz="2400" b="0" dirty="0">
              <a:solidFill>
                <a:schemeClr val="accent2">
                  <a:lumMod val="75000"/>
                </a:schemeClr>
              </a:solidFill>
              <a:latin typeface="Arial" panose="020B0604020202020204" pitchFamily="34" charset="0"/>
              <a:cs typeface="Arial" panose="020B0604020202020204" pitchFamily="34" charset="0"/>
            </a:endParaRPr>
          </a:p>
        </p:txBody>
      </p:sp>
      <p:graphicFrame>
        <p:nvGraphicFramePr>
          <p:cNvPr id="7" name="Object 16">
            <a:extLst>
              <a:ext uri="{FF2B5EF4-FFF2-40B4-BE49-F238E27FC236}">
                <a16:creationId xmlns:a16="http://schemas.microsoft.com/office/drawing/2014/main" id="{B6FB8B5A-5858-3A41-95E1-8DD8B9A522D7}"/>
              </a:ext>
            </a:extLst>
          </p:cNvPr>
          <p:cNvGraphicFramePr>
            <a:graphicFrameLocks noChangeAspect="1"/>
          </p:cNvGraphicFramePr>
          <p:nvPr>
            <p:extLst>
              <p:ext uri="{D42A27DB-BD31-4B8C-83A1-F6EECF244321}">
                <p14:modId xmlns:p14="http://schemas.microsoft.com/office/powerpoint/2010/main" val="1883393104"/>
              </p:ext>
            </p:extLst>
          </p:nvPr>
        </p:nvGraphicFramePr>
        <p:xfrm>
          <a:off x="4867275" y="1492250"/>
          <a:ext cx="990600" cy="536575"/>
        </p:xfrm>
        <a:graphic>
          <a:graphicData uri="http://schemas.openxmlformats.org/presentationml/2006/ole">
            <mc:AlternateContent xmlns:mc="http://schemas.openxmlformats.org/markup-compatibility/2006">
              <mc:Choice xmlns:v="urn:schemas-microsoft-com:vml" Requires="v">
                <p:oleObj name="Equation" r:id="rId2" imgW="355320" imgH="177480" progId="">
                  <p:embed/>
                </p:oleObj>
              </mc:Choice>
              <mc:Fallback>
                <p:oleObj name="Equation" r:id="rId2" imgW="355320" imgH="177480" progId="">
                  <p:embed/>
                  <p:pic>
                    <p:nvPicPr>
                      <p:cNvPr id="7" name="Object 16">
                        <a:extLst>
                          <a:ext uri="{FF2B5EF4-FFF2-40B4-BE49-F238E27FC236}">
                            <a16:creationId xmlns:a16="http://schemas.microsoft.com/office/drawing/2014/main" id="{B6FB8B5A-5858-3A41-95E1-8DD8B9A522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67275" y="1492250"/>
                        <a:ext cx="990600" cy="536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2" name="Group 11">
            <a:extLst>
              <a:ext uri="{FF2B5EF4-FFF2-40B4-BE49-F238E27FC236}">
                <a16:creationId xmlns:a16="http://schemas.microsoft.com/office/drawing/2014/main" id="{209A1697-65AD-EC44-AC9F-B378ADD8B235}"/>
              </a:ext>
            </a:extLst>
          </p:cNvPr>
          <p:cNvGrpSpPr/>
          <p:nvPr/>
        </p:nvGrpSpPr>
        <p:grpSpPr>
          <a:xfrm>
            <a:off x="2321037" y="4800600"/>
            <a:ext cx="4384563" cy="982091"/>
            <a:chOff x="2240311" y="4648200"/>
            <a:chExt cx="4384563" cy="982091"/>
          </a:xfrm>
        </p:grpSpPr>
        <p:sp>
          <p:nvSpPr>
            <p:cNvPr id="5" name="Rectangle 4">
              <a:extLst>
                <a:ext uri="{FF2B5EF4-FFF2-40B4-BE49-F238E27FC236}">
                  <a16:creationId xmlns:a16="http://schemas.microsoft.com/office/drawing/2014/main" id="{7D0F1D37-A8A0-5E4F-8C2D-55C3D44711B5}"/>
                </a:ext>
              </a:extLst>
            </p:cNvPr>
            <p:cNvSpPr/>
            <p:nvPr/>
          </p:nvSpPr>
          <p:spPr>
            <a:xfrm>
              <a:off x="3576874" y="4715891"/>
              <a:ext cx="1752600" cy="914400"/>
            </a:xfrm>
            <a:prstGeom prst="rect">
              <a:avLst/>
            </a:prstGeom>
            <a:solidFill>
              <a:schemeClr val="tx1"/>
            </a:solidFill>
            <a:ln w="38100"/>
          </p:spPr>
          <p:style>
            <a:lnRef idx="2">
              <a:schemeClr val="dk1"/>
            </a:lnRef>
            <a:fillRef idx="1">
              <a:schemeClr val="lt1"/>
            </a:fillRef>
            <a:effectRef idx="0">
              <a:schemeClr val="dk1"/>
            </a:effectRef>
            <a:fontRef idx="minor">
              <a:schemeClr val="dk1"/>
            </a:fontRef>
          </p:style>
          <p:txBody>
            <a:bodyPr wrap="square" rtlCol="0" anchor="ctr">
              <a:noAutofit/>
            </a:bodyPr>
            <a:lstStyle/>
            <a:p>
              <a:pPr algn="ctr"/>
              <a:r>
                <a:rPr lang="zh-CN" altLang="en-US" sz="2400" dirty="0">
                  <a:solidFill>
                    <a:schemeClr val="bg1"/>
                  </a:solidFill>
                  <a:latin typeface="+mj-ea"/>
                  <a:ea typeface="+mj-ea"/>
                  <a:cs typeface="Arial" panose="020B0604020202020204" pitchFamily="34" charset="0"/>
                </a:rPr>
                <a:t>有限状态机</a:t>
              </a:r>
              <a:endParaRPr lang="en-CN" sz="2400" dirty="0">
                <a:solidFill>
                  <a:schemeClr val="bg1"/>
                </a:solidFill>
                <a:latin typeface="+mj-ea"/>
                <a:ea typeface="+mj-ea"/>
                <a:cs typeface="Arial" panose="020B0604020202020204" pitchFamily="34" charset="0"/>
              </a:endParaRPr>
            </a:p>
            <a:p>
              <a:pPr algn="ctr"/>
              <a:r>
                <a:rPr lang="zh-CN" altLang="en-US" sz="2400" dirty="0">
                  <a:solidFill>
                    <a:schemeClr val="bg1"/>
                  </a:solidFill>
                  <a:latin typeface="+mj-ea"/>
                  <a:ea typeface="+mj-ea"/>
                  <a:cs typeface="Arial" panose="020B0604020202020204" pitchFamily="34" charset="0"/>
                </a:rPr>
                <a:t>黑盒子</a:t>
              </a:r>
              <a:endParaRPr lang="en-CN" sz="2400" dirty="0">
                <a:solidFill>
                  <a:schemeClr val="bg1"/>
                </a:solidFill>
                <a:latin typeface="+mj-ea"/>
                <a:ea typeface="+mj-ea"/>
                <a:cs typeface="Arial" panose="020B0604020202020204" pitchFamily="34" charset="0"/>
              </a:endParaRPr>
            </a:p>
          </p:txBody>
        </p:sp>
        <p:cxnSp>
          <p:nvCxnSpPr>
            <p:cNvPr id="8" name="Straight Arrow Connector 7">
              <a:extLst>
                <a:ext uri="{FF2B5EF4-FFF2-40B4-BE49-F238E27FC236}">
                  <a16:creationId xmlns:a16="http://schemas.microsoft.com/office/drawing/2014/main" id="{6C680EF4-114E-954B-8449-54971D60BEB2}"/>
                </a:ext>
              </a:extLst>
            </p:cNvPr>
            <p:cNvCxnSpPr>
              <a:stCxn id="5" idx="1"/>
            </p:cNvCxnSpPr>
            <p:nvPr/>
          </p:nvCxnSpPr>
          <p:spPr>
            <a:xfrm flipH="1">
              <a:off x="2281474" y="5173091"/>
              <a:ext cx="1295400" cy="0"/>
            </a:xfrm>
            <a:prstGeom prst="straightConnector1">
              <a:avLst/>
            </a:prstGeom>
            <a:ln w="38100">
              <a:headEnd type="triangle"/>
              <a:tailEnd type="none"/>
            </a:ln>
          </p:spPr>
          <p:style>
            <a:lnRef idx="2">
              <a:schemeClr val="dk1"/>
            </a:lnRef>
            <a:fillRef idx="1">
              <a:schemeClr val="lt1"/>
            </a:fillRef>
            <a:effectRef idx="0">
              <a:schemeClr val="dk1"/>
            </a:effectRef>
            <a:fontRef idx="minor">
              <a:schemeClr val="dk1"/>
            </a:fontRef>
          </p:style>
        </p:cxnSp>
        <p:cxnSp>
          <p:nvCxnSpPr>
            <p:cNvPr id="9" name="Straight Arrow Connector 8">
              <a:extLst>
                <a:ext uri="{FF2B5EF4-FFF2-40B4-BE49-F238E27FC236}">
                  <a16:creationId xmlns:a16="http://schemas.microsoft.com/office/drawing/2014/main" id="{8ECAD1AB-7C93-0343-A5D1-01B2730DA3D0}"/>
                </a:ext>
              </a:extLst>
            </p:cNvPr>
            <p:cNvCxnSpPr/>
            <p:nvPr/>
          </p:nvCxnSpPr>
          <p:spPr>
            <a:xfrm flipH="1">
              <a:off x="5329474" y="5173091"/>
              <a:ext cx="1295400" cy="0"/>
            </a:xfrm>
            <a:prstGeom prst="straightConnector1">
              <a:avLst/>
            </a:prstGeom>
            <a:ln w="38100">
              <a:headEnd type="triangle"/>
              <a:tailEnd type="none"/>
            </a:ln>
          </p:spPr>
          <p:style>
            <a:lnRef idx="2">
              <a:schemeClr val="dk1"/>
            </a:lnRef>
            <a:fillRef idx="1">
              <a:schemeClr val="lt1"/>
            </a:fillRef>
            <a:effectRef idx="0">
              <a:schemeClr val="dk1"/>
            </a:effectRef>
            <a:fontRef idx="minor">
              <a:schemeClr val="dk1"/>
            </a:fontRef>
          </p:style>
        </p:cxnSp>
        <p:sp>
          <p:nvSpPr>
            <p:cNvPr id="10" name="Rectangle 9">
              <a:extLst>
                <a:ext uri="{FF2B5EF4-FFF2-40B4-BE49-F238E27FC236}">
                  <a16:creationId xmlns:a16="http://schemas.microsoft.com/office/drawing/2014/main" id="{EDD10DA7-9233-0342-B282-91077CDFA7F2}"/>
                </a:ext>
              </a:extLst>
            </p:cNvPr>
            <p:cNvSpPr/>
            <p:nvPr/>
          </p:nvSpPr>
          <p:spPr>
            <a:xfrm>
              <a:off x="2240311" y="4648200"/>
              <a:ext cx="825867" cy="477054"/>
            </a:xfrm>
            <a:prstGeom prst="rect">
              <a:avLst/>
            </a:prstGeom>
          </p:spPr>
          <p:txBody>
            <a:bodyPr wrap="none">
              <a:spAutoFit/>
            </a:bodyPr>
            <a:lstStyle/>
            <a:p>
              <a:pPr algn="ctr"/>
              <a:r>
                <a:rPr kumimoji="1" lang="zh-CN" altLang="en-US" sz="2500">
                  <a:solidFill>
                    <a:srgbClr val="000000"/>
                  </a:solidFill>
                  <a:latin typeface="+mj-ea"/>
                  <a:ea typeface="+mj-ea"/>
                </a:rPr>
                <a:t>输入</a:t>
              </a:r>
              <a:endParaRPr lang="en-CN" dirty="0">
                <a:latin typeface="+mj-ea"/>
                <a:ea typeface="+mj-ea"/>
              </a:endParaRPr>
            </a:p>
          </p:txBody>
        </p:sp>
        <p:sp>
          <p:nvSpPr>
            <p:cNvPr id="11" name="Rectangle 10">
              <a:extLst>
                <a:ext uri="{FF2B5EF4-FFF2-40B4-BE49-F238E27FC236}">
                  <a16:creationId xmlns:a16="http://schemas.microsoft.com/office/drawing/2014/main" id="{B0A6B086-D47B-1F48-A6D9-3D6563B5EDC7}"/>
                </a:ext>
              </a:extLst>
            </p:cNvPr>
            <p:cNvSpPr/>
            <p:nvPr/>
          </p:nvSpPr>
          <p:spPr>
            <a:xfrm>
              <a:off x="5722807" y="4648200"/>
              <a:ext cx="825867" cy="477054"/>
            </a:xfrm>
            <a:prstGeom prst="rect">
              <a:avLst/>
            </a:prstGeom>
          </p:spPr>
          <p:txBody>
            <a:bodyPr wrap="none">
              <a:spAutoFit/>
            </a:bodyPr>
            <a:lstStyle/>
            <a:p>
              <a:pPr algn="ctr"/>
              <a:r>
                <a:rPr kumimoji="1" lang="zh-CN" altLang="en-US" sz="2500" dirty="0">
                  <a:solidFill>
                    <a:srgbClr val="000000"/>
                  </a:solidFill>
                  <a:latin typeface="+mj-ea"/>
                  <a:ea typeface="+mj-ea"/>
                </a:rPr>
                <a:t>输出</a:t>
              </a:r>
              <a:endParaRPr lang="en-CN" dirty="0">
                <a:latin typeface="+mj-ea"/>
                <a:ea typeface="+mj-ea"/>
              </a:endParaRPr>
            </a:p>
          </p:txBody>
        </p:sp>
      </p:grpSp>
      <p:sp>
        <p:nvSpPr>
          <p:cNvPr id="6" name="Title 4">
            <a:extLst>
              <a:ext uri="{FF2B5EF4-FFF2-40B4-BE49-F238E27FC236}">
                <a16:creationId xmlns:a16="http://schemas.microsoft.com/office/drawing/2014/main" id="{0D11BCA2-83BB-43A3-9377-4930D951FEFC}"/>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latin typeface="黑体" panose="02010609060101010101" pitchFamily="49" charset="-122"/>
                <a:ea typeface="黑体" panose="02010609060101010101" pitchFamily="49" charset="-122"/>
              </a:rPr>
              <a:t>等价状态</a:t>
            </a:r>
            <a:endParaRPr lang="en-CN" altLang="zh-CN" sz="4000" dirty="0">
              <a:solidFill>
                <a:srgbClr val="0000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98905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0" name="灯片编号占位符 3"/>
          <p:cNvSpPr>
            <a:spLocks noGrp="1"/>
          </p:cNvSpPr>
          <p:nvPr>
            <p:ph type="sldNum" sz="quarter" idx="12"/>
          </p:nvPr>
        </p:nvSpPr>
        <p:spPr/>
        <p:txBody>
          <a:bodyPr vert="horz" lIns="91440" tIns="45720" rIns="91440" bIns="45720" rtlCol="0" anchor="ctr"/>
          <a:lstStyle/>
          <a:p>
            <a:fld id="{F870F06A-8AF1-4F4E-8764-1042B89B03F3}" type="slidenum">
              <a:rPr lang="en-US" altLang="zh-CN" smtClean="0"/>
              <a:pPr/>
              <a:t>35</a:t>
            </a:fld>
            <a:endParaRPr lang="en-US" altLang="zh-CN" dirty="0"/>
          </a:p>
        </p:txBody>
      </p:sp>
      <p:sp>
        <p:nvSpPr>
          <p:cNvPr id="70659" name="Rectangle 3"/>
          <p:cNvSpPr>
            <a:spLocks noGrp="1" noChangeArrowheads="1"/>
          </p:cNvSpPr>
          <p:nvPr>
            <p:ph idx="4294967295"/>
          </p:nvPr>
        </p:nvSpPr>
        <p:spPr>
          <a:xfrm>
            <a:off x="228600" y="1261796"/>
            <a:ext cx="8686800" cy="1990725"/>
          </a:xfrm>
        </p:spPr>
        <p:txBody>
          <a:bodyPr>
            <a:normAutofit/>
          </a:bodyPr>
          <a:lstStyle/>
          <a:p>
            <a:r>
              <a:rPr lang="zh-CN" altLang="en-US" sz="2800" b="0" dirty="0">
                <a:latin typeface="+mn-lt"/>
              </a:rPr>
              <a:t>找出</a:t>
            </a:r>
            <a:r>
              <a:rPr lang="zh-CN" altLang="en-US" sz="2800" b="0" dirty="0">
                <a:solidFill>
                  <a:srgbClr val="3333FF"/>
                </a:solidFill>
                <a:latin typeface="+mn-lt"/>
              </a:rPr>
              <a:t>具有相同次态和输出</a:t>
            </a:r>
            <a:r>
              <a:rPr lang="zh-CN" altLang="en-US" sz="2800" b="0" dirty="0">
                <a:latin typeface="+mn-lt"/>
              </a:rPr>
              <a:t>的行，合并为新的一行</a:t>
            </a:r>
            <a:endParaRPr lang="en-US" altLang="zh-CN" sz="2800" b="0" dirty="0">
              <a:latin typeface="+mn-lt"/>
            </a:endParaRPr>
          </a:p>
          <a:p>
            <a:r>
              <a:rPr lang="zh-CN" altLang="en-US" sz="2800" b="0" dirty="0">
                <a:latin typeface="+mn-lt"/>
              </a:rPr>
              <a:t>重复行匹配，直到没有行可以合并</a:t>
            </a:r>
            <a:endParaRPr lang="en-US" altLang="zh-CN" sz="2800" b="0" dirty="0">
              <a:latin typeface="+mn-lt"/>
            </a:endParaRPr>
          </a:p>
        </p:txBody>
      </p:sp>
      <p:sp>
        <p:nvSpPr>
          <p:cNvPr id="8" name="矩形 16">
            <a:extLst>
              <a:ext uri="{FF2B5EF4-FFF2-40B4-BE49-F238E27FC236}">
                <a16:creationId xmlns:a16="http://schemas.microsoft.com/office/drawing/2014/main" id="{722C06CD-CED9-994A-9FE0-2F1730A1E379}"/>
              </a:ext>
            </a:extLst>
          </p:cNvPr>
          <p:cNvSpPr/>
          <p:nvPr/>
        </p:nvSpPr>
        <p:spPr>
          <a:xfrm>
            <a:off x="7126366" y="5486400"/>
            <a:ext cx="2017634" cy="523220"/>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800" b="1" i="0" u="none" strike="noStrike" kern="0" cap="none" spc="0" normalizeH="0" baseline="0" noProof="0" dirty="0">
                <a:ln>
                  <a:noFill/>
                </a:ln>
                <a:solidFill>
                  <a:srgbClr val="3333FF"/>
                </a:solidFill>
                <a:effectLst/>
                <a:uLnTx/>
                <a:uFillTx/>
                <a:latin typeface="+mn-ea"/>
                <a:ea typeface="+mn-ea"/>
              </a:rPr>
              <a:t>等价状态</a:t>
            </a:r>
            <a:r>
              <a:rPr kumimoji="0" lang="en-US" altLang="zh-CN" sz="2800" b="1" i="0" u="none" strike="noStrike" kern="0" cap="none" spc="0" normalizeH="0" baseline="0" noProof="0" dirty="0">
                <a:ln>
                  <a:noFill/>
                </a:ln>
                <a:solidFill>
                  <a:srgbClr val="3333FF"/>
                </a:solidFill>
                <a:effectLst/>
                <a:uLnTx/>
                <a:uFillTx/>
                <a:latin typeface="+mn-ea"/>
                <a:ea typeface="+mn-ea"/>
              </a:rPr>
              <a:t>!</a:t>
            </a:r>
            <a:endParaRPr kumimoji="0" lang="zh-CN" altLang="en-US" sz="2800" b="1" i="0" u="none" strike="noStrike" kern="0" cap="none" spc="0" normalizeH="0" baseline="0" noProof="0" dirty="0">
              <a:ln>
                <a:noFill/>
              </a:ln>
              <a:solidFill>
                <a:srgbClr val="3333FF"/>
              </a:solidFill>
              <a:effectLst/>
              <a:uLnTx/>
              <a:uFillTx/>
              <a:latin typeface="+mn-ea"/>
              <a:ea typeface="+mn-ea"/>
            </a:endParaRPr>
          </a:p>
        </p:txBody>
      </p:sp>
      <p:sp>
        <p:nvSpPr>
          <p:cNvPr id="2" name="Title 4">
            <a:extLst>
              <a:ext uri="{FF2B5EF4-FFF2-40B4-BE49-F238E27FC236}">
                <a16:creationId xmlns:a16="http://schemas.microsoft.com/office/drawing/2014/main" id="{EC94F417-C297-81BF-BD40-707C312F8C15}"/>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latin typeface="黑体" panose="02010609060101010101" pitchFamily="49" charset="-122"/>
                <a:ea typeface="黑体" panose="02010609060101010101" pitchFamily="49" charset="-122"/>
              </a:rPr>
              <a:t>行匹配技术</a:t>
            </a:r>
            <a:endParaRPr lang="en-CN" altLang="zh-CN" sz="4000" dirty="0">
              <a:solidFill>
                <a:srgbClr val="0000FF"/>
              </a:solidFill>
              <a:latin typeface="Arial" panose="020B0604020202020204" pitchFamily="34" charset="0"/>
              <a:cs typeface="Arial" panose="020B0604020202020204" pitchFamily="34" charset="0"/>
            </a:endParaRPr>
          </a:p>
        </p:txBody>
      </p:sp>
      <p:graphicFrame>
        <p:nvGraphicFramePr>
          <p:cNvPr id="4" name="Group 3">
            <a:extLst>
              <a:ext uri="{FF2B5EF4-FFF2-40B4-BE49-F238E27FC236}">
                <a16:creationId xmlns:a16="http://schemas.microsoft.com/office/drawing/2014/main" id="{A237510C-0766-2042-EF79-D44FABE16009}"/>
              </a:ext>
            </a:extLst>
          </p:cNvPr>
          <p:cNvGraphicFramePr>
            <a:graphicFrameLocks/>
          </p:cNvGraphicFramePr>
          <p:nvPr>
            <p:extLst>
              <p:ext uri="{D42A27DB-BD31-4B8C-83A1-F6EECF244321}">
                <p14:modId xmlns:p14="http://schemas.microsoft.com/office/powerpoint/2010/main" val="196643425"/>
              </p:ext>
            </p:extLst>
          </p:nvPr>
        </p:nvGraphicFramePr>
        <p:xfrm>
          <a:off x="633775" y="2483224"/>
          <a:ext cx="5943600" cy="4146176"/>
        </p:xfrm>
        <a:graphic>
          <a:graphicData uri="http://schemas.openxmlformats.org/drawingml/2006/table">
            <a:tbl>
              <a:tblPr/>
              <a:tblGrid>
                <a:gridCol w="1661652">
                  <a:extLst>
                    <a:ext uri="{9D8B030D-6E8A-4147-A177-3AD203B41FA5}">
                      <a16:colId xmlns:a16="http://schemas.microsoft.com/office/drawing/2014/main" val="20000"/>
                    </a:ext>
                  </a:extLst>
                </a:gridCol>
                <a:gridCol w="1394030">
                  <a:extLst>
                    <a:ext uri="{9D8B030D-6E8A-4147-A177-3AD203B41FA5}">
                      <a16:colId xmlns:a16="http://schemas.microsoft.com/office/drawing/2014/main" val="20001"/>
                    </a:ext>
                  </a:extLst>
                </a:gridCol>
                <a:gridCol w="587170">
                  <a:extLst>
                    <a:ext uri="{9D8B030D-6E8A-4147-A177-3AD203B41FA5}">
                      <a16:colId xmlns:a16="http://schemas.microsoft.com/office/drawing/2014/main" val="20002"/>
                    </a:ext>
                  </a:extLst>
                </a:gridCol>
                <a:gridCol w="766916">
                  <a:extLst>
                    <a:ext uri="{9D8B030D-6E8A-4147-A177-3AD203B41FA5}">
                      <a16:colId xmlns:a16="http://schemas.microsoft.com/office/drawing/2014/main" val="20003"/>
                    </a:ext>
                  </a:extLst>
                </a:gridCol>
                <a:gridCol w="766916">
                  <a:extLst>
                    <a:ext uri="{9D8B030D-6E8A-4147-A177-3AD203B41FA5}">
                      <a16:colId xmlns:a16="http://schemas.microsoft.com/office/drawing/2014/main" val="20004"/>
                    </a:ext>
                  </a:extLst>
                </a:gridCol>
                <a:gridCol w="766916">
                  <a:extLst>
                    <a:ext uri="{9D8B030D-6E8A-4147-A177-3AD203B41FA5}">
                      <a16:colId xmlns:a16="http://schemas.microsoft.com/office/drawing/2014/main" val="20005"/>
                    </a:ext>
                  </a:extLst>
                </a:gridCol>
              </a:tblGrid>
              <a:tr h="488576">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1600" b="1" i="0" u="none" strike="noStrike" cap="none" normalizeH="0" baseline="0">
                          <a:ln>
                            <a:noFill/>
                          </a:ln>
                          <a:solidFill>
                            <a:schemeClr val="tx1"/>
                          </a:solidFill>
                          <a:effectLst/>
                          <a:latin typeface="+mn-lt"/>
                          <a:ea typeface="黑体" panose="02010609060101010101" pitchFamily="49" charset="-122"/>
                        </a:rPr>
                        <a:t>输入序列</a:t>
                      </a:r>
                      <a:endParaRPr kumimoji="0" lang="en-US" altLang="zh-CN" sz="1600" b="1" i="0" u="none" strike="noStrike" cap="none" normalizeH="0" baseline="0" dirty="0">
                        <a:ln>
                          <a:noFill/>
                        </a:ln>
                        <a:solidFill>
                          <a:schemeClr val="tx1"/>
                        </a:solidFill>
                        <a:effectLst/>
                        <a:latin typeface="+mn-lt"/>
                        <a:ea typeface="黑体" panose="02010609060101010101" pitchFamily="49"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1600" b="1" i="0" u="none" strike="noStrike" cap="none" normalizeH="0" baseline="0" dirty="0">
                          <a:ln>
                            <a:noFill/>
                          </a:ln>
                          <a:solidFill>
                            <a:schemeClr val="tx1"/>
                          </a:solidFill>
                          <a:effectLst/>
                          <a:latin typeface="+mn-lt"/>
                          <a:ea typeface="黑体" panose="02010609060101010101" pitchFamily="49" charset="-122"/>
                        </a:rPr>
                        <a:t>现态</a:t>
                      </a:r>
                      <a:endParaRPr kumimoji="0" lang="en-US" altLang="zh-CN" sz="1600" b="1" i="0" u="none" strike="noStrike" cap="none" normalizeH="0" baseline="0" dirty="0">
                        <a:ln>
                          <a:noFill/>
                        </a:ln>
                        <a:solidFill>
                          <a:schemeClr val="tx1"/>
                        </a:solidFill>
                        <a:effectLst/>
                        <a:latin typeface="+mn-lt"/>
                        <a:ea typeface="黑体" panose="02010609060101010101" pitchFamily="49"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gridSpan="2">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1600" b="1" i="0" u="none" strike="noStrike" cap="none" normalizeH="0" baseline="0" dirty="0">
                          <a:ln>
                            <a:noFill/>
                          </a:ln>
                          <a:solidFill>
                            <a:schemeClr val="tx1"/>
                          </a:solidFill>
                          <a:effectLst/>
                          <a:latin typeface="+mn-lt"/>
                          <a:ea typeface="黑体" panose="02010609060101010101" pitchFamily="49" charset="-122"/>
                        </a:rPr>
                        <a:t>次态</a:t>
                      </a:r>
                      <a:endParaRPr kumimoji="0" lang="en-US" altLang="zh-CN" sz="1600" b="1" i="0" u="none" strike="noStrike" cap="none" normalizeH="0" baseline="0" dirty="0">
                        <a:ln>
                          <a:noFill/>
                        </a:ln>
                        <a:solidFill>
                          <a:schemeClr val="tx1"/>
                        </a:solidFill>
                        <a:effectLst/>
                        <a:latin typeface="+mn-lt"/>
                        <a:ea typeface="黑体" panose="02010609060101010101" pitchFamily="49" charset="-122"/>
                      </a:endParaRPr>
                    </a:p>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chemeClr val="tx1"/>
                          </a:solidFill>
                          <a:effectLst/>
                          <a:latin typeface="+mn-lt"/>
                          <a:ea typeface="黑体" panose="02010609060101010101" pitchFamily="49" charset="-122"/>
                        </a:rPr>
                        <a:t>x=0     x=1</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tc gridSpan="2">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1600" b="1" i="0" u="none" strike="noStrike" cap="none" normalizeH="0" baseline="0">
                          <a:ln>
                            <a:noFill/>
                          </a:ln>
                          <a:solidFill>
                            <a:schemeClr val="tx1"/>
                          </a:solidFill>
                          <a:effectLst/>
                          <a:latin typeface="+mn-lt"/>
                          <a:ea typeface="黑体" panose="02010609060101010101" pitchFamily="49" charset="-122"/>
                        </a:rPr>
                        <a:t>输出</a:t>
                      </a:r>
                      <a:endParaRPr kumimoji="0" lang="en-US" altLang="zh-CN" sz="1600" b="1" i="0" u="none" strike="noStrike" cap="none" normalizeH="0" baseline="0">
                        <a:ln>
                          <a:noFill/>
                        </a:ln>
                        <a:solidFill>
                          <a:schemeClr val="tx1"/>
                        </a:solidFill>
                        <a:effectLst/>
                        <a:latin typeface="+mn-lt"/>
                        <a:ea typeface="黑体" panose="02010609060101010101" pitchFamily="49" charset="-122"/>
                      </a:endParaRPr>
                    </a:p>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1" i="0" u="none" strike="noStrike" cap="none" normalizeH="0" baseline="0">
                          <a:ln>
                            <a:noFill/>
                          </a:ln>
                          <a:solidFill>
                            <a:schemeClr val="tx1"/>
                          </a:solidFill>
                          <a:effectLst/>
                          <a:latin typeface="+mn-lt"/>
                          <a:ea typeface="黑体" panose="02010609060101010101" pitchFamily="49" charset="-122"/>
                        </a:rPr>
                        <a:t>x</a:t>
                      </a:r>
                      <a:r>
                        <a:rPr kumimoji="0" lang="en-US" altLang="zh-CN" sz="1600" b="1" i="0" u="none" strike="noStrike" cap="none" normalizeH="0" baseline="0" dirty="0">
                          <a:ln>
                            <a:noFill/>
                          </a:ln>
                          <a:solidFill>
                            <a:schemeClr val="tx1"/>
                          </a:solidFill>
                          <a:effectLst/>
                          <a:latin typeface="+mn-lt"/>
                          <a:ea typeface="黑体" panose="02010609060101010101" pitchFamily="49" charset="-122"/>
                        </a:rPr>
                        <a:t>=0    x=1</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extLst>
                  <a:ext uri="{0D108BD9-81ED-4DB2-BD59-A6C34878D82A}">
                    <a16:rowId xmlns:a16="http://schemas.microsoft.com/office/drawing/2014/main" val="10000"/>
                  </a:ext>
                </a:extLst>
              </a:tr>
              <a:tr h="206188">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dirty="0">
                          <a:ln>
                            <a:noFill/>
                          </a:ln>
                          <a:solidFill>
                            <a:schemeClr val="tx1"/>
                          </a:solidFill>
                          <a:effectLst/>
                          <a:latin typeface="+mn-lt"/>
                          <a:ea typeface="宋体" pitchFamily="2" charset="-122"/>
                        </a:rPr>
                        <a:t>Reset</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dirty="0">
                          <a:ln>
                            <a:noFill/>
                          </a:ln>
                          <a:solidFill>
                            <a:schemeClr val="tx1"/>
                          </a:solidFill>
                          <a:effectLst/>
                          <a:latin typeface="+mn-lt"/>
                          <a:ea typeface="宋体" pitchFamily="2" charset="-122"/>
                        </a:rPr>
                        <a:t>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a:ln>
                            <a:noFill/>
                          </a:ln>
                          <a:solidFill>
                            <a:schemeClr val="tx1"/>
                          </a:solidFill>
                          <a:effectLst/>
                          <a:latin typeface="+mn-lt"/>
                          <a:ea typeface="宋体" pitchFamily="2" charset="-122"/>
                        </a:rPr>
                        <a:t>B</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a:ln>
                            <a:noFill/>
                          </a:ln>
                          <a:solidFill>
                            <a:schemeClr val="tx1"/>
                          </a:solidFill>
                          <a:effectLst/>
                          <a:latin typeface="+mn-lt"/>
                          <a:ea typeface="宋体" pitchFamily="2" charset="-122"/>
                        </a:rPr>
                        <a:t>C</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206188">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dirty="0">
                          <a:ln>
                            <a:noFill/>
                          </a:ln>
                          <a:solidFill>
                            <a:schemeClr val="tx1"/>
                          </a:solidFill>
                          <a:effectLst/>
                          <a:latin typeface="+mn-lt"/>
                          <a:ea typeface="宋体" pitchFamily="2" charset="-122"/>
                        </a:rPr>
                        <a:t>0 </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dirty="0">
                          <a:ln>
                            <a:noFill/>
                          </a:ln>
                          <a:solidFill>
                            <a:schemeClr val="tx1"/>
                          </a:solidFill>
                          <a:effectLst/>
                          <a:latin typeface="+mn-lt"/>
                          <a:ea typeface="宋体" pitchFamily="2" charset="-122"/>
                        </a:rPr>
                        <a:t>B</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a:ln>
                            <a:noFill/>
                          </a:ln>
                          <a:solidFill>
                            <a:schemeClr val="tx1"/>
                          </a:solidFill>
                          <a:effectLst/>
                          <a:latin typeface="+mn-lt"/>
                          <a:ea typeface="宋体" pitchFamily="2" charset="-122"/>
                        </a:rPr>
                        <a:t>D</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a:ln>
                            <a:noFill/>
                          </a:ln>
                          <a:solidFill>
                            <a:schemeClr val="tx1"/>
                          </a:solidFill>
                          <a:effectLst/>
                          <a:latin typeface="+mn-lt"/>
                          <a:ea typeface="宋体" pitchFamily="2" charset="-122"/>
                        </a:rPr>
                        <a:t>E</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206188">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dirty="0">
                          <a:ln>
                            <a:noFill/>
                          </a:ln>
                          <a:solidFill>
                            <a:schemeClr val="tx1"/>
                          </a:solidFill>
                          <a:effectLst/>
                          <a:latin typeface="+mn-lt"/>
                          <a:ea typeface="宋体" pitchFamily="2" charset="-122"/>
                        </a:rPr>
                        <a:t>1</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dirty="0">
                          <a:ln>
                            <a:noFill/>
                          </a:ln>
                          <a:solidFill>
                            <a:schemeClr val="tx1"/>
                          </a:solidFill>
                          <a:effectLst/>
                          <a:latin typeface="+mn-lt"/>
                          <a:ea typeface="宋体" pitchFamily="2" charset="-122"/>
                        </a:rPr>
                        <a:t>C</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dirty="0">
                          <a:ln>
                            <a:noFill/>
                          </a:ln>
                          <a:solidFill>
                            <a:schemeClr val="tx1"/>
                          </a:solidFill>
                          <a:effectLst/>
                          <a:latin typeface="+mn-lt"/>
                          <a:ea typeface="宋体" pitchFamily="2" charset="-122"/>
                        </a:rPr>
                        <a:t>F</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a:ln>
                            <a:noFill/>
                          </a:ln>
                          <a:solidFill>
                            <a:schemeClr val="tx1"/>
                          </a:solidFill>
                          <a:effectLst/>
                          <a:latin typeface="+mn-lt"/>
                          <a:ea typeface="宋体" pitchFamily="2" charset="-122"/>
                        </a:rPr>
                        <a:t>G</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206188">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a:ln>
                            <a:noFill/>
                          </a:ln>
                          <a:solidFill>
                            <a:schemeClr val="tx1"/>
                          </a:solidFill>
                          <a:effectLst/>
                          <a:latin typeface="+mn-lt"/>
                          <a:ea typeface="宋体" pitchFamily="2" charset="-122"/>
                        </a:rPr>
                        <a:t>00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dirty="0">
                          <a:ln>
                            <a:noFill/>
                          </a:ln>
                          <a:solidFill>
                            <a:schemeClr val="tx1"/>
                          </a:solidFill>
                          <a:effectLst/>
                          <a:latin typeface="+mn-lt"/>
                          <a:ea typeface="宋体" pitchFamily="2" charset="-122"/>
                        </a:rPr>
                        <a:t>D</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a:ln>
                            <a:noFill/>
                          </a:ln>
                          <a:solidFill>
                            <a:schemeClr val="tx1"/>
                          </a:solidFill>
                          <a:effectLst/>
                          <a:latin typeface="+mn-lt"/>
                          <a:ea typeface="宋体" pitchFamily="2" charset="-122"/>
                        </a:rPr>
                        <a:t>H</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dirty="0">
                          <a:ln>
                            <a:noFill/>
                          </a:ln>
                          <a:solidFill>
                            <a:schemeClr val="tx1"/>
                          </a:solidFill>
                          <a:effectLst/>
                          <a:latin typeface="+mn-lt"/>
                          <a:ea typeface="宋体" pitchFamily="2" charset="-122"/>
                        </a:rPr>
                        <a:t>I</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r h="206188">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a:ln>
                            <a:noFill/>
                          </a:ln>
                          <a:solidFill>
                            <a:schemeClr val="tx1"/>
                          </a:solidFill>
                          <a:effectLst/>
                          <a:latin typeface="+mn-lt"/>
                          <a:ea typeface="宋体" pitchFamily="2" charset="-122"/>
                        </a:rPr>
                        <a:t>01</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a:ln>
                            <a:noFill/>
                          </a:ln>
                          <a:solidFill>
                            <a:schemeClr val="tx1"/>
                          </a:solidFill>
                          <a:effectLst/>
                          <a:latin typeface="+mn-lt"/>
                          <a:ea typeface="宋体" pitchFamily="2" charset="-122"/>
                        </a:rPr>
                        <a:t>E</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dirty="0">
                          <a:ln>
                            <a:noFill/>
                          </a:ln>
                          <a:solidFill>
                            <a:schemeClr val="tx1"/>
                          </a:solidFill>
                          <a:effectLst/>
                          <a:latin typeface="+mn-lt"/>
                          <a:ea typeface="宋体" pitchFamily="2" charset="-122"/>
                        </a:rPr>
                        <a:t>J</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dirty="0">
                          <a:ln>
                            <a:noFill/>
                          </a:ln>
                          <a:solidFill>
                            <a:schemeClr val="tx1"/>
                          </a:solidFill>
                          <a:effectLst/>
                          <a:latin typeface="+mn-lt"/>
                          <a:ea typeface="宋体" pitchFamily="2" charset="-122"/>
                        </a:rPr>
                        <a:t>K</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5"/>
                  </a:ext>
                </a:extLst>
              </a:tr>
              <a:tr h="206188">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dirty="0">
                          <a:ln>
                            <a:noFill/>
                          </a:ln>
                          <a:solidFill>
                            <a:schemeClr val="tx1"/>
                          </a:solidFill>
                          <a:effectLst/>
                          <a:latin typeface="+mn-lt"/>
                          <a:ea typeface="宋体" pitchFamily="2" charset="-122"/>
                        </a:rPr>
                        <a:t>10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a:ln>
                            <a:noFill/>
                          </a:ln>
                          <a:solidFill>
                            <a:schemeClr val="tx1"/>
                          </a:solidFill>
                          <a:effectLst/>
                          <a:latin typeface="+mn-lt"/>
                          <a:ea typeface="宋体" pitchFamily="2" charset="-122"/>
                        </a:rPr>
                        <a:t>F</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a:ln>
                            <a:noFill/>
                          </a:ln>
                          <a:solidFill>
                            <a:schemeClr val="tx1"/>
                          </a:solidFill>
                          <a:effectLst/>
                          <a:latin typeface="+mn-lt"/>
                          <a:ea typeface="宋体" pitchFamily="2" charset="-122"/>
                        </a:rPr>
                        <a:t>L</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dirty="0">
                          <a:ln>
                            <a:noFill/>
                          </a:ln>
                          <a:solidFill>
                            <a:schemeClr val="tx1"/>
                          </a:solidFill>
                          <a:effectLst/>
                          <a:latin typeface="+mn-lt"/>
                          <a:ea typeface="宋体" pitchFamily="2" charset="-122"/>
                        </a:rPr>
                        <a:t>M</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6"/>
                  </a:ext>
                </a:extLst>
              </a:tr>
              <a:tr h="206188">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a:ln>
                            <a:noFill/>
                          </a:ln>
                          <a:solidFill>
                            <a:schemeClr val="tx1"/>
                          </a:solidFill>
                          <a:effectLst/>
                          <a:latin typeface="+mn-lt"/>
                          <a:ea typeface="宋体" pitchFamily="2" charset="-122"/>
                        </a:rPr>
                        <a:t>11</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a:ln>
                            <a:noFill/>
                          </a:ln>
                          <a:solidFill>
                            <a:schemeClr val="tx1"/>
                          </a:solidFill>
                          <a:effectLst/>
                          <a:latin typeface="+mn-lt"/>
                          <a:ea typeface="宋体" pitchFamily="2" charset="-122"/>
                        </a:rPr>
                        <a:t>G</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a:ln>
                            <a:noFill/>
                          </a:ln>
                          <a:solidFill>
                            <a:schemeClr val="tx1"/>
                          </a:solidFill>
                          <a:effectLst/>
                          <a:latin typeface="+mn-lt"/>
                          <a:ea typeface="宋体" pitchFamily="2" charset="-122"/>
                        </a:rPr>
                        <a:t>N</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a:ln>
                            <a:noFill/>
                          </a:ln>
                          <a:solidFill>
                            <a:schemeClr val="tx1"/>
                          </a:solidFill>
                          <a:effectLst/>
                          <a:latin typeface="+mn-lt"/>
                          <a:ea typeface="宋体" pitchFamily="2" charset="-122"/>
                        </a:rPr>
                        <a:t>O</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7"/>
                  </a:ext>
                </a:extLst>
              </a:tr>
              <a:tr h="206188">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a:ln>
                            <a:noFill/>
                          </a:ln>
                          <a:solidFill>
                            <a:schemeClr val="tx1"/>
                          </a:solidFill>
                          <a:effectLst/>
                          <a:latin typeface="+mn-lt"/>
                          <a:ea typeface="宋体" pitchFamily="2" charset="-122"/>
                        </a:rPr>
                        <a:t>000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a:ln>
                            <a:noFill/>
                          </a:ln>
                          <a:solidFill>
                            <a:schemeClr val="tx1"/>
                          </a:solidFill>
                          <a:effectLst/>
                          <a:latin typeface="+mn-lt"/>
                          <a:ea typeface="宋体" pitchFamily="2" charset="-122"/>
                        </a:rPr>
                        <a:t>H</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a:ln>
                            <a:noFill/>
                          </a:ln>
                          <a:solidFill>
                            <a:schemeClr val="tx1"/>
                          </a:solidFill>
                          <a:effectLst/>
                          <a:latin typeface="+mn-lt"/>
                          <a:ea typeface="宋体" pitchFamily="2" charset="-122"/>
                        </a:rPr>
                        <a:t>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0" i="0" u="none" strike="noStrike" cap="none" normalizeH="0" baseline="0">
                          <a:ln>
                            <a:noFill/>
                          </a:ln>
                          <a:solidFill>
                            <a:schemeClr val="tx1"/>
                          </a:solidFill>
                          <a:effectLst/>
                          <a:latin typeface="+mn-lt"/>
                          <a:ea typeface="宋体" pitchFamily="2" charset="-122"/>
                        </a:rPr>
                        <a:t>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8"/>
                  </a:ext>
                </a:extLst>
              </a:tr>
              <a:tr h="206188">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a:ln>
                            <a:noFill/>
                          </a:ln>
                          <a:solidFill>
                            <a:schemeClr val="tx1"/>
                          </a:solidFill>
                          <a:effectLst/>
                          <a:latin typeface="+mn-lt"/>
                          <a:ea typeface="宋体" pitchFamily="2" charset="-122"/>
                        </a:rPr>
                        <a:t>001</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a:ln>
                            <a:noFill/>
                          </a:ln>
                          <a:solidFill>
                            <a:schemeClr val="tx1"/>
                          </a:solidFill>
                          <a:effectLst/>
                          <a:latin typeface="+mn-lt"/>
                          <a:ea typeface="宋体" pitchFamily="2" charset="-122"/>
                        </a:rPr>
                        <a:t>I</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0" i="0" u="none" strike="noStrike" cap="none" normalizeH="0" baseline="0">
                          <a:ln>
                            <a:noFill/>
                          </a:ln>
                          <a:solidFill>
                            <a:schemeClr val="tx1"/>
                          </a:solidFill>
                          <a:effectLst/>
                          <a:latin typeface="+mn-lt"/>
                          <a:ea typeface="宋体" pitchFamily="2" charset="-122"/>
                        </a:rPr>
                        <a:t>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0" i="0" u="none" strike="noStrike" cap="none" normalizeH="0" baseline="0">
                          <a:ln>
                            <a:noFill/>
                          </a:ln>
                          <a:solidFill>
                            <a:schemeClr val="tx1"/>
                          </a:solidFill>
                          <a:effectLst/>
                          <a:latin typeface="+mn-lt"/>
                          <a:ea typeface="宋体" pitchFamily="2" charset="-122"/>
                        </a:rPr>
                        <a:t>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9"/>
                  </a:ext>
                </a:extLst>
              </a:tr>
              <a:tr h="206188">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a:ln>
                            <a:noFill/>
                          </a:ln>
                          <a:solidFill>
                            <a:schemeClr val="tx1"/>
                          </a:solidFill>
                          <a:effectLst/>
                          <a:latin typeface="+mn-lt"/>
                          <a:ea typeface="宋体" pitchFamily="2" charset="-122"/>
                        </a:rPr>
                        <a:t>010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a:ln>
                            <a:noFill/>
                          </a:ln>
                          <a:solidFill>
                            <a:schemeClr val="tx1"/>
                          </a:solidFill>
                          <a:effectLst/>
                          <a:latin typeface="+mn-lt"/>
                          <a:ea typeface="宋体" pitchFamily="2" charset="-122"/>
                        </a:rPr>
                        <a:t>J</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0" i="0" u="none" strike="noStrike" cap="none" normalizeH="0" baseline="0">
                          <a:ln>
                            <a:noFill/>
                          </a:ln>
                          <a:solidFill>
                            <a:schemeClr val="tx1"/>
                          </a:solidFill>
                          <a:effectLst/>
                          <a:latin typeface="+mn-lt"/>
                          <a:ea typeface="宋体" pitchFamily="2" charset="-122"/>
                        </a:rPr>
                        <a:t>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0" i="0" u="none" strike="noStrike" cap="none" normalizeH="0" baseline="0">
                          <a:ln>
                            <a:noFill/>
                          </a:ln>
                          <a:solidFill>
                            <a:schemeClr val="tx1"/>
                          </a:solidFill>
                          <a:effectLst/>
                          <a:latin typeface="+mn-lt"/>
                          <a:ea typeface="宋体" pitchFamily="2" charset="-122"/>
                        </a:rPr>
                        <a:t>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10"/>
                  </a:ext>
                </a:extLst>
              </a:tr>
              <a:tr h="206188">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chemeClr val="tx1"/>
                          </a:solidFill>
                          <a:effectLst/>
                          <a:latin typeface="+mn-lt"/>
                          <a:ea typeface="宋体" pitchFamily="2" charset="-122"/>
                        </a:rPr>
                        <a:t>011</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1F497D">
                        <a:lumMod val="20000"/>
                        <a:lumOff val="8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chemeClr val="tx1"/>
                          </a:solidFill>
                          <a:effectLst/>
                          <a:latin typeface="+mn-lt"/>
                          <a:ea typeface="宋体" pitchFamily="2" charset="-122"/>
                        </a:rPr>
                        <a:t>K</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1F497D">
                        <a:lumMod val="20000"/>
                        <a:lumOff val="8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rgbClr val="3333FF"/>
                          </a:solidFill>
                          <a:effectLst/>
                          <a:latin typeface="+mn-lt"/>
                          <a:ea typeface="宋体" pitchFamily="2" charset="-122"/>
                        </a:rPr>
                        <a:t>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1F497D">
                        <a:lumMod val="20000"/>
                        <a:lumOff val="8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rgbClr val="3333FF"/>
                          </a:solidFill>
                          <a:effectLst/>
                          <a:latin typeface="+mn-lt"/>
                          <a:ea typeface="宋体" pitchFamily="2" charset="-122"/>
                        </a:rPr>
                        <a:t>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1F497D">
                        <a:lumMod val="20000"/>
                        <a:lumOff val="8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rgbClr val="3333FF"/>
                          </a:solidFill>
                          <a:effectLst/>
                          <a:latin typeface="+mn-lt"/>
                          <a:ea typeface="宋体" pitchFamily="2" charset="-122"/>
                        </a:rPr>
                        <a:t>1</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1F497D">
                        <a:lumMod val="20000"/>
                        <a:lumOff val="8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rgbClr val="3333FF"/>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1F497D">
                        <a:lumMod val="20000"/>
                        <a:lumOff val="80000"/>
                      </a:srgbClr>
                    </a:solidFill>
                  </a:tcPr>
                </a:tc>
                <a:extLst>
                  <a:ext uri="{0D108BD9-81ED-4DB2-BD59-A6C34878D82A}">
                    <a16:rowId xmlns:a16="http://schemas.microsoft.com/office/drawing/2014/main" val="10011"/>
                  </a:ext>
                </a:extLst>
              </a:tr>
              <a:tr h="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dirty="0">
                          <a:ln>
                            <a:noFill/>
                          </a:ln>
                          <a:solidFill>
                            <a:schemeClr val="tx1"/>
                          </a:solidFill>
                          <a:effectLst/>
                          <a:latin typeface="+mn-lt"/>
                          <a:ea typeface="宋体" pitchFamily="2" charset="-122"/>
                        </a:rPr>
                        <a:t>100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a:ln>
                            <a:noFill/>
                          </a:ln>
                          <a:solidFill>
                            <a:schemeClr val="tx1"/>
                          </a:solidFill>
                          <a:effectLst/>
                          <a:latin typeface="+mn-lt"/>
                          <a:ea typeface="宋体" pitchFamily="2" charset="-122"/>
                        </a:rPr>
                        <a:t>L</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0" i="0" u="none" strike="noStrike" cap="none" normalizeH="0" baseline="0">
                          <a:ln>
                            <a:noFill/>
                          </a:ln>
                          <a:solidFill>
                            <a:schemeClr val="tx1"/>
                          </a:solidFill>
                          <a:effectLst/>
                          <a:latin typeface="+mn-lt"/>
                          <a:ea typeface="宋体" pitchFamily="2" charset="-122"/>
                        </a:rPr>
                        <a:t>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0" i="0" u="none" strike="noStrike" cap="none" normalizeH="0" baseline="0">
                          <a:ln>
                            <a:noFill/>
                          </a:ln>
                          <a:solidFill>
                            <a:schemeClr val="tx1"/>
                          </a:solidFill>
                          <a:effectLst/>
                          <a:latin typeface="+mn-lt"/>
                          <a:ea typeface="宋体" pitchFamily="2" charset="-122"/>
                        </a:rPr>
                        <a:t>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12"/>
                  </a:ext>
                </a:extLst>
              </a:tr>
              <a:tr h="206188">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1" i="0" u="none" strike="noStrike" cap="none" normalizeH="0" baseline="0">
                          <a:ln>
                            <a:noFill/>
                          </a:ln>
                          <a:solidFill>
                            <a:schemeClr val="tx1"/>
                          </a:solidFill>
                          <a:effectLst/>
                          <a:latin typeface="+mn-lt"/>
                          <a:ea typeface="宋体" pitchFamily="2" charset="-122"/>
                        </a:rPr>
                        <a:t>101</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1F497D">
                        <a:lumMod val="20000"/>
                        <a:lumOff val="8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1" i="0" u="none" strike="noStrike" cap="none" normalizeH="0" baseline="0">
                          <a:ln>
                            <a:noFill/>
                          </a:ln>
                          <a:solidFill>
                            <a:schemeClr val="tx1"/>
                          </a:solidFill>
                          <a:effectLst/>
                          <a:latin typeface="+mn-lt"/>
                          <a:ea typeface="宋体" pitchFamily="2" charset="-122"/>
                        </a:rPr>
                        <a:t>M</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1F497D">
                        <a:lumMod val="20000"/>
                        <a:lumOff val="8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1" i="0" u="none" strike="noStrike" cap="none" normalizeH="0" baseline="0">
                          <a:ln>
                            <a:noFill/>
                          </a:ln>
                          <a:solidFill>
                            <a:srgbClr val="3333FF"/>
                          </a:solidFill>
                          <a:effectLst/>
                          <a:latin typeface="+mn-lt"/>
                          <a:ea typeface="宋体" pitchFamily="2" charset="-122"/>
                        </a:rPr>
                        <a:t>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1F497D">
                        <a:lumMod val="20000"/>
                        <a:lumOff val="8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rgbClr val="3333FF"/>
                          </a:solidFill>
                          <a:effectLst/>
                          <a:latin typeface="+mn-lt"/>
                          <a:ea typeface="宋体" pitchFamily="2" charset="-122"/>
                        </a:rPr>
                        <a:t>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1F497D">
                        <a:lumMod val="20000"/>
                        <a:lumOff val="8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rgbClr val="3333FF"/>
                          </a:solidFill>
                          <a:effectLst/>
                          <a:latin typeface="+mn-lt"/>
                          <a:ea typeface="宋体" pitchFamily="2" charset="-122"/>
                        </a:rPr>
                        <a:t>1</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1F497D">
                        <a:lumMod val="20000"/>
                        <a:lumOff val="8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1" i="0" u="none" strike="noStrike" cap="none" normalizeH="0" baseline="0" dirty="0">
                          <a:ln>
                            <a:noFill/>
                          </a:ln>
                          <a:solidFill>
                            <a:srgbClr val="3333FF"/>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1F497D">
                        <a:lumMod val="20000"/>
                        <a:lumOff val="80000"/>
                      </a:srgbClr>
                    </a:solidFill>
                  </a:tcPr>
                </a:tc>
                <a:extLst>
                  <a:ext uri="{0D108BD9-81ED-4DB2-BD59-A6C34878D82A}">
                    <a16:rowId xmlns:a16="http://schemas.microsoft.com/office/drawing/2014/main" val="10013"/>
                  </a:ext>
                </a:extLst>
              </a:tr>
              <a:tr h="206188">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a:ln>
                            <a:noFill/>
                          </a:ln>
                          <a:solidFill>
                            <a:schemeClr val="tx1"/>
                          </a:solidFill>
                          <a:effectLst/>
                          <a:latin typeface="+mn-lt"/>
                          <a:ea typeface="宋体" pitchFamily="2" charset="-122"/>
                        </a:rPr>
                        <a:t>110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a:ln>
                            <a:noFill/>
                          </a:ln>
                          <a:solidFill>
                            <a:schemeClr val="tx1"/>
                          </a:solidFill>
                          <a:effectLst/>
                          <a:latin typeface="+mn-lt"/>
                          <a:ea typeface="宋体" pitchFamily="2" charset="-122"/>
                        </a:rPr>
                        <a:t>N</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0" i="0" u="none" strike="noStrike" cap="none" normalizeH="0" baseline="0">
                          <a:ln>
                            <a:noFill/>
                          </a:ln>
                          <a:solidFill>
                            <a:schemeClr val="tx1"/>
                          </a:solidFill>
                          <a:effectLst/>
                          <a:latin typeface="+mn-lt"/>
                          <a:ea typeface="宋体" pitchFamily="2" charset="-122"/>
                        </a:rPr>
                        <a:t>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0" i="0" u="none" strike="noStrike" cap="none" normalizeH="0" baseline="0">
                          <a:ln>
                            <a:noFill/>
                          </a:ln>
                          <a:solidFill>
                            <a:schemeClr val="tx1"/>
                          </a:solidFill>
                          <a:effectLst/>
                          <a:latin typeface="+mn-lt"/>
                          <a:ea typeface="宋体" pitchFamily="2" charset="-122"/>
                        </a:rPr>
                        <a:t>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14"/>
                  </a:ext>
                </a:extLst>
              </a:tr>
              <a:tr h="206188">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a:ln>
                            <a:noFill/>
                          </a:ln>
                          <a:solidFill>
                            <a:schemeClr val="tx1"/>
                          </a:solidFill>
                          <a:effectLst/>
                          <a:latin typeface="+mn-lt"/>
                          <a:ea typeface="宋体" pitchFamily="2" charset="-122"/>
                        </a:rPr>
                        <a:t>111</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a:ln>
                            <a:noFill/>
                          </a:ln>
                          <a:solidFill>
                            <a:schemeClr val="tx1"/>
                          </a:solidFill>
                          <a:effectLst/>
                          <a:latin typeface="+mn-lt"/>
                          <a:ea typeface="宋体" pitchFamily="2" charset="-122"/>
                        </a:rPr>
                        <a:t>O</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0" i="0" u="none" strike="noStrike" cap="none" normalizeH="0" baseline="0">
                          <a:ln>
                            <a:noFill/>
                          </a:ln>
                          <a:solidFill>
                            <a:schemeClr val="tx1"/>
                          </a:solidFill>
                          <a:effectLst/>
                          <a:latin typeface="+mn-lt"/>
                          <a:ea typeface="宋体" pitchFamily="2" charset="-122"/>
                        </a:rPr>
                        <a:t>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600" b="0" i="0" u="none" strike="noStrike" cap="none" normalizeH="0" baseline="0">
                          <a:ln>
                            <a:noFill/>
                          </a:ln>
                          <a:solidFill>
                            <a:schemeClr val="tx1"/>
                          </a:solidFill>
                          <a:effectLst/>
                          <a:latin typeface="+mn-lt"/>
                          <a:ea typeface="宋体" pitchFamily="2" charset="-122"/>
                        </a:rPr>
                        <a:t>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6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15"/>
                  </a:ext>
                </a:extLst>
              </a:tr>
            </a:tbl>
          </a:graphicData>
        </a:graphic>
      </p:graphicFrame>
    </p:spTree>
    <p:extLst>
      <p:ext uri="{BB962C8B-B14F-4D97-AF65-F5344CB8AC3E}">
        <p14:creationId xmlns:p14="http://schemas.microsoft.com/office/powerpoint/2010/main" val="20275944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846" name="灯片编号占位符 6"/>
          <p:cNvSpPr>
            <a:spLocks noGrp="1"/>
          </p:cNvSpPr>
          <p:nvPr>
            <p:ph type="sldNum" sz="quarter" idx="12"/>
          </p:nvPr>
        </p:nvSpPr>
        <p:spPr/>
        <p:txBody>
          <a:bodyPr vert="horz" lIns="91440" tIns="45720" rIns="91440" bIns="45720" rtlCol="0" anchor="ctr"/>
          <a:lstStyle/>
          <a:p>
            <a:fld id="{5F47105E-BAD5-4BD9-8AB3-AA4FE4ACF812}" type="slidenum">
              <a:rPr lang="en-US" altLang="zh-CN" smtClean="0"/>
              <a:pPr/>
              <a:t>36</a:t>
            </a:fld>
            <a:endParaRPr lang="en-US" altLang="zh-CN" dirty="0"/>
          </a:p>
        </p:txBody>
      </p:sp>
      <p:sp>
        <p:nvSpPr>
          <p:cNvPr id="20" name="矩形 19">
            <a:extLst>
              <a:ext uri="{FF2B5EF4-FFF2-40B4-BE49-F238E27FC236}">
                <a16:creationId xmlns:a16="http://schemas.microsoft.com/office/drawing/2014/main" id="{18D875CA-F5C0-472E-813D-710F9D458776}"/>
              </a:ext>
            </a:extLst>
          </p:cNvPr>
          <p:cNvSpPr/>
          <p:nvPr/>
        </p:nvSpPr>
        <p:spPr>
          <a:xfrm>
            <a:off x="6297964" y="4852333"/>
            <a:ext cx="2846036" cy="954107"/>
          </a:xfrm>
          <a:prstGeom prst="rect">
            <a:avLst/>
          </a:prstGeom>
        </p:spPr>
        <p:txBody>
          <a:bodyPr wrap="square">
            <a:spAutoFit/>
          </a:bodyPr>
          <a:lstStyle/>
          <a:p>
            <a:pPr marL="457200" marR="0" lvl="0" indent="-457200" defTabSz="914400" eaLnBrk="1" fontAlgn="auto" latinLnBrk="0" hangingPunct="1">
              <a:lnSpc>
                <a:spcPct val="100000"/>
              </a:lnSpc>
              <a:spcBef>
                <a:spcPts val="0"/>
              </a:spcBef>
              <a:spcAft>
                <a:spcPts val="0"/>
              </a:spcAft>
              <a:buClrTx/>
              <a:buSzTx/>
              <a:buFontTx/>
              <a:buAutoNum type="arabicPeriod"/>
              <a:tabLst/>
              <a:defRPr/>
            </a:pPr>
            <a:r>
              <a:rPr kumimoji="0" lang="zh-CN" altLang="en-US" sz="2800" i="0" u="none" strike="noStrike" kern="0" cap="none" spc="0" normalizeH="0" baseline="0" noProof="0" dirty="0">
                <a:ln>
                  <a:noFill/>
                </a:ln>
                <a:solidFill>
                  <a:srgbClr val="3333FF"/>
                </a:solidFill>
                <a:effectLst/>
                <a:uLnTx/>
                <a:uFillTx/>
                <a:latin typeface="+mn-lt"/>
                <a:ea typeface="+mn-ea"/>
              </a:rPr>
              <a:t>合并等价状态</a:t>
            </a:r>
            <a:endParaRPr kumimoji="0" lang="en-US" altLang="zh-CN" sz="2800" i="0" u="none" strike="noStrike" kern="0" cap="none" spc="0" normalizeH="0" baseline="0" noProof="0" dirty="0">
              <a:ln>
                <a:noFill/>
              </a:ln>
              <a:solidFill>
                <a:srgbClr val="3333FF"/>
              </a:solidFill>
              <a:effectLst/>
              <a:uLnTx/>
              <a:uFillTx/>
              <a:latin typeface="+mn-lt"/>
              <a:ea typeface="+mn-ea"/>
            </a:endParaRPr>
          </a:p>
          <a:p>
            <a:pPr marL="457200" marR="0" lvl="0" indent="-457200" defTabSz="914400" eaLnBrk="1" fontAlgn="auto" latinLnBrk="0" hangingPunct="1">
              <a:lnSpc>
                <a:spcPct val="100000"/>
              </a:lnSpc>
              <a:spcBef>
                <a:spcPts val="0"/>
              </a:spcBef>
              <a:spcAft>
                <a:spcPts val="0"/>
              </a:spcAft>
              <a:buClrTx/>
              <a:buSzTx/>
              <a:buFontTx/>
              <a:buAutoNum type="arabicPeriod"/>
              <a:tabLst/>
              <a:defRPr/>
            </a:pPr>
            <a:r>
              <a:rPr lang="zh-CN" altLang="en-US" sz="2800" kern="0" dirty="0">
                <a:solidFill>
                  <a:srgbClr val="00B050"/>
                </a:solidFill>
                <a:latin typeface="+mn-lt"/>
                <a:ea typeface="+mn-ea"/>
              </a:rPr>
              <a:t>继续查找</a:t>
            </a:r>
            <a:endParaRPr kumimoji="0" lang="zh-CN" altLang="en-US" sz="2800" i="0" u="none" strike="noStrike" kern="0" cap="none" spc="0" normalizeH="0" baseline="0" noProof="0" dirty="0">
              <a:ln>
                <a:noFill/>
              </a:ln>
              <a:solidFill>
                <a:srgbClr val="00B050"/>
              </a:solidFill>
              <a:effectLst/>
              <a:uLnTx/>
              <a:uFillTx/>
              <a:latin typeface="+mn-lt"/>
              <a:ea typeface="+mn-ea"/>
            </a:endParaRPr>
          </a:p>
        </p:txBody>
      </p:sp>
      <p:sp>
        <p:nvSpPr>
          <p:cNvPr id="2" name="Title 4">
            <a:extLst>
              <a:ext uri="{FF2B5EF4-FFF2-40B4-BE49-F238E27FC236}">
                <a16:creationId xmlns:a16="http://schemas.microsoft.com/office/drawing/2014/main" id="{712C08CE-C877-7294-1AC0-8D9B046E418B}"/>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ea typeface="黑体" panose="02010609060101010101" pitchFamily="49" charset="-122"/>
              </a:rPr>
              <a:t>例</a:t>
            </a:r>
            <a:r>
              <a:rPr lang="en-US" altLang="zh-CN" dirty="0">
                <a:ea typeface="黑体" panose="02010609060101010101" pitchFamily="49" charset="-122"/>
              </a:rPr>
              <a:t>2: </a:t>
            </a:r>
            <a:r>
              <a:rPr lang="zh-CN" altLang="en-US" dirty="0">
                <a:ea typeface="黑体" panose="02010609060101010101" pitchFamily="49" charset="-122"/>
              </a:rPr>
              <a:t>行匹配迭代</a:t>
            </a:r>
            <a:endParaRPr lang="en-CN" altLang="zh-CN" sz="4000" dirty="0">
              <a:solidFill>
                <a:srgbClr val="0000FF"/>
              </a:solidFill>
              <a:latin typeface="Arial" panose="020B0604020202020204" pitchFamily="34" charset="0"/>
              <a:cs typeface="Arial" panose="020B0604020202020204" pitchFamily="34" charset="0"/>
            </a:endParaRPr>
          </a:p>
        </p:txBody>
      </p:sp>
      <p:graphicFrame>
        <p:nvGraphicFramePr>
          <p:cNvPr id="3" name="Group 3">
            <a:extLst>
              <a:ext uri="{FF2B5EF4-FFF2-40B4-BE49-F238E27FC236}">
                <a16:creationId xmlns:a16="http://schemas.microsoft.com/office/drawing/2014/main" id="{314BBFB1-5006-1C82-D21E-C2FCA8E0E721}"/>
              </a:ext>
            </a:extLst>
          </p:cNvPr>
          <p:cNvGraphicFramePr>
            <a:graphicFrameLocks/>
          </p:cNvGraphicFramePr>
          <p:nvPr>
            <p:extLst>
              <p:ext uri="{D42A27DB-BD31-4B8C-83A1-F6EECF244321}">
                <p14:modId xmlns:p14="http://schemas.microsoft.com/office/powerpoint/2010/main" val="3772379786"/>
              </p:ext>
            </p:extLst>
          </p:nvPr>
        </p:nvGraphicFramePr>
        <p:xfrm>
          <a:off x="304800" y="1600200"/>
          <a:ext cx="5715484" cy="4815840"/>
        </p:xfrm>
        <a:graphic>
          <a:graphicData uri="http://schemas.openxmlformats.org/drawingml/2006/table">
            <a:tbl>
              <a:tblPr/>
              <a:tblGrid>
                <a:gridCol w="1661652">
                  <a:extLst>
                    <a:ext uri="{9D8B030D-6E8A-4147-A177-3AD203B41FA5}">
                      <a16:colId xmlns:a16="http://schemas.microsoft.com/office/drawing/2014/main" val="20000"/>
                    </a:ext>
                  </a:extLst>
                </a:gridCol>
                <a:gridCol w="1080000">
                  <a:extLst>
                    <a:ext uri="{9D8B030D-6E8A-4147-A177-3AD203B41FA5}">
                      <a16:colId xmlns:a16="http://schemas.microsoft.com/office/drawing/2014/main" val="20001"/>
                    </a:ext>
                  </a:extLst>
                </a:gridCol>
                <a:gridCol w="720000">
                  <a:extLst>
                    <a:ext uri="{9D8B030D-6E8A-4147-A177-3AD203B41FA5}">
                      <a16:colId xmlns:a16="http://schemas.microsoft.com/office/drawing/2014/main" val="20002"/>
                    </a:ext>
                  </a:extLst>
                </a:gridCol>
                <a:gridCol w="720000">
                  <a:extLst>
                    <a:ext uri="{9D8B030D-6E8A-4147-A177-3AD203B41FA5}">
                      <a16:colId xmlns:a16="http://schemas.microsoft.com/office/drawing/2014/main" val="20003"/>
                    </a:ext>
                  </a:extLst>
                </a:gridCol>
                <a:gridCol w="766916">
                  <a:extLst>
                    <a:ext uri="{9D8B030D-6E8A-4147-A177-3AD203B41FA5}">
                      <a16:colId xmlns:a16="http://schemas.microsoft.com/office/drawing/2014/main" val="20004"/>
                    </a:ext>
                  </a:extLst>
                </a:gridCol>
                <a:gridCol w="766916">
                  <a:extLst>
                    <a:ext uri="{9D8B030D-6E8A-4147-A177-3AD203B41FA5}">
                      <a16:colId xmlns:a16="http://schemas.microsoft.com/office/drawing/2014/main" val="20005"/>
                    </a:ext>
                  </a:extLst>
                </a:gridCol>
              </a:tblGrid>
              <a:tr h="521237">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1800" b="1" i="0" u="none" strike="noStrike" cap="none" normalizeH="0" baseline="0" dirty="0">
                          <a:ln>
                            <a:noFill/>
                          </a:ln>
                          <a:solidFill>
                            <a:schemeClr val="tx1"/>
                          </a:solidFill>
                          <a:effectLst/>
                          <a:latin typeface="+mn-lt"/>
                          <a:ea typeface="黑体" panose="02010609060101010101" pitchFamily="49" charset="-122"/>
                        </a:rPr>
                        <a:t>输入序列</a:t>
                      </a:r>
                      <a:endParaRPr kumimoji="0" lang="en-US" altLang="zh-CN" sz="1800" b="1" i="0" u="none" strike="noStrike" cap="none" normalizeH="0" baseline="0" dirty="0">
                        <a:ln>
                          <a:noFill/>
                        </a:ln>
                        <a:solidFill>
                          <a:schemeClr val="tx1"/>
                        </a:solidFill>
                        <a:effectLst/>
                        <a:latin typeface="+mn-lt"/>
                        <a:ea typeface="黑体" panose="02010609060101010101" pitchFamily="49"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1800" b="1" i="0" u="none" strike="noStrike" cap="none" normalizeH="0" baseline="0" dirty="0">
                          <a:ln>
                            <a:noFill/>
                          </a:ln>
                          <a:solidFill>
                            <a:schemeClr val="tx1"/>
                          </a:solidFill>
                          <a:effectLst/>
                          <a:latin typeface="+mn-lt"/>
                          <a:ea typeface="黑体" panose="02010609060101010101" pitchFamily="49" charset="-122"/>
                        </a:rPr>
                        <a:t>现态</a:t>
                      </a:r>
                      <a:endParaRPr kumimoji="0" lang="en-US" altLang="zh-CN" sz="1800" b="1" i="0" u="none" strike="noStrike" cap="none" normalizeH="0" baseline="0" dirty="0">
                        <a:ln>
                          <a:noFill/>
                        </a:ln>
                        <a:solidFill>
                          <a:schemeClr val="tx1"/>
                        </a:solidFill>
                        <a:effectLst/>
                        <a:latin typeface="+mn-lt"/>
                        <a:ea typeface="黑体" panose="02010609060101010101" pitchFamily="49"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gridSpan="2">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1800" b="1" i="0" u="none" strike="noStrike" cap="none" normalizeH="0" baseline="0" dirty="0">
                          <a:ln>
                            <a:noFill/>
                          </a:ln>
                          <a:solidFill>
                            <a:schemeClr val="tx1"/>
                          </a:solidFill>
                          <a:effectLst/>
                          <a:latin typeface="+mn-lt"/>
                          <a:ea typeface="黑体" panose="02010609060101010101" pitchFamily="49" charset="-122"/>
                        </a:rPr>
                        <a:t>次态</a:t>
                      </a:r>
                      <a:endParaRPr kumimoji="0" lang="en-US" altLang="zh-CN" sz="1800" b="1" i="0" u="none" strike="noStrike" cap="none" normalizeH="0" baseline="0" dirty="0">
                        <a:ln>
                          <a:noFill/>
                        </a:ln>
                        <a:solidFill>
                          <a:schemeClr val="tx1"/>
                        </a:solidFill>
                        <a:effectLst/>
                        <a:latin typeface="+mn-lt"/>
                        <a:ea typeface="黑体" panose="02010609060101010101" pitchFamily="49" charset="-122"/>
                      </a:endParaRPr>
                    </a:p>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mn-lt"/>
                          <a:ea typeface="黑体" panose="02010609060101010101" pitchFamily="49" charset="-122"/>
                        </a:rPr>
                        <a:t>x=0     x=1</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tc gridSpan="2">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1800" b="1" i="0" u="none" strike="noStrike" cap="none" normalizeH="0" baseline="0" dirty="0">
                          <a:ln>
                            <a:noFill/>
                          </a:ln>
                          <a:solidFill>
                            <a:schemeClr val="tx1"/>
                          </a:solidFill>
                          <a:effectLst/>
                          <a:latin typeface="+mn-lt"/>
                          <a:ea typeface="黑体" panose="02010609060101010101" pitchFamily="49" charset="-122"/>
                        </a:rPr>
                        <a:t>输出</a:t>
                      </a:r>
                      <a:endParaRPr kumimoji="0" lang="en-US" altLang="zh-CN" sz="1800" b="1" i="0" u="none" strike="noStrike" cap="none" normalizeH="0" baseline="0" dirty="0">
                        <a:ln>
                          <a:noFill/>
                        </a:ln>
                        <a:solidFill>
                          <a:schemeClr val="tx1"/>
                        </a:solidFill>
                        <a:effectLst/>
                        <a:latin typeface="+mn-lt"/>
                        <a:ea typeface="黑体" panose="02010609060101010101" pitchFamily="49" charset="-122"/>
                      </a:endParaRPr>
                    </a:p>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mn-lt"/>
                          <a:ea typeface="黑体" panose="02010609060101010101" pitchFamily="49" charset="-122"/>
                        </a:rPr>
                        <a:t>x=0    x=1</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extLst>
                  <a:ext uri="{0D108BD9-81ED-4DB2-BD59-A6C34878D82A}">
                    <a16:rowId xmlns:a16="http://schemas.microsoft.com/office/drawing/2014/main" val="10000"/>
                  </a:ext>
                </a:extLst>
              </a:tr>
              <a:tr h="260618">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reset</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B</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C</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260618">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 </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B</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D</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E</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260618">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1</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C</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F</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G</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260618">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D</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H</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I</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r h="260618">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01</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E</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J</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K</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5"/>
                  </a:ext>
                </a:extLst>
              </a:tr>
              <a:tr h="260618">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10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F</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L</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M</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6"/>
                  </a:ext>
                </a:extLst>
              </a:tr>
              <a:tr h="260618">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11</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G</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N</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O</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7"/>
                  </a:ext>
                </a:extLst>
              </a:tr>
              <a:tr h="260618">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000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BBB59">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H</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BBB59">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BBB59">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BBB59">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BBB59">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BBB59">
                        <a:lumMod val="40000"/>
                        <a:lumOff val="60000"/>
                      </a:srgbClr>
                    </a:solidFill>
                  </a:tcPr>
                </a:tc>
                <a:extLst>
                  <a:ext uri="{0D108BD9-81ED-4DB2-BD59-A6C34878D82A}">
                    <a16:rowId xmlns:a16="http://schemas.microsoft.com/office/drawing/2014/main" val="10008"/>
                  </a:ext>
                </a:extLst>
              </a:tr>
              <a:tr h="260618">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001</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BBB59">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I</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BBB59">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BBB59">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BBB59">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BBB59">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BBB59">
                        <a:lumMod val="40000"/>
                        <a:lumOff val="60000"/>
                      </a:srgbClr>
                    </a:solidFill>
                  </a:tcPr>
                </a:tc>
                <a:extLst>
                  <a:ext uri="{0D108BD9-81ED-4DB2-BD59-A6C34878D82A}">
                    <a16:rowId xmlns:a16="http://schemas.microsoft.com/office/drawing/2014/main" val="10009"/>
                  </a:ext>
                </a:extLst>
              </a:tr>
              <a:tr h="260618">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010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BBB59">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J</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BBB59">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BBB59">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BBB59">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BBB59">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BBB59">
                        <a:lumMod val="40000"/>
                        <a:lumOff val="60000"/>
                      </a:srgbClr>
                    </a:solidFill>
                  </a:tcPr>
                </a:tc>
                <a:extLst>
                  <a:ext uri="{0D108BD9-81ED-4DB2-BD59-A6C34878D82A}">
                    <a16:rowId xmlns:a16="http://schemas.microsoft.com/office/drawing/2014/main" val="10010"/>
                  </a:ext>
                </a:extLst>
              </a:tr>
              <a:tr h="260618">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dirty="0">
                          <a:ln>
                            <a:noFill/>
                          </a:ln>
                          <a:solidFill>
                            <a:srgbClr val="3333FF"/>
                          </a:solidFill>
                          <a:effectLst/>
                          <a:latin typeface="+mn-lt"/>
                          <a:ea typeface="宋体" pitchFamily="2" charset="-122"/>
                        </a:rPr>
                        <a:t>011 or 101</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1F497D">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dirty="0">
                          <a:ln>
                            <a:noFill/>
                          </a:ln>
                          <a:solidFill>
                            <a:srgbClr val="3333FF"/>
                          </a:solidFill>
                          <a:effectLst/>
                          <a:latin typeface="+mn-lt"/>
                          <a:ea typeface="宋体" pitchFamily="2" charset="-122"/>
                        </a:rPr>
                        <a:t>K’</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1F497D">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000" b="1" i="0" u="none" strike="noStrike" cap="none" normalizeH="0" baseline="0">
                          <a:ln>
                            <a:noFill/>
                          </a:ln>
                          <a:solidFill>
                            <a:srgbClr val="3333FF"/>
                          </a:solidFill>
                          <a:effectLst/>
                          <a:latin typeface="+mn-lt"/>
                          <a:ea typeface="宋体" pitchFamily="2" charset="-122"/>
                        </a:rPr>
                        <a:t>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1F497D">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000" b="1" i="0" u="none" strike="noStrike" cap="none" normalizeH="0" baseline="0" dirty="0">
                          <a:ln>
                            <a:noFill/>
                          </a:ln>
                          <a:solidFill>
                            <a:srgbClr val="3333FF"/>
                          </a:solidFill>
                          <a:effectLst/>
                          <a:latin typeface="+mn-lt"/>
                          <a:ea typeface="宋体" pitchFamily="2" charset="-122"/>
                        </a:rPr>
                        <a:t>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1F497D">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a:ln>
                            <a:noFill/>
                          </a:ln>
                          <a:solidFill>
                            <a:srgbClr val="3333FF"/>
                          </a:solidFill>
                          <a:effectLst/>
                          <a:latin typeface="+mn-lt"/>
                          <a:ea typeface="宋体" pitchFamily="2" charset="-122"/>
                        </a:rPr>
                        <a:t>1</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1F497D">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dirty="0">
                          <a:ln>
                            <a:noFill/>
                          </a:ln>
                          <a:solidFill>
                            <a:srgbClr val="3333FF"/>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1F497D">
                        <a:lumMod val="40000"/>
                        <a:lumOff val="60000"/>
                      </a:srgbClr>
                    </a:solidFill>
                  </a:tcPr>
                </a:tc>
                <a:extLst>
                  <a:ext uri="{0D108BD9-81ED-4DB2-BD59-A6C34878D82A}">
                    <a16:rowId xmlns:a16="http://schemas.microsoft.com/office/drawing/2014/main" val="10011"/>
                  </a:ext>
                </a:extLst>
              </a:tr>
              <a:tr h="260618">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100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BBB59">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L</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BBB59">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BBB59">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BBB59">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BBB59">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BBB59">
                        <a:lumMod val="40000"/>
                        <a:lumOff val="60000"/>
                      </a:srgbClr>
                    </a:solidFill>
                  </a:tcPr>
                </a:tc>
                <a:extLst>
                  <a:ext uri="{0D108BD9-81ED-4DB2-BD59-A6C34878D82A}">
                    <a16:rowId xmlns:a16="http://schemas.microsoft.com/office/drawing/2014/main" val="10012"/>
                  </a:ext>
                </a:extLst>
              </a:tr>
              <a:tr h="260618">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110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BBB59">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N</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BBB59">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BBB59">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BBB59">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BBB59">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BBB59">
                        <a:lumMod val="40000"/>
                        <a:lumOff val="60000"/>
                      </a:srgbClr>
                    </a:solidFill>
                  </a:tcPr>
                </a:tc>
                <a:extLst>
                  <a:ext uri="{0D108BD9-81ED-4DB2-BD59-A6C34878D82A}">
                    <a16:rowId xmlns:a16="http://schemas.microsoft.com/office/drawing/2014/main" val="10014"/>
                  </a:ext>
                </a:extLst>
              </a:tr>
              <a:tr h="260618">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111</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BBB59">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O</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BBB59">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BBB59">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BBB59">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BBB59">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BBB59">
                        <a:lumMod val="40000"/>
                        <a:lumOff val="60000"/>
                      </a:srgbClr>
                    </a:solidFill>
                  </a:tcPr>
                </a:tc>
                <a:extLst>
                  <a:ext uri="{0D108BD9-81ED-4DB2-BD59-A6C34878D82A}">
                    <a16:rowId xmlns:a16="http://schemas.microsoft.com/office/drawing/2014/main" val="10015"/>
                  </a:ext>
                </a:extLst>
              </a:tr>
            </a:tbl>
          </a:graphicData>
        </a:graphic>
      </p:graphicFrame>
      <p:sp>
        <p:nvSpPr>
          <p:cNvPr id="5" name="文本框 4">
            <a:extLst>
              <a:ext uri="{FF2B5EF4-FFF2-40B4-BE49-F238E27FC236}">
                <a16:creationId xmlns:a16="http://schemas.microsoft.com/office/drawing/2014/main" id="{8BAA062D-E16B-40F1-8E2D-9F70D44D99C6}"/>
              </a:ext>
            </a:extLst>
          </p:cNvPr>
          <p:cNvSpPr txBox="1"/>
          <p:nvPr/>
        </p:nvSpPr>
        <p:spPr>
          <a:xfrm>
            <a:off x="6477000" y="3531066"/>
            <a:ext cx="2209800" cy="954107"/>
          </a:xfrm>
          <a:prstGeom prst="rect">
            <a:avLst/>
          </a:prstGeom>
          <a:noFill/>
        </p:spPr>
        <p:txBody>
          <a:bodyPr wrap="square">
            <a:spAutoFit/>
          </a:bodyPr>
          <a:lstStyle/>
          <a:p>
            <a:pPr algn="ctr"/>
            <a:r>
              <a:rPr kumimoji="0" lang="zh-CN" altLang="en-US" sz="2800" b="0" i="0" u="none" strike="noStrike" kern="0" cap="none" spc="0" normalizeH="0" baseline="0" noProof="0" dirty="0">
                <a:ln>
                  <a:noFill/>
                </a:ln>
                <a:effectLst/>
                <a:uLnTx/>
                <a:uFillTx/>
                <a:latin typeface="Arial" panose="020B0604020202020204"/>
                <a:ea typeface="黑体" panose="02010609060101010101" pitchFamily="49" charset="-122"/>
                <a:cs typeface="+mn-cs"/>
              </a:rPr>
              <a:t>相同次态、相同输出</a:t>
            </a:r>
            <a:endParaRPr lang="zh-CN" altLang="en-US" dirty="0"/>
          </a:p>
        </p:txBody>
      </p:sp>
    </p:spTree>
    <p:extLst>
      <p:ext uri="{BB962C8B-B14F-4D97-AF65-F5344CB8AC3E}">
        <p14:creationId xmlns:p14="http://schemas.microsoft.com/office/powerpoint/2010/main" val="12765913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846" name="灯片编号占位符 6"/>
          <p:cNvSpPr>
            <a:spLocks noGrp="1"/>
          </p:cNvSpPr>
          <p:nvPr>
            <p:ph type="sldNum" sz="quarter" idx="12"/>
          </p:nvPr>
        </p:nvSpPr>
        <p:spPr>
          <a:xfrm>
            <a:off x="6534727" y="6245225"/>
            <a:ext cx="2133600" cy="476250"/>
          </a:xfrm>
        </p:spPr>
        <p:txBody>
          <a:bodyPr vert="horz" lIns="91440" tIns="45720" rIns="91440" bIns="45720" rtlCol="0" anchor="ctr"/>
          <a:lstStyle/>
          <a:p>
            <a:fld id="{5F47105E-BAD5-4BD9-8AB3-AA4FE4ACF812}" type="slidenum">
              <a:rPr lang="en-US" altLang="zh-CN" smtClean="0"/>
              <a:pPr/>
              <a:t>37</a:t>
            </a:fld>
            <a:endParaRPr lang="en-US" altLang="zh-CN" dirty="0"/>
          </a:p>
        </p:txBody>
      </p:sp>
      <p:pic>
        <p:nvPicPr>
          <p:cNvPr id="5" name="Picture 4">
            <a:extLst>
              <a:ext uri="{FF2B5EF4-FFF2-40B4-BE49-F238E27FC236}">
                <a16:creationId xmlns:a16="http://schemas.microsoft.com/office/drawing/2014/main" id="{843DE2D3-32F5-3951-0E28-7A650EDCEB8C}"/>
              </a:ext>
            </a:extLst>
          </p:cNvPr>
          <p:cNvPicPr>
            <a:picLocks noChangeAspect="1"/>
          </p:cNvPicPr>
          <p:nvPr/>
        </p:nvPicPr>
        <p:blipFill>
          <a:blip r:embed="rId3"/>
          <a:stretch>
            <a:fillRect/>
          </a:stretch>
        </p:blipFill>
        <p:spPr>
          <a:xfrm>
            <a:off x="6473388" y="4059141"/>
            <a:ext cx="2317150" cy="1852117"/>
          </a:xfrm>
          <a:prstGeom prst="rect">
            <a:avLst/>
          </a:prstGeom>
        </p:spPr>
      </p:pic>
      <p:sp>
        <p:nvSpPr>
          <p:cNvPr id="6" name="Rectangle 5">
            <a:extLst>
              <a:ext uri="{FF2B5EF4-FFF2-40B4-BE49-F238E27FC236}">
                <a16:creationId xmlns:a16="http://schemas.microsoft.com/office/drawing/2014/main" id="{985C8F64-A613-124A-9AE5-A594FB7BBEAA}"/>
              </a:ext>
            </a:extLst>
          </p:cNvPr>
          <p:cNvSpPr/>
          <p:nvPr/>
        </p:nvSpPr>
        <p:spPr>
          <a:xfrm>
            <a:off x="6057141" y="5898822"/>
            <a:ext cx="3088771" cy="523220"/>
          </a:xfrm>
          <a:prstGeom prst="rect">
            <a:avLst/>
          </a:prstGeom>
        </p:spPr>
        <p:txBody>
          <a:bodyPr wrap="square">
            <a:spAutoFit/>
          </a:bodyPr>
          <a:lstStyle/>
          <a:p>
            <a:pPr algn="ctr"/>
            <a:r>
              <a:rPr lang="zh-CN" altLang="en-US" sz="2800" dirty="0">
                <a:solidFill>
                  <a:schemeClr val="tx1"/>
                </a:solidFill>
                <a:latin typeface="黑体" panose="02010609060101010101" pitchFamily="49" charset="-122"/>
                <a:ea typeface="黑体" panose="02010609060101010101" pitchFamily="49" charset="-122"/>
                <a:cs typeface="Arial" panose="020B0604020202020204" pitchFamily="34" charset="0"/>
              </a:rPr>
              <a:t>条条大路通罗马</a:t>
            </a:r>
            <a:endParaRPr lang="en-CN" sz="2800" dirty="0">
              <a:solidFill>
                <a:schemeClr val="tx1"/>
              </a:solidFill>
              <a:latin typeface="黑体" panose="02010609060101010101" pitchFamily="49" charset="-122"/>
              <a:ea typeface="黑体" panose="02010609060101010101" pitchFamily="49" charset="-122"/>
              <a:cs typeface="Arial" panose="020B0604020202020204" pitchFamily="34" charset="0"/>
            </a:endParaRPr>
          </a:p>
        </p:txBody>
      </p:sp>
      <p:sp>
        <p:nvSpPr>
          <p:cNvPr id="2" name="Title 4">
            <a:extLst>
              <a:ext uri="{FF2B5EF4-FFF2-40B4-BE49-F238E27FC236}">
                <a16:creationId xmlns:a16="http://schemas.microsoft.com/office/drawing/2014/main" id="{F2104369-DB41-6914-A323-E7590D016CE3}"/>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ea typeface="黑体" panose="02010609060101010101" pitchFamily="49" charset="-122"/>
              </a:rPr>
              <a:t>例</a:t>
            </a:r>
            <a:r>
              <a:rPr lang="en-US" altLang="zh-CN" dirty="0">
                <a:ea typeface="黑体" panose="02010609060101010101" pitchFamily="49" charset="-122"/>
              </a:rPr>
              <a:t>2: </a:t>
            </a:r>
            <a:r>
              <a:rPr lang="zh-CN" altLang="en-US" dirty="0">
                <a:ea typeface="黑体" panose="02010609060101010101" pitchFamily="49" charset="-122"/>
              </a:rPr>
              <a:t>行匹配迭代</a:t>
            </a:r>
            <a:endParaRPr lang="en-CN" altLang="zh-CN" sz="4000" dirty="0">
              <a:solidFill>
                <a:srgbClr val="0000FF"/>
              </a:solidFill>
              <a:latin typeface="Arial" panose="020B0604020202020204" pitchFamily="34" charset="0"/>
              <a:cs typeface="Arial" panose="020B0604020202020204" pitchFamily="34" charset="0"/>
            </a:endParaRPr>
          </a:p>
        </p:txBody>
      </p:sp>
      <p:graphicFrame>
        <p:nvGraphicFramePr>
          <p:cNvPr id="3" name="Group 3">
            <a:extLst>
              <a:ext uri="{FF2B5EF4-FFF2-40B4-BE49-F238E27FC236}">
                <a16:creationId xmlns:a16="http://schemas.microsoft.com/office/drawing/2014/main" id="{CF7E6D13-2542-A6F9-BBB6-9F2479FDCDDF}"/>
              </a:ext>
            </a:extLst>
          </p:cNvPr>
          <p:cNvGraphicFramePr>
            <a:graphicFrameLocks/>
          </p:cNvGraphicFramePr>
          <p:nvPr>
            <p:extLst>
              <p:ext uri="{D42A27DB-BD31-4B8C-83A1-F6EECF244321}">
                <p14:modId xmlns:p14="http://schemas.microsoft.com/office/powerpoint/2010/main" val="1046304263"/>
              </p:ext>
            </p:extLst>
          </p:nvPr>
        </p:nvGraphicFramePr>
        <p:xfrm>
          <a:off x="266700" y="1302661"/>
          <a:ext cx="5699900" cy="3017520"/>
        </p:xfrm>
        <a:graphic>
          <a:graphicData uri="http://schemas.openxmlformats.org/drawingml/2006/table">
            <a:tbl>
              <a:tblPr/>
              <a:tblGrid>
                <a:gridCol w="1739900">
                  <a:extLst>
                    <a:ext uri="{9D8B030D-6E8A-4147-A177-3AD203B41FA5}">
                      <a16:colId xmlns:a16="http://schemas.microsoft.com/office/drawing/2014/main" val="20000"/>
                    </a:ext>
                  </a:extLst>
                </a:gridCol>
                <a:gridCol w="1080000">
                  <a:extLst>
                    <a:ext uri="{9D8B030D-6E8A-4147-A177-3AD203B41FA5}">
                      <a16:colId xmlns:a16="http://schemas.microsoft.com/office/drawing/2014/main" val="20001"/>
                    </a:ext>
                  </a:extLst>
                </a:gridCol>
                <a:gridCol w="720000">
                  <a:extLst>
                    <a:ext uri="{9D8B030D-6E8A-4147-A177-3AD203B41FA5}">
                      <a16:colId xmlns:a16="http://schemas.microsoft.com/office/drawing/2014/main" val="20002"/>
                    </a:ext>
                  </a:extLst>
                </a:gridCol>
                <a:gridCol w="720000">
                  <a:extLst>
                    <a:ext uri="{9D8B030D-6E8A-4147-A177-3AD203B41FA5}">
                      <a16:colId xmlns:a16="http://schemas.microsoft.com/office/drawing/2014/main" val="20003"/>
                    </a:ext>
                  </a:extLst>
                </a:gridCol>
                <a:gridCol w="720000">
                  <a:extLst>
                    <a:ext uri="{9D8B030D-6E8A-4147-A177-3AD203B41FA5}">
                      <a16:colId xmlns:a16="http://schemas.microsoft.com/office/drawing/2014/main" val="20004"/>
                    </a:ext>
                  </a:extLst>
                </a:gridCol>
                <a:gridCol w="720000">
                  <a:extLst>
                    <a:ext uri="{9D8B030D-6E8A-4147-A177-3AD203B41FA5}">
                      <a16:colId xmlns:a16="http://schemas.microsoft.com/office/drawing/2014/main" val="20005"/>
                    </a:ext>
                  </a:extLst>
                </a:gridCol>
              </a:tblGrid>
              <a:tr h="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1800" b="1" i="0" u="none" strike="noStrike" cap="none" normalizeH="0" baseline="0" dirty="0">
                          <a:ln>
                            <a:noFill/>
                          </a:ln>
                          <a:solidFill>
                            <a:schemeClr val="tx1"/>
                          </a:solidFill>
                          <a:effectLst/>
                          <a:latin typeface="+mn-lt"/>
                          <a:ea typeface="+mn-ea"/>
                        </a:rPr>
                        <a:t>输入序列</a:t>
                      </a:r>
                      <a:endParaRPr kumimoji="0" lang="en-US" altLang="zh-CN" sz="1800" b="1" i="0" u="none" strike="noStrike" cap="none" normalizeH="0" baseline="0" dirty="0">
                        <a:ln>
                          <a:noFill/>
                        </a:ln>
                        <a:solidFill>
                          <a:schemeClr val="tx1"/>
                        </a:solidFill>
                        <a:effectLst/>
                        <a:latin typeface="+mn-lt"/>
                        <a:ea typeface="+mn-ea"/>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1800" b="1" i="0" u="none" strike="noStrike" cap="none" normalizeH="0" baseline="0" dirty="0">
                          <a:ln>
                            <a:noFill/>
                          </a:ln>
                          <a:solidFill>
                            <a:schemeClr val="tx1"/>
                          </a:solidFill>
                          <a:effectLst/>
                          <a:latin typeface="+mn-lt"/>
                          <a:ea typeface="+mn-ea"/>
                        </a:rPr>
                        <a:t>现态</a:t>
                      </a:r>
                      <a:endParaRPr kumimoji="0" lang="en-US" altLang="zh-CN" sz="1800" b="1" i="0" u="none" strike="noStrike" cap="none" normalizeH="0" baseline="0" dirty="0">
                        <a:ln>
                          <a:noFill/>
                        </a:ln>
                        <a:solidFill>
                          <a:schemeClr val="tx1"/>
                        </a:solidFill>
                        <a:effectLst/>
                        <a:latin typeface="+mn-lt"/>
                        <a:ea typeface="+mn-ea"/>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gridSpan="2">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1800" b="1" i="0" u="none" strike="noStrike" cap="none" normalizeH="0" baseline="0" dirty="0">
                          <a:ln>
                            <a:noFill/>
                          </a:ln>
                          <a:solidFill>
                            <a:schemeClr val="tx1"/>
                          </a:solidFill>
                          <a:effectLst/>
                          <a:latin typeface="+mn-lt"/>
                          <a:ea typeface="+mn-ea"/>
                        </a:rPr>
                        <a:t>次态</a:t>
                      </a:r>
                      <a:endParaRPr kumimoji="0" lang="en-US" altLang="zh-CN" sz="1800" b="1" i="0" u="none" strike="noStrike" cap="none" normalizeH="0" baseline="0" dirty="0">
                        <a:ln>
                          <a:noFill/>
                        </a:ln>
                        <a:solidFill>
                          <a:schemeClr val="tx1"/>
                        </a:solidFill>
                        <a:effectLst/>
                        <a:latin typeface="+mn-lt"/>
                        <a:ea typeface="+mn-ea"/>
                      </a:endParaRPr>
                    </a:p>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mn-lt"/>
                          <a:ea typeface="+mn-ea"/>
                        </a:rPr>
                        <a:t> x=0   x=1</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tc gridSpan="2">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1800" b="1" i="0" u="none" strike="noStrike" cap="none" normalizeH="0" baseline="0" dirty="0">
                          <a:ln>
                            <a:noFill/>
                          </a:ln>
                          <a:solidFill>
                            <a:schemeClr val="tx1"/>
                          </a:solidFill>
                          <a:effectLst/>
                          <a:latin typeface="+mn-lt"/>
                          <a:ea typeface="+mn-ea"/>
                        </a:rPr>
                        <a:t>输出</a:t>
                      </a:r>
                      <a:endParaRPr kumimoji="0" lang="en-US" altLang="zh-CN" sz="1800" b="1" i="0" u="none" strike="noStrike" cap="none" normalizeH="0" baseline="0" dirty="0">
                        <a:ln>
                          <a:noFill/>
                        </a:ln>
                        <a:solidFill>
                          <a:schemeClr val="tx1"/>
                        </a:solidFill>
                        <a:effectLst/>
                        <a:latin typeface="+mn-lt"/>
                        <a:ea typeface="+mn-ea"/>
                      </a:endParaRPr>
                    </a:p>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mn-lt"/>
                          <a:ea typeface="+mn-ea"/>
                        </a:rPr>
                        <a:t>x=0    x=1</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extLst>
                  <a:ext uri="{0D108BD9-81ED-4DB2-BD59-A6C34878D82A}">
                    <a16:rowId xmlns:a16="http://schemas.microsoft.com/office/drawing/2014/main" val="10000"/>
                  </a:ext>
                </a:extLst>
              </a:tr>
              <a:tr h="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Reset</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B</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C</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a:ln>
                            <a:noFill/>
                          </a:ln>
                          <a:solidFill>
                            <a:schemeClr val="tx1"/>
                          </a:solidFill>
                          <a:effectLst/>
                          <a:latin typeface="+mn-lt"/>
                          <a:ea typeface="+mn-ea"/>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0 </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B</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D</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E</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1</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C</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F</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G</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a:ln>
                            <a:noFill/>
                          </a:ln>
                          <a:solidFill>
                            <a:schemeClr val="tx1"/>
                          </a:solidFill>
                          <a:effectLst/>
                          <a:latin typeface="+mn-lt"/>
                          <a:ea typeface="+mn-ea"/>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00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79646">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D</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79646">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H’</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79646">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H’</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79646">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79646">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79646">
                        <a:lumMod val="40000"/>
                        <a:lumOff val="60000"/>
                      </a:srgbClr>
                    </a:solidFill>
                  </a:tcPr>
                </a:tc>
                <a:extLst>
                  <a:ext uri="{0D108BD9-81ED-4DB2-BD59-A6C34878D82A}">
                    <a16:rowId xmlns:a16="http://schemas.microsoft.com/office/drawing/2014/main" val="10004"/>
                  </a:ext>
                </a:extLst>
              </a:tr>
              <a:tr h="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a:ln>
                            <a:noFill/>
                          </a:ln>
                          <a:solidFill>
                            <a:schemeClr val="tx1"/>
                          </a:solidFill>
                          <a:effectLst/>
                          <a:latin typeface="+mn-lt"/>
                          <a:ea typeface="+mn-ea"/>
                        </a:rPr>
                        <a:t>01</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64A2">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E</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64A2">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H’</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64A2">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K’</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64A2">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64A2">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64A2">
                        <a:lumMod val="40000"/>
                        <a:lumOff val="60000"/>
                      </a:srgbClr>
                    </a:solidFill>
                  </a:tcPr>
                </a:tc>
                <a:extLst>
                  <a:ext uri="{0D108BD9-81ED-4DB2-BD59-A6C34878D82A}">
                    <a16:rowId xmlns:a16="http://schemas.microsoft.com/office/drawing/2014/main" val="10005"/>
                  </a:ext>
                </a:extLst>
              </a:tr>
              <a:tr h="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a:ln>
                            <a:noFill/>
                          </a:ln>
                          <a:solidFill>
                            <a:schemeClr val="tx1"/>
                          </a:solidFill>
                          <a:effectLst/>
                          <a:latin typeface="+mn-lt"/>
                          <a:ea typeface="+mn-ea"/>
                        </a:rPr>
                        <a:t>10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64A2">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F</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64A2">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0" i="0" u="none" strike="noStrike" cap="none" normalizeH="0" baseline="0">
                          <a:ln>
                            <a:noFill/>
                          </a:ln>
                          <a:solidFill>
                            <a:schemeClr val="tx1"/>
                          </a:solidFill>
                          <a:effectLst/>
                          <a:latin typeface="+mn-lt"/>
                          <a:ea typeface="+mn-ea"/>
                        </a:rPr>
                        <a:t>H’</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64A2">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K’</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64A2">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64A2">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64A2">
                        <a:lumMod val="40000"/>
                        <a:lumOff val="60000"/>
                      </a:srgbClr>
                    </a:solidFill>
                  </a:tcPr>
                </a:tc>
                <a:extLst>
                  <a:ext uri="{0D108BD9-81ED-4DB2-BD59-A6C34878D82A}">
                    <a16:rowId xmlns:a16="http://schemas.microsoft.com/office/drawing/2014/main" val="10006"/>
                  </a:ext>
                </a:extLst>
              </a:tr>
              <a:tr h="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a:ln>
                            <a:noFill/>
                          </a:ln>
                          <a:solidFill>
                            <a:schemeClr val="tx1"/>
                          </a:solidFill>
                          <a:effectLst/>
                          <a:latin typeface="+mn-lt"/>
                          <a:ea typeface="+mn-ea"/>
                        </a:rPr>
                        <a:t>11</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79646">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G</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79646">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0" i="0" u="none" strike="noStrike" cap="none" normalizeH="0" baseline="0">
                          <a:ln>
                            <a:noFill/>
                          </a:ln>
                          <a:solidFill>
                            <a:schemeClr val="tx1"/>
                          </a:solidFill>
                          <a:effectLst/>
                          <a:latin typeface="+mn-lt"/>
                          <a:ea typeface="+mn-ea"/>
                        </a:rPr>
                        <a:t>H’</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79646">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H’</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79646">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79646">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79646">
                        <a:lumMod val="40000"/>
                        <a:lumOff val="60000"/>
                      </a:srgbClr>
                    </a:solidFill>
                  </a:tcPr>
                </a:tc>
                <a:extLst>
                  <a:ext uri="{0D108BD9-81ED-4DB2-BD59-A6C34878D82A}">
                    <a16:rowId xmlns:a16="http://schemas.microsoft.com/office/drawing/2014/main" val="10007"/>
                  </a:ext>
                </a:extLst>
              </a:tr>
              <a:tr h="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a:ln>
                            <a:noFill/>
                          </a:ln>
                          <a:solidFill>
                            <a:schemeClr val="tx1"/>
                          </a:solidFill>
                          <a:effectLst/>
                          <a:latin typeface="+mn-lt"/>
                          <a:ea typeface="+mn-ea"/>
                        </a:rPr>
                        <a:t>Not (011 or 101)</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BBB59">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H’</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BBB59">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a:ln>
                            <a:noFill/>
                          </a:ln>
                          <a:solidFill>
                            <a:schemeClr val="tx1"/>
                          </a:solidFill>
                          <a:effectLst/>
                          <a:latin typeface="+mn-lt"/>
                          <a:ea typeface="+mn-ea"/>
                        </a:rPr>
                        <a:t>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BBB59">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BBB59">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BBB59">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BBB59">
                        <a:lumMod val="40000"/>
                        <a:lumOff val="60000"/>
                      </a:srgbClr>
                    </a:solidFill>
                  </a:tcPr>
                </a:tc>
                <a:extLst>
                  <a:ext uri="{0D108BD9-81ED-4DB2-BD59-A6C34878D82A}">
                    <a16:rowId xmlns:a16="http://schemas.microsoft.com/office/drawing/2014/main" val="10008"/>
                  </a:ext>
                </a:extLst>
              </a:tr>
              <a:tr h="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011 or 101</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1F497D">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K’</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1F497D">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1F497D">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1F497D">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1</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1F497D">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1F497D">
                        <a:lumMod val="40000"/>
                        <a:lumOff val="60000"/>
                      </a:srgbClr>
                    </a:solidFill>
                  </a:tcPr>
                </a:tc>
                <a:extLst>
                  <a:ext uri="{0D108BD9-81ED-4DB2-BD59-A6C34878D82A}">
                    <a16:rowId xmlns:a16="http://schemas.microsoft.com/office/drawing/2014/main" val="10009"/>
                  </a:ext>
                </a:extLst>
              </a:tr>
            </a:tbl>
          </a:graphicData>
        </a:graphic>
      </p:graphicFrame>
      <p:graphicFrame>
        <p:nvGraphicFramePr>
          <p:cNvPr id="7" name="Group 3">
            <a:extLst>
              <a:ext uri="{FF2B5EF4-FFF2-40B4-BE49-F238E27FC236}">
                <a16:creationId xmlns:a16="http://schemas.microsoft.com/office/drawing/2014/main" id="{D583E02B-2501-CAF7-7C34-704E30C9D7A3}"/>
              </a:ext>
            </a:extLst>
          </p:cNvPr>
          <p:cNvGraphicFramePr>
            <a:graphicFrameLocks/>
          </p:cNvGraphicFramePr>
          <p:nvPr>
            <p:extLst>
              <p:ext uri="{D42A27DB-BD31-4B8C-83A1-F6EECF244321}">
                <p14:modId xmlns:p14="http://schemas.microsoft.com/office/powerpoint/2010/main" val="855017605"/>
              </p:ext>
            </p:extLst>
          </p:nvPr>
        </p:nvGraphicFramePr>
        <p:xfrm>
          <a:off x="259325" y="4343400"/>
          <a:ext cx="5707216" cy="2468880"/>
        </p:xfrm>
        <a:graphic>
          <a:graphicData uri="http://schemas.openxmlformats.org/drawingml/2006/table">
            <a:tbl>
              <a:tblPr/>
              <a:tblGrid>
                <a:gridCol w="1747216">
                  <a:extLst>
                    <a:ext uri="{9D8B030D-6E8A-4147-A177-3AD203B41FA5}">
                      <a16:colId xmlns:a16="http://schemas.microsoft.com/office/drawing/2014/main" val="20000"/>
                    </a:ext>
                  </a:extLst>
                </a:gridCol>
                <a:gridCol w="1080000">
                  <a:extLst>
                    <a:ext uri="{9D8B030D-6E8A-4147-A177-3AD203B41FA5}">
                      <a16:colId xmlns:a16="http://schemas.microsoft.com/office/drawing/2014/main" val="20001"/>
                    </a:ext>
                  </a:extLst>
                </a:gridCol>
                <a:gridCol w="720000">
                  <a:extLst>
                    <a:ext uri="{9D8B030D-6E8A-4147-A177-3AD203B41FA5}">
                      <a16:colId xmlns:a16="http://schemas.microsoft.com/office/drawing/2014/main" val="20002"/>
                    </a:ext>
                  </a:extLst>
                </a:gridCol>
                <a:gridCol w="720000">
                  <a:extLst>
                    <a:ext uri="{9D8B030D-6E8A-4147-A177-3AD203B41FA5}">
                      <a16:colId xmlns:a16="http://schemas.microsoft.com/office/drawing/2014/main" val="20003"/>
                    </a:ext>
                  </a:extLst>
                </a:gridCol>
                <a:gridCol w="720000">
                  <a:extLst>
                    <a:ext uri="{9D8B030D-6E8A-4147-A177-3AD203B41FA5}">
                      <a16:colId xmlns:a16="http://schemas.microsoft.com/office/drawing/2014/main" val="20004"/>
                    </a:ext>
                  </a:extLst>
                </a:gridCol>
                <a:gridCol w="720000">
                  <a:extLst>
                    <a:ext uri="{9D8B030D-6E8A-4147-A177-3AD203B41FA5}">
                      <a16:colId xmlns:a16="http://schemas.microsoft.com/office/drawing/2014/main" val="20005"/>
                    </a:ext>
                  </a:extLst>
                </a:gridCol>
              </a:tblGrid>
              <a:tr h="338051">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1800" b="1" i="0" u="none" strike="noStrike" cap="none" normalizeH="0" baseline="0" dirty="0">
                          <a:ln>
                            <a:noFill/>
                          </a:ln>
                          <a:solidFill>
                            <a:schemeClr val="tx1"/>
                          </a:solidFill>
                          <a:effectLst/>
                          <a:latin typeface="+mn-lt"/>
                          <a:ea typeface="+mn-ea"/>
                        </a:rPr>
                        <a:t>输入序列</a:t>
                      </a:r>
                      <a:endParaRPr kumimoji="0" lang="en-US" altLang="zh-CN" sz="1800" b="1" i="0" u="none" strike="noStrike" cap="none" normalizeH="0" baseline="0" dirty="0">
                        <a:ln>
                          <a:noFill/>
                        </a:ln>
                        <a:solidFill>
                          <a:schemeClr val="tx1"/>
                        </a:solidFill>
                        <a:effectLst/>
                        <a:latin typeface="+mn-lt"/>
                        <a:ea typeface="+mn-ea"/>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1800" b="1" i="0" u="none" strike="noStrike" cap="none" normalizeH="0" baseline="0" dirty="0">
                          <a:ln>
                            <a:noFill/>
                          </a:ln>
                          <a:solidFill>
                            <a:schemeClr val="tx1"/>
                          </a:solidFill>
                          <a:effectLst/>
                          <a:latin typeface="+mn-lt"/>
                          <a:ea typeface="+mn-ea"/>
                        </a:rPr>
                        <a:t>现态</a:t>
                      </a:r>
                      <a:endParaRPr kumimoji="0" lang="en-US" altLang="zh-CN" sz="1800" b="1" i="0" u="none" strike="noStrike" cap="none" normalizeH="0" baseline="0" dirty="0">
                        <a:ln>
                          <a:noFill/>
                        </a:ln>
                        <a:solidFill>
                          <a:schemeClr val="tx1"/>
                        </a:solidFill>
                        <a:effectLst/>
                        <a:latin typeface="+mn-lt"/>
                        <a:ea typeface="+mn-ea"/>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gridSpan="2">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1800" b="1" i="0" u="none" strike="noStrike" cap="none" normalizeH="0" baseline="0" dirty="0">
                          <a:ln>
                            <a:noFill/>
                          </a:ln>
                          <a:solidFill>
                            <a:schemeClr val="tx1"/>
                          </a:solidFill>
                          <a:effectLst/>
                          <a:latin typeface="+mn-lt"/>
                          <a:ea typeface="+mn-ea"/>
                        </a:rPr>
                        <a:t>次态</a:t>
                      </a:r>
                      <a:endParaRPr kumimoji="0" lang="en-US" altLang="zh-CN" sz="1800" b="1" i="0" u="none" strike="noStrike" cap="none" normalizeH="0" baseline="0" dirty="0">
                        <a:ln>
                          <a:noFill/>
                        </a:ln>
                        <a:solidFill>
                          <a:schemeClr val="tx1"/>
                        </a:solidFill>
                        <a:effectLst/>
                        <a:latin typeface="+mn-lt"/>
                        <a:ea typeface="+mn-ea"/>
                      </a:endParaRPr>
                    </a:p>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mn-lt"/>
                          <a:ea typeface="+mn-ea"/>
                        </a:rPr>
                        <a:t> x=0   x=1</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tc gridSpan="2">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1800" b="1" i="0" u="none" strike="noStrike" cap="none" normalizeH="0" baseline="0" dirty="0">
                          <a:ln>
                            <a:noFill/>
                          </a:ln>
                          <a:solidFill>
                            <a:schemeClr val="tx1"/>
                          </a:solidFill>
                          <a:effectLst/>
                          <a:latin typeface="+mn-lt"/>
                          <a:ea typeface="+mn-ea"/>
                        </a:rPr>
                        <a:t>输出</a:t>
                      </a:r>
                      <a:endParaRPr kumimoji="0" lang="en-US" altLang="zh-CN" sz="1800" b="1" i="0" u="none" strike="noStrike" cap="none" normalizeH="0" baseline="0" dirty="0">
                        <a:ln>
                          <a:noFill/>
                        </a:ln>
                        <a:solidFill>
                          <a:schemeClr val="tx1"/>
                        </a:solidFill>
                        <a:effectLst/>
                        <a:latin typeface="+mn-lt"/>
                        <a:ea typeface="+mn-ea"/>
                      </a:endParaRPr>
                    </a:p>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mn-lt"/>
                          <a:ea typeface="+mn-ea"/>
                        </a:rPr>
                        <a:t>x=0    x=1</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extLst>
                  <a:ext uri="{0D108BD9-81ED-4DB2-BD59-A6C34878D82A}">
                    <a16:rowId xmlns:a16="http://schemas.microsoft.com/office/drawing/2014/main" val="10000"/>
                  </a:ext>
                </a:extLst>
              </a:tr>
              <a:tr h="169025">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Reset</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B</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C</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a:ln>
                            <a:noFill/>
                          </a:ln>
                          <a:solidFill>
                            <a:schemeClr val="tx1"/>
                          </a:solidFill>
                          <a:effectLst/>
                          <a:latin typeface="+mn-lt"/>
                          <a:ea typeface="+mn-ea"/>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a:ln>
                            <a:noFill/>
                          </a:ln>
                          <a:solidFill>
                            <a:schemeClr val="tx1"/>
                          </a:solidFill>
                          <a:effectLst/>
                          <a:latin typeface="+mn-lt"/>
                          <a:ea typeface="+mn-ea"/>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169025">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a:ln>
                            <a:noFill/>
                          </a:ln>
                          <a:solidFill>
                            <a:schemeClr val="tx1"/>
                          </a:solidFill>
                          <a:effectLst/>
                          <a:latin typeface="+mn-lt"/>
                          <a:ea typeface="+mn-ea"/>
                        </a:rPr>
                        <a:t>0 </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B</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D’</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E’</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a:ln>
                            <a:noFill/>
                          </a:ln>
                          <a:solidFill>
                            <a:schemeClr val="tx1"/>
                          </a:solidFill>
                          <a:effectLst/>
                          <a:latin typeface="+mn-lt"/>
                          <a:ea typeface="+mn-ea"/>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169025">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1</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C</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E’</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D’</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169025">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00 or 11</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79646">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D’</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79646">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H’</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79646">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H’</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79646">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79646">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79646">
                        <a:lumMod val="40000"/>
                        <a:lumOff val="60000"/>
                      </a:srgbClr>
                    </a:solidFill>
                  </a:tcPr>
                </a:tc>
                <a:extLst>
                  <a:ext uri="{0D108BD9-81ED-4DB2-BD59-A6C34878D82A}">
                    <a16:rowId xmlns:a16="http://schemas.microsoft.com/office/drawing/2014/main" val="10004"/>
                  </a:ext>
                </a:extLst>
              </a:tr>
              <a:tr h="169025">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a:ln>
                            <a:noFill/>
                          </a:ln>
                          <a:solidFill>
                            <a:schemeClr val="tx1"/>
                          </a:solidFill>
                          <a:effectLst/>
                          <a:latin typeface="+mn-lt"/>
                          <a:ea typeface="+mn-ea"/>
                        </a:rPr>
                        <a:t>01 or 10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64A2">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E’</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64A2">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H’</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64A2">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K’</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64A2">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a:ln>
                            <a:noFill/>
                          </a:ln>
                          <a:solidFill>
                            <a:schemeClr val="tx1"/>
                          </a:solidFill>
                          <a:effectLst/>
                          <a:latin typeface="+mn-lt"/>
                          <a:ea typeface="+mn-ea"/>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64A2">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64A2">
                        <a:lumMod val="40000"/>
                        <a:lumOff val="60000"/>
                      </a:srgbClr>
                    </a:solidFill>
                  </a:tcPr>
                </a:tc>
                <a:extLst>
                  <a:ext uri="{0D108BD9-81ED-4DB2-BD59-A6C34878D82A}">
                    <a16:rowId xmlns:a16="http://schemas.microsoft.com/office/drawing/2014/main" val="10005"/>
                  </a:ext>
                </a:extLst>
              </a:tr>
              <a:tr h="169025">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a:ln>
                            <a:noFill/>
                          </a:ln>
                          <a:solidFill>
                            <a:schemeClr val="tx1"/>
                          </a:solidFill>
                          <a:effectLst/>
                          <a:latin typeface="+mn-lt"/>
                          <a:ea typeface="+mn-ea"/>
                        </a:rPr>
                        <a:t>Not (011 or 101)</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BBB59">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H’</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BBB59">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BBB59">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BBB59">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a:ln>
                            <a:noFill/>
                          </a:ln>
                          <a:solidFill>
                            <a:schemeClr val="tx1"/>
                          </a:solidFill>
                          <a:effectLst/>
                          <a:latin typeface="+mn-lt"/>
                          <a:ea typeface="+mn-ea"/>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BBB59">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BBB59">
                        <a:lumMod val="40000"/>
                        <a:lumOff val="60000"/>
                      </a:srgbClr>
                    </a:solidFill>
                  </a:tcPr>
                </a:tc>
                <a:extLst>
                  <a:ext uri="{0D108BD9-81ED-4DB2-BD59-A6C34878D82A}">
                    <a16:rowId xmlns:a16="http://schemas.microsoft.com/office/drawing/2014/main" val="10006"/>
                  </a:ext>
                </a:extLst>
              </a:tr>
              <a:tr h="169025">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rgbClr val="3333FF"/>
                          </a:solidFill>
                          <a:effectLst/>
                          <a:latin typeface="+mn-lt"/>
                          <a:ea typeface="+mn-ea"/>
                        </a:rPr>
                        <a:t>011 or 101</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1F497D">
                        <a:lumMod val="20000"/>
                        <a:lumOff val="8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3333FF"/>
                          </a:solidFill>
                          <a:effectLst/>
                          <a:latin typeface="+mn-lt"/>
                          <a:ea typeface="+mn-ea"/>
                        </a:rPr>
                        <a:t>K’</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1F497D">
                        <a:lumMod val="20000"/>
                        <a:lumOff val="8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3333FF"/>
                          </a:solidFill>
                          <a:effectLst/>
                          <a:latin typeface="+mn-lt"/>
                          <a:ea typeface="+mn-ea"/>
                        </a:rPr>
                        <a:t>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1F497D">
                        <a:lumMod val="20000"/>
                        <a:lumOff val="8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3333FF"/>
                          </a:solidFill>
                          <a:effectLst/>
                          <a:latin typeface="+mn-lt"/>
                          <a:ea typeface="+mn-ea"/>
                        </a:rPr>
                        <a:t>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1F497D">
                        <a:lumMod val="20000"/>
                        <a:lumOff val="8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3333FF"/>
                          </a:solidFill>
                          <a:effectLst/>
                          <a:latin typeface="+mn-lt"/>
                          <a:ea typeface="+mn-ea"/>
                        </a:rPr>
                        <a:t>1</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1F497D">
                        <a:lumMod val="20000"/>
                        <a:lumOff val="8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3333FF"/>
                          </a:solidFill>
                          <a:effectLst/>
                          <a:latin typeface="+mn-lt"/>
                          <a:ea typeface="+mn-ea"/>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1F497D">
                        <a:lumMod val="20000"/>
                        <a:lumOff val="80000"/>
                      </a:srgbClr>
                    </a:solidFill>
                  </a:tcPr>
                </a:tc>
                <a:extLst>
                  <a:ext uri="{0D108BD9-81ED-4DB2-BD59-A6C34878D82A}">
                    <a16:rowId xmlns:a16="http://schemas.microsoft.com/office/drawing/2014/main" val="10007"/>
                  </a:ext>
                </a:extLst>
              </a:tr>
            </a:tbl>
          </a:graphicData>
        </a:graphic>
      </p:graphicFrame>
      <p:grpSp>
        <p:nvGrpSpPr>
          <p:cNvPr id="4" name="组合 3">
            <a:extLst>
              <a:ext uri="{FF2B5EF4-FFF2-40B4-BE49-F238E27FC236}">
                <a16:creationId xmlns:a16="http://schemas.microsoft.com/office/drawing/2014/main" id="{853A41F3-8447-3662-7DCA-B39711997E90}"/>
              </a:ext>
            </a:extLst>
          </p:cNvPr>
          <p:cNvGrpSpPr/>
          <p:nvPr/>
        </p:nvGrpSpPr>
        <p:grpSpPr>
          <a:xfrm>
            <a:off x="5949932" y="1616174"/>
            <a:ext cx="3087889" cy="2218417"/>
            <a:chOff x="452399" y="3617480"/>
            <a:chExt cx="3561145" cy="2558416"/>
          </a:xfrm>
        </p:grpSpPr>
        <p:sp>
          <p:nvSpPr>
            <p:cNvPr id="8" name="Oval 3">
              <a:extLst>
                <a:ext uri="{FF2B5EF4-FFF2-40B4-BE49-F238E27FC236}">
                  <a16:creationId xmlns:a16="http://schemas.microsoft.com/office/drawing/2014/main" id="{1372AAA4-CA77-1967-CECE-50808D9DBAC3}"/>
                </a:ext>
              </a:extLst>
            </p:cNvPr>
            <p:cNvSpPr/>
            <p:nvPr/>
          </p:nvSpPr>
          <p:spPr>
            <a:xfrm>
              <a:off x="2011222" y="3617480"/>
              <a:ext cx="381000" cy="381000"/>
            </a:xfrm>
            <a:prstGeom prst="ellipse">
              <a:avLst/>
            </a:prstGeom>
            <a:solidFill>
              <a:schemeClr val="bg1">
                <a:lumMod val="95000"/>
              </a:schemeClr>
            </a:solidFill>
          </p:spPr>
          <p:style>
            <a:lnRef idx="2">
              <a:schemeClr val="dk1"/>
            </a:lnRef>
            <a:fillRef idx="1">
              <a:schemeClr val="lt1"/>
            </a:fillRef>
            <a:effectRef idx="0">
              <a:schemeClr val="dk1"/>
            </a:effectRef>
            <a:fontRef idx="minor">
              <a:schemeClr val="dk1"/>
            </a:fontRef>
          </p:style>
          <p:txBody>
            <a:bodyPr wrap="square" rtlCol="0" anchor="ctr">
              <a:noAutofit/>
            </a:bodyPr>
            <a:lstStyle/>
            <a:p>
              <a:pPr algn="ctr"/>
              <a:r>
                <a:rPr lang="en-CN" sz="1600" dirty="0">
                  <a:solidFill>
                    <a:schemeClr val="tx1"/>
                  </a:solidFill>
                  <a:latin typeface="Arial" panose="020B0604020202020204" pitchFamily="34" charset="0"/>
                  <a:cs typeface="Arial" panose="020B0604020202020204" pitchFamily="34" charset="0"/>
                </a:rPr>
                <a:t>A</a:t>
              </a:r>
            </a:p>
          </p:txBody>
        </p:sp>
        <p:sp>
          <p:nvSpPr>
            <p:cNvPr id="9" name="Oval 101">
              <a:extLst>
                <a:ext uri="{FF2B5EF4-FFF2-40B4-BE49-F238E27FC236}">
                  <a16:creationId xmlns:a16="http://schemas.microsoft.com/office/drawing/2014/main" id="{91D26D32-34CD-0B6E-C656-7A703D89A0CD}"/>
                </a:ext>
              </a:extLst>
            </p:cNvPr>
            <p:cNvSpPr/>
            <p:nvPr/>
          </p:nvSpPr>
          <p:spPr>
            <a:xfrm>
              <a:off x="1507415" y="4253858"/>
              <a:ext cx="381000" cy="381000"/>
            </a:xfrm>
            <a:prstGeom prst="ellipse">
              <a:avLst/>
            </a:prstGeom>
            <a:solidFill>
              <a:schemeClr val="bg1">
                <a:lumMod val="75000"/>
              </a:schemeClr>
            </a:solidFill>
          </p:spPr>
          <p:style>
            <a:lnRef idx="2">
              <a:schemeClr val="dk1"/>
            </a:lnRef>
            <a:fillRef idx="1">
              <a:schemeClr val="lt1"/>
            </a:fillRef>
            <a:effectRef idx="0">
              <a:schemeClr val="dk1"/>
            </a:effectRef>
            <a:fontRef idx="minor">
              <a:schemeClr val="dk1"/>
            </a:fontRef>
          </p:style>
          <p:txBody>
            <a:bodyPr wrap="square" rtlCol="0" anchor="ctr">
              <a:noAutofit/>
            </a:bodyPr>
            <a:lstStyle/>
            <a:p>
              <a:pPr algn="ctr"/>
              <a:r>
                <a:rPr lang="en-CN" sz="1600" dirty="0">
                  <a:solidFill>
                    <a:schemeClr val="tx1"/>
                  </a:solidFill>
                  <a:latin typeface="Arial" panose="020B0604020202020204" pitchFamily="34" charset="0"/>
                  <a:cs typeface="Arial" panose="020B0604020202020204" pitchFamily="34" charset="0"/>
                </a:rPr>
                <a:t>B</a:t>
              </a:r>
            </a:p>
          </p:txBody>
        </p:sp>
        <p:sp>
          <p:nvSpPr>
            <p:cNvPr id="10" name="Oval 102">
              <a:extLst>
                <a:ext uri="{FF2B5EF4-FFF2-40B4-BE49-F238E27FC236}">
                  <a16:creationId xmlns:a16="http://schemas.microsoft.com/office/drawing/2014/main" id="{1EF2FC84-9020-D576-EFD6-BA95CF0E992B}"/>
                </a:ext>
              </a:extLst>
            </p:cNvPr>
            <p:cNvSpPr/>
            <p:nvPr/>
          </p:nvSpPr>
          <p:spPr>
            <a:xfrm>
              <a:off x="2476500" y="4253858"/>
              <a:ext cx="381000" cy="381000"/>
            </a:xfrm>
            <a:prstGeom prst="ellipse">
              <a:avLst/>
            </a:prstGeom>
            <a:solidFill>
              <a:schemeClr val="bg1">
                <a:lumMod val="75000"/>
              </a:schemeClr>
            </a:solidFill>
          </p:spPr>
          <p:style>
            <a:lnRef idx="2">
              <a:schemeClr val="dk1"/>
            </a:lnRef>
            <a:fillRef idx="1">
              <a:schemeClr val="lt1"/>
            </a:fillRef>
            <a:effectRef idx="0">
              <a:schemeClr val="dk1"/>
            </a:effectRef>
            <a:fontRef idx="minor">
              <a:schemeClr val="dk1"/>
            </a:fontRef>
          </p:style>
          <p:txBody>
            <a:bodyPr wrap="square" rtlCol="0" anchor="ctr">
              <a:noAutofit/>
            </a:bodyPr>
            <a:lstStyle/>
            <a:p>
              <a:pPr algn="ctr"/>
              <a:r>
                <a:rPr lang="en-CN" sz="1600" dirty="0">
                  <a:solidFill>
                    <a:schemeClr val="tx1"/>
                  </a:solidFill>
                  <a:latin typeface="Arial" panose="020B0604020202020204" pitchFamily="34" charset="0"/>
                  <a:cs typeface="Arial" panose="020B0604020202020204" pitchFamily="34" charset="0"/>
                </a:rPr>
                <a:t>C</a:t>
              </a:r>
            </a:p>
          </p:txBody>
        </p:sp>
        <p:sp>
          <p:nvSpPr>
            <p:cNvPr id="11" name="Oval 103">
              <a:extLst>
                <a:ext uri="{FF2B5EF4-FFF2-40B4-BE49-F238E27FC236}">
                  <a16:creationId xmlns:a16="http://schemas.microsoft.com/office/drawing/2014/main" id="{27053354-18C4-8888-7F7B-51C7766BDAF0}"/>
                </a:ext>
              </a:extLst>
            </p:cNvPr>
            <p:cNvSpPr/>
            <p:nvPr/>
          </p:nvSpPr>
          <p:spPr>
            <a:xfrm>
              <a:off x="2011222" y="4953000"/>
              <a:ext cx="381000" cy="381000"/>
            </a:xfrm>
            <a:prstGeom prst="ellipse">
              <a:avLst/>
            </a:prstGeom>
            <a:solidFill>
              <a:schemeClr val="bg1">
                <a:lumMod val="50000"/>
              </a:schemeClr>
            </a:solidFill>
          </p:spPr>
          <p:style>
            <a:lnRef idx="2">
              <a:schemeClr val="dk1"/>
            </a:lnRef>
            <a:fillRef idx="1">
              <a:schemeClr val="lt1"/>
            </a:fillRef>
            <a:effectRef idx="0">
              <a:schemeClr val="dk1"/>
            </a:effectRef>
            <a:fontRef idx="minor">
              <a:schemeClr val="dk1"/>
            </a:fontRef>
          </p:style>
          <p:txBody>
            <a:bodyPr wrap="square" lIns="0" tIns="0" rIns="0" bIns="0" rtlCol="0" anchor="ctr">
              <a:noAutofit/>
            </a:bodyPr>
            <a:lstStyle/>
            <a:p>
              <a:pPr algn="ctr"/>
              <a:r>
                <a:rPr lang="en-US" sz="1600" dirty="0">
                  <a:solidFill>
                    <a:schemeClr val="tx1"/>
                  </a:solidFill>
                  <a:latin typeface="Arial" panose="020B0604020202020204" pitchFamily="34" charset="0"/>
                  <a:cs typeface="Arial" panose="020B0604020202020204" pitchFamily="34" charset="0"/>
                </a:rPr>
                <a:t>E’</a:t>
              </a:r>
              <a:endParaRPr lang="en-CN" sz="1600" dirty="0">
                <a:solidFill>
                  <a:schemeClr val="tx1"/>
                </a:solidFill>
                <a:latin typeface="Arial" panose="020B0604020202020204" pitchFamily="34" charset="0"/>
                <a:cs typeface="Arial" panose="020B0604020202020204" pitchFamily="34" charset="0"/>
              </a:endParaRPr>
            </a:p>
          </p:txBody>
        </p:sp>
        <p:sp>
          <p:nvSpPr>
            <p:cNvPr id="12" name="Oval 104">
              <a:extLst>
                <a:ext uri="{FF2B5EF4-FFF2-40B4-BE49-F238E27FC236}">
                  <a16:creationId xmlns:a16="http://schemas.microsoft.com/office/drawing/2014/main" id="{D7E5D54A-79D2-6C56-DB4A-6107E4118F22}"/>
                </a:ext>
              </a:extLst>
            </p:cNvPr>
            <p:cNvSpPr/>
            <p:nvPr/>
          </p:nvSpPr>
          <p:spPr>
            <a:xfrm>
              <a:off x="2011222" y="5791200"/>
              <a:ext cx="381000" cy="381000"/>
            </a:xfrm>
            <a:prstGeom prst="ellipse">
              <a:avLst/>
            </a:prstGeom>
            <a:solidFill>
              <a:schemeClr val="tx1"/>
            </a:solidFill>
          </p:spPr>
          <p:style>
            <a:lnRef idx="2">
              <a:schemeClr val="dk1"/>
            </a:lnRef>
            <a:fillRef idx="1">
              <a:schemeClr val="lt1"/>
            </a:fillRef>
            <a:effectRef idx="0">
              <a:schemeClr val="dk1"/>
            </a:effectRef>
            <a:fontRef idx="minor">
              <a:schemeClr val="dk1"/>
            </a:fontRef>
          </p:style>
          <p:txBody>
            <a:bodyPr wrap="square" lIns="0" tIns="0" rIns="0" bIns="0" rtlCol="0" anchor="ctr">
              <a:noAutofit/>
            </a:bodyPr>
            <a:lstStyle/>
            <a:p>
              <a:pPr algn="ctr"/>
              <a:r>
                <a:rPr lang="en-US" sz="1600" dirty="0">
                  <a:solidFill>
                    <a:schemeClr val="bg1"/>
                  </a:solidFill>
                  <a:latin typeface="Arial" panose="020B0604020202020204" pitchFamily="34" charset="0"/>
                  <a:cs typeface="Arial" panose="020B0604020202020204" pitchFamily="34" charset="0"/>
                </a:rPr>
                <a:t>K’</a:t>
              </a:r>
              <a:endParaRPr lang="en-CN" sz="1600" dirty="0">
                <a:solidFill>
                  <a:schemeClr val="bg1"/>
                </a:solidFill>
                <a:latin typeface="Arial" panose="020B0604020202020204" pitchFamily="34" charset="0"/>
                <a:cs typeface="Arial" panose="020B0604020202020204" pitchFamily="34" charset="0"/>
              </a:endParaRPr>
            </a:p>
          </p:txBody>
        </p:sp>
        <p:sp>
          <p:nvSpPr>
            <p:cNvPr id="13" name="Oval 105">
              <a:extLst>
                <a:ext uri="{FF2B5EF4-FFF2-40B4-BE49-F238E27FC236}">
                  <a16:creationId xmlns:a16="http://schemas.microsoft.com/office/drawing/2014/main" id="{20784BD0-3FDF-6952-D4DD-3DD7F80E7E70}"/>
                </a:ext>
              </a:extLst>
            </p:cNvPr>
            <p:cNvSpPr/>
            <p:nvPr/>
          </p:nvSpPr>
          <p:spPr>
            <a:xfrm>
              <a:off x="3019821" y="4946699"/>
              <a:ext cx="381000" cy="381000"/>
            </a:xfrm>
            <a:prstGeom prst="ellipse">
              <a:avLst/>
            </a:prstGeom>
            <a:noFill/>
          </p:spPr>
          <p:style>
            <a:lnRef idx="2">
              <a:schemeClr val="dk1"/>
            </a:lnRef>
            <a:fillRef idx="1">
              <a:schemeClr val="lt1"/>
            </a:fillRef>
            <a:effectRef idx="0">
              <a:schemeClr val="dk1"/>
            </a:effectRef>
            <a:fontRef idx="minor">
              <a:schemeClr val="dk1"/>
            </a:fontRef>
          </p:style>
          <p:txBody>
            <a:bodyPr wrap="square" lIns="0" tIns="0" rIns="0" bIns="0" rtlCol="0" anchor="ctr">
              <a:noAutofit/>
            </a:bodyPr>
            <a:lstStyle/>
            <a:p>
              <a:pPr algn="ctr"/>
              <a:r>
                <a:rPr lang="en-US" sz="1600" dirty="0">
                  <a:solidFill>
                    <a:schemeClr val="tx1"/>
                  </a:solidFill>
                  <a:latin typeface="Arial" panose="020B0604020202020204" pitchFamily="34" charset="0"/>
                  <a:cs typeface="Arial" panose="020B0604020202020204" pitchFamily="34" charset="0"/>
                </a:rPr>
                <a:t>D’</a:t>
              </a:r>
              <a:endParaRPr lang="en-CN" sz="1600" dirty="0">
                <a:solidFill>
                  <a:schemeClr val="tx1"/>
                </a:solidFill>
                <a:latin typeface="Arial" panose="020B0604020202020204" pitchFamily="34" charset="0"/>
                <a:cs typeface="Arial" panose="020B0604020202020204" pitchFamily="34" charset="0"/>
              </a:endParaRPr>
            </a:p>
          </p:txBody>
        </p:sp>
        <p:cxnSp>
          <p:nvCxnSpPr>
            <p:cNvPr id="14" name="Curved Connector 5">
              <a:extLst>
                <a:ext uri="{FF2B5EF4-FFF2-40B4-BE49-F238E27FC236}">
                  <a16:creationId xmlns:a16="http://schemas.microsoft.com/office/drawing/2014/main" id="{6C21C457-81DA-36F5-DC17-790BC13C52A7}"/>
                </a:ext>
              </a:extLst>
            </p:cNvPr>
            <p:cNvCxnSpPr>
              <a:cxnSpLocks/>
              <a:stCxn id="8" idx="3"/>
              <a:endCxn id="9" idx="0"/>
            </p:cNvCxnSpPr>
            <p:nvPr/>
          </p:nvCxnSpPr>
          <p:spPr>
            <a:xfrm rot="5400000">
              <a:off x="1726880" y="3913720"/>
              <a:ext cx="311174" cy="369103"/>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15" name="Curved Connector 108">
              <a:extLst>
                <a:ext uri="{FF2B5EF4-FFF2-40B4-BE49-F238E27FC236}">
                  <a16:creationId xmlns:a16="http://schemas.microsoft.com/office/drawing/2014/main" id="{5F83784C-0502-1864-8C94-9C74DA6B063C}"/>
                </a:ext>
              </a:extLst>
            </p:cNvPr>
            <p:cNvCxnSpPr>
              <a:cxnSpLocks/>
              <a:stCxn id="8" idx="5"/>
              <a:endCxn id="10" idx="0"/>
            </p:cNvCxnSpPr>
            <p:nvPr/>
          </p:nvCxnSpPr>
          <p:spPr>
            <a:xfrm rot="16200000" flipH="1">
              <a:off x="2346126" y="3932984"/>
              <a:ext cx="311174" cy="330574"/>
            </a:xfrm>
            <a:prstGeom prst="curved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16" name="TextBox 10">
              <a:extLst>
                <a:ext uri="{FF2B5EF4-FFF2-40B4-BE49-F238E27FC236}">
                  <a16:creationId xmlns:a16="http://schemas.microsoft.com/office/drawing/2014/main" id="{BD95C355-B385-8784-2D4D-1F0DEB167EB8}"/>
                </a:ext>
              </a:extLst>
            </p:cNvPr>
            <p:cNvSpPr txBox="1"/>
            <p:nvPr/>
          </p:nvSpPr>
          <p:spPr>
            <a:xfrm>
              <a:off x="1620432" y="3733800"/>
              <a:ext cx="431324" cy="527220"/>
            </a:xfrm>
            <a:prstGeom prst="rect">
              <a:avLst/>
            </a:prstGeom>
            <a:noFill/>
          </p:spPr>
          <p:txBody>
            <a:bodyPr wrap="none" rtlCol="0">
              <a:spAutoFit/>
            </a:bodyPr>
            <a:lstStyle/>
            <a:p>
              <a:pPr algn="ctr"/>
              <a:r>
                <a:rPr lang="en-CN" sz="2000" dirty="0">
                  <a:solidFill>
                    <a:schemeClr val="tx1"/>
                  </a:solidFill>
                  <a:latin typeface="Arial" panose="020B0604020202020204" pitchFamily="34" charset="0"/>
                  <a:cs typeface="Arial" panose="020B0604020202020204" pitchFamily="34" charset="0"/>
                </a:rPr>
                <a:t>0</a:t>
              </a:r>
            </a:p>
          </p:txBody>
        </p:sp>
        <p:sp>
          <p:nvSpPr>
            <p:cNvPr id="17" name="TextBox 112">
              <a:extLst>
                <a:ext uri="{FF2B5EF4-FFF2-40B4-BE49-F238E27FC236}">
                  <a16:creationId xmlns:a16="http://schemas.microsoft.com/office/drawing/2014/main" id="{65E35FA7-D2C2-AF6B-145A-297DAC8EE248}"/>
                </a:ext>
              </a:extLst>
            </p:cNvPr>
            <p:cNvSpPr txBox="1"/>
            <p:nvPr/>
          </p:nvSpPr>
          <p:spPr>
            <a:xfrm>
              <a:off x="2361739" y="3733800"/>
              <a:ext cx="431324" cy="527220"/>
            </a:xfrm>
            <a:prstGeom prst="rect">
              <a:avLst/>
            </a:prstGeom>
            <a:noFill/>
          </p:spPr>
          <p:txBody>
            <a:bodyPr wrap="none" rtlCol="0">
              <a:spAutoFit/>
            </a:bodyPr>
            <a:lstStyle/>
            <a:p>
              <a:pPr algn="ctr"/>
              <a:r>
                <a:rPr lang="en-CN" sz="2000" dirty="0">
                  <a:solidFill>
                    <a:schemeClr val="tx1"/>
                  </a:solidFill>
                  <a:latin typeface="Arial" panose="020B0604020202020204" pitchFamily="34" charset="0"/>
                  <a:cs typeface="Arial" panose="020B0604020202020204" pitchFamily="34" charset="0"/>
                </a:rPr>
                <a:t>1</a:t>
              </a:r>
            </a:p>
          </p:txBody>
        </p:sp>
        <p:cxnSp>
          <p:nvCxnSpPr>
            <p:cNvPr id="18" name="Curved Connector 113">
              <a:extLst>
                <a:ext uri="{FF2B5EF4-FFF2-40B4-BE49-F238E27FC236}">
                  <a16:creationId xmlns:a16="http://schemas.microsoft.com/office/drawing/2014/main" id="{3C3DDD2F-8CF0-FB09-A74F-09F923FCE5D7}"/>
                </a:ext>
              </a:extLst>
            </p:cNvPr>
            <p:cNvCxnSpPr>
              <a:cxnSpLocks/>
              <a:stCxn id="9" idx="4"/>
              <a:endCxn id="11" idx="2"/>
            </p:cNvCxnSpPr>
            <p:nvPr/>
          </p:nvCxnSpPr>
          <p:spPr>
            <a:xfrm rot="16200000" flipH="1">
              <a:off x="1600247" y="4732525"/>
              <a:ext cx="508642" cy="313307"/>
            </a:xfrm>
            <a:prstGeom prst="curvedConnector2">
              <a:avLst/>
            </a:prstGeom>
            <a:ln w="25400">
              <a:tailEnd type="triangle"/>
            </a:ln>
          </p:spPr>
          <p:style>
            <a:lnRef idx="1">
              <a:schemeClr val="dk1"/>
            </a:lnRef>
            <a:fillRef idx="0">
              <a:schemeClr val="dk1"/>
            </a:fillRef>
            <a:effectRef idx="0">
              <a:schemeClr val="dk1"/>
            </a:effectRef>
            <a:fontRef idx="minor">
              <a:schemeClr val="tx1"/>
            </a:fontRef>
          </p:style>
        </p:cxnSp>
        <p:cxnSp>
          <p:nvCxnSpPr>
            <p:cNvPr id="19" name="Curved Connector 116">
              <a:extLst>
                <a:ext uri="{FF2B5EF4-FFF2-40B4-BE49-F238E27FC236}">
                  <a16:creationId xmlns:a16="http://schemas.microsoft.com/office/drawing/2014/main" id="{933A7E1A-D0A5-4F4A-2ECF-CC2BE62079C8}"/>
                </a:ext>
              </a:extLst>
            </p:cNvPr>
            <p:cNvCxnSpPr>
              <a:cxnSpLocks/>
              <a:stCxn id="10" idx="4"/>
              <a:endCxn id="11" idx="6"/>
            </p:cNvCxnSpPr>
            <p:nvPr/>
          </p:nvCxnSpPr>
          <p:spPr>
            <a:xfrm rot="5400000">
              <a:off x="2275290" y="4751790"/>
              <a:ext cx="508642" cy="274778"/>
            </a:xfrm>
            <a:prstGeom prst="curvedConnector2">
              <a:avLst/>
            </a:prstGeom>
            <a:ln w="25400">
              <a:tailEnd type="triangle"/>
            </a:ln>
          </p:spPr>
          <p:style>
            <a:lnRef idx="1">
              <a:schemeClr val="dk1"/>
            </a:lnRef>
            <a:fillRef idx="0">
              <a:schemeClr val="dk1"/>
            </a:fillRef>
            <a:effectRef idx="0">
              <a:schemeClr val="dk1"/>
            </a:effectRef>
            <a:fontRef idx="minor">
              <a:schemeClr val="tx1"/>
            </a:fontRef>
          </p:style>
        </p:cxnSp>
        <p:cxnSp>
          <p:nvCxnSpPr>
            <p:cNvPr id="20" name="Curved Connector 119">
              <a:extLst>
                <a:ext uri="{FF2B5EF4-FFF2-40B4-BE49-F238E27FC236}">
                  <a16:creationId xmlns:a16="http://schemas.microsoft.com/office/drawing/2014/main" id="{FF6AE259-B4C7-9B86-A08A-B933DD5E5DF8}"/>
                </a:ext>
              </a:extLst>
            </p:cNvPr>
            <p:cNvCxnSpPr>
              <a:cxnSpLocks/>
              <a:stCxn id="11" idx="4"/>
              <a:endCxn id="12" idx="0"/>
            </p:cNvCxnSpPr>
            <p:nvPr/>
          </p:nvCxnSpPr>
          <p:spPr>
            <a:xfrm rot="5400000">
              <a:off x="1973122" y="5562600"/>
              <a:ext cx="457200" cy="12700"/>
            </a:xfrm>
            <a:prstGeom prst="curvedConnector3">
              <a:avLst>
                <a:gd name="adj1" fmla="val 50000"/>
              </a:avLst>
            </a:prstGeom>
            <a:ln w="50800">
              <a:tailEnd type="triangle"/>
            </a:ln>
          </p:spPr>
          <p:style>
            <a:lnRef idx="1">
              <a:schemeClr val="dk1"/>
            </a:lnRef>
            <a:fillRef idx="0">
              <a:schemeClr val="dk1"/>
            </a:fillRef>
            <a:effectRef idx="0">
              <a:schemeClr val="dk1"/>
            </a:effectRef>
            <a:fontRef idx="minor">
              <a:schemeClr val="tx1"/>
            </a:fontRef>
          </p:style>
        </p:cxnSp>
        <p:cxnSp>
          <p:nvCxnSpPr>
            <p:cNvPr id="21" name="Curved Connector 124">
              <a:extLst>
                <a:ext uri="{FF2B5EF4-FFF2-40B4-BE49-F238E27FC236}">
                  <a16:creationId xmlns:a16="http://schemas.microsoft.com/office/drawing/2014/main" id="{A3EAFCBC-64CF-F1FD-0704-D4AD14A4325C}"/>
                </a:ext>
              </a:extLst>
            </p:cNvPr>
            <p:cNvCxnSpPr>
              <a:cxnSpLocks/>
              <a:stCxn id="12" idx="2"/>
              <a:endCxn id="8" idx="1"/>
            </p:cNvCxnSpPr>
            <p:nvPr/>
          </p:nvCxnSpPr>
          <p:spPr>
            <a:xfrm rot="10800000" flipH="1">
              <a:off x="2011222" y="3673276"/>
              <a:ext cx="55796" cy="2308424"/>
            </a:xfrm>
            <a:prstGeom prst="curvedConnector4">
              <a:avLst>
                <a:gd name="adj1" fmla="val -1624366"/>
                <a:gd name="adj2" fmla="val 112320"/>
              </a:avLst>
            </a:prstGeom>
            <a:ln w="76200">
              <a:tailEnd type="triangle"/>
            </a:ln>
          </p:spPr>
          <p:style>
            <a:lnRef idx="1">
              <a:schemeClr val="dk1"/>
            </a:lnRef>
            <a:fillRef idx="0">
              <a:schemeClr val="dk1"/>
            </a:fillRef>
            <a:effectRef idx="0">
              <a:schemeClr val="dk1"/>
            </a:effectRef>
            <a:fontRef idx="minor">
              <a:schemeClr val="tx1"/>
            </a:fontRef>
          </p:style>
        </p:cxnSp>
        <p:cxnSp>
          <p:nvCxnSpPr>
            <p:cNvPr id="22" name="Curved Connector 131">
              <a:extLst>
                <a:ext uri="{FF2B5EF4-FFF2-40B4-BE49-F238E27FC236}">
                  <a16:creationId xmlns:a16="http://schemas.microsoft.com/office/drawing/2014/main" id="{43143C0E-4C2B-1985-9DCF-D0BB0E906CFF}"/>
                </a:ext>
              </a:extLst>
            </p:cNvPr>
            <p:cNvCxnSpPr>
              <a:cxnSpLocks/>
              <a:stCxn id="9" idx="5"/>
              <a:endCxn id="13" idx="1"/>
            </p:cNvCxnSpPr>
            <p:nvPr/>
          </p:nvCxnSpPr>
          <p:spPr>
            <a:xfrm rot="16200000" flipH="1">
              <a:off x="2242402" y="4169279"/>
              <a:ext cx="423433" cy="1242998"/>
            </a:xfrm>
            <a:prstGeom prst="curvedConnector3">
              <a:avLst>
                <a:gd name="adj1" fmla="val 50000"/>
              </a:avLst>
            </a:prstGeom>
            <a:ln w="12700">
              <a:solidFill>
                <a:schemeClr val="accent4"/>
              </a:solidFill>
              <a:prstDash val="lgDash"/>
              <a:tailEnd type="triangle"/>
            </a:ln>
          </p:spPr>
          <p:style>
            <a:lnRef idx="1">
              <a:schemeClr val="dk1"/>
            </a:lnRef>
            <a:fillRef idx="0">
              <a:schemeClr val="dk1"/>
            </a:fillRef>
            <a:effectRef idx="0">
              <a:schemeClr val="dk1"/>
            </a:effectRef>
            <a:fontRef idx="minor">
              <a:schemeClr val="tx1"/>
            </a:fontRef>
          </p:style>
        </p:cxnSp>
        <p:cxnSp>
          <p:nvCxnSpPr>
            <p:cNvPr id="23" name="Curved Connector 134">
              <a:extLst>
                <a:ext uri="{FF2B5EF4-FFF2-40B4-BE49-F238E27FC236}">
                  <a16:creationId xmlns:a16="http://schemas.microsoft.com/office/drawing/2014/main" id="{B4EE3A41-1516-922C-CE10-2E5066CB9A39}"/>
                </a:ext>
              </a:extLst>
            </p:cNvPr>
            <p:cNvCxnSpPr>
              <a:cxnSpLocks/>
              <a:stCxn id="10" idx="6"/>
              <a:endCxn id="13" idx="0"/>
            </p:cNvCxnSpPr>
            <p:nvPr/>
          </p:nvCxnSpPr>
          <p:spPr>
            <a:xfrm>
              <a:off x="2857500" y="4444358"/>
              <a:ext cx="352821" cy="502341"/>
            </a:xfrm>
            <a:prstGeom prst="curvedConnector2">
              <a:avLst/>
            </a:prstGeom>
            <a:ln w="12700">
              <a:solidFill>
                <a:schemeClr val="accent4"/>
              </a:solidFill>
              <a:prstDash val="lgDash"/>
              <a:tailEnd type="triangle"/>
            </a:ln>
          </p:spPr>
          <p:style>
            <a:lnRef idx="1">
              <a:schemeClr val="dk1"/>
            </a:lnRef>
            <a:fillRef idx="0">
              <a:schemeClr val="dk1"/>
            </a:fillRef>
            <a:effectRef idx="0">
              <a:schemeClr val="dk1"/>
            </a:effectRef>
            <a:fontRef idx="minor">
              <a:schemeClr val="tx1"/>
            </a:fontRef>
          </p:style>
        </p:cxnSp>
        <p:cxnSp>
          <p:nvCxnSpPr>
            <p:cNvPr id="24" name="Curved Connector 137">
              <a:extLst>
                <a:ext uri="{FF2B5EF4-FFF2-40B4-BE49-F238E27FC236}">
                  <a16:creationId xmlns:a16="http://schemas.microsoft.com/office/drawing/2014/main" id="{34CB4BB1-9F68-2A48-10FE-91B40C5002B0}"/>
                </a:ext>
              </a:extLst>
            </p:cNvPr>
            <p:cNvCxnSpPr>
              <a:cxnSpLocks/>
              <a:stCxn id="11" idx="5"/>
              <a:endCxn id="31" idx="1"/>
            </p:cNvCxnSpPr>
            <p:nvPr/>
          </p:nvCxnSpPr>
          <p:spPr>
            <a:xfrm rot="16200000" flipH="1">
              <a:off x="2339998" y="5274632"/>
              <a:ext cx="572488" cy="579632"/>
            </a:xfrm>
            <a:prstGeom prst="curvedConnector3">
              <a:avLst>
                <a:gd name="adj1" fmla="val 50000"/>
              </a:avLst>
            </a:prstGeom>
            <a:ln w="12700">
              <a:solidFill>
                <a:schemeClr val="accent4"/>
              </a:solidFill>
              <a:prstDash val="lgDash"/>
              <a:tailEnd type="triangle"/>
            </a:ln>
          </p:spPr>
          <p:style>
            <a:lnRef idx="1">
              <a:schemeClr val="dk1"/>
            </a:lnRef>
            <a:fillRef idx="0">
              <a:schemeClr val="dk1"/>
            </a:fillRef>
            <a:effectRef idx="0">
              <a:schemeClr val="dk1"/>
            </a:effectRef>
            <a:fontRef idx="minor">
              <a:schemeClr val="tx1"/>
            </a:fontRef>
          </p:style>
        </p:cxnSp>
        <p:sp>
          <p:nvSpPr>
            <p:cNvPr id="25" name="TextBox 143">
              <a:extLst>
                <a:ext uri="{FF2B5EF4-FFF2-40B4-BE49-F238E27FC236}">
                  <a16:creationId xmlns:a16="http://schemas.microsoft.com/office/drawing/2014/main" id="{2DA627FD-3A29-1E70-EB6B-15B2E1C9130E}"/>
                </a:ext>
              </a:extLst>
            </p:cNvPr>
            <p:cNvSpPr txBox="1"/>
            <p:nvPr/>
          </p:nvSpPr>
          <p:spPr>
            <a:xfrm>
              <a:off x="1438863" y="4678721"/>
              <a:ext cx="431324" cy="527220"/>
            </a:xfrm>
            <a:prstGeom prst="rect">
              <a:avLst/>
            </a:prstGeom>
            <a:noFill/>
          </p:spPr>
          <p:txBody>
            <a:bodyPr wrap="none" rtlCol="0">
              <a:spAutoFit/>
            </a:bodyPr>
            <a:lstStyle/>
            <a:p>
              <a:pPr algn="ctr"/>
              <a:r>
                <a:rPr lang="en-CN" sz="2000" dirty="0">
                  <a:solidFill>
                    <a:schemeClr val="tx1"/>
                  </a:solidFill>
                  <a:latin typeface="Arial" panose="020B0604020202020204" pitchFamily="34" charset="0"/>
                  <a:cs typeface="Arial" panose="020B0604020202020204" pitchFamily="34" charset="0"/>
                </a:rPr>
                <a:t>1</a:t>
              </a:r>
            </a:p>
          </p:txBody>
        </p:sp>
        <p:sp>
          <p:nvSpPr>
            <p:cNvPr id="26" name="TextBox 144">
              <a:extLst>
                <a:ext uri="{FF2B5EF4-FFF2-40B4-BE49-F238E27FC236}">
                  <a16:creationId xmlns:a16="http://schemas.microsoft.com/office/drawing/2014/main" id="{0A61C36C-0C36-6ABD-BD92-A77467E3CAC6}"/>
                </a:ext>
              </a:extLst>
            </p:cNvPr>
            <p:cNvSpPr txBox="1"/>
            <p:nvPr/>
          </p:nvSpPr>
          <p:spPr>
            <a:xfrm>
              <a:off x="2437939" y="4872335"/>
              <a:ext cx="431324" cy="527220"/>
            </a:xfrm>
            <a:prstGeom prst="rect">
              <a:avLst/>
            </a:prstGeom>
            <a:noFill/>
          </p:spPr>
          <p:txBody>
            <a:bodyPr wrap="none" rtlCol="0">
              <a:spAutoFit/>
            </a:bodyPr>
            <a:lstStyle/>
            <a:p>
              <a:pPr algn="ctr"/>
              <a:r>
                <a:rPr lang="en-CN" sz="2000" dirty="0">
                  <a:solidFill>
                    <a:schemeClr val="tx1"/>
                  </a:solidFill>
                  <a:latin typeface="Arial" panose="020B0604020202020204" pitchFamily="34" charset="0"/>
                  <a:cs typeface="Arial" panose="020B0604020202020204" pitchFamily="34" charset="0"/>
                </a:rPr>
                <a:t>0</a:t>
              </a:r>
            </a:p>
          </p:txBody>
        </p:sp>
        <p:sp>
          <p:nvSpPr>
            <p:cNvPr id="27" name="TextBox 145">
              <a:extLst>
                <a:ext uri="{FF2B5EF4-FFF2-40B4-BE49-F238E27FC236}">
                  <a16:creationId xmlns:a16="http://schemas.microsoft.com/office/drawing/2014/main" id="{CD99C3D9-4EA0-6964-E3F3-AA915182EFB4}"/>
                </a:ext>
              </a:extLst>
            </p:cNvPr>
            <p:cNvSpPr txBox="1"/>
            <p:nvPr/>
          </p:nvSpPr>
          <p:spPr>
            <a:xfrm>
              <a:off x="1851355" y="5253335"/>
              <a:ext cx="431324" cy="527220"/>
            </a:xfrm>
            <a:prstGeom prst="rect">
              <a:avLst/>
            </a:prstGeom>
            <a:noFill/>
          </p:spPr>
          <p:txBody>
            <a:bodyPr wrap="none" rtlCol="0">
              <a:spAutoFit/>
            </a:bodyPr>
            <a:lstStyle/>
            <a:p>
              <a:pPr algn="ctr"/>
              <a:r>
                <a:rPr lang="en-CN" sz="2000" dirty="0">
                  <a:solidFill>
                    <a:schemeClr val="tx1"/>
                  </a:solidFill>
                  <a:latin typeface="Arial" panose="020B0604020202020204" pitchFamily="34" charset="0"/>
                  <a:cs typeface="Arial" panose="020B0604020202020204" pitchFamily="34" charset="0"/>
                </a:rPr>
                <a:t>1</a:t>
              </a:r>
            </a:p>
          </p:txBody>
        </p:sp>
        <p:sp>
          <p:nvSpPr>
            <p:cNvPr id="28" name="TextBox 148">
              <a:extLst>
                <a:ext uri="{FF2B5EF4-FFF2-40B4-BE49-F238E27FC236}">
                  <a16:creationId xmlns:a16="http://schemas.microsoft.com/office/drawing/2014/main" id="{BCB9E2A9-BD08-8367-7DD5-A11257E407D3}"/>
                </a:ext>
              </a:extLst>
            </p:cNvPr>
            <p:cNvSpPr txBox="1"/>
            <p:nvPr/>
          </p:nvSpPr>
          <p:spPr>
            <a:xfrm>
              <a:off x="2972809" y="4323147"/>
              <a:ext cx="431324" cy="527220"/>
            </a:xfrm>
            <a:prstGeom prst="rect">
              <a:avLst/>
            </a:prstGeom>
            <a:noFill/>
          </p:spPr>
          <p:txBody>
            <a:bodyPr wrap="none" rtlCol="0">
              <a:spAutoFit/>
            </a:bodyPr>
            <a:lstStyle/>
            <a:p>
              <a:pPr algn="ctr"/>
              <a:r>
                <a:rPr lang="en-CN" sz="2000" dirty="0">
                  <a:solidFill>
                    <a:schemeClr val="tx1"/>
                  </a:solidFill>
                  <a:latin typeface="Arial" panose="020B0604020202020204" pitchFamily="34" charset="0"/>
                  <a:cs typeface="Arial" panose="020B0604020202020204" pitchFamily="34" charset="0"/>
                </a:rPr>
                <a:t>1</a:t>
              </a:r>
            </a:p>
          </p:txBody>
        </p:sp>
        <p:sp>
          <p:nvSpPr>
            <p:cNvPr id="29" name="TextBox 149">
              <a:extLst>
                <a:ext uri="{FF2B5EF4-FFF2-40B4-BE49-F238E27FC236}">
                  <a16:creationId xmlns:a16="http://schemas.microsoft.com/office/drawing/2014/main" id="{23E50262-BFC4-B6CE-46EE-D2813888672B}"/>
                </a:ext>
              </a:extLst>
            </p:cNvPr>
            <p:cNvSpPr txBox="1"/>
            <p:nvPr/>
          </p:nvSpPr>
          <p:spPr>
            <a:xfrm>
              <a:off x="3639253" y="4776514"/>
              <a:ext cx="374291" cy="527220"/>
            </a:xfrm>
            <a:prstGeom prst="rect">
              <a:avLst/>
            </a:prstGeom>
            <a:noFill/>
          </p:spPr>
          <p:txBody>
            <a:bodyPr wrap="none" rtlCol="0">
              <a:spAutoFit/>
            </a:bodyPr>
            <a:lstStyle/>
            <a:p>
              <a:pPr algn="ctr"/>
              <a:r>
                <a:rPr lang="en-CN" sz="2000" dirty="0">
                  <a:solidFill>
                    <a:schemeClr val="tx1"/>
                  </a:solidFill>
                  <a:latin typeface="Arial" panose="020B0604020202020204" pitchFamily="34" charset="0"/>
                  <a:cs typeface="Arial" panose="020B0604020202020204" pitchFamily="34" charset="0"/>
                </a:rPr>
                <a:t>*</a:t>
              </a:r>
            </a:p>
          </p:txBody>
        </p:sp>
        <p:sp>
          <p:nvSpPr>
            <p:cNvPr id="30" name="TextBox 150">
              <a:extLst>
                <a:ext uri="{FF2B5EF4-FFF2-40B4-BE49-F238E27FC236}">
                  <a16:creationId xmlns:a16="http://schemas.microsoft.com/office/drawing/2014/main" id="{AAE516B5-CB8C-489F-6E51-FA3A04011AB0}"/>
                </a:ext>
              </a:extLst>
            </p:cNvPr>
            <p:cNvSpPr txBox="1"/>
            <p:nvPr/>
          </p:nvSpPr>
          <p:spPr>
            <a:xfrm>
              <a:off x="452399" y="3822238"/>
              <a:ext cx="712253" cy="932772"/>
            </a:xfrm>
            <a:prstGeom prst="rect">
              <a:avLst/>
            </a:prstGeom>
            <a:noFill/>
          </p:spPr>
          <p:txBody>
            <a:bodyPr wrap="none" rtlCol="0">
              <a:spAutoFit/>
            </a:bodyPr>
            <a:lstStyle/>
            <a:p>
              <a:pPr algn="ctr"/>
              <a:r>
                <a:rPr lang="en-CN" sz="2000" dirty="0">
                  <a:solidFill>
                    <a:schemeClr val="tx1"/>
                  </a:solidFill>
                  <a:latin typeface="Arial" panose="020B0604020202020204" pitchFamily="34" charset="0"/>
                  <a:cs typeface="Arial" panose="020B0604020202020204" pitchFamily="34" charset="0"/>
                </a:rPr>
                <a:t>0</a:t>
              </a:r>
              <a:r>
                <a:rPr lang="en-CN" sz="2000" dirty="0">
                  <a:solidFill>
                    <a:srgbClr val="3333FF"/>
                  </a:solidFill>
                  <a:latin typeface="Arial" panose="020B0604020202020204" pitchFamily="34" charset="0"/>
                  <a:cs typeface="Arial" panose="020B0604020202020204" pitchFamily="34" charset="0"/>
                </a:rPr>
                <a:t>/1</a:t>
              </a:r>
            </a:p>
            <a:p>
              <a:pPr algn="ctr"/>
              <a:r>
                <a:rPr lang="en-CN" sz="2000" dirty="0">
                  <a:solidFill>
                    <a:schemeClr val="tx1"/>
                  </a:solidFill>
                  <a:latin typeface="Arial" panose="020B0604020202020204" pitchFamily="34" charset="0"/>
                  <a:cs typeface="Arial" panose="020B0604020202020204" pitchFamily="34" charset="0"/>
                </a:rPr>
                <a:t>1/0</a:t>
              </a:r>
            </a:p>
          </p:txBody>
        </p:sp>
        <p:sp>
          <p:nvSpPr>
            <p:cNvPr id="31" name="Oval 161">
              <a:extLst>
                <a:ext uri="{FF2B5EF4-FFF2-40B4-BE49-F238E27FC236}">
                  <a16:creationId xmlns:a16="http://schemas.microsoft.com/office/drawing/2014/main" id="{82E0AB1A-2BDC-AB22-A98A-6E2ADF8B618F}"/>
                </a:ext>
              </a:extLst>
            </p:cNvPr>
            <p:cNvSpPr/>
            <p:nvPr/>
          </p:nvSpPr>
          <p:spPr>
            <a:xfrm>
              <a:off x="2860262" y="5794896"/>
              <a:ext cx="381000" cy="381000"/>
            </a:xfrm>
            <a:prstGeom prst="ellipse">
              <a:avLst/>
            </a:prstGeom>
            <a:noFill/>
          </p:spPr>
          <p:style>
            <a:lnRef idx="2">
              <a:schemeClr val="dk1"/>
            </a:lnRef>
            <a:fillRef idx="1">
              <a:schemeClr val="lt1"/>
            </a:fillRef>
            <a:effectRef idx="0">
              <a:schemeClr val="dk1"/>
            </a:effectRef>
            <a:fontRef idx="minor">
              <a:schemeClr val="dk1"/>
            </a:fontRef>
          </p:style>
          <p:txBody>
            <a:bodyPr wrap="square" lIns="0" tIns="0" rIns="0" bIns="0" rtlCol="0" anchor="ctr">
              <a:noAutofit/>
            </a:bodyPr>
            <a:lstStyle/>
            <a:p>
              <a:pPr algn="ctr"/>
              <a:r>
                <a:rPr lang="en-US" sz="1600" dirty="0">
                  <a:solidFill>
                    <a:schemeClr val="tx1"/>
                  </a:solidFill>
                  <a:latin typeface="Arial" panose="020B0604020202020204" pitchFamily="34" charset="0"/>
                  <a:cs typeface="Arial" panose="020B0604020202020204" pitchFamily="34" charset="0"/>
                </a:rPr>
                <a:t>H’</a:t>
              </a:r>
              <a:endParaRPr lang="en-CN" sz="1600" dirty="0">
                <a:solidFill>
                  <a:schemeClr val="tx1"/>
                </a:solidFill>
                <a:latin typeface="Arial" panose="020B0604020202020204" pitchFamily="34" charset="0"/>
                <a:cs typeface="Arial" panose="020B0604020202020204" pitchFamily="34" charset="0"/>
              </a:endParaRPr>
            </a:p>
          </p:txBody>
        </p:sp>
        <p:cxnSp>
          <p:nvCxnSpPr>
            <p:cNvPr id="32" name="Curved Connector 172">
              <a:extLst>
                <a:ext uri="{FF2B5EF4-FFF2-40B4-BE49-F238E27FC236}">
                  <a16:creationId xmlns:a16="http://schemas.microsoft.com/office/drawing/2014/main" id="{80AB6DD2-AE6F-42E9-9F18-461523DFAB49}"/>
                </a:ext>
              </a:extLst>
            </p:cNvPr>
            <p:cNvCxnSpPr>
              <a:cxnSpLocks/>
              <a:stCxn id="13" idx="4"/>
              <a:endCxn id="31" idx="0"/>
            </p:cNvCxnSpPr>
            <p:nvPr/>
          </p:nvCxnSpPr>
          <p:spPr>
            <a:xfrm rot="5400000">
              <a:off x="2896944" y="5481518"/>
              <a:ext cx="467197" cy="159559"/>
            </a:xfrm>
            <a:prstGeom prst="curvedConnector3">
              <a:avLst>
                <a:gd name="adj1" fmla="val 50000"/>
              </a:avLst>
            </a:prstGeom>
            <a:ln w="12700">
              <a:solidFill>
                <a:schemeClr val="accent4"/>
              </a:solidFill>
              <a:prstDash val="lgDash"/>
              <a:tailEnd type="triangle"/>
            </a:ln>
          </p:spPr>
          <p:style>
            <a:lnRef idx="1">
              <a:schemeClr val="dk1"/>
            </a:lnRef>
            <a:fillRef idx="0">
              <a:schemeClr val="dk1"/>
            </a:fillRef>
            <a:effectRef idx="0">
              <a:schemeClr val="dk1"/>
            </a:effectRef>
            <a:fontRef idx="minor">
              <a:schemeClr val="tx1"/>
            </a:fontRef>
          </p:style>
        </p:cxnSp>
        <p:cxnSp>
          <p:nvCxnSpPr>
            <p:cNvPr id="33" name="Curved Connector 254">
              <a:extLst>
                <a:ext uri="{FF2B5EF4-FFF2-40B4-BE49-F238E27FC236}">
                  <a16:creationId xmlns:a16="http://schemas.microsoft.com/office/drawing/2014/main" id="{6D98513B-137F-56A6-4BE0-CAE267924248}"/>
                </a:ext>
              </a:extLst>
            </p:cNvPr>
            <p:cNvCxnSpPr>
              <a:cxnSpLocks/>
              <a:stCxn id="31" idx="6"/>
              <a:endCxn id="8" idx="7"/>
            </p:cNvCxnSpPr>
            <p:nvPr/>
          </p:nvCxnSpPr>
          <p:spPr>
            <a:xfrm flipH="1" flipV="1">
              <a:off x="2336426" y="3673276"/>
              <a:ext cx="904836" cy="2312120"/>
            </a:xfrm>
            <a:prstGeom prst="curvedConnector4">
              <a:avLst>
                <a:gd name="adj1" fmla="val -52307"/>
                <a:gd name="adj2" fmla="val 112300"/>
              </a:avLst>
            </a:prstGeom>
            <a:ln w="12700">
              <a:solidFill>
                <a:schemeClr val="accent4"/>
              </a:solidFill>
              <a:prstDash val="lgDash"/>
              <a:tailEnd type="triangle"/>
            </a:ln>
          </p:spPr>
          <p:style>
            <a:lnRef idx="1">
              <a:schemeClr val="dk1"/>
            </a:lnRef>
            <a:fillRef idx="0">
              <a:schemeClr val="dk1"/>
            </a:fillRef>
            <a:effectRef idx="0">
              <a:schemeClr val="dk1"/>
            </a:effectRef>
            <a:fontRef idx="minor">
              <a:schemeClr val="tx1"/>
            </a:fontRef>
          </p:style>
        </p:cxnSp>
        <p:sp>
          <p:nvSpPr>
            <p:cNvPr id="34" name="TextBox 255">
              <a:extLst>
                <a:ext uri="{FF2B5EF4-FFF2-40B4-BE49-F238E27FC236}">
                  <a16:creationId xmlns:a16="http://schemas.microsoft.com/office/drawing/2014/main" id="{13DFEB18-1F26-D7E9-4FD6-1DCD27FC62DA}"/>
                </a:ext>
              </a:extLst>
            </p:cNvPr>
            <p:cNvSpPr txBox="1"/>
            <p:nvPr/>
          </p:nvSpPr>
          <p:spPr>
            <a:xfrm>
              <a:off x="1869760" y="4371505"/>
              <a:ext cx="431323" cy="527219"/>
            </a:xfrm>
            <a:prstGeom prst="rect">
              <a:avLst/>
            </a:prstGeom>
            <a:noFill/>
          </p:spPr>
          <p:txBody>
            <a:bodyPr wrap="none" rtlCol="0">
              <a:spAutoFit/>
            </a:bodyPr>
            <a:lstStyle/>
            <a:p>
              <a:pPr algn="ctr"/>
              <a:r>
                <a:rPr lang="en-CN" sz="2000" dirty="0">
                  <a:solidFill>
                    <a:schemeClr val="tx1"/>
                  </a:solidFill>
                  <a:latin typeface="Arial" panose="020B0604020202020204" pitchFamily="34" charset="0"/>
                  <a:cs typeface="Arial" panose="020B0604020202020204" pitchFamily="34" charset="0"/>
                </a:rPr>
                <a:t>0</a:t>
              </a:r>
            </a:p>
          </p:txBody>
        </p:sp>
        <p:sp>
          <p:nvSpPr>
            <p:cNvPr id="35" name="TextBox 256">
              <a:extLst>
                <a:ext uri="{FF2B5EF4-FFF2-40B4-BE49-F238E27FC236}">
                  <a16:creationId xmlns:a16="http://schemas.microsoft.com/office/drawing/2014/main" id="{465201EA-09DB-F23B-98BF-94AFDCAD2F47}"/>
                </a:ext>
              </a:extLst>
            </p:cNvPr>
            <p:cNvSpPr txBox="1"/>
            <p:nvPr/>
          </p:nvSpPr>
          <p:spPr>
            <a:xfrm>
              <a:off x="3054716" y="5396257"/>
              <a:ext cx="374291" cy="527220"/>
            </a:xfrm>
            <a:prstGeom prst="rect">
              <a:avLst/>
            </a:prstGeom>
            <a:noFill/>
          </p:spPr>
          <p:txBody>
            <a:bodyPr wrap="none" rtlCol="0">
              <a:spAutoFit/>
            </a:bodyPr>
            <a:lstStyle/>
            <a:p>
              <a:pPr algn="ctr"/>
              <a:r>
                <a:rPr lang="en-CN" sz="2000" dirty="0">
                  <a:solidFill>
                    <a:schemeClr val="tx1"/>
                  </a:solidFill>
                  <a:latin typeface="Arial" panose="020B0604020202020204" pitchFamily="34" charset="0"/>
                  <a:cs typeface="Arial" panose="020B0604020202020204" pitchFamily="34" charset="0"/>
                </a:rPr>
                <a:t>*</a:t>
              </a:r>
            </a:p>
          </p:txBody>
        </p:sp>
        <p:sp>
          <p:nvSpPr>
            <p:cNvPr id="36" name="TextBox 257">
              <a:extLst>
                <a:ext uri="{FF2B5EF4-FFF2-40B4-BE49-F238E27FC236}">
                  <a16:creationId xmlns:a16="http://schemas.microsoft.com/office/drawing/2014/main" id="{F43142B0-80DB-D1F3-44AF-338DC63DBD3D}"/>
                </a:ext>
              </a:extLst>
            </p:cNvPr>
            <p:cNvSpPr txBox="1"/>
            <p:nvPr/>
          </p:nvSpPr>
          <p:spPr>
            <a:xfrm>
              <a:off x="2576006" y="5243697"/>
              <a:ext cx="431324" cy="527220"/>
            </a:xfrm>
            <a:prstGeom prst="rect">
              <a:avLst/>
            </a:prstGeom>
            <a:noFill/>
          </p:spPr>
          <p:txBody>
            <a:bodyPr wrap="none" rtlCol="0">
              <a:spAutoFit/>
            </a:bodyPr>
            <a:lstStyle/>
            <a:p>
              <a:pPr algn="ctr"/>
              <a:r>
                <a:rPr lang="en-CN" sz="2000" dirty="0">
                  <a:solidFill>
                    <a:schemeClr val="tx1"/>
                  </a:solidFill>
                  <a:latin typeface="Arial" panose="020B0604020202020204" pitchFamily="34" charset="0"/>
                  <a:cs typeface="Arial" panose="020B0604020202020204" pitchFamily="34" charset="0"/>
                </a:rPr>
                <a:t>0</a:t>
              </a:r>
            </a:p>
          </p:txBody>
        </p:sp>
      </p:grpSp>
    </p:spTree>
    <p:extLst>
      <p:ext uri="{BB962C8B-B14F-4D97-AF65-F5344CB8AC3E}">
        <p14:creationId xmlns:p14="http://schemas.microsoft.com/office/powerpoint/2010/main" val="3944142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53" name="灯片编号占位符 18"/>
          <p:cNvSpPr>
            <a:spLocks noGrp="1"/>
          </p:cNvSpPr>
          <p:nvPr>
            <p:ph type="sldNum" sz="quarter" idx="12"/>
          </p:nvPr>
        </p:nvSpPr>
        <p:spPr/>
        <p:txBody>
          <a:bodyPr vert="horz" lIns="91440" tIns="45720" rIns="91440" bIns="45720" rtlCol="0" anchor="ctr"/>
          <a:lstStyle/>
          <a:p>
            <a:fld id="{FDECA36A-30FE-4AC3-911D-6C190A0157A7}" type="slidenum">
              <a:rPr lang="en-US" altLang="zh-CN" smtClean="0">
                <a:solidFill>
                  <a:prstClr val="black"/>
                </a:solidFill>
              </a:rPr>
              <a:pPr/>
              <a:t>38</a:t>
            </a:fld>
            <a:endParaRPr lang="en-US" altLang="zh-CN" dirty="0">
              <a:solidFill>
                <a:prstClr val="black"/>
              </a:solidFill>
            </a:endParaRPr>
          </a:p>
        </p:txBody>
      </p:sp>
      <p:sp>
        <p:nvSpPr>
          <p:cNvPr id="3" name="内容占位符 2">
            <a:extLst>
              <a:ext uri="{FF2B5EF4-FFF2-40B4-BE49-F238E27FC236}">
                <a16:creationId xmlns:a16="http://schemas.microsoft.com/office/drawing/2014/main" id="{548EEDE9-CE7E-46E3-925E-15511E310B34}"/>
              </a:ext>
            </a:extLst>
          </p:cNvPr>
          <p:cNvSpPr>
            <a:spLocks noGrp="1"/>
          </p:cNvSpPr>
          <p:nvPr>
            <p:ph idx="4294967295"/>
          </p:nvPr>
        </p:nvSpPr>
        <p:spPr>
          <a:xfrm>
            <a:off x="494145" y="1456498"/>
            <a:ext cx="7886700" cy="4351338"/>
          </a:xfrm>
        </p:spPr>
        <p:txBody>
          <a:bodyPr>
            <a:normAutofit/>
          </a:bodyPr>
          <a:lstStyle/>
          <a:p>
            <a:r>
              <a:rPr lang="zh-CN" altLang="en-US" sz="2800" b="0" dirty="0">
                <a:latin typeface="+mn-lt"/>
              </a:rPr>
              <a:t>有时难以找到等价状态</a:t>
            </a:r>
            <a:endParaRPr lang="en-US" altLang="zh-CN" sz="2800" b="0" dirty="0">
              <a:latin typeface="+mn-lt"/>
            </a:endParaRPr>
          </a:p>
          <a:p>
            <a:r>
              <a:rPr lang="zh-CN" altLang="en-US" sz="2800" b="0" dirty="0">
                <a:latin typeface="+mn-lt"/>
              </a:rPr>
              <a:t>举例</a:t>
            </a:r>
            <a:r>
              <a:rPr lang="en-US" altLang="zh-CN" sz="2800" b="0" dirty="0">
                <a:latin typeface="+mn-lt"/>
              </a:rPr>
              <a:t>: A</a:t>
            </a:r>
            <a:r>
              <a:rPr lang="zh-CN" altLang="en-US" sz="2800" b="0" dirty="0">
                <a:latin typeface="+mn-lt"/>
              </a:rPr>
              <a:t>与</a:t>
            </a:r>
            <a:r>
              <a:rPr lang="en-US" altLang="zh-CN" sz="2800" b="0" dirty="0">
                <a:latin typeface="+mn-lt"/>
              </a:rPr>
              <a:t>C</a:t>
            </a:r>
            <a:r>
              <a:rPr lang="zh-CN" altLang="en-US" sz="2800" b="0" dirty="0">
                <a:latin typeface="+mn-lt"/>
              </a:rPr>
              <a:t>两个状态是否可以合并</a:t>
            </a:r>
            <a:r>
              <a:rPr lang="en-US" altLang="zh-CN" sz="2800" b="0" dirty="0">
                <a:latin typeface="+mn-lt"/>
              </a:rPr>
              <a:t>?</a:t>
            </a:r>
          </a:p>
          <a:p>
            <a:endParaRPr lang="zh-CN" altLang="en-US" sz="2800" b="0" dirty="0">
              <a:latin typeface="+mn-lt"/>
            </a:endParaRPr>
          </a:p>
        </p:txBody>
      </p:sp>
      <p:graphicFrame>
        <p:nvGraphicFramePr>
          <p:cNvPr id="884762" name="Object 26"/>
          <p:cNvGraphicFramePr>
            <a:graphicFrameLocks noChangeAspect="1"/>
          </p:cNvGraphicFramePr>
          <p:nvPr>
            <p:extLst>
              <p:ext uri="{D42A27DB-BD31-4B8C-83A1-F6EECF244321}">
                <p14:modId xmlns:p14="http://schemas.microsoft.com/office/powerpoint/2010/main" val="3755729171"/>
              </p:ext>
            </p:extLst>
          </p:nvPr>
        </p:nvGraphicFramePr>
        <p:xfrm>
          <a:off x="7461250" y="4383375"/>
          <a:ext cx="996950" cy="463550"/>
        </p:xfrm>
        <a:graphic>
          <a:graphicData uri="http://schemas.openxmlformats.org/presentationml/2006/ole">
            <mc:AlternateContent xmlns:mc="http://schemas.openxmlformats.org/markup-compatibility/2006">
              <mc:Choice xmlns:v="urn:schemas-microsoft-com:vml" Requires="v">
                <p:oleObj name="Equation" r:id="rId3" imgW="355320" imgH="152280" progId="">
                  <p:embed/>
                </p:oleObj>
              </mc:Choice>
              <mc:Fallback>
                <p:oleObj name="Equation" r:id="rId3" imgW="355320" imgH="152280" progId="">
                  <p:embed/>
                  <p:pic>
                    <p:nvPicPr>
                      <p:cNvPr id="884762" name="Object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61250" y="4383375"/>
                        <a:ext cx="996950" cy="463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84763" name="Text Box 27"/>
          <p:cNvSpPr txBox="1">
            <a:spLocks noChangeArrowheads="1"/>
          </p:cNvSpPr>
          <p:nvPr/>
        </p:nvSpPr>
        <p:spPr bwMode="auto">
          <a:xfrm>
            <a:off x="7723187" y="4038600"/>
            <a:ext cx="333375" cy="584775"/>
          </a:xfrm>
          <a:prstGeom prst="rect">
            <a:avLst/>
          </a:prstGeom>
          <a:noFill/>
          <a:ln w="9525">
            <a:noFill/>
            <a:miter lim="800000"/>
            <a:headEnd/>
            <a:tailEnd/>
          </a:ln>
        </p:spPr>
        <p:txBody>
          <a:bodyPr wrap="square">
            <a:spAutoFit/>
          </a:bodyPr>
          <a:lstStyle/>
          <a:p>
            <a:pPr algn="l">
              <a:spcBef>
                <a:spcPct val="50000"/>
              </a:spcBef>
            </a:pPr>
            <a:r>
              <a:rPr lang="en-US" altLang="zh-CN" sz="3200" b="0" dirty="0">
                <a:solidFill>
                  <a:srgbClr val="3333FF"/>
                </a:solidFill>
                <a:latin typeface="Arial" pitchFamily="34" charset="0"/>
              </a:rPr>
              <a:t>?</a:t>
            </a:r>
          </a:p>
        </p:txBody>
      </p:sp>
      <p:graphicFrame>
        <p:nvGraphicFramePr>
          <p:cNvPr id="10" name="Group 4">
            <a:extLst>
              <a:ext uri="{FF2B5EF4-FFF2-40B4-BE49-F238E27FC236}">
                <a16:creationId xmlns:a16="http://schemas.microsoft.com/office/drawing/2014/main" id="{8C3629D8-3D8A-4262-BE8B-E442F10F6C6A}"/>
              </a:ext>
            </a:extLst>
          </p:cNvPr>
          <p:cNvGraphicFramePr>
            <a:graphicFrameLocks/>
          </p:cNvGraphicFramePr>
          <p:nvPr>
            <p:extLst>
              <p:ext uri="{D42A27DB-BD31-4B8C-83A1-F6EECF244321}">
                <p14:modId xmlns:p14="http://schemas.microsoft.com/office/powerpoint/2010/main" val="240353607"/>
              </p:ext>
            </p:extLst>
          </p:nvPr>
        </p:nvGraphicFramePr>
        <p:xfrm>
          <a:off x="665198" y="3090100"/>
          <a:ext cx="5741195" cy="2658999"/>
        </p:xfrm>
        <a:graphic>
          <a:graphicData uri="http://schemas.openxmlformats.org/drawingml/2006/table">
            <a:tbl>
              <a:tblPr/>
              <a:tblGrid>
                <a:gridCol w="1752600">
                  <a:extLst>
                    <a:ext uri="{9D8B030D-6E8A-4147-A177-3AD203B41FA5}">
                      <a16:colId xmlns:a16="http://schemas.microsoft.com/office/drawing/2014/main" val="20000"/>
                    </a:ext>
                  </a:extLst>
                </a:gridCol>
                <a:gridCol w="2369905">
                  <a:extLst>
                    <a:ext uri="{9D8B030D-6E8A-4147-A177-3AD203B41FA5}">
                      <a16:colId xmlns:a16="http://schemas.microsoft.com/office/drawing/2014/main" val="20001"/>
                    </a:ext>
                  </a:extLst>
                </a:gridCol>
                <a:gridCol w="1618690">
                  <a:extLst>
                    <a:ext uri="{9D8B030D-6E8A-4147-A177-3AD203B41FA5}">
                      <a16:colId xmlns:a16="http://schemas.microsoft.com/office/drawing/2014/main" val="20002"/>
                    </a:ext>
                  </a:extLst>
                </a:gridCol>
              </a:tblGrid>
              <a:tr h="73342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zh-CN" altLang="en-US" sz="2800" b="1" i="0" u="none" strike="noStrike" cap="none" normalizeH="0" baseline="0" dirty="0">
                          <a:ln>
                            <a:noFill/>
                          </a:ln>
                          <a:solidFill>
                            <a:schemeClr val="tx1"/>
                          </a:solidFill>
                          <a:effectLst/>
                          <a:latin typeface="+mn-lt"/>
                          <a:ea typeface="黑体" panose="02010609060101010101" pitchFamily="49" charset="-122"/>
                        </a:rPr>
                        <a:t>现态</a:t>
                      </a:r>
                      <a:endParaRPr kumimoji="0" lang="en-US" altLang="zh-CN" sz="2800" b="1" i="0" u="none" strike="noStrike" cap="none" normalizeH="0" baseline="0" dirty="0">
                        <a:ln>
                          <a:noFill/>
                        </a:ln>
                        <a:solidFill>
                          <a:schemeClr val="tx1"/>
                        </a:solidFill>
                        <a:effectLst/>
                        <a:latin typeface="+mn-lt"/>
                        <a:ea typeface="黑体" panose="02010609060101010101" pitchFamily="49"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zh-CN" altLang="en-US" sz="2800" b="1" i="0" u="none" strike="noStrike" cap="none" normalizeH="0" baseline="0" dirty="0">
                          <a:ln>
                            <a:noFill/>
                          </a:ln>
                          <a:solidFill>
                            <a:schemeClr val="tx1"/>
                          </a:solidFill>
                          <a:effectLst/>
                          <a:latin typeface="+mn-lt"/>
                          <a:ea typeface="黑体" panose="02010609060101010101" pitchFamily="49" charset="-122"/>
                        </a:rPr>
                        <a:t>次态</a:t>
                      </a:r>
                      <a:endParaRPr kumimoji="0" lang="en-US" altLang="zh-CN" sz="2800" b="1" i="0" u="none" strike="noStrike" cap="none" normalizeH="0" baseline="0" dirty="0">
                        <a:ln>
                          <a:noFill/>
                        </a:ln>
                        <a:solidFill>
                          <a:schemeClr val="tx1"/>
                        </a:solidFill>
                        <a:effectLst/>
                        <a:latin typeface="+mn-lt"/>
                        <a:ea typeface="黑体" panose="02010609060101010101" pitchFamily="49" charset="-122"/>
                      </a:endParaRPr>
                    </a:p>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chemeClr val="tx1"/>
                          </a:solidFill>
                          <a:effectLst/>
                          <a:latin typeface="+mn-lt"/>
                          <a:ea typeface="黑体" panose="02010609060101010101" pitchFamily="49" charset="-122"/>
                        </a:rPr>
                        <a:t>x=0    x=1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zh-CN" altLang="en-US" sz="2800" b="1" i="0" u="none" strike="noStrike" cap="none" normalizeH="0" baseline="0" dirty="0">
                          <a:ln>
                            <a:noFill/>
                          </a:ln>
                          <a:solidFill>
                            <a:schemeClr val="tx1"/>
                          </a:solidFill>
                          <a:effectLst/>
                          <a:latin typeface="+mn-lt"/>
                          <a:ea typeface="黑体" panose="02010609060101010101" pitchFamily="49" charset="-122"/>
                        </a:rPr>
                        <a:t>输出</a:t>
                      </a:r>
                      <a:endParaRPr kumimoji="0" lang="en-US" altLang="zh-CN" sz="2800" b="1" i="0" u="none" strike="noStrike" cap="none" normalizeH="0" baseline="0" dirty="0">
                        <a:ln>
                          <a:noFill/>
                        </a:ln>
                        <a:solidFill>
                          <a:schemeClr val="tx1"/>
                        </a:solidFill>
                        <a:effectLst/>
                        <a:latin typeface="+mn-lt"/>
                        <a:ea typeface="黑体" panose="02010609060101010101" pitchFamily="49"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4292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mn-lt"/>
                          <a:ea typeface="宋体" pitchFamily="2" charset="-122"/>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mn-lt"/>
                          <a:ea typeface="宋体" pitchFamily="2" charset="-122"/>
                        </a:rPr>
                        <a:t>A         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4292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mn-lt"/>
                          <a:ea typeface="宋体" pitchFamily="2" charset="-122"/>
                        </a:rPr>
                        <a:t>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mn-lt"/>
                          <a:ea typeface="宋体" pitchFamily="2" charset="-122"/>
                        </a:rPr>
                        <a:t>B         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mn-lt"/>
                          <a:ea typeface="宋体"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4292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mn-lt"/>
                          <a:ea typeface="宋体" pitchFamily="2" charset="-122"/>
                        </a:rPr>
                        <a:t>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mn-lt"/>
                          <a:ea typeface="宋体" pitchFamily="2" charset="-122"/>
                        </a:rPr>
                        <a:t>C         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mn-lt"/>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 name="Title 4">
            <a:extLst>
              <a:ext uri="{FF2B5EF4-FFF2-40B4-BE49-F238E27FC236}">
                <a16:creationId xmlns:a16="http://schemas.microsoft.com/office/drawing/2014/main" id="{42289FB3-7B1C-F779-F446-416D1E1622E5}"/>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sz="4000" dirty="0">
                <a:latin typeface="黑体" panose="02010609060101010101" pitchFamily="49" charset="-122"/>
                <a:ea typeface="黑体" panose="02010609060101010101" pitchFamily="49" charset="-122"/>
              </a:rPr>
              <a:t>行匹配的限制</a:t>
            </a:r>
            <a:endParaRPr lang="en-CN" altLang="zh-CN" sz="4000" dirty="0">
              <a:solidFill>
                <a:srgbClr val="0000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04604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04934694-E72F-4CF7-A259-EEC47F5E2A06}"/>
              </a:ext>
            </a:extLst>
          </p:cNvPr>
          <p:cNvSpPr>
            <a:spLocks noGrp="1"/>
          </p:cNvSpPr>
          <p:nvPr>
            <p:ph type="sldNum" sz="quarter" idx="12"/>
          </p:nvPr>
        </p:nvSpPr>
        <p:spPr/>
        <p:txBody>
          <a:bodyPr/>
          <a:lstStyle/>
          <a:p>
            <a:fld id="{176ACFD1-D213-4B9C-817B-45486DBF105A}" type="slidenum">
              <a:rPr lang="en-US" smtClean="0">
                <a:solidFill>
                  <a:prstClr val="black"/>
                </a:solidFill>
              </a:rPr>
              <a:pPr/>
              <a:t>39</a:t>
            </a:fld>
            <a:endParaRPr lang="en-US">
              <a:solidFill>
                <a:prstClr val="black"/>
              </a:solidFill>
            </a:endParaRPr>
          </a:p>
        </p:txBody>
      </p:sp>
      <p:sp>
        <p:nvSpPr>
          <p:cNvPr id="3" name="内容占位符 2">
            <a:extLst>
              <a:ext uri="{FF2B5EF4-FFF2-40B4-BE49-F238E27FC236}">
                <a16:creationId xmlns:a16="http://schemas.microsoft.com/office/drawing/2014/main" id="{43EB1704-36C1-4F06-A2D5-E6B9663250BB}"/>
              </a:ext>
            </a:extLst>
          </p:cNvPr>
          <p:cNvSpPr>
            <a:spLocks noGrp="1"/>
          </p:cNvSpPr>
          <p:nvPr>
            <p:ph idx="4294967295"/>
          </p:nvPr>
        </p:nvSpPr>
        <p:spPr>
          <a:xfrm>
            <a:off x="494145" y="1456498"/>
            <a:ext cx="6082145" cy="1685925"/>
          </a:xfrm>
        </p:spPr>
        <p:txBody>
          <a:bodyPr>
            <a:normAutofit/>
          </a:bodyPr>
          <a:lstStyle/>
          <a:p>
            <a:pPr>
              <a:spcBef>
                <a:spcPts val="0"/>
              </a:spcBef>
            </a:pPr>
            <a:r>
              <a:rPr lang="zh-CN" altLang="en-US" sz="2800" b="0" dirty="0">
                <a:latin typeface="Arial" panose="020B0604020202020204" pitchFamily="34" charset="0"/>
                <a:cs typeface="Arial" panose="020B0604020202020204" pitchFamily="34" charset="0"/>
              </a:rPr>
              <a:t>根据状态表，构造蕴含表</a:t>
            </a:r>
          </a:p>
          <a:p>
            <a:pPr lvl="1"/>
            <a:r>
              <a:rPr lang="zh-CN" altLang="en-US" sz="2400" b="0" dirty="0">
                <a:latin typeface="Arial" panose="020B0604020202020204" pitchFamily="34" charset="0"/>
                <a:cs typeface="Arial" panose="020B0604020202020204" pitchFamily="34" charset="0"/>
              </a:rPr>
              <a:t>每个</a:t>
            </a:r>
            <a:r>
              <a:rPr lang="zh-CN" altLang="en-US" sz="2400" b="0" dirty="0">
                <a:solidFill>
                  <a:srgbClr val="3333FF"/>
                </a:solidFill>
                <a:latin typeface="Arial" panose="020B0604020202020204" pitchFamily="34" charset="0"/>
                <a:cs typeface="Arial" panose="020B0604020202020204" pitchFamily="34" charset="0"/>
              </a:rPr>
              <a:t>交叉单元</a:t>
            </a:r>
            <a:r>
              <a:rPr lang="en-US" altLang="zh-CN" sz="2400" b="0" dirty="0">
                <a:solidFill>
                  <a:srgbClr val="3333FF"/>
                </a:solidFill>
                <a:latin typeface="Arial" panose="020B0604020202020204" pitchFamily="34" charset="0"/>
                <a:cs typeface="Arial" panose="020B0604020202020204" pitchFamily="34" charset="0"/>
              </a:rPr>
              <a:t> </a:t>
            </a:r>
            <a:r>
              <a:rPr lang="zh-CN" altLang="en-US" sz="2400" b="0" dirty="0">
                <a:latin typeface="Arial" panose="020B0604020202020204" pitchFamily="34" charset="0"/>
                <a:cs typeface="Arial" panose="020B0604020202020204" pitchFamily="34" charset="0"/>
              </a:rPr>
              <a:t>表示</a:t>
            </a:r>
            <a:r>
              <a:rPr lang="en-US" altLang="zh-CN" sz="2400" b="0" dirty="0">
                <a:latin typeface="Arial" panose="020B0604020202020204" pitchFamily="34" charset="0"/>
                <a:cs typeface="Arial" panose="020B0604020202020204" pitchFamily="34" charset="0"/>
              </a:rPr>
              <a:t> </a:t>
            </a:r>
            <a:r>
              <a:rPr lang="zh-CN" altLang="en-US" sz="2400" b="0" dirty="0">
                <a:solidFill>
                  <a:srgbClr val="00B050"/>
                </a:solidFill>
                <a:latin typeface="Arial" panose="020B0604020202020204" pitchFamily="34" charset="0"/>
                <a:cs typeface="Arial" panose="020B0604020202020204" pitchFamily="34" charset="0"/>
              </a:rPr>
              <a:t>状态</a:t>
            </a:r>
            <a:r>
              <a:rPr lang="en-US" altLang="zh-CN" sz="2400" b="0" dirty="0">
                <a:solidFill>
                  <a:srgbClr val="00B050"/>
                </a:solidFill>
                <a:latin typeface="Arial" panose="020B0604020202020204" pitchFamily="34" charset="0"/>
                <a:cs typeface="Arial" panose="020B0604020202020204" pitchFamily="34" charset="0"/>
              </a:rPr>
              <a:t> j </a:t>
            </a:r>
            <a:r>
              <a:rPr lang="zh-CN" altLang="en-US" sz="2400" b="0" dirty="0">
                <a:latin typeface="Arial" panose="020B0604020202020204" pitchFamily="34" charset="0"/>
                <a:cs typeface="Arial" panose="020B0604020202020204" pitchFamily="34" charset="0"/>
              </a:rPr>
              <a:t>和</a:t>
            </a:r>
            <a:r>
              <a:rPr lang="en-US" altLang="zh-CN" sz="2400" b="0" dirty="0">
                <a:latin typeface="Arial" panose="020B0604020202020204" pitchFamily="34" charset="0"/>
                <a:cs typeface="Arial" panose="020B0604020202020204" pitchFamily="34" charset="0"/>
              </a:rPr>
              <a:t> </a:t>
            </a:r>
            <a:r>
              <a:rPr lang="zh-CN" altLang="en-US" sz="2400" b="0" dirty="0">
                <a:solidFill>
                  <a:srgbClr val="7030A0"/>
                </a:solidFill>
                <a:latin typeface="Arial" panose="020B0604020202020204" pitchFamily="34" charset="0"/>
                <a:cs typeface="Arial" panose="020B0604020202020204" pitchFamily="34" charset="0"/>
              </a:rPr>
              <a:t>状态</a:t>
            </a:r>
            <a:r>
              <a:rPr lang="en-US" altLang="zh-CN" sz="2400" b="0" dirty="0">
                <a:solidFill>
                  <a:srgbClr val="7030A0"/>
                </a:solidFill>
                <a:latin typeface="Arial" panose="020B0604020202020204" pitchFamily="34" charset="0"/>
                <a:cs typeface="Arial" panose="020B0604020202020204" pitchFamily="34" charset="0"/>
              </a:rPr>
              <a:t> k</a:t>
            </a:r>
            <a:endParaRPr lang="en-US" altLang="zh-CN" sz="2400" b="0" dirty="0">
              <a:latin typeface="Arial" panose="020B0604020202020204" pitchFamily="34" charset="0"/>
              <a:cs typeface="Arial" panose="020B0604020202020204" pitchFamily="34" charset="0"/>
            </a:endParaRPr>
          </a:p>
          <a:p>
            <a:pPr lvl="1"/>
            <a:r>
              <a:rPr lang="en-US" altLang="zh-CN" sz="2400" b="0" dirty="0">
                <a:latin typeface="Arial" panose="020B0604020202020204" pitchFamily="34" charset="0"/>
                <a:cs typeface="Arial" panose="020B0604020202020204" pitchFamily="34" charset="0"/>
              </a:rPr>
              <a:t>CAD</a:t>
            </a:r>
            <a:r>
              <a:rPr lang="zh-CN" altLang="en-US" sz="2400" b="0" dirty="0">
                <a:latin typeface="Arial" panose="020B0604020202020204" pitchFamily="34" charset="0"/>
                <a:cs typeface="Arial" panose="020B0604020202020204" pitchFamily="34" charset="0"/>
              </a:rPr>
              <a:t>工具使用</a:t>
            </a:r>
            <a:endParaRPr lang="en-US" altLang="zh-CN" sz="2400" b="0" dirty="0">
              <a:latin typeface="Arial" panose="020B0604020202020204" pitchFamily="34" charset="0"/>
              <a:cs typeface="Arial" panose="020B0604020202020204" pitchFamily="34" charset="0"/>
            </a:endParaRPr>
          </a:p>
        </p:txBody>
      </p:sp>
      <p:graphicFrame>
        <p:nvGraphicFramePr>
          <p:cNvPr id="9" name="表格 8">
            <a:extLst>
              <a:ext uri="{FF2B5EF4-FFF2-40B4-BE49-F238E27FC236}">
                <a16:creationId xmlns:a16="http://schemas.microsoft.com/office/drawing/2014/main" id="{23D3DB87-6872-4F0B-A506-A63C96E678DF}"/>
              </a:ext>
            </a:extLst>
          </p:cNvPr>
          <p:cNvGraphicFramePr>
            <a:graphicFrameLocks noGrp="1"/>
          </p:cNvGraphicFramePr>
          <p:nvPr>
            <p:extLst>
              <p:ext uri="{D42A27DB-BD31-4B8C-83A1-F6EECF244321}">
                <p14:modId xmlns:p14="http://schemas.microsoft.com/office/powerpoint/2010/main" val="2536430653"/>
              </p:ext>
            </p:extLst>
          </p:nvPr>
        </p:nvGraphicFramePr>
        <p:xfrm>
          <a:off x="6019800" y="3953375"/>
          <a:ext cx="2286000" cy="2286000"/>
        </p:xfrm>
        <a:graphic>
          <a:graphicData uri="http://schemas.openxmlformats.org/drawingml/2006/table">
            <a:tbl>
              <a:tblPr firstRow="1" bandRow="1"/>
              <a:tblGrid>
                <a:gridCol w="571500">
                  <a:extLst>
                    <a:ext uri="{9D8B030D-6E8A-4147-A177-3AD203B41FA5}">
                      <a16:colId xmlns:a16="http://schemas.microsoft.com/office/drawing/2014/main" val="4146872799"/>
                    </a:ext>
                  </a:extLst>
                </a:gridCol>
                <a:gridCol w="571500">
                  <a:extLst>
                    <a:ext uri="{9D8B030D-6E8A-4147-A177-3AD203B41FA5}">
                      <a16:colId xmlns:a16="http://schemas.microsoft.com/office/drawing/2014/main" val="3837899256"/>
                    </a:ext>
                  </a:extLst>
                </a:gridCol>
                <a:gridCol w="571500">
                  <a:extLst>
                    <a:ext uri="{9D8B030D-6E8A-4147-A177-3AD203B41FA5}">
                      <a16:colId xmlns:a16="http://schemas.microsoft.com/office/drawing/2014/main" val="2054637459"/>
                    </a:ext>
                  </a:extLst>
                </a:gridCol>
                <a:gridCol w="571500">
                  <a:extLst>
                    <a:ext uri="{9D8B030D-6E8A-4147-A177-3AD203B41FA5}">
                      <a16:colId xmlns:a16="http://schemas.microsoft.com/office/drawing/2014/main" val="2880068608"/>
                    </a:ext>
                  </a:extLst>
                </a:gridCol>
              </a:tblGrid>
              <a:tr h="571500">
                <a:tc>
                  <a:txBody>
                    <a:bodyPr/>
                    <a:lstStyle>
                      <a:lvl1pPr marL="0" algn="l" defTabSz="685800" rtl="0" eaLnBrk="1" latinLnBrk="0" hangingPunct="1">
                        <a:defRPr sz="1350" b="1" kern="1200">
                          <a:solidFill>
                            <a:schemeClr val="lt1"/>
                          </a:solidFill>
                          <a:latin typeface="Calibri"/>
                          <a:ea typeface="黑体"/>
                        </a:defRPr>
                      </a:lvl1pPr>
                      <a:lvl2pPr marL="342900" algn="l" defTabSz="685800" rtl="0" eaLnBrk="1" latinLnBrk="0" hangingPunct="1">
                        <a:defRPr sz="1350" b="1" kern="1200">
                          <a:solidFill>
                            <a:schemeClr val="lt1"/>
                          </a:solidFill>
                          <a:latin typeface="Calibri"/>
                          <a:ea typeface="黑体"/>
                        </a:defRPr>
                      </a:lvl2pPr>
                      <a:lvl3pPr marL="685800" algn="l" defTabSz="685800" rtl="0" eaLnBrk="1" latinLnBrk="0" hangingPunct="1">
                        <a:defRPr sz="1350" b="1" kern="1200">
                          <a:solidFill>
                            <a:schemeClr val="lt1"/>
                          </a:solidFill>
                          <a:latin typeface="Calibri"/>
                          <a:ea typeface="黑体"/>
                        </a:defRPr>
                      </a:lvl3pPr>
                      <a:lvl4pPr marL="1028700" algn="l" defTabSz="685800" rtl="0" eaLnBrk="1" latinLnBrk="0" hangingPunct="1">
                        <a:defRPr sz="1350" b="1" kern="1200">
                          <a:solidFill>
                            <a:schemeClr val="lt1"/>
                          </a:solidFill>
                          <a:latin typeface="Calibri"/>
                          <a:ea typeface="黑体"/>
                        </a:defRPr>
                      </a:lvl4pPr>
                      <a:lvl5pPr marL="1371600" algn="l" defTabSz="685800" rtl="0" eaLnBrk="1" latinLnBrk="0" hangingPunct="1">
                        <a:defRPr sz="1350" b="1" kern="1200">
                          <a:solidFill>
                            <a:schemeClr val="lt1"/>
                          </a:solidFill>
                          <a:latin typeface="Calibri"/>
                          <a:ea typeface="黑体"/>
                        </a:defRPr>
                      </a:lvl5pPr>
                      <a:lvl6pPr marL="1714500" algn="l" defTabSz="685800" rtl="0" eaLnBrk="1" latinLnBrk="0" hangingPunct="1">
                        <a:defRPr sz="1350" b="1" kern="1200">
                          <a:solidFill>
                            <a:schemeClr val="lt1"/>
                          </a:solidFill>
                          <a:latin typeface="Calibri"/>
                          <a:ea typeface="黑体"/>
                        </a:defRPr>
                      </a:lvl6pPr>
                      <a:lvl7pPr marL="2057400" algn="l" defTabSz="685800" rtl="0" eaLnBrk="1" latinLnBrk="0" hangingPunct="1">
                        <a:defRPr sz="1350" b="1" kern="1200">
                          <a:solidFill>
                            <a:schemeClr val="lt1"/>
                          </a:solidFill>
                          <a:latin typeface="Calibri"/>
                          <a:ea typeface="黑体"/>
                        </a:defRPr>
                      </a:lvl7pPr>
                      <a:lvl8pPr marL="2400300" algn="l" defTabSz="685800" rtl="0" eaLnBrk="1" latinLnBrk="0" hangingPunct="1">
                        <a:defRPr sz="1350" b="1" kern="1200">
                          <a:solidFill>
                            <a:schemeClr val="lt1"/>
                          </a:solidFill>
                          <a:latin typeface="Calibri"/>
                          <a:ea typeface="黑体"/>
                        </a:defRPr>
                      </a:lvl8pPr>
                      <a:lvl9pPr marL="2743200" algn="l" defTabSz="685800" rtl="0" eaLnBrk="1" latinLnBrk="0" hangingPunct="1">
                        <a:defRPr sz="1350" b="1" kern="1200">
                          <a:solidFill>
                            <a:schemeClr val="lt1"/>
                          </a:solidFill>
                          <a:latin typeface="Calibri"/>
                          <a:ea typeface="黑体"/>
                        </a:defRPr>
                      </a:lvl9pPr>
                    </a:lstStyle>
                    <a:p>
                      <a:r>
                        <a:rPr lang="en-US" altLang="zh-CN" sz="2800" b="0" dirty="0">
                          <a:solidFill>
                            <a:schemeClr val="tx1"/>
                          </a:solidFill>
                          <a:latin typeface="+mn-lt"/>
                        </a:rPr>
                        <a:t>B</a:t>
                      </a:r>
                      <a:endParaRPr lang="zh-CN" altLang="en-US" sz="2800" b="0" dirty="0">
                        <a:solidFill>
                          <a:schemeClr val="tx1"/>
                        </a:solidFill>
                        <a:latin typeface="+mn-lt"/>
                      </a:endParaRPr>
                    </a:p>
                  </a:txBody>
                  <a:tcPr marL="140918" marR="140918" marT="70459" marB="70459">
                    <a:lnL w="12700" cap="flat" cmpd="sng" algn="ctr">
                      <a:no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b="1" kern="1200">
                          <a:solidFill>
                            <a:schemeClr val="lt1"/>
                          </a:solidFill>
                          <a:latin typeface="Calibri"/>
                          <a:ea typeface="黑体"/>
                        </a:defRPr>
                      </a:lvl1pPr>
                      <a:lvl2pPr marL="342900" algn="l" defTabSz="685800" rtl="0" eaLnBrk="1" latinLnBrk="0" hangingPunct="1">
                        <a:defRPr sz="1350" b="1" kern="1200">
                          <a:solidFill>
                            <a:schemeClr val="lt1"/>
                          </a:solidFill>
                          <a:latin typeface="Calibri"/>
                          <a:ea typeface="黑体"/>
                        </a:defRPr>
                      </a:lvl2pPr>
                      <a:lvl3pPr marL="685800" algn="l" defTabSz="685800" rtl="0" eaLnBrk="1" latinLnBrk="0" hangingPunct="1">
                        <a:defRPr sz="1350" b="1" kern="1200">
                          <a:solidFill>
                            <a:schemeClr val="lt1"/>
                          </a:solidFill>
                          <a:latin typeface="Calibri"/>
                          <a:ea typeface="黑体"/>
                        </a:defRPr>
                      </a:lvl3pPr>
                      <a:lvl4pPr marL="1028700" algn="l" defTabSz="685800" rtl="0" eaLnBrk="1" latinLnBrk="0" hangingPunct="1">
                        <a:defRPr sz="1350" b="1" kern="1200">
                          <a:solidFill>
                            <a:schemeClr val="lt1"/>
                          </a:solidFill>
                          <a:latin typeface="Calibri"/>
                          <a:ea typeface="黑体"/>
                        </a:defRPr>
                      </a:lvl4pPr>
                      <a:lvl5pPr marL="1371600" algn="l" defTabSz="685800" rtl="0" eaLnBrk="1" latinLnBrk="0" hangingPunct="1">
                        <a:defRPr sz="1350" b="1" kern="1200">
                          <a:solidFill>
                            <a:schemeClr val="lt1"/>
                          </a:solidFill>
                          <a:latin typeface="Calibri"/>
                          <a:ea typeface="黑体"/>
                        </a:defRPr>
                      </a:lvl5pPr>
                      <a:lvl6pPr marL="1714500" algn="l" defTabSz="685800" rtl="0" eaLnBrk="1" latinLnBrk="0" hangingPunct="1">
                        <a:defRPr sz="1350" b="1" kern="1200">
                          <a:solidFill>
                            <a:schemeClr val="lt1"/>
                          </a:solidFill>
                          <a:latin typeface="Calibri"/>
                          <a:ea typeface="黑体"/>
                        </a:defRPr>
                      </a:lvl6pPr>
                      <a:lvl7pPr marL="2057400" algn="l" defTabSz="685800" rtl="0" eaLnBrk="1" latinLnBrk="0" hangingPunct="1">
                        <a:defRPr sz="1350" b="1" kern="1200">
                          <a:solidFill>
                            <a:schemeClr val="lt1"/>
                          </a:solidFill>
                          <a:latin typeface="Calibri"/>
                          <a:ea typeface="黑体"/>
                        </a:defRPr>
                      </a:lvl7pPr>
                      <a:lvl8pPr marL="2400300" algn="l" defTabSz="685800" rtl="0" eaLnBrk="1" latinLnBrk="0" hangingPunct="1">
                        <a:defRPr sz="1350" b="1" kern="1200">
                          <a:solidFill>
                            <a:schemeClr val="lt1"/>
                          </a:solidFill>
                          <a:latin typeface="Calibri"/>
                          <a:ea typeface="黑体"/>
                        </a:defRPr>
                      </a:lvl8pPr>
                      <a:lvl9pPr marL="2743200" algn="l" defTabSz="685800" rtl="0" eaLnBrk="1" latinLnBrk="0" hangingPunct="1">
                        <a:defRPr sz="1350" b="1" kern="1200">
                          <a:solidFill>
                            <a:schemeClr val="lt1"/>
                          </a:solidFill>
                          <a:latin typeface="Calibri"/>
                          <a:ea typeface="黑体"/>
                        </a:defRPr>
                      </a:lvl9p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2800" b="0" dirty="0">
                        <a:solidFill>
                          <a:schemeClr val="tx1"/>
                        </a:solidFill>
                        <a:latin typeface="+mn-lt"/>
                      </a:endParaRPr>
                    </a:p>
                  </a:txBody>
                  <a:tcPr marL="140918" marR="140918" marT="70459" marB="7045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b="1" kern="1200">
                          <a:solidFill>
                            <a:schemeClr val="lt1"/>
                          </a:solidFill>
                          <a:latin typeface="Calibri"/>
                          <a:ea typeface="黑体"/>
                        </a:defRPr>
                      </a:lvl1pPr>
                      <a:lvl2pPr marL="342900" algn="l" defTabSz="685800" rtl="0" eaLnBrk="1" latinLnBrk="0" hangingPunct="1">
                        <a:defRPr sz="1350" b="1" kern="1200">
                          <a:solidFill>
                            <a:schemeClr val="lt1"/>
                          </a:solidFill>
                          <a:latin typeface="Calibri"/>
                          <a:ea typeface="黑体"/>
                        </a:defRPr>
                      </a:lvl2pPr>
                      <a:lvl3pPr marL="685800" algn="l" defTabSz="685800" rtl="0" eaLnBrk="1" latinLnBrk="0" hangingPunct="1">
                        <a:defRPr sz="1350" b="1" kern="1200">
                          <a:solidFill>
                            <a:schemeClr val="lt1"/>
                          </a:solidFill>
                          <a:latin typeface="Calibri"/>
                          <a:ea typeface="黑体"/>
                        </a:defRPr>
                      </a:lvl3pPr>
                      <a:lvl4pPr marL="1028700" algn="l" defTabSz="685800" rtl="0" eaLnBrk="1" latinLnBrk="0" hangingPunct="1">
                        <a:defRPr sz="1350" b="1" kern="1200">
                          <a:solidFill>
                            <a:schemeClr val="lt1"/>
                          </a:solidFill>
                          <a:latin typeface="Calibri"/>
                          <a:ea typeface="黑体"/>
                        </a:defRPr>
                      </a:lvl4pPr>
                      <a:lvl5pPr marL="1371600" algn="l" defTabSz="685800" rtl="0" eaLnBrk="1" latinLnBrk="0" hangingPunct="1">
                        <a:defRPr sz="1350" b="1" kern="1200">
                          <a:solidFill>
                            <a:schemeClr val="lt1"/>
                          </a:solidFill>
                          <a:latin typeface="Calibri"/>
                          <a:ea typeface="黑体"/>
                        </a:defRPr>
                      </a:lvl5pPr>
                      <a:lvl6pPr marL="1714500" algn="l" defTabSz="685800" rtl="0" eaLnBrk="1" latinLnBrk="0" hangingPunct="1">
                        <a:defRPr sz="1350" b="1" kern="1200">
                          <a:solidFill>
                            <a:schemeClr val="lt1"/>
                          </a:solidFill>
                          <a:latin typeface="Calibri"/>
                          <a:ea typeface="黑体"/>
                        </a:defRPr>
                      </a:lvl6pPr>
                      <a:lvl7pPr marL="2057400" algn="l" defTabSz="685800" rtl="0" eaLnBrk="1" latinLnBrk="0" hangingPunct="1">
                        <a:defRPr sz="1350" b="1" kern="1200">
                          <a:solidFill>
                            <a:schemeClr val="lt1"/>
                          </a:solidFill>
                          <a:latin typeface="Calibri"/>
                          <a:ea typeface="黑体"/>
                        </a:defRPr>
                      </a:lvl7pPr>
                      <a:lvl8pPr marL="2400300" algn="l" defTabSz="685800" rtl="0" eaLnBrk="1" latinLnBrk="0" hangingPunct="1">
                        <a:defRPr sz="1350" b="1" kern="1200">
                          <a:solidFill>
                            <a:schemeClr val="lt1"/>
                          </a:solidFill>
                          <a:latin typeface="Calibri"/>
                          <a:ea typeface="黑体"/>
                        </a:defRPr>
                      </a:lvl8pPr>
                      <a:lvl9pPr marL="2743200" algn="l" defTabSz="685800" rtl="0" eaLnBrk="1" latinLnBrk="0" hangingPunct="1">
                        <a:defRPr sz="1350" b="1" kern="1200">
                          <a:solidFill>
                            <a:schemeClr val="lt1"/>
                          </a:solidFill>
                          <a:latin typeface="Calibri"/>
                          <a:ea typeface="黑体"/>
                        </a:defRPr>
                      </a:lvl9pPr>
                    </a:lstStyle>
                    <a:p>
                      <a:endParaRPr lang="zh-CN" altLang="en-US" sz="2800" b="0" dirty="0">
                        <a:solidFill>
                          <a:schemeClr val="tx1"/>
                        </a:solidFill>
                        <a:latin typeface="+mn-lt"/>
                      </a:endParaRPr>
                    </a:p>
                  </a:txBody>
                  <a:tcPr marL="140918" marR="140918" marT="70459" marB="70459">
                    <a:lnL w="12700" cap="flat" cmpd="sng" algn="ctr">
                      <a:solidFill>
                        <a:srgbClr val="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b="1" kern="1200">
                          <a:solidFill>
                            <a:schemeClr val="lt1"/>
                          </a:solidFill>
                          <a:latin typeface="Calibri"/>
                          <a:ea typeface="黑体"/>
                        </a:defRPr>
                      </a:lvl1pPr>
                      <a:lvl2pPr marL="342900" algn="l" defTabSz="685800" rtl="0" eaLnBrk="1" latinLnBrk="0" hangingPunct="1">
                        <a:defRPr sz="1350" b="1" kern="1200">
                          <a:solidFill>
                            <a:schemeClr val="lt1"/>
                          </a:solidFill>
                          <a:latin typeface="Calibri"/>
                          <a:ea typeface="黑体"/>
                        </a:defRPr>
                      </a:lvl2pPr>
                      <a:lvl3pPr marL="685800" algn="l" defTabSz="685800" rtl="0" eaLnBrk="1" latinLnBrk="0" hangingPunct="1">
                        <a:defRPr sz="1350" b="1" kern="1200">
                          <a:solidFill>
                            <a:schemeClr val="lt1"/>
                          </a:solidFill>
                          <a:latin typeface="Calibri"/>
                          <a:ea typeface="黑体"/>
                        </a:defRPr>
                      </a:lvl3pPr>
                      <a:lvl4pPr marL="1028700" algn="l" defTabSz="685800" rtl="0" eaLnBrk="1" latinLnBrk="0" hangingPunct="1">
                        <a:defRPr sz="1350" b="1" kern="1200">
                          <a:solidFill>
                            <a:schemeClr val="lt1"/>
                          </a:solidFill>
                          <a:latin typeface="Calibri"/>
                          <a:ea typeface="黑体"/>
                        </a:defRPr>
                      </a:lvl4pPr>
                      <a:lvl5pPr marL="1371600" algn="l" defTabSz="685800" rtl="0" eaLnBrk="1" latinLnBrk="0" hangingPunct="1">
                        <a:defRPr sz="1350" b="1" kern="1200">
                          <a:solidFill>
                            <a:schemeClr val="lt1"/>
                          </a:solidFill>
                          <a:latin typeface="Calibri"/>
                          <a:ea typeface="黑体"/>
                        </a:defRPr>
                      </a:lvl5pPr>
                      <a:lvl6pPr marL="1714500" algn="l" defTabSz="685800" rtl="0" eaLnBrk="1" latinLnBrk="0" hangingPunct="1">
                        <a:defRPr sz="1350" b="1" kern="1200">
                          <a:solidFill>
                            <a:schemeClr val="lt1"/>
                          </a:solidFill>
                          <a:latin typeface="Calibri"/>
                          <a:ea typeface="黑体"/>
                        </a:defRPr>
                      </a:lvl6pPr>
                      <a:lvl7pPr marL="2057400" algn="l" defTabSz="685800" rtl="0" eaLnBrk="1" latinLnBrk="0" hangingPunct="1">
                        <a:defRPr sz="1350" b="1" kern="1200">
                          <a:solidFill>
                            <a:schemeClr val="lt1"/>
                          </a:solidFill>
                          <a:latin typeface="Calibri"/>
                          <a:ea typeface="黑体"/>
                        </a:defRPr>
                      </a:lvl7pPr>
                      <a:lvl8pPr marL="2400300" algn="l" defTabSz="685800" rtl="0" eaLnBrk="1" latinLnBrk="0" hangingPunct="1">
                        <a:defRPr sz="1350" b="1" kern="1200">
                          <a:solidFill>
                            <a:schemeClr val="lt1"/>
                          </a:solidFill>
                          <a:latin typeface="Calibri"/>
                          <a:ea typeface="黑体"/>
                        </a:defRPr>
                      </a:lvl8pPr>
                      <a:lvl9pPr marL="2743200" algn="l" defTabSz="685800" rtl="0" eaLnBrk="1" latinLnBrk="0" hangingPunct="1">
                        <a:defRPr sz="1350" b="1" kern="1200">
                          <a:solidFill>
                            <a:schemeClr val="lt1"/>
                          </a:solidFill>
                          <a:latin typeface="Calibri"/>
                          <a:ea typeface="黑体"/>
                        </a:defRPr>
                      </a:lvl9pPr>
                    </a:lstStyle>
                    <a:p>
                      <a:endParaRPr lang="zh-CN" altLang="en-US" sz="2800" b="0" dirty="0">
                        <a:solidFill>
                          <a:schemeClr val="tx1"/>
                        </a:solidFill>
                        <a:latin typeface="+mn-lt"/>
                      </a:endParaRPr>
                    </a:p>
                  </a:txBody>
                  <a:tcPr marL="140918" marR="140918" marT="70459" marB="704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8023028"/>
                  </a:ext>
                </a:extLst>
              </a:tr>
              <a:tr h="571500">
                <a:tc>
                  <a:txBody>
                    <a:bodyPr/>
                    <a:lstStyle>
                      <a:lvl1pPr marL="0" algn="l" defTabSz="685800" rtl="0" eaLnBrk="1" latinLnBrk="0" hangingPunct="1">
                        <a:defRPr sz="1350" kern="1200">
                          <a:solidFill>
                            <a:schemeClr val="dk1"/>
                          </a:solidFill>
                          <a:latin typeface="Calibri"/>
                          <a:ea typeface="黑体"/>
                        </a:defRPr>
                      </a:lvl1pPr>
                      <a:lvl2pPr marL="342900" algn="l" defTabSz="685800" rtl="0" eaLnBrk="1" latinLnBrk="0" hangingPunct="1">
                        <a:defRPr sz="1350" kern="1200">
                          <a:solidFill>
                            <a:schemeClr val="dk1"/>
                          </a:solidFill>
                          <a:latin typeface="Calibri"/>
                          <a:ea typeface="黑体"/>
                        </a:defRPr>
                      </a:lvl2pPr>
                      <a:lvl3pPr marL="685800" algn="l" defTabSz="685800" rtl="0" eaLnBrk="1" latinLnBrk="0" hangingPunct="1">
                        <a:defRPr sz="1350" kern="1200">
                          <a:solidFill>
                            <a:schemeClr val="dk1"/>
                          </a:solidFill>
                          <a:latin typeface="Calibri"/>
                          <a:ea typeface="黑体"/>
                        </a:defRPr>
                      </a:lvl3pPr>
                      <a:lvl4pPr marL="1028700" algn="l" defTabSz="685800" rtl="0" eaLnBrk="1" latinLnBrk="0" hangingPunct="1">
                        <a:defRPr sz="1350" kern="1200">
                          <a:solidFill>
                            <a:schemeClr val="dk1"/>
                          </a:solidFill>
                          <a:latin typeface="Calibri"/>
                          <a:ea typeface="黑体"/>
                        </a:defRPr>
                      </a:lvl4pPr>
                      <a:lvl5pPr marL="1371600" algn="l" defTabSz="685800" rtl="0" eaLnBrk="1" latinLnBrk="0" hangingPunct="1">
                        <a:defRPr sz="1350" kern="1200">
                          <a:solidFill>
                            <a:schemeClr val="dk1"/>
                          </a:solidFill>
                          <a:latin typeface="Calibri"/>
                          <a:ea typeface="黑体"/>
                        </a:defRPr>
                      </a:lvl5pPr>
                      <a:lvl6pPr marL="1714500" algn="l" defTabSz="685800" rtl="0" eaLnBrk="1" latinLnBrk="0" hangingPunct="1">
                        <a:defRPr sz="1350" kern="1200">
                          <a:solidFill>
                            <a:schemeClr val="dk1"/>
                          </a:solidFill>
                          <a:latin typeface="Calibri"/>
                          <a:ea typeface="黑体"/>
                        </a:defRPr>
                      </a:lvl6pPr>
                      <a:lvl7pPr marL="2057400" algn="l" defTabSz="685800" rtl="0" eaLnBrk="1" latinLnBrk="0" hangingPunct="1">
                        <a:defRPr sz="1350" kern="1200">
                          <a:solidFill>
                            <a:schemeClr val="dk1"/>
                          </a:solidFill>
                          <a:latin typeface="Calibri"/>
                          <a:ea typeface="黑体"/>
                        </a:defRPr>
                      </a:lvl7pPr>
                      <a:lvl8pPr marL="2400300" algn="l" defTabSz="685800" rtl="0" eaLnBrk="1" latinLnBrk="0" hangingPunct="1">
                        <a:defRPr sz="1350" kern="1200">
                          <a:solidFill>
                            <a:schemeClr val="dk1"/>
                          </a:solidFill>
                          <a:latin typeface="Calibri"/>
                          <a:ea typeface="黑体"/>
                        </a:defRPr>
                      </a:lvl8pPr>
                      <a:lvl9pPr marL="2743200" algn="l" defTabSz="685800" rtl="0" eaLnBrk="1" latinLnBrk="0" hangingPunct="1">
                        <a:defRPr sz="1350" kern="1200">
                          <a:solidFill>
                            <a:schemeClr val="dk1"/>
                          </a:solidFill>
                          <a:latin typeface="Calibri"/>
                          <a:ea typeface="黑体"/>
                        </a:defRPr>
                      </a:lvl9pPr>
                    </a:lstStyle>
                    <a:p>
                      <a:r>
                        <a:rPr lang="en-US" altLang="zh-CN" sz="2800" b="0" dirty="0">
                          <a:solidFill>
                            <a:schemeClr val="tx1"/>
                          </a:solidFill>
                          <a:latin typeface="+mn-lt"/>
                        </a:rPr>
                        <a:t>C</a:t>
                      </a:r>
                      <a:endParaRPr lang="zh-CN" altLang="en-US" sz="2800" b="0" dirty="0">
                        <a:solidFill>
                          <a:schemeClr val="tx1"/>
                        </a:solidFill>
                        <a:latin typeface="+mn-lt"/>
                      </a:endParaRPr>
                    </a:p>
                  </a:txBody>
                  <a:tcPr marL="140918" marR="140918" marT="70459" marB="70459">
                    <a:lnL w="12700" cap="flat" cmpd="sng" algn="ctr">
                      <a:no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dk1"/>
                          </a:solidFill>
                          <a:latin typeface="Calibri"/>
                          <a:ea typeface="黑体"/>
                        </a:defRPr>
                      </a:lvl1pPr>
                      <a:lvl2pPr marL="342900" algn="l" defTabSz="685800" rtl="0" eaLnBrk="1" latinLnBrk="0" hangingPunct="1">
                        <a:defRPr sz="1350" kern="1200">
                          <a:solidFill>
                            <a:schemeClr val="dk1"/>
                          </a:solidFill>
                          <a:latin typeface="Calibri"/>
                          <a:ea typeface="黑体"/>
                        </a:defRPr>
                      </a:lvl2pPr>
                      <a:lvl3pPr marL="685800" algn="l" defTabSz="685800" rtl="0" eaLnBrk="1" latinLnBrk="0" hangingPunct="1">
                        <a:defRPr sz="1350" kern="1200">
                          <a:solidFill>
                            <a:schemeClr val="dk1"/>
                          </a:solidFill>
                          <a:latin typeface="Calibri"/>
                          <a:ea typeface="黑体"/>
                        </a:defRPr>
                      </a:lvl3pPr>
                      <a:lvl4pPr marL="1028700" algn="l" defTabSz="685800" rtl="0" eaLnBrk="1" latinLnBrk="0" hangingPunct="1">
                        <a:defRPr sz="1350" kern="1200">
                          <a:solidFill>
                            <a:schemeClr val="dk1"/>
                          </a:solidFill>
                          <a:latin typeface="Calibri"/>
                          <a:ea typeface="黑体"/>
                        </a:defRPr>
                      </a:lvl4pPr>
                      <a:lvl5pPr marL="1371600" algn="l" defTabSz="685800" rtl="0" eaLnBrk="1" latinLnBrk="0" hangingPunct="1">
                        <a:defRPr sz="1350" kern="1200">
                          <a:solidFill>
                            <a:schemeClr val="dk1"/>
                          </a:solidFill>
                          <a:latin typeface="Calibri"/>
                          <a:ea typeface="黑体"/>
                        </a:defRPr>
                      </a:lvl5pPr>
                      <a:lvl6pPr marL="1714500" algn="l" defTabSz="685800" rtl="0" eaLnBrk="1" latinLnBrk="0" hangingPunct="1">
                        <a:defRPr sz="1350" kern="1200">
                          <a:solidFill>
                            <a:schemeClr val="dk1"/>
                          </a:solidFill>
                          <a:latin typeface="Calibri"/>
                          <a:ea typeface="黑体"/>
                        </a:defRPr>
                      </a:lvl6pPr>
                      <a:lvl7pPr marL="2057400" algn="l" defTabSz="685800" rtl="0" eaLnBrk="1" latinLnBrk="0" hangingPunct="1">
                        <a:defRPr sz="1350" kern="1200">
                          <a:solidFill>
                            <a:schemeClr val="dk1"/>
                          </a:solidFill>
                          <a:latin typeface="Calibri"/>
                          <a:ea typeface="黑体"/>
                        </a:defRPr>
                      </a:lvl7pPr>
                      <a:lvl8pPr marL="2400300" algn="l" defTabSz="685800" rtl="0" eaLnBrk="1" latinLnBrk="0" hangingPunct="1">
                        <a:defRPr sz="1350" kern="1200">
                          <a:solidFill>
                            <a:schemeClr val="dk1"/>
                          </a:solidFill>
                          <a:latin typeface="Calibri"/>
                          <a:ea typeface="黑体"/>
                        </a:defRPr>
                      </a:lvl8pPr>
                      <a:lvl9pPr marL="2743200" algn="l" defTabSz="685800" rtl="0" eaLnBrk="1" latinLnBrk="0" hangingPunct="1">
                        <a:defRPr sz="1350" kern="1200">
                          <a:solidFill>
                            <a:schemeClr val="dk1"/>
                          </a:solidFill>
                          <a:latin typeface="Calibri"/>
                          <a:ea typeface="黑体"/>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2400" b="0" dirty="0">
                        <a:solidFill>
                          <a:schemeClr val="tx1"/>
                        </a:solidFill>
                        <a:latin typeface="+mn-lt"/>
                      </a:endParaRPr>
                    </a:p>
                  </a:txBody>
                  <a:tcPr marL="140918" marR="140918" marT="70459" marB="7045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dk1"/>
                          </a:solidFill>
                          <a:latin typeface="Calibri"/>
                          <a:ea typeface="黑体"/>
                        </a:defRPr>
                      </a:lvl1pPr>
                      <a:lvl2pPr marL="342900" algn="l" defTabSz="685800" rtl="0" eaLnBrk="1" latinLnBrk="0" hangingPunct="1">
                        <a:defRPr sz="1350" kern="1200">
                          <a:solidFill>
                            <a:schemeClr val="dk1"/>
                          </a:solidFill>
                          <a:latin typeface="Calibri"/>
                          <a:ea typeface="黑体"/>
                        </a:defRPr>
                      </a:lvl2pPr>
                      <a:lvl3pPr marL="685800" algn="l" defTabSz="685800" rtl="0" eaLnBrk="1" latinLnBrk="0" hangingPunct="1">
                        <a:defRPr sz="1350" kern="1200">
                          <a:solidFill>
                            <a:schemeClr val="dk1"/>
                          </a:solidFill>
                          <a:latin typeface="Calibri"/>
                          <a:ea typeface="黑体"/>
                        </a:defRPr>
                      </a:lvl3pPr>
                      <a:lvl4pPr marL="1028700" algn="l" defTabSz="685800" rtl="0" eaLnBrk="1" latinLnBrk="0" hangingPunct="1">
                        <a:defRPr sz="1350" kern="1200">
                          <a:solidFill>
                            <a:schemeClr val="dk1"/>
                          </a:solidFill>
                          <a:latin typeface="Calibri"/>
                          <a:ea typeface="黑体"/>
                        </a:defRPr>
                      </a:lvl4pPr>
                      <a:lvl5pPr marL="1371600" algn="l" defTabSz="685800" rtl="0" eaLnBrk="1" latinLnBrk="0" hangingPunct="1">
                        <a:defRPr sz="1350" kern="1200">
                          <a:solidFill>
                            <a:schemeClr val="dk1"/>
                          </a:solidFill>
                          <a:latin typeface="Calibri"/>
                          <a:ea typeface="黑体"/>
                        </a:defRPr>
                      </a:lvl5pPr>
                      <a:lvl6pPr marL="1714500" algn="l" defTabSz="685800" rtl="0" eaLnBrk="1" latinLnBrk="0" hangingPunct="1">
                        <a:defRPr sz="1350" kern="1200">
                          <a:solidFill>
                            <a:schemeClr val="dk1"/>
                          </a:solidFill>
                          <a:latin typeface="Calibri"/>
                          <a:ea typeface="黑体"/>
                        </a:defRPr>
                      </a:lvl6pPr>
                      <a:lvl7pPr marL="2057400" algn="l" defTabSz="685800" rtl="0" eaLnBrk="1" latinLnBrk="0" hangingPunct="1">
                        <a:defRPr sz="1350" kern="1200">
                          <a:solidFill>
                            <a:schemeClr val="dk1"/>
                          </a:solidFill>
                          <a:latin typeface="Calibri"/>
                          <a:ea typeface="黑体"/>
                        </a:defRPr>
                      </a:lvl7pPr>
                      <a:lvl8pPr marL="2400300" algn="l" defTabSz="685800" rtl="0" eaLnBrk="1" latinLnBrk="0" hangingPunct="1">
                        <a:defRPr sz="1350" kern="1200">
                          <a:solidFill>
                            <a:schemeClr val="dk1"/>
                          </a:solidFill>
                          <a:latin typeface="Calibri"/>
                          <a:ea typeface="黑体"/>
                        </a:defRPr>
                      </a:lvl8pPr>
                      <a:lvl9pPr marL="2743200" algn="l" defTabSz="685800" rtl="0" eaLnBrk="1" latinLnBrk="0" hangingPunct="1">
                        <a:defRPr sz="1350" kern="1200">
                          <a:solidFill>
                            <a:schemeClr val="dk1"/>
                          </a:solidFill>
                          <a:latin typeface="Calibri"/>
                          <a:ea typeface="黑体"/>
                        </a:defRPr>
                      </a:lvl9pPr>
                    </a:lstStyle>
                    <a:p>
                      <a:endParaRPr lang="zh-CN" altLang="en-US" sz="2800" b="0" dirty="0">
                        <a:solidFill>
                          <a:schemeClr val="tx1"/>
                        </a:solidFill>
                        <a:latin typeface="+mn-lt"/>
                      </a:endParaRPr>
                    </a:p>
                  </a:txBody>
                  <a:tcPr marL="140918" marR="140918" marT="70459" marB="7045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dk1"/>
                          </a:solidFill>
                          <a:latin typeface="Calibri"/>
                          <a:ea typeface="黑体"/>
                        </a:defRPr>
                      </a:lvl1pPr>
                      <a:lvl2pPr marL="342900" algn="l" defTabSz="685800" rtl="0" eaLnBrk="1" latinLnBrk="0" hangingPunct="1">
                        <a:defRPr sz="1350" kern="1200">
                          <a:solidFill>
                            <a:schemeClr val="dk1"/>
                          </a:solidFill>
                          <a:latin typeface="Calibri"/>
                          <a:ea typeface="黑体"/>
                        </a:defRPr>
                      </a:lvl2pPr>
                      <a:lvl3pPr marL="685800" algn="l" defTabSz="685800" rtl="0" eaLnBrk="1" latinLnBrk="0" hangingPunct="1">
                        <a:defRPr sz="1350" kern="1200">
                          <a:solidFill>
                            <a:schemeClr val="dk1"/>
                          </a:solidFill>
                          <a:latin typeface="Calibri"/>
                          <a:ea typeface="黑体"/>
                        </a:defRPr>
                      </a:lvl3pPr>
                      <a:lvl4pPr marL="1028700" algn="l" defTabSz="685800" rtl="0" eaLnBrk="1" latinLnBrk="0" hangingPunct="1">
                        <a:defRPr sz="1350" kern="1200">
                          <a:solidFill>
                            <a:schemeClr val="dk1"/>
                          </a:solidFill>
                          <a:latin typeface="Calibri"/>
                          <a:ea typeface="黑体"/>
                        </a:defRPr>
                      </a:lvl4pPr>
                      <a:lvl5pPr marL="1371600" algn="l" defTabSz="685800" rtl="0" eaLnBrk="1" latinLnBrk="0" hangingPunct="1">
                        <a:defRPr sz="1350" kern="1200">
                          <a:solidFill>
                            <a:schemeClr val="dk1"/>
                          </a:solidFill>
                          <a:latin typeface="Calibri"/>
                          <a:ea typeface="黑体"/>
                        </a:defRPr>
                      </a:lvl5pPr>
                      <a:lvl6pPr marL="1714500" algn="l" defTabSz="685800" rtl="0" eaLnBrk="1" latinLnBrk="0" hangingPunct="1">
                        <a:defRPr sz="1350" kern="1200">
                          <a:solidFill>
                            <a:schemeClr val="dk1"/>
                          </a:solidFill>
                          <a:latin typeface="Calibri"/>
                          <a:ea typeface="黑体"/>
                        </a:defRPr>
                      </a:lvl6pPr>
                      <a:lvl7pPr marL="2057400" algn="l" defTabSz="685800" rtl="0" eaLnBrk="1" latinLnBrk="0" hangingPunct="1">
                        <a:defRPr sz="1350" kern="1200">
                          <a:solidFill>
                            <a:schemeClr val="dk1"/>
                          </a:solidFill>
                          <a:latin typeface="Calibri"/>
                          <a:ea typeface="黑体"/>
                        </a:defRPr>
                      </a:lvl7pPr>
                      <a:lvl8pPr marL="2400300" algn="l" defTabSz="685800" rtl="0" eaLnBrk="1" latinLnBrk="0" hangingPunct="1">
                        <a:defRPr sz="1350" kern="1200">
                          <a:solidFill>
                            <a:schemeClr val="dk1"/>
                          </a:solidFill>
                          <a:latin typeface="Calibri"/>
                          <a:ea typeface="黑体"/>
                        </a:defRPr>
                      </a:lvl8pPr>
                      <a:lvl9pPr marL="2743200" algn="l" defTabSz="685800" rtl="0" eaLnBrk="1" latinLnBrk="0" hangingPunct="1">
                        <a:defRPr sz="1350" kern="1200">
                          <a:solidFill>
                            <a:schemeClr val="dk1"/>
                          </a:solidFill>
                          <a:latin typeface="Calibri"/>
                          <a:ea typeface="黑体"/>
                        </a:defRPr>
                      </a:lvl9pPr>
                    </a:lstStyle>
                    <a:p>
                      <a:endParaRPr lang="zh-CN" altLang="en-US" sz="2800" b="0" dirty="0">
                        <a:solidFill>
                          <a:schemeClr val="tx1"/>
                        </a:solidFill>
                        <a:latin typeface="+mn-lt"/>
                      </a:endParaRPr>
                    </a:p>
                  </a:txBody>
                  <a:tcPr marL="140918" marR="140918" marT="70459" marB="70459">
                    <a:lnL w="12700" cap="flat" cmpd="sng" algn="ctr">
                      <a:solidFill>
                        <a:srgbClr val="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583216"/>
                  </a:ext>
                </a:extLst>
              </a:tr>
              <a:tr h="571500">
                <a:tc>
                  <a:txBody>
                    <a:bodyPr/>
                    <a:lstStyle>
                      <a:lvl1pPr marL="0" algn="l" defTabSz="685800" rtl="0" eaLnBrk="1" latinLnBrk="0" hangingPunct="1">
                        <a:defRPr sz="1350" kern="1200">
                          <a:solidFill>
                            <a:schemeClr val="dk1"/>
                          </a:solidFill>
                          <a:latin typeface="Calibri"/>
                          <a:ea typeface="黑体"/>
                        </a:defRPr>
                      </a:lvl1pPr>
                      <a:lvl2pPr marL="342900" algn="l" defTabSz="685800" rtl="0" eaLnBrk="1" latinLnBrk="0" hangingPunct="1">
                        <a:defRPr sz="1350" kern="1200">
                          <a:solidFill>
                            <a:schemeClr val="dk1"/>
                          </a:solidFill>
                          <a:latin typeface="Calibri"/>
                          <a:ea typeface="黑体"/>
                        </a:defRPr>
                      </a:lvl2pPr>
                      <a:lvl3pPr marL="685800" algn="l" defTabSz="685800" rtl="0" eaLnBrk="1" latinLnBrk="0" hangingPunct="1">
                        <a:defRPr sz="1350" kern="1200">
                          <a:solidFill>
                            <a:schemeClr val="dk1"/>
                          </a:solidFill>
                          <a:latin typeface="Calibri"/>
                          <a:ea typeface="黑体"/>
                        </a:defRPr>
                      </a:lvl3pPr>
                      <a:lvl4pPr marL="1028700" algn="l" defTabSz="685800" rtl="0" eaLnBrk="1" latinLnBrk="0" hangingPunct="1">
                        <a:defRPr sz="1350" kern="1200">
                          <a:solidFill>
                            <a:schemeClr val="dk1"/>
                          </a:solidFill>
                          <a:latin typeface="Calibri"/>
                          <a:ea typeface="黑体"/>
                        </a:defRPr>
                      </a:lvl4pPr>
                      <a:lvl5pPr marL="1371600" algn="l" defTabSz="685800" rtl="0" eaLnBrk="1" latinLnBrk="0" hangingPunct="1">
                        <a:defRPr sz="1350" kern="1200">
                          <a:solidFill>
                            <a:schemeClr val="dk1"/>
                          </a:solidFill>
                          <a:latin typeface="Calibri"/>
                          <a:ea typeface="黑体"/>
                        </a:defRPr>
                      </a:lvl5pPr>
                      <a:lvl6pPr marL="1714500" algn="l" defTabSz="685800" rtl="0" eaLnBrk="1" latinLnBrk="0" hangingPunct="1">
                        <a:defRPr sz="1350" kern="1200">
                          <a:solidFill>
                            <a:schemeClr val="dk1"/>
                          </a:solidFill>
                          <a:latin typeface="Calibri"/>
                          <a:ea typeface="黑体"/>
                        </a:defRPr>
                      </a:lvl6pPr>
                      <a:lvl7pPr marL="2057400" algn="l" defTabSz="685800" rtl="0" eaLnBrk="1" latinLnBrk="0" hangingPunct="1">
                        <a:defRPr sz="1350" kern="1200">
                          <a:solidFill>
                            <a:schemeClr val="dk1"/>
                          </a:solidFill>
                          <a:latin typeface="Calibri"/>
                          <a:ea typeface="黑体"/>
                        </a:defRPr>
                      </a:lvl7pPr>
                      <a:lvl8pPr marL="2400300" algn="l" defTabSz="685800" rtl="0" eaLnBrk="1" latinLnBrk="0" hangingPunct="1">
                        <a:defRPr sz="1350" kern="1200">
                          <a:solidFill>
                            <a:schemeClr val="dk1"/>
                          </a:solidFill>
                          <a:latin typeface="Calibri"/>
                          <a:ea typeface="黑体"/>
                        </a:defRPr>
                      </a:lvl8pPr>
                      <a:lvl9pPr marL="2743200" algn="l" defTabSz="685800" rtl="0" eaLnBrk="1" latinLnBrk="0" hangingPunct="1">
                        <a:defRPr sz="1350" kern="1200">
                          <a:solidFill>
                            <a:schemeClr val="dk1"/>
                          </a:solidFill>
                          <a:latin typeface="Calibri"/>
                          <a:ea typeface="黑体"/>
                        </a:defRPr>
                      </a:lvl9pPr>
                    </a:lstStyle>
                    <a:p>
                      <a:r>
                        <a:rPr lang="en-US" altLang="zh-CN" sz="2800" b="0" dirty="0">
                          <a:solidFill>
                            <a:schemeClr val="tx1"/>
                          </a:solidFill>
                          <a:latin typeface="+mn-lt"/>
                        </a:rPr>
                        <a:t>D</a:t>
                      </a:r>
                      <a:endParaRPr lang="zh-CN" altLang="en-US" sz="2800" b="0" dirty="0">
                        <a:solidFill>
                          <a:schemeClr val="tx1"/>
                        </a:solidFill>
                        <a:latin typeface="+mn-lt"/>
                      </a:endParaRPr>
                    </a:p>
                  </a:txBody>
                  <a:tcPr marL="140918" marR="140918" marT="70459" marB="70459">
                    <a:lnL w="12700" cap="flat" cmpd="sng" algn="ctr">
                      <a:no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dk1"/>
                          </a:solidFill>
                          <a:latin typeface="Calibri"/>
                          <a:ea typeface="黑体"/>
                        </a:defRPr>
                      </a:lvl1pPr>
                      <a:lvl2pPr marL="342900" algn="l" defTabSz="685800" rtl="0" eaLnBrk="1" latinLnBrk="0" hangingPunct="1">
                        <a:defRPr sz="1350" kern="1200">
                          <a:solidFill>
                            <a:schemeClr val="dk1"/>
                          </a:solidFill>
                          <a:latin typeface="Calibri"/>
                          <a:ea typeface="黑体"/>
                        </a:defRPr>
                      </a:lvl2pPr>
                      <a:lvl3pPr marL="685800" algn="l" defTabSz="685800" rtl="0" eaLnBrk="1" latinLnBrk="0" hangingPunct="1">
                        <a:defRPr sz="1350" kern="1200">
                          <a:solidFill>
                            <a:schemeClr val="dk1"/>
                          </a:solidFill>
                          <a:latin typeface="Calibri"/>
                          <a:ea typeface="黑体"/>
                        </a:defRPr>
                      </a:lvl3pPr>
                      <a:lvl4pPr marL="1028700" algn="l" defTabSz="685800" rtl="0" eaLnBrk="1" latinLnBrk="0" hangingPunct="1">
                        <a:defRPr sz="1350" kern="1200">
                          <a:solidFill>
                            <a:schemeClr val="dk1"/>
                          </a:solidFill>
                          <a:latin typeface="Calibri"/>
                          <a:ea typeface="黑体"/>
                        </a:defRPr>
                      </a:lvl4pPr>
                      <a:lvl5pPr marL="1371600" algn="l" defTabSz="685800" rtl="0" eaLnBrk="1" latinLnBrk="0" hangingPunct="1">
                        <a:defRPr sz="1350" kern="1200">
                          <a:solidFill>
                            <a:schemeClr val="dk1"/>
                          </a:solidFill>
                          <a:latin typeface="Calibri"/>
                          <a:ea typeface="黑体"/>
                        </a:defRPr>
                      </a:lvl5pPr>
                      <a:lvl6pPr marL="1714500" algn="l" defTabSz="685800" rtl="0" eaLnBrk="1" latinLnBrk="0" hangingPunct="1">
                        <a:defRPr sz="1350" kern="1200">
                          <a:solidFill>
                            <a:schemeClr val="dk1"/>
                          </a:solidFill>
                          <a:latin typeface="Calibri"/>
                          <a:ea typeface="黑体"/>
                        </a:defRPr>
                      </a:lvl6pPr>
                      <a:lvl7pPr marL="2057400" algn="l" defTabSz="685800" rtl="0" eaLnBrk="1" latinLnBrk="0" hangingPunct="1">
                        <a:defRPr sz="1350" kern="1200">
                          <a:solidFill>
                            <a:schemeClr val="dk1"/>
                          </a:solidFill>
                          <a:latin typeface="Calibri"/>
                          <a:ea typeface="黑体"/>
                        </a:defRPr>
                      </a:lvl7pPr>
                      <a:lvl8pPr marL="2400300" algn="l" defTabSz="685800" rtl="0" eaLnBrk="1" latinLnBrk="0" hangingPunct="1">
                        <a:defRPr sz="1350" kern="1200">
                          <a:solidFill>
                            <a:schemeClr val="dk1"/>
                          </a:solidFill>
                          <a:latin typeface="Calibri"/>
                          <a:ea typeface="黑体"/>
                        </a:defRPr>
                      </a:lvl8pPr>
                      <a:lvl9pPr marL="2743200" algn="l" defTabSz="685800" rtl="0" eaLnBrk="1" latinLnBrk="0" hangingPunct="1">
                        <a:defRPr sz="1350" kern="1200">
                          <a:solidFill>
                            <a:schemeClr val="dk1"/>
                          </a:solidFill>
                          <a:latin typeface="Calibri"/>
                          <a:ea typeface="黑体"/>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2400" b="0" dirty="0">
                        <a:solidFill>
                          <a:schemeClr val="tx1"/>
                        </a:solidFill>
                        <a:latin typeface="+mn-lt"/>
                      </a:endParaRPr>
                    </a:p>
                  </a:txBody>
                  <a:tcPr marL="140918" marR="140918" marT="70459" marB="7045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dk1"/>
                          </a:solidFill>
                          <a:latin typeface="Calibri"/>
                          <a:ea typeface="黑体"/>
                        </a:defRPr>
                      </a:lvl1pPr>
                      <a:lvl2pPr marL="342900" algn="l" defTabSz="685800" rtl="0" eaLnBrk="1" latinLnBrk="0" hangingPunct="1">
                        <a:defRPr sz="1350" kern="1200">
                          <a:solidFill>
                            <a:schemeClr val="dk1"/>
                          </a:solidFill>
                          <a:latin typeface="Calibri"/>
                          <a:ea typeface="黑体"/>
                        </a:defRPr>
                      </a:lvl2pPr>
                      <a:lvl3pPr marL="685800" algn="l" defTabSz="685800" rtl="0" eaLnBrk="1" latinLnBrk="0" hangingPunct="1">
                        <a:defRPr sz="1350" kern="1200">
                          <a:solidFill>
                            <a:schemeClr val="dk1"/>
                          </a:solidFill>
                          <a:latin typeface="Calibri"/>
                          <a:ea typeface="黑体"/>
                        </a:defRPr>
                      </a:lvl3pPr>
                      <a:lvl4pPr marL="1028700" algn="l" defTabSz="685800" rtl="0" eaLnBrk="1" latinLnBrk="0" hangingPunct="1">
                        <a:defRPr sz="1350" kern="1200">
                          <a:solidFill>
                            <a:schemeClr val="dk1"/>
                          </a:solidFill>
                          <a:latin typeface="Calibri"/>
                          <a:ea typeface="黑体"/>
                        </a:defRPr>
                      </a:lvl4pPr>
                      <a:lvl5pPr marL="1371600" algn="l" defTabSz="685800" rtl="0" eaLnBrk="1" latinLnBrk="0" hangingPunct="1">
                        <a:defRPr sz="1350" kern="1200">
                          <a:solidFill>
                            <a:schemeClr val="dk1"/>
                          </a:solidFill>
                          <a:latin typeface="Calibri"/>
                          <a:ea typeface="黑体"/>
                        </a:defRPr>
                      </a:lvl5pPr>
                      <a:lvl6pPr marL="1714500" algn="l" defTabSz="685800" rtl="0" eaLnBrk="1" latinLnBrk="0" hangingPunct="1">
                        <a:defRPr sz="1350" kern="1200">
                          <a:solidFill>
                            <a:schemeClr val="dk1"/>
                          </a:solidFill>
                          <a:latin typeface="Calibri"/>
                          <a:ea typeface="黑体"/>
                        </a:defRPr>
                      </a:lvl6pPr>
                      <a:lvl7pPr marL="2057400" algn="l" defTabSz="685800" rtl="0" eaLnBrk="1" latinLnBrk="0" hangingPunct="1">
                        <a:defRPr sz="1350" kern="1200">
                          <a:solidFill>
                            <a:schemeClr val="dk1"/>
                          </a:solidFill>
                          <a:latin typeface="Calibri"/>
                          <a:ea typeface="黑体"/>
                        </a:defRPr>
                      </a:lvl7pPr>
                      <a:lvl8pPr marL="2400300" algn="l" defTabSz="685800" rtl="0" eaLnBrk="1" latinLnBrk="0" hangingPunct="1">
                        <a:defRPr sz="1350" kern="1200">
                          <a:solidFill>
                            <a:schemeClr val="dk1"/>
                          </a:solidFill>
                          <a:latin typeface="Calibri"/>
                          <a:ea typeface="黑体"/>
                        </a:defRPr>
                      </a:lvl8pPr>
                      <a:lvl9pPr marL="2743200" algn="l" defTabSz="685800" rtl="0" eaLnBrk="1" latinLnBrk="0" hangingPunct="1">
                        <a:defRPr sz="1350" kern="1200">
                          <a:solidFill>
                            <a:schemeClr val="dk1"/>
                          </a:solidFill>
                          <a:latin typeface="Calibri"/>
                          <a:ea typeface="黑体"/>
                        </a:defRPr>
                      </a:lvl9pPr>
                    </a:lstStyle>
                    <a:p>
                      <a:endParaRPr lang="zh-CN" altLang="en-US" sz="2800" b="0" dirty="0">
                        <a:solidFill>
                          <a:schemeClr val="tx1"/>
                        </a:solidFill>
                        <a:latin typeface="+mn-lt"/>
                      </a:endParaRPr>
                    </a:p>
                  </a:txBody>
                  <a:tcPr marL="140918" marR="140918" marT="70459" marB="7045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dk1"/>
                          </a:solidFill>
                          <a:latin typeface="Calibri"/>
                          <a:ea typeface="黑体"/>
                        </a:defRPr>
                      </a:lvl1pPr>
                      <a:lvl2pPr marL="342900" algn="l" defTabSz="685800" rtl="0" eaLnBrk="1" latinLnBrk="0" hangingPunct="1">
                        <a:defRPr sz="1350" kern="1200">
                          <a:solidFill>
                            <a:schemeClr val="dk1"/>
                          </a:solidFill>
                          <a:latin typeface="Calibri"/>
                          <a:ea typeface="黑体"/>
                        </a:defRPr>
                      </a:lvl2pPr>
                      <a:lvl3pPr marL="685800" algn="l" defTabSz="685800" rtl="0" eaLnBrk="1" latinLnBrk="0" hangingPunct="1">
                        <a:defRPr sz="1350" kern="1200">
                          <a:solidFill>
                            <a:schemeClr val="dk1"/>
                          </a:solidFill>
                          <a:latin typeface="Calibri"/>
                          <a:ea typeface="黑体"/>
                        </a:defRPr>
                      </a:lvl3pPr>
                      <a:lvl4pPr marL="1028700" algn="l" defTabSz="685800" rtl="0" eaLnBrk="1" latinLnBrk="0" hangingPunct="1">
                        <a:defRPr sz="1350" kern="1200">
                          <a:solidFill>
                            <a:schemeClr val="dk1"/>
                          </a:solidFill>
                          <a:latin typeface="Calibri"/>
                          <a:ea typeface="黑体"/>
                        </a:defRPr>
                      </a:lvl4pPr>
                      <a:lvl5pPr marL="1371600" algn="l" defTabSz="685800" rtl="0" eaLnBrk="1" latinLnBrk="0" hangingPunct="1">
                        <a:defRPr sz="1350" kern="1200">
                          <a:solidFill>
                            <a:schemeClr val="dk1"/>
                          </a:solidFill>
                          <a:latin typeface="Calibri"/>
                          <a:ea typeface="黑体"/>
                        </a:defRPr>
                      </a:lvl5pPr>
                      <a:lvl6pPr marL="1714500" algn="l" defTabSz="685800" rtl="0" eaLnBrk="1" latinLnBrk="0" hangingPunct="1">
                        <a:defRPr sz="1350" kern="1200">
                          <a:solidFill>
                            <a:schemeClr val="dk1"/>
                          </a:solidFill>
                          <a:latin typeface="Calibri"/>
                          <a:ea typeface="黑体"/>
                        </a:defRPr>
                      </a:lvl6pPr>
                      <a:lvl7pPr marL="2057400" algn="l" defTabSz="685800" rtl="0" eaLnBrk="1" latinLnBrk="0" hangingPunct="1">
                        <a:defRPr sz="1350" kern="1200">
                          <a:solidFill>
                            <a:schemeClr val="dk1"/>
                          </a:solidFill>
                          <a:latin typeface="Calibri"/>
                          <a:ea typeface="黑体"/>
                        </a:defRPr>
                      </a:lvl7pPr>
                      <a:lvl8pPr marL="2400300" algn="l" defTabSz="685800" rtl="0" eaLnBrk="1" latinLnBrk="0" hangingPunct="1">
                        <a:defRPr sz="1350" kern="1200">
                          <a:solidFill>
                            <a:schemeClr val="dk1"/>
                          </a:solidFill>
                          <a:latin typeface="Calibri"/>
                          <a:ea typeface="黑体"/>
                        </a:defRPr>
                      </a:lvl8pPr>
                      <a:lvl9pPr marL="2743200" algn="l" defTabSz="685800" rtl="0" eaLnBrk="1" latinLnBrk="0" hangingPunct="1">
                        <a:defRPr sz="1350" kern="1200">
                          <a:solidFill>
                            <a:schemeClr val="dk1"/>
                          </a:solidFill>
                          <a:latin typeface="Calibri"/>
                          <a:ea typeface="黑体"/>
                        </a:defRPr>
                      </a:lvl9pPr>
                    </a:lstStyle>
                    <a:p>
                      <a:endParaRPr lang="zh-CN" altLang="en-US" sz="2800" b="0" dirty="0">
                        <a:solidFill>
                          <a:schemeClr val="tx1"/>
                        </a:solidFill>
                        <a:latin typeface="+mn-lt"/>
                      </a:endParaRPr>
                    </a:p>
                  </a:txBody>
                  <a:tcPr marL="140918" marR="140918" marT="70459" marB="7045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6164930"/>
                  </a:ext>
                </a:extLst>
              </a:tr>
              <a:tr h="571500">
                <a:tc>
                  <a:txBody>
                    <a:bodyPr/>
                    <a:lstStyle>
                      <a:lvl1pPr marL="0" algn="l" defTabSz="685800" rtl="0" eaLnBrk="1" latinLnBrk="0" hangingPunct="1">
                        <a:defRPr sz="1350" kern="1200">
                          <a:solidFill>
                            <a:schemeClr val="dk1"/>
                          </a:solidFill>
                          <a:latin typeface="Calibri"/>
                          <a:ea typeface="黑体"/>
                        </a:defRPr>
                      </a:lvl1pPr>
                      <a:lvl2pPr marL="342900" algn="l" defTabSz="685800" rtl="0" eaLnBrk="1" latinLnBrk="0" hangingPunct="1">
                        <a:defRPr sz="1350" kern="1200">
                          <a:solidFill>
                            <a:schemeClr val="dk1"/>
                          </a:solidFill>
                          <a:latin typeface="Calibri"/>
                          <a:ea typeface="黑体"/>
                        </a:defRPr>
                      </a:lvl2pPr>
                      <a:lvl3pPr marL="685800" algn="l" defTabSz="685800" rtl="0" eaLnBrk="1" latinLnBrk="0" hangingPunct="1">
                        <a:defRPr sz="1350" kern="1200">
                          <a:solidFill>
                            <a:schemeClr val="dk1"/>
                          </a:solidFill>
                          <a:latin typeface="Calibri"/>
                          <a:ea typeface="黑体"/>
                        </a:defRPr>
                      </a:lvl3pPr>
                      <a:lvl4pPr marL="1028700" algn="l" defTabSz="685800" rtl="0" eaLnBrk="1" latinLnBrk="0" hangingPunct="1">
                        <a:defRPr sz="1350" kern="1200">
                          <a:solidFill>
                            <a:schemeClr val="dk1"/>
                          </a:solidFill>
                          <a:latin typeface="Calibri"/>
                          <a:ea typeface="黑体"/>
                        </a:defRPr>
                      </a:lvl4pPr>
                      <a:lvl5pPr marL="1371600" algn="l" defTabSz="685800" rtl="0" eaLnBrk="1" latinLnBrk="0" hangingPunct="1">
                        <a:defRPr sz="1350" kern="1200">
                          <a:solidFill>
                            <a:schemeClr val="dk1"/>
                          </a:solidFill>
                          <a:latin typeface="Calibri"/>
                          <a:ea typeface="黑体"/>
                        </a:defRPr>
                      </a:lvl5pPr>
                      <a:lvl6pPr marL="1714500" algn="l" defTabSz="685800" rtl="0" eaLnBrk="1" latinLnBrk="0" hangingPunct="1">
                        <a:defRPr sz="1350" kern="1200">
                          <a:solidFill>
                            <a:schemeClr val="dk1"/>
                          </a:solidFill>
                          <a:latin typeface="Calibri"/>
                          <a:ea typeface="黑体"/>
                        </a:defRPr>
                      </a:lvl6pPr>
                      <a:lvl7pPr marL="2057400" algn="l" defTabSz="685800" rtl="0" eaLnBrk="1" latinLnBrk="0" hangingPunct="1">
                        <a:defRPr sz="1350" kern="1200">
                          <a:solidFill>
                            <a:schemeClr val="dk1"/>
                          </a:solidFill>
                          <a:latin typeface="Calibri"/>
                          <a:ea typeface="黑体"/>
                        </a:defRPr>
                      </a:lvl7pPr>
                      <a:lvl8pPr marL="2400300" algn="l" defTabSz="685800" rtl="0" eaLnBrk="1" latinLnBrk="0" hangingPunct="1">
                        <a:defRPr sz="1350" kern="1200">
                          <a:solidFill>
                            <a:schemeClr val="dk1"/>
                          </a:solidFill>
                          <a:latin typeface="Calibri"/>
                          <a:ea typeface="黑体"/>
                        </a:defRPr>
                      </a:lvl8pPr>
                      <a:lvl9pPr marL="2743200" algn="l" defTabSz="685800" rtl="0" eaLnBrk="1" latinLnBrk="0" hangingPunct="1">
                        <a:defRPr sz="1350" kern="1200">
                          <a:solidFill>
                            <a:schemeClr val="dk1"/>
                          </a:solidFill>
                          <a:latin typeface="Calibri"/>
                          <a:ea typeface="黑体"/>
                        </a:defRPr>
                      </a:lvl9pPr>
                    </a:lstStyle>
                    <a:p>
                      <a:endParaRPr lang="zh-CN" altLang="en-US" sz="2800" b="0" dirty="0">
                        <a:solidFill>
                          <a:schemeClr val="tx1"/>
                        </a:solidFill>
                        <a:latin typeface="+mn-lt"/>
                      </a:endParaRPr>
                    </a:p>
                  </a:txBody>
                  <a:tcPr marL="140918" marR="140918" marT="70459" marB="704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dk1"/>
                          </a:solidFill>
                          <a:latin typeface="Calibri"/>
                          <a:ea typeface="黑体"/>
                        </a:defRPr>
                      </a:lvl1pPr>
                      <a:lvl2pPr marL="342900" algn="l" defTabSz="685800" rtl="0" eaLnBrk="1" latinLnBrk="0" hangingPunct="1">
                        <a:defRPr sz="1350" kern="1200">
                          <a:solidFill>
                            <a:schemeClr val="dk1"/>
                          </a:solidFill>
                          <a:latin typeface="Calibri"/>
                          <a:ea typeface="黑体"/>
                        </a:defRPr>
                      </a:lvl2pPr>
                      <a:lvl3pPr marL="685800" algn="l" defTabSz="685800" rtl="0" eaLnBrk="1" latinLnBrk="0" hangingPunct="1">
                        <a:defRPr sz="1350" kern="1200">
                          <a:solidFill>
                            <a:schemeClr val="dk1"/>
                          </a:solidFill>
                          <a:latin typeface="Calibri"/>
                          <a:ea typeface="黑体"/>
                        </a:defRPr>
                      </a:lvl3pPr>
                      <a:lvl4pPr marL="1028700" algn="l" defTabSz="685800" rtl="0" eaLnBrk="1" latinLnBrk="0" hangingPunct="1">
                        <a:defRPr sz="1350" kern="1200">
                          <a:solidFill>
                            <a:schemeClr val="dk1"/>
                          </a:solidFill>
                          <a:latin typeface="Calibri"/>
                          <a:ea typeface="黑体"/>
                        </a:defRPr>
                      </a:lvl4pPr>
                      <a:lvl5pPr marL="1371600" algn="l" defTabSz="685800" rtl="0" eaLnBrk="1" latinLnBrk="0" hangingPunct="1">
                        <a:defRPr sz="1350" kern="1200">
                          <a:solidFill>
                            <a:schemeClr val="dk1"/>
                          </a:solidFill>
                          <a:latin typeface="Calibri"/>
                          <a:ea typeface="黑体"/>
                        </a:defRPr>
                      </a:lvl5pPr>
                      <a:lvl6pPr marL="1714500" algn="l" defTabSz="685800" rtl="0" eaLnBrk="1" latinLnBrk="0" hangingPunct="1">
                        <a:defRPr sz="1350" kern="1200">
                          <a:solidFill>
                            <a:schemeClr val="dk1"/>
                          </a:solidFill>
                          <a:latin typeface="Calibri"/>
                          <a:ea typeface="黑体"/>
                        </a:defRPr>
                      </a:lvl6pPr>
                      <a:lvl7pPr marL="2057400" algn="l" defTabSz="685800" rtl="0" eaLnBrk="1" latinLnBrk="0" hangingPunct="1">
                        <a:defRPr sz="1350" kern="1200">
                          <a:solidFill>
                            <a:schemeClr val="dk1"/>
                          </a:solidFill>
                          <a:latin typeface="Calibri"/>
                          <a:ea typeface="黑体"/>
                        </a:defRPr>
                      </a:lvl7pPr>
                      <a:lvl8pPr marL="2400300" algn="l" defTabSz="685800" rtl="0" eaLnBrk="1" latinLnBrk="0" hangingPunct="1">
                        <a:defRPr sz="1350" kern="1200">
                          <a:solidFill>
                            <a:schemeClr val="dk1"/>
                          </a:solidFill>
                          <a:latin typeface="Calibri"/>
                          <a:ea typeface="黑体"/>
                        </a:defRPr>
                      </a:lvl8pPr>
                      <a:lvl9pPr marL="2743200" algn="l" defTabSz="685800" rtl="0" eaLnBrk="1" latinLnBrk="0" hangingPunct="1">
                        <a:defRPr sz="1350" kern="1200">
                          <a:solidFill>
                            <a:schemeClr val="dk1"/>
                          </a:solidFill>
                          <a:latin typeface="Calibri"/>
                          <a:ea typeface="黑体"/>
                        </a:defRPr>
                      </a:lvl9pPr>
                    </a:lstStyle>
                    <a:p>
                      <a:r>
                        <a:rPr lang="en-US" altLang="zh-CN" sz="2800" b="0" dirty="0">
                          <a:solidFill>
                            <a:schemeClr val="tx1"/>
                          </a:solidFill>
                          <a:latin typeface="+mn-lt"/>
                        </a:rPr>
                        <a:t>A</a:t>
                      </a:r>
                      <a:endParaRPr lang="zh-CN" altLang="en-US" sz="2800" b="0" dirty="0">
                        <a:solidFill>
                          <a:schemeClr val="tx1"/>
                        </a:solidFill>
                        <a:latin typeface="+mn-lt"/>
                      </a:endParaRPr>
                    </a:p>
                  </a:txBody>
                  <a:tcPr marL="140918" marR="140918" marT="70459" marB="704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dk1"/>
                          </a:solidFill>
                          <a:latin typeface="Calibri"/>
                          <a:ea typeface="黑体"/>
                        </a:defRPr>
                      </a:lvl1pPr>
                      <a:lvl2pPr marL="342900" algn="l" defTabSz="685800" rtl="0" eaLnBrk="1" latinLnBrk="0" hangingPunct="1">
                        <a:defRPr sz="1350" kern="1200">
                          <a:solidFill>
                            <a:schemeClr val="dk1"/>
                          </a:solidFill>
                          <a:latin typeface="Calibri"/>
                          <a:ea typeface="黑体"/>
                        </a:defRPr>
                      </a:lvl2pPr>
                      <a:lvl3pPr marL="685800" algn="l" defTabSz="685800" rtl="0" eaLnBrk="1" latinLnBrk="0" hangingPunct="1">
                        <a:defRPr sz="1350" kern="1200">
                          <a:solidFill>
                            <a:schemeClr val="dk1"/>
                          </a:solidFill>
                          <a:latin typeface="Calibri"/>
                          <a:ea typeface="黑体"/>
                        </a:defRPr>
                      </a:lvl3pPr>
                      <a:lvl4pPr marL="1028700" algn="l" defTabSz="685800" rtl="0" eaLnBrk="1" latinLnBrk="0" hangingPunct="1">
                        <a:defRPr sz="1350" kern="1200">
                          <a:solidFill>
                            <a:schemeClr val="dk1"/>
                          </a:solidFill>
                          <a:latin typeface="Calibri"/>
                          <a:ea typeface="黑体"/>
                        </a:defRPr>
                      </a:lvl4pPr>
                      <a:lvl5pPr marL="1371600" algn="l" defTabSz="685800" rtl="0" eaLnBrk="1" latinLnBrk="0" hangingPunct="1">
                        <a:defRPr sz="1350" kern="1200">
                          <a:solidFill>
                            <a:schemeClr val="dk1"/>
                          </a:solidFill>
                          <a:latin typeface="Calibri"/>
                          <a:ea typeface="黑体"/>
                        </a:defRPr>
                      </a:lvl5pPr>
                      <a:lvl6pPr marL="1714500" algn="l" defTabSz="685800" rtl="0" eaLnBrk="1" latinLnBrk="0" hangingPunct="1">
                        <a:defRPr sz="1350" kern="1200">
                          <a:solidFill>
                            <a:schemeClr val="dk1"/>
                          </a:solidFill>
                          <a:latin typeface="Calibri"/>
                          <a:ea typeface="黑体"/>
                        </a:defRPr>
                      </a:lvl6pPr>
                      <a:lvl7pPr marL="2057400" algn="l" defTabSz="685800" rtl="0" eaLnBrk="1" latinLnBrk="0" hangingPunct="1">
                        <a:defRPr sz="1350" kern="1200">
                          <a:solidFill>
                            <a:schemeClr val="dk1"/>
                          </a:solidFill>
                          <a:latin typeface="Calibri"/>
                          <a:ea typeface="黑体"/>
                        </a:defRPr>
                      </a:lvl7pPr>
                      <a:lvl8pPr marL="2400300" algn="l" defTabSz="685800" rtl="0" eaLnBrk="1" latinLnBrk="0" hangingPunct="1">
                        <a:defRPr sz="1350" kern="1200">
                          <a:solidFill>
                            <a:schemeClr val="dk1"/>
                          </a:solidFill>
                          <a:latin typeface="Calibri"/>
                          <a:ea typeface="黑体"/>
                        </a:defRPr>
                      </a:lvl8pPr>
                      <a:lvl9pPr marL="2743200" algn="l" defTabSz="685800" rtl="0" eaLnBrk="1" latinLnBrk="0" hangingPunct="1">
                        <a:defRPr sz="1350" kern="1200">
                          <a:solidFill>
                            <a:schemeClr val="dk1"/>
                          </a:solidFill>
                          <a:latin typeface="Calibri"/>
                          <a:ea typeface="黑体"/>
                        </a:defRPr>
                      </a:lvl9pPr>
                    </a:lstStyle>
                    <a:p>
                      <a:r>
                        <a:rPr lang="en-US" altLang="zh-CN" sz="2800" b="0" dirty="0">
                          <a:solidFill>
                            <a:schemeClr val="tx1"/>
                          </a:solidFill>
                          <a:latin typeface="+mn-lt"/>
                        </a:rPr>
                        <a:t>B</a:t>
                      </a:r>
                      <a:endParaRPr lang="zh-CN" altLang="en-US" sz="2800" b="0" dirty="0">
                        <a:solidFill>
                          <a:schemeClr val="tx1"/>
                        </a:solidFill>
                        <a:latin typeface="+mn-lt"/>
                      </a:endParaRPr>
                    </a:p>
                  </a:txBody>
                  <a:tcPr marL="140918" marR="140918" marT="70459" marB="704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dk1"/>
                          </a:solidFill>
                          <a:latin typeface="Calibri"/>
                          <a:ea typeface="黑体"/>
                        </a:defRPr>
                      </a:lvl1pPr>
                      <a:lvl2pPr marL="342900" algn="l" defTabSz="685800" rtl="0" eaLnBrk="1" latinLnBrk="0" hangingPunct="1">
                        <a:defRPr sz="1350" kern="1200">
                          <a:solidFill>
                            <a:schemeClr val="dk1"/>
                          </a:solidFill>
                          <a:latin typeface="Calibri"/>
                          <a:ea typeface="黑体"/>
                        </a:defRPr>
                      </a:lvl2pPr>
                      <a:lvl3pPr marL="685800" algn="l" defTabSz="685800" rtl="0" eaLnBrk="1" latinLnBrk="0" hangingPunct="1">
                        <a:defRPr sz="1350" kern="1200">
                          <a:solidFill>
                            <a:schemeClr val="dk1"/>
                          </a:solidFill>
                          <a:latin typeface="Calibri"/>
                          <a:ea typeface="黑体"/>
                        </a:defRPr>
                      </a:lvl3pPr>
                      <a:lvl4pPr marL="1028700" algn="l" defTabSz="685800" rtl="0" eaLnBrk="1" latinLnBrk="0" hangingPunct="1">
                        <a:defRPr sz="1350" kern="1200">
                          <a:solidFill>
                            <a:schemeClr val="dk1"/>
                          </a:solidFill>
                          <a:latin typeface="Calibri"/>
                          <a:ea typeface="黑体"/>
                        </a:defRPr>
                      </a:lvl4pPr>
                      <a:lvl5pPr marL="1371600" algn="l" defTabSz="685800" rtl="0" eaLnBrk="1" latinLnBrk="0" hangingPunct="1">
                        <a:defRPr sz="1350" kern="1200">
                          <a:solidFill>
                            <a:schemeClr val="dk1"/>
                          </a:solidFill>
                          <a:latin typeface="Calibri"/>
                          <a:ea typeface="黑体"/>
                        </a:defRPr>
                      </a:lvl5pPr>
                      <a:lvl6pPr marL="1714500" algn="l" defTabSz="685800" rtl="0" eaLnBrk="1" latinLnBrk="0" hangingPunct="1">
                        <a:defRPr sz="1350" kern="1200">
                          <a:solidFill>
                            <a:schemeClr val="dk1"/>
                          </a:solidFill>
                          <a:latin typeface="Calibri"/>
                          <a:ea typeface="黑体"/>
                        </a:defRPr>
                      </a:lvl6pPr>
                      <a:lvl7pPr marL="2057400" algn="l" defTabSz="685800" rtl="0" eaLnBrk="1" latinLnBrk="0" hangingPunct="1">
                        <a:defRPr sz="1350" kern="1200">
                          <a:solidFill>
                            <a:schemeClr val="dk1"/>
                          </a:solidFill>
                          <a:latin typeface="Calibri"/>
                          <a:ea typeface="黑体"/>
                        </a:defRPr>
                      </a:lvl7pPr>
                      <a:lvl8pPr marL="2400300" algn="l" defTabSz="685800" rtl="0" eaLnBrk="1" latinLnBrk="0" hangingPunct="1">
                        <a:defRPr sz="1350" kern="1200">
                          <a:solidFill>
                            <a:schemeClr val="dk1"/>
                          </a:solidFill>
                          <a:latin typeface="Calibri"/>
                          <a:ea typeface="黑体"/>
                        </a:defRPr>
                      </a:lvl8pPr>
                      <a:lvl9pPr marL="2743200" algn="l" defTabSz="685800" rtl="0" eaLnBrk="1" latinLnBrk="0" hangingPunct="1">
                        <a:defRPr sz="1350" kern="1200">
                          <a:solidFill>
                            <a:schemeClr val="dk1"/>
                          </a:solidFill>
                          <a:latin typeface="Calibri"/>
                          <a:ea typeface="黑体"/>
                        </a:defRPr>
                      </a:lvl9pPr>
                    </a:lstStyle>
                    <a:p>
                      <a:r>
                        <a:rPr lang="en-US" altLang="zh-CN" sz="2800" b="0" dirty="0">
                          <a:solidFill>
                            <a:schemeClr val="tx1"/>
                          </a:solidFill>
                          <a:latin typeface="+mn-lt"/>
                        </a:rPr>
                        <a:t>C</a:t>
                      </a:r>
                      <a:endParaRPr lang="zh-CN" altLang="en-US" sz="2800" b="0" dirty="0">
                        <a:solidFill>
                          <a:schemeClr val="tx1"/>
                        </a:solidFill>
                        <a:latin typeface="+mn-lt"/>
                      </a:endParaRPr>
                    </a:p>
                  </a:txBody>
                  <a:tcPr marL="140918" marR="140918" marT="70459" marB="704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4994179"/>
                  </a:ext>
                </a:extLst>
              </a:tr>
            </a:tbl>
          </a:graphicData>
        </a:graphic>
      </p:graphicFrame>
      <p:graphicFrame>
        <p:nvGraphicFramePr>
          <p:cNvPr id="10" name="表格 9">
            <a:extLst>
              <a:ext uri="{FF2B5EF4-FFF2-40B4-BE49-F238E27FC236}">
                <a16:creationId xmlns:a16="http://schemas.microsoft.com/office/drawing/2014/main" id="{10E0792A-5790-430E-8AFD-053C55DEB5BE}"/>
              </a:ext>
            </a:extLst>
          </p:cNvPr>
          <p:cNvGraphicFramePr>
            <a:graphicFrameLocks noGrp="1"/>
          </p:cNvGraphicFramePr>
          <p:nvPr>
            <p:extLst>
              <p:ext uri="{D42A27DB-BD31-4B8C-83A1-F6EECF244321}">
                <p14:modId xmlns:p14="http://schemas.microsoft.com/office/powerpoint/2010/main" val="2212309574"/>
              </p:ext>
            </p:extLst>
          </p:nvPr>
        </p:nvGraphicFramePr>
        <p:xfrm>
          <a:off x="691935" y="3942489"/>
          <a:ext cx="4143811" cy="2027866"/>
        </p:xfrm>
        <a:graphic>
          <a:graphicData uri="http://schemas.openxmlformats.org/drawingml/2006/table">
            <a:tbl>
              <a:tblPr/>
              <a:tblGrid>
                <a:gridCol w="918211">
                  <a:extLst>
                    <a:ext uri="{9D8B030D-6E8A-4147-A177-3AD203B41FA5}">
                      <a16:colId xmlns:a16="http://schemas.microsoft.com/office/drawing/2014/main" val="2301544513"/>
                    </a:ext>
                  </a:extLst>
                </a:gridCol>
                <a:gridCol w="806400">
                  <a:extLst>
                    <a:ext uri="{9D8B030D-6E8A-4147-A177-3AD203B41FA5}">
                      <a16:colId xmlns:a16="http://schemas.microsoft.com/office/drawing/2014/main" val="4003504590"/>
                    </a:ext>
                  </a:extLst>
                </a:gridCol>
                <a:gridCol w="806400">
                  <a:extLst>
                    <a:ext uri="{9D8B030D-6E8A-4147-A177-3AD203B41FA5}">
                      <a16:colId xmlns:a16="http://schemas.microsoft.com/office/drawing/2014/main" val="719376560"/>
                    </a:ext>
                  </a:extLst>
                </a:gridCol>
                <a:gridCol w="806400">
                  <a:extLst>
                    <a:ext uri="{9D8B030D-6E8A-4147-A177-3AD203B41FA5}">
                      <a16:colId xmlns:a16="http://schemas.microsoft.com/office/drawing/2014/main" val="1829280366"/>
                    </a:ext>
                  </a:extLst>
                </a:gridCol>
                <a:gridCol w="806400">
                  <a:extLst>
                    <a:ext uri="{9D8B030D-6E8A-4147-A177-3AD203B41FA5}">
                      <a16:colId xmlns:a16="http://schemas.microsoft.com/office/drawing/2014/main" val="862633949"/>
                    </a:ext>
                  </a:extLst>
                </a:gridCol>
              </a:tblGrid>
              <a:tr h="621823">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2000" b="1" i="0" u="none" strike="noStrike" cap="none" normalizeH="0" baseline="0">
                          <a:ln>
                            <a:noFill/>
                          </a:ln>
                          <a:solidFill>
                            <a:schemeClr val="tx1"/>
                          </a:solidFill>
                          <a:effectLst/>
                          <a:latin typeface="+mn-lt"/>
                          <a:ea typeface="黑体" panose="02010609060101010101" pitchFamily="49" charset="-122"/>
                        </a:rPr>
                        <a:t>现态</a:t>
                      </a:r>
                      <a:endParaRPr kumimoji="0" lang="zh-CN" altLang="en-US" sz="2000" b="1" i="0" u="none" strike="noStrike" cap="none" normalizeH="0" baseline="0" dirty="0">
                        <a:ln>
                          <a:noFill/>
                        </a:ln>
                        <a:solidFill>
                          <a:schemeClr val="tx1"/>
                        </a:solidFill>
                        <a:effectLst/>
                        <a:latin typeface="+mn-lt"/>
                        <a:ea typeface="黑体" panose="02010609060101010101" pitchFamily="49"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gridSpan="2">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2000" b="1" i="0" u="none" strike="noStrike" cap="none" normalizeH="0" baseline="0" dirty="0">
                          <a:ln>
                            <a:noFill/>
                          </a:ln>
                          <a:solidFill>
                            <a:schemeClr val="tx1"/>
                          </a:solidFill>
                          <a:effectLst/>
                          <a:latin typeface="+mn-lt"/>
                          <a:ea typeface="黑体" panose="02010609060101010101" pitchFamily="49" charset="-122"/>
                        </a:rPr>
                        <a:t>次态</a:t>
                      </a:r>
                      <a:endParaRPr kumimoji="0" lang="en-US" altLang="zh-CN" sz="2000" b="1" i="0" u="none" strike="noStrike" cap="none" normalizeH="0" baseline="0" dirty="0">
                        <a:ln>
                          <a:noFill/>
                        </a:ln>
                        <a:solidFill>
                          <a:schemeClr val="tx1"/>
                        </a:solidFill>
                        <a:effectLst/>
                        <a:latin typeface="+mn-lt"/>
                        <a:ea typeface="黑体" panose="02010609060101010101" pitchFamily="49" charset="-122"/>
                      </a:endParaRPr>
                    </a:p>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dirty="0">
                          <a:ln>
                            <a:noFill/>
                          </a:ln>
                          <a:solidFill>
                            <a:schemeClr val="tx1"/>
                          </a:solidFill>
                          <a:effectLst/>
                          <a:latin typeface="+mn-lt"/>
                          <a:ea typeface="黑体" panose="02010609060101010101" pitchFamily="49" charset="-122"/>
                        </a:rPr>
                        <a:t>x=0    x=1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tc gridSpan="2">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2000" b="1" i="0" u="none" strike="noStrike" cap="none" normalizeH="0" baseline="0" dirty="0">
                          <a:ln>
                            <a:noFill/>
                          </a:ln>
                          <a:solidFill>
                            <a:schemeClr val="tx1"/>
                          </a:solidFill>
                          <a:effectLst/>
                          <a:latin typeface="+mn-lt"/>
                          <a:ea typeface="黑体" panose="02010609060101010101" pitchFamily="49" charset="-122"/>
                        </a:rPr>
                        <a:t>输出</a:t>
                      </a:r>
                      <a:endParaRPr kumimoji="0" lang="en-US" altLang="zh-CN" sz="2000" b="1" i="0" u="none" strike="noStrike" cap="none" normalizeH="0" baseline="0" dirty="0">
                        <a:ln>
                          <a:noFill/>
                        </a:ln>
                        <a:solidFill>
                          <a:schemeClr val="tx1"/>
                        </a:solidFill>
                        <a:effectLst/>
                        <a:latin typeface="+mn-lt"/>
                        <a:ea typeface="黑体" panose="02010609060101010101" pitchFamily="49" charset="-122"/>
                      </a:endParaRPr>
                    </a:p>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dirty="0">
                          <a:ln>
                            <a:noFill/>
                          </a:ln>
                          <a:solidFill>
                            <a:schemeClr val="tx1"/>
                          </a:solidFill>
                          <a:effectLst/>
                          <a:latin typeface="+mn-lt"/>
                          <a:ea typeface="黑体" panose="02010609060101010101" pitchFamily="49" charset="-122"/>
                        </a:rPr>
                        <a:t>x=0     x=1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extLst>
                  <a:ext uri="{0D108BD9-81ED-4DB2-BD59-A6C34878D82A}">
                    <a16:rowId xmlns:a16="http://schemas.microsoft.com/office/drawing/2014/main" val="2547775410"/>
                  </a:ext>
                </a:extLst>
              </a:tr>
              <a:tr h="351465">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黑体" panose="02010609060101010101" pitchFamily="49" charset="-122"/>
                        </a:rPr>
                        <a:t>A</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黑体" panose="02010609060101010101" pitchFamily="49" charset="-122"/>
                        </a:rPr>
                        <a:t>D</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黑体" panose="02010609060101010101" pitchFamily="49" charset="-122"/>
                        </a:rPr>
                        <a:t>C</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黑体" panose="02010609060101010101" pitchFamily="49" charset="-122"/>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黑体" panose="02010609060101010101" pitchFamily="49" charset="-122"/>
                        </a:rPr>
                        <a:t>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155760733"/>
                  </a:ext>
                </a:extLst>
              </a:tr>
              <a:tr h="351648">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黑体" panose="02010609060101010101" pitchFamily="49" charset="-122"/>
                        </a:rPr>
                        <a:t>B</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黑体" panose="02010609060101010101" pitchFamily="49" charset="-122"/>
                        </a:rPr>
                        <a:t>A</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黑体" panose="02010609060101010101" pitchFamily="49" charset="-122"/>
                        </a:rPr>
                        <a:t>C</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黑体" panose="02010609060101010101" pitchFamily="49" charset="-122"/>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黑体" panose="02010609060101010101" pitchFamily="49" charset="-122"/>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056943792"/>
                  </a:ext>
                </a:extLst>
              </a:tr>
              <a:tr h="351465">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黑体" panose="02010609060101010101" pitchFamily="49" charset="-122"/>
                        </a:rPr>
                        <a:t>C</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黑体" panose="02010609060101010101" pitchFamily="49" charset="-122"/>
                        </a:rPr>
                        <a:t>A</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黑体" panose="02010609060101010101" pitchFamily="49" charset="-122"/>
                        </a:rPr>
                        <a:t>C</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黑体" panose="02010609060101010101" pitchFamily="49" charset="-122"/>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黑体" panose="02010609060101010101" pitchFamily="49" charset="-122"/>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063238473"/>
                  </a:ext>
                </a:extLst>
              </a:tr>
              <a:tr h="351465">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黑体" panose="02010609060101010101" pitchFamily="49" charset="-122"/>
                        </a:rPr>
                        <a:t>D</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黑体" panose="02010609060101010101" pitchFamily="49" charset="-122"/>
                        </a:rPr>
                        <a:t>D</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黑体" panose="02010609060101010101" pitchFamily="49" charset="-122"/>
                        </a:rPr>
                        <a:t>B</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黑体" panose="02010609060101010101" pitchFamily="49" charset="-122"/>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黑体" panose="02010609060101010101" pitchFamily="49" charset="-122"/>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4147802507"/>
                  </a:ext>
                </a:extLst>
              </a:tr>
            </a:tbl>
          </a:graphicData>
        </a:graphic>
      </p:graphicFrame>
      <p:sp>
        <p:nvSpPr>
          <p:cNvPr id="2" name="Right Arrow 1">
            <a:extLst>
              <a:ext uri="{FF2B5EF4-FFF2-40B4-BE49-F238E27FC236}">
                <a16:creationId xmlns:a16="http://schemas.microsoft.com/office/drawing/2014/main" id="{EB9A70D3-F590-CD4F-B39B-4918C06C3452}"/>
              </a:ext>
            </a:extLst>
          </p:cNvPr>
          <p:cNvSpPr/>
          <p:nvPr/>
        </p:nvSpPr>
        <p:spPr>
          <a:xfrm>
            <a:off x="5122973" y="4868399"/>
            <a:ext cx="609600" cy="381000"/>
          </a:xfrm>
          <a:prstGeom prst="rightArrow">
            <a:avLst/>
          </a:prstGeom>
          <a:noFill/>
        </p:spPr>
        <p:style>
          <a:lnRef idx="2">
            <a:schemeClr val="dk1"/>
          </a:lnRef>
          <a:fillRef idx="1">
            <a:schemeClr val="lt1"/>
          </a:fillRef>
          <a:effectRef idx="0">
            <a:schemeClr val="dk1"/>
          </a:effectRef>
          <a:fontRef idx="minor">
            <a:schemeClr val="dk1"/>
          </a:fontRef>
        </p:style>
        <p:txBody>
          <a:bodyPr wrap="square" rtlCol="0" anchor="ctr">
            <a:noAutofit/>
          </a:bodyPr>
          <a:lstStyle/>
          <a:p>
            <a:pPr algn="l"/>
            <a:endParaRPr lang="en-CN" sz="1800" dirty="0">
              <a:solidFill>
                <a:schemeClr val="tx1"/>
              </a:solidFill>
              <a:latin typeface="Arial" panose="020B0604020202020204" pitchFamily="34" charset="0"/>
              <a:cs typeface="Arial" panose="020B0604020202020204" pitchFamily="34" charset="0"/>
            </a:endParaRPr>
          </a:p>
        </p:txBody>
      </p:sp>
      <p:sp>
        <p:nvSpPr>
          <p:cNvPr id="6" name="Title 4">
            <a:extLst>
              <a:ext uri="{FF2B5EF4-FFF2-40B4-BE49-F238E27FC236}">
                <a16:creationId xmlns:a16="http://schemas.microsoft.com/office/drawing/2014/main" id="{B85AADDD-1DA8-4E00-E108-276C1AF433B2}"/>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latin typeface="黑体" panose="02010609060101010101" pitchFamily="49" charset="-122"/>
                <a:ea typeface="黑体" panose="02010609060101010101" pitchFamily="49" charset="-122"/>
              </a:rPr>
              <a:t> 蕴含表化简技术</a:t>
            </a:r>
            <a:endParaRPr lang="en-CN" altLang="zh-CN" sz="4000" dirty="0">
              <a:solidFill>
                <a:srgbClr val="0000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895566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04934694-E72F-4CF7-A259-EEC47F5E2A06}"/>
              </a:ext>
            </a:extLst>
          </p:cNvPr>
          <p:cNvSpPr>
            <a:spLocks noGrp="1"/>
          </p:cNvSpPr>
          <p:nvPr>
            <p:ph type="sldNum" sz="quarter" idx="12"/>
          </p:nvPr>
        </p:nvSpPr>
        <p:spPr/>
        <p:txBody>
          <a:bodyPr/>
          <a:lstStyle/>
          <a:p>
            <a:fld id="{176ACFD1-D213-4B9C-817B-45486DBF105A}" type="slidenum">
              <a:rPr lang="en-US" smtClean="0">
                <a:solidFill>
                  <a:prstClr val="black"/>
                </a:solidFill>
              </a:rPr>
              <a:pPr/>
              <a:t>40</a:t>
            </a:fld>
            <a:endParaRPr lang="en-US">
              <a:solidFill>
                <a:prstClr val="black"/>
              </a:solidFill>
            </a:endParaRPr>
          </a:p>
        </p:txBody>
      </p:sp>
      <p:sp>
        <p:nvSpPr>
          <p:cNvPr id="3" name="内容占位符 2">
            <a:extLst>
              <a:ext uri="{FF2B5EF4-FFF2-40B4-BE49-F238E27FC236}">
                <a16:creationId xmlns:a16="http://schemas.microsoft.com/office/drawing/2014/main" id="{43EB1704-36C1-4F06-A2D5-E6B9663250BB}"/>
              </a:ext>
            </a:extLst>
          </p:cNvPr>
          <p:cNvSpPr>
            <a:spLocks noGrp="1"/>
          </p:cNvSpPr>
          <p:nvPr>
            <p:ph idx="4294967295"/>
          </p:nvPr>
        </p:nvSpPr>
        <p:spPr>
          <a:xfrm>
            <a:off x="494145" y="1456498"/>
            <a:ext cx="8458200" cy="2108200"/>
          </a:xfrm>
        </p:spPr>
        <p:txBody>
          <a:bodyPr>
            <a:normAutofit/>
          </a:bodyPr>
          <a:lstStyle/>
          <a:p>
            <a:pPr>
              <a:spcBef>
                <a:spcPts val="0"/>
              </a:spcBef>
            </a:pPr>
            <a:r>
              <a:rPr lang="zh-CN" altLang="en-US" sz="2800" b="0" dirty="0">
                <a:latin typeface="Arial" panose="020B0604020202020204" pitchFamily="34" charset="0"/>
                <a:cs typeface="Arial" panose="020B0604020202020204" pitchFamily="34" charset="0"/>
              </a:rPr>
              <a:t>根据状态表，构造蕴含表</a:t>
            </a:r>
          </a:p>
          <a:p>
            <a:pPr lvl="1"/>
            <a:r>
              <a:rPr lang="zh-CN" altLang="en-US" sz="2400" b="0" dirty="0">
                <a:latin typeface="Arial" panose="020B0604020202020204" pitchFamily="34" charset="0"/>
                <a:cs typeface="Arial" panose="020B0604020202020204" pitchFamily="34" charset="0"/>
              </a:rPr>
              <a:t>每个交叉单元 表示 状态 </a:t>
            </a:r>
            <a:r>
              <a:rPr lang="en-US" altLang="zh-CN" sz="2400" b="0" dirty="0">
                <a:latin typeface="Arial" panose="020B0604020202020204" pitchFamily="34" charset="0"/>
                <a:cs typeface="Arial" panose="020B0604020202020204" pitchFamily="34" charset="0"/>
              </a:rPr>
              <a:t>j </a:t>
            </a:r>
            <a:r>
              <a:rPr lang="zh-CN" altLang="en-US" sz="2400" b="0" dirty="0">
                <a:latin typeface="Arial" panose="020B0604020202020204" pitchFamily="34" charset="0"/>
                <a:cs typeface="Arial" panose="020B0604020202020204" pitchFamily="34" charset="0"/>
              </a:rPr>
              <a:t>和 状态 </a:t>
            </a:r>
            <a:r>
              <a:rPr lang="en-US" altLang="zh-CN" sz="2400" b="0" dirty="0">
                <a:latin typeface="Arial" panose="020B0604020202020204" pitchFamily="34" charset="0"/>
                <a:cs typeface="Arial" panose="020B0604020202020204" pitchFamily="34" charset="0"/>
              </a:rPr>
              <a:t>k</a:t>
            </a:r>
          </a:p>
          <a:p>
            <a:pPr lvl="1"/>
            <a:r>
              <a:rPr lang="zh-CN" altLang="en-US" sz="2400" b="0" kern="0" dirty="0">
                <a:solidFill>
                  <a:srgbClr val="000000"/>
                </a:solidFill>
                <a:latin typeface="Arial" panose="020B0604020202020204" pitchFamily="34" charset="0"/>
                <a:ea typeface="黑体"/>
                <a:cs typeface="Arial" panose="020B0604020202020204" pitchFamily="34" charset="0"/>
              </a:rPr>
              <a:t>情景</a:t>
            </a:r>
            <a:r>
              <a:rPr lang="en-US" altLang="zh-CN" sz="2400" b="0" kern="0" dirty="0">
                <a:solidFill>
                  <a:srgbClr val="000000"/>
                </a:solidFill>
                <a:latin typeface="Arial" panose="020B0604020202020204" pitchFamily="34" charset="0"/>
                <a:ea typeface="黑体"/>
                <a:cs typeface="Arial" panose="020B0604020202020204" pitchFamily="34" charset="0"/>
              </a:rPr>
              <a:t>- 1: </a:t>
            </a:r>
            <a:r>
              <a:rPr lang="zh-CN" altLang="en-US" sz="2400" b="0" kern="0" dirty="0">
                <a:solidFill>
                  <a:srgbClr val="3333FF"/>
                </a:solidFill>
                <a:latin typeface="Arial" panose="020B0604020202020204" pitchFamily="34" charset="0"/>
                <a:ea typeface="黑体"/>
                <a:cs typeface="Arial" panose="020B0604020202020204" pitchFamily="34" charset="0"/>
              </a:rPr>
              <a:t>不同输出</a:t>
            </a:r>
            <a:endParaRPr lang="en-US" altLang="zh-CN" sz="2400" b="0" kern="0" dirty="0">
              <a:solidFill>
                <a:srgbClr val="3333FF"/>
              </a:solidFill>
              <a:latin typeface="Arial" panose="020B0604020202020204" pitchFamily="34" charset="0"/>
              <a:ea typeface="黑体"/>
              <a:cs typeface="Arial" panose="020B0604020202020204" pitchFamily="34" charset="0"/>
            </a:endParaRPr>
          </a:p>
          <a:p>
            <a:pPr lvl="2"/>
            <a:r>
              <a:rPr lang="zh-CN" altLang="en-US" b="0" kern="0" dirty="0">
                <a:solidFill>
                  <a:srgbClr val="000000"/>
                </a:solidFill>
                <a:latin typeface="Arial" panose="020B0604020202020204" pitchFamily="34" charset="0"/>
                <a:ea typeface="黑体"/>
                <a:cs typeface="Arial" panose="020B0604020202020204" pitchFamily="34" charset="0"/>
              </a:rPr>
              <a:t>在交叉单元内标记</a:t>
            </a:r>
            <a:r>
              <a:rPr lang="en-US" altLang="zh-CN" b="0" kern="0" dirty="0">
                <a:solidFill>
                  <a:srgbClr val="000000"/>
                </a:solidFill>
                <a:latin typeface="Arial" panose="020B0604020202020204" pitchFamily="34" charset="0"/>
                <a:ea typeface="黑体"/>
                <a:cs typeface="Arial" panose="020B0604020202020204" pitchFamily="34" charset="0"/>
              </a:rPr>
              <a:t> </a:t>
            </a:r>
            <a:r>
              <a:rPr lang="en-US" altLang="zh-CN" b="0" kern="0" dirty="0">
                <a:solidFill>
                  <a:srgbClr val="3333FF"/>
                </a:solidFill>
                <a:latin typeface="Arial" panose="020B0604020202020204" pitchFamily="34" charset="0"/>
                <a:ea typeface="黑体"/>
                <a:cs typeface="Arial" panose="020B0604020202020204" pitchFamily="34" charset="0"/>
              </a:rPr>
              <a:t>“</a:t>
            </a:r>
            <a:r>
              <a:rPr lang="en-US" altLang="zh-CN" b="0" kern="0" dirty="0">
                <a:solidFill>
                  <a:srgbClr val="3333FF"/>
                </a:solidFill>
                <a:latin typeface="Arial" panose="020B0604020202020204" pitchFamily="34" charset="0"/>
                <a:ea typeface="黑体"/>
                <a:cs typeface="Arial" panose="020B0604020202020204" pitchFamily="34" charset="0"/>
                <a:sym typeface="Symbol" pitchFamily="18" charset="2"/>
              </a:rPr>
              <a:t>x”</a:t>
            </a:r>
            <a:endParaRPr lang="en-US" altLang="zh-CN" b="0" kern="0" dirty="0">
              <a:solidFill>
                <a:srgbClr val="000000"/>
              </a:solidFill>
              <a:latin typeface="Arial" panose="020B0604020202020204" pitchFamily="34" charset="0"/>
              <a:ea typeface="黑体"/>
              <a:cs typeface="Arial" panose="020B0604020202020204" pitchFamily="34" charset="0"/>
            </a:endParaRPr>
          </a:p>
        </p:txBody>
      </p:sp>
      <p:sp>
        <p:nvSpPr>
          <p:cNvPr id="19" name="矩形 18">
            <a:extLst>
              <a:ext uri="{FF2B5EF4-FFF2-40B4-BE49-F238E27FC236}">
                <a16:creationId xmlns:a16="http://schemas.microsoft.com/office/drawing/2014/main" id="{688B131D-B88B-4EDB-9B32-A3AE0893774A}"/>
              </a:ext>
            </a:extLst>
          </p:cNvPr>
          <p:cNvSpPr/>
          <p:nvPr/>
        </p:nvSpPr>
        <p:spPr>
          <a:xfrm>
            <a:off x="6209233" y="2970493"/>
            <a:ext cx="2477567" cy="830997"/>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solidFill>
                  <a:schemeClr val="tx1"/>
                </a:solidFill>
                <a:effectLst/>
                <a:uLnTx/>
                <a:uFillTx/>
                <a:latin typeface="+mn-lt"/>
                <a:ea typeface="+mj-ea"/>
              </a:rPr>
              <a:t>A</a:t>
            </a:r>
            <a:r>
              <a:rPr kumimoji="0" lang="zh-CN" altLang="en-US" sz="2400" b="0" i="0" u="none" strike="noStrike" kern="0" cap="none" spc="0" normalizeH="0" baseline="0" noProof="0" dirty="0">
                <a:ln>
                  <a:noFill/>
                </a:ln>
                <a:solidFill>
                  <a:schemeClr val="tx1"/>
                </a:solidFill>
                <a:effectLst/>
                <a:uLnTx/>
                <a:uFillTx/>
                <a:latin typeface="+mn-lt"/>
                <a:ea typeface="+mj-ea"/>
              </a:rPr>
              <a:t>和其他</a:t>
            </a:r>
            <a:r>
              <a:rPr kumimoji="0" lang="en-US" altLang="zh-CN" sz="2400" b="0" i="0" u="none" strike="noStrike" kern="0" cap="none" spc="0" normalizeH="0" baseline="0" noProof="0" dirty="0">
                <a:ln>
                  <a:noFill/>
                </a:ln>
                <a:solidFill>
                  <a:schemeClr val="tx1"/>
                </a:solidFill>
                <a:effectLst/>
                <a:uLnTx/>
                <a:uFillTx/>
                <a:latin typeface="+mn-lt"/>
                <a:ea typeface="+mj-ea"/>
              </a:rPr>
              <a:t>3</a:t>
            </a:r>
            <a:r>
              <a:rPr kumimoji="0" lang="zh-CN" altLang="en-US" sz="2400" b="0" i="0" u="none" strike="noStrike" kern="0" cap="none" spc="0" normalizeH="0" baseline="0" noProof="0" dirty="0">
                <a:ln>
                  <a:noFill/>
                </a:ln>
                <a:solidFill>
                  <a:schemeClr val="tx1"/>
                </a:solidFill>
                <a:effectLst/>
                <a:uLnTx/>
                <a:uFillTx/>
                <a:latin typeface="+mn-lt"/>
                <a:ea typeface="+mj-ea"/>
              </a:rPr>
              <a:t>个状态</a:t>
            </a:r>
            <a:r>
              <a:rPr kumimoji="0" lang="zh-CN" altLang="en-US" sz="2400" b="0" i="0" u="none" strike="noStrike" kern="0" cap="none" spc="0" normalizeH="0" baseline="0" noProof="0" dirty="0">
                <a:ln>
                  <a:noFill/>
                </a:ln>
                <a:solidFill>
                  <a:srgbClr val="3333FF"/>
                </a:solidFill>
                <a:effectLst/>
                <a:uLnTx/>
                <a:uFillTx/>
                <a:latin typeface="+mn-lt"/>
                <a:ea typeface="+mj-ea"/>
              </a:rPr>
              <a:t>不等价</a:t>
            </a:r>
          </a:p>
        </p:txBody>
      </p:sp>
      <p:sp>
        <p:nvSpPr>
          <p:cNvPr id="2" name="Title 4">
            <a:extLst>
              <a:ext uri="{FF2B5EF4-FFF2-40B4-BE49-F238E27FC236}">
                <a16:creationId xmlns:a16="http://schemas.microsoft.com/office/drawing/2014/main" id="{CE492D5A-C651-9081-8CB4-EE4CED27B362}"/>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latin typeface="黑体" panose="02010609060101010101" pitchFamily="49" charset="-122"/>
                <a:ea typeface="黑体" panose="02010609060101010101" pitchFamily="49" charset="-122"/>
              </a:rPr>
              <a:t> 蕴含表化简技术</a:t>
            </a:r>
            <a:endParaRPr lang="en-CN" altLang="zh-CN" sz="4000" dirty="0">
              <a:solidFill>
                <a:srgbClr val="0000FF"/>
              </a:solidFill>
              <a:latin typeface="Arial" panose="020B0604020202020204" pitchFamily="34" charset="0"/>
              <a:cs typeface="Arial" panose="020B0604020202020204" pitchFamily="34" charset="0"/>
            </a:endParaRPr>
          </a:p>
        </p:txBody>
      </p:sp>
      <p:graphicFrame>
        <p:nvGraphicFramePr>
          <p:cNvPr id="9" name="表格 8">
            <a:extLst>
              <a:ext uri="{FF2B5EF4-FFF2-40B4-BE49-F238E27FC236}">
                <a16:creationId xmlns:a16="http://schemas.microsoft.com/office/drawing/2014/main" id="{80A14E64-57C8-405C-BE75-7C81C0D4D968}"/>
              </a:ext>
            </a:extLst>
          </p:cNvPr>
          <p:cNvGraphicFramePr>
            <a:graphicFrameLocks noGrp="1"/>
          </p:cNvGraphicFramePr>
          <p:nvPr>
            <p:extLst>
              <p:ext uri="{D42A27DB-BD31-4B8C-83A1-F6EECF244321}">
                <p14:modId xmlns:p14="http://schemas.microsoft.com/office/powerpoint/2010/main" val="518558334"/>
              </p:ext>
            </p:extLst>
          </p:nvPr>
        </p:nvGraphicFramePr>
        <p:xfrm>
          <a:off x="691935" y="3942489"/>
          <a:ext cx="4143811" cy="2027866"/>
        </p:xfrm>
        <a:graphic>
          <a:graphicData uri="http://schemas.openxmlformats.org/drawingml/2006/table">
            <a:tbl>
              <a:tblPr/>
              <a:tblGrid>
                <a:gridCol w="918211">
                  <a:extLst>
                    <a:ext uri="{9D8B030D-6E8A-4147-A177-3AD203B41FA5}">
                      <a16:colId xmlns:a16="http://schemas.microsoft.com/office/drawing/2014/main" val="2301544513"/>
                    </a:ext>
                  </a:extLst>
                </a:gridCol>
                <a:gridCol w="806400">
                  <a:extLst>
                    <a:ext uri="{9D8B030D-6E8A-4147-A177-3AD203B41FA5}">
                      <a16:colId xmlns:a16="http://schemas.microsoft.com/office/drawing/2014/main" val="4003504590"/>
                    </a:ext>
                  </a:extLst>
                </a:gridCol>
                <a:gridCol w="806400">
                  <a:extLst>
                    <a:ext uri="{9D8B030D-6E8A-4147-A177-3AD203B41FA5}">
                      <a16:colId xmlns:a16="http://schemas.microsoft.com/office/drawing/2014/main" val="719376560"/>
                    </a:ext>
                  </a:extLst>
                </a:gridCol>
                <a:gridCol w="806400">
                  <a:extLst>
                    <a:ext uri="{9D8B030D-6E8A-4147-A177-3AD203B41FA5}">
                      <a16:colId xmlns:a16="http://schemas.microsoft.com/office/drawing/2014/main" val="1829280366"/>
                    </a:ext>
                  </a:extLst>
                </a:gridCol>
                <a:gridCol w="806400">
                  <a:extLst>
                    <a:ext uri="{9D8B030D-6E8A-4147-A177-3AD203B41FA5}">
                      <a16:colId xmlns:a16="http://schemas.microsoft.com/office/drawing/2014/main" val="862633949"/>
                    </a:ext>
                  </a:extLst>
                </a:gridCol>
              </a:tblGrid>
              <a:tr h="621823">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2000" b="1" i="0" u="none" strike="noStrike" cap="none" normalizeH="0" baseline="0">
                          <a:ln>
                            <a:noFill/>
                          </a:ln>
                          <a:solidFill>
                            <a:schemeClr val="tx1"/>
                          </a:solidFill>
                          <a:effectLst/>
                          <a:latin typeface="+mn-lt"/>
                          <a:ea typeface="黑体" panose="02010609060101010101" pitchFamily="49" charset="-122"/>
                        </a:rPr>
                        <a:t>现态</a:t>
                      </a:r>
                      <a:endParaRPr kumimoji="0" lang="zh-CN" altLang="en-US" sz="2000" b="1" i="0" u="none" strike="noStrike" cap="none" normalizeH="0" baseline="0" dirty="0">
                        <a:ln>
                          <a:noFill/>
                        </a:ln>
                        <a:solidFill>
                          <a:schemeClr val="tx1"/>
                        </a:solidFill>
                        <a:effectLst/>
                        <a:latin typeface="+mn-lt"/>
                        <a:ea typeface="黑体" panose="02010609060101010101" pitchFamily="49"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gridSpan="2">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2000" b="1" i="0" u="none" strike="noStrike" cap="none" normalizeH="0" baseline="0" dirty="0">
                          <a:ln>
                            <a:noFill/>
                          </a:ln>
                          <a:solidFill>
                            <a:schemeClr val="tx1"/>
                          </a:solidFill>
                          <a:effectLst/>
                          <a:latin typeface="+mn-lt"/>
                          <a:ea typeface="黑体" panose="02010609060101010101" pitchFamily="49" charset="-122"/>
                        </a:rPr>
                        <a:t>次态</a:t>
                      </a:r>
                      <a:endParaRPr kumimoji="0" lang="en-US" altLang="zh-CN" sz="2000" b="1" i="0" u="none" strike="noStrike" cap="none" normalizeH="0" baseline="0" dirty="0">
                        <a:ln>
                          <a:noFill/>
                        </a:ln>
                        <a:solidFill>
                          <a:schemeClr val="tx1"/>
                        </a:solidFill>
                        <a:effectLst/>
                        <a:latin typeface="+mn-lt"/>
                        <a:ea typeface="黑体" panose="02010609060101010101" pitchFamily="49" charset="-122"/>
                      </a:endParaRPr>
                    </a:p>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dirty="0">
                          <a:ln>
                            <a:noFill/>
                          </a:ln>
                          <a:solidFill>
                            <a:schemeClr val="tx1"/>
                          </a:solidFill>
                          <a:effectLst/>
                          <a:latin typeface="+mn-lt"/>
                          <a:ea typeface="黑体" panose="02010609060101010101" pitchFamily="49" charset="-122"/>
                        </a:rPr>
                        <a:t>x=0    x=1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tc gridSpan="2">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2000" b="1" i="0" u="none" strike="noStrike" cap="none" normalizeH="0" baseline="0" dirty="0">
                          <a:ln>
                            <a:noFill/>
                          </a:ln>
                          <a:solidFill>
                            <a:schemeClr val="tx1"/>
                          </a:solidFill>
                          <a:effectLst/>
                          <a:latin typeface="+mn-lt"/>
                          <a:ea typeface="黑体" panose="02010609060101010101" pitchFamily="49" charset="-122"/>
                        </a:rPr>
                        <a:t>输出</a:t>
                      </a:r>
                      <a:endParaRPr kumimoji="0" lang="en-US" altLang="zh-CN" sz="2000" b="1" i="0" u="none" strike="noStrike" cap="none" normalizeH="0" baseline="0" dirty="0">
                        <a:ln>
                          <a:noFill/>
                        </a:ln>
                        <a:solidFill>
                          <a:schemeClr val="tx1"/>
                        </a:solidFill>
                        <a:effectLst/>
                        <a:latin typeface="+mn-lt"/>
                        <a:ea typeface="黑体" panose="02010609060101010101" pitchFamily="49" charset="-122"/>
                      </a:endParaRPr>
                    </a:p>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dirty="0">
                          <a:ln>
                            <a:noFill/>
                          </a:ln>
                          <a:solidFill>
                            <a:schemeClr val="tx1"/>
                          </a:solidFill>
                          <a:effectLst/>
                          <a:latin typeface="+mn-lt"/>
                          <a:ea typeface="黑体" panose="02010609060101010101" pitchFamily="49" charset="-122"/>
                        </a:rPr>
                        <a:t>x=0     x=1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extLst>
                  <a:ext uri="{0D108BD9-81ED-4DB2-BD59-A6C34878D82A}">
                    <a16:rowId xmlns:a16="http://schemas.microsoft.com/office/drawing/2014/main" val="2547775410"/>
                  </a:ext>
                </a:extLst>
              </a:tr>
              <a:tr h="351465">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黑体" panose="02010609060101010101" pitchFamily="49" charset="-122"/>
                        </a:rPr>
                        <a:t>A</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黑体" panose="02010609060101010101" pitchFamily="49" charset="-122"/>
                        </a:rPr>
                        <a:t>D</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黑体" panose="02010609060101010101" pitchFamily="49" charset="-122"/>
                        </a:rPr>
                        <a:t>C</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dirty="0">
                          <a:ln>
                            <a:noFill/>
                          </a:ln>
                          <a:solidFill>
                            <a:srgbClr val="3333FF"/>
                          </a:solidFill>
                          <a:effectLst/>
                          <a:latin typeface="+mn-lt"/>
                          <a:ea typeface="宋体" pitchFamily="2" charset="-122"/>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dirty="0">
                          <a:ln>
                            <a:noFill/>
                          </a:ln>
                          <a:solidFill>
                            <a:srgbClr val="3333FF"/>
                          </a:solidFill>
                          <a:effectLst/>
                          <a:latin typeface="+mn-lt"/>
                          <a:ea typeface="宋体" pitchFamily="2" charset="-122"/>
                        </a:rPr>
                        <a:t>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155760733"/>
                  </a:ext>
                </a:extLst>
              </a:tr>
              <a:tr h="351648">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黑体" panose="02010609060101010101" pitchFamily="49" charset="-122"/>
                        </a:rPr>
                        <a:t>B</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黑体" panose="02010609060101010101" pitchFamily="49" charset="-122"/>
                        </a:rPr>
                        <a:t>A</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黑体" panose="02010609060101010101" pitchFamily="49" charset="-122"/>
                        </a:rPr>
                        <a:t>C</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dirty="0">
                          <a:ln>
                            <a:noFill/>
                          </a:ln>
                          <a:solidFill>
                            <a:srgbClr val="7030A0"/>
                          </a:solidFill>
                          <a:effectLst/>
                          <a:latin typeface="+mn-lt"/>
                          <a:ea typeface="宋体" pitchFamily="2" charset="-122"/>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dirty="0">
                          <a:ln>
                            <a:noFill/>
                          </a:ln>
                          <a:solidFill>
                            <a:srgbClr val="7030A0"/>
                          </a:solidFill>
                          <a:effectLst/>
                          <a:latin typeface="+mn-lt"/>
                          <a:ea typeface="宋体" pitchFamily="2" charset="-122"/>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056943792"/>
                  </a:ext>
                </a:extLst>
              </a:tr>
              <a:tr h="351465">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黑体" panose="02010609060101010101" pitchFamily="49" charset="-122"/>
                        </a:rPr>
                        <a:t>C</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黑体" panose="02010609060101010101" pitchFamily="49" charset="-122"/>
                        </a:rPr>
                        <a:t>A</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黑体" panose="02010609060101010101" pitchFamily="49" charset="-122"/>
                        </a:rPr>
                        <a:t>C</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dirty="0">
                          <a:ln>
                            <a:noFill/>
                          </a:ln>
                          <a:solidFill>
                            <a:srgbClr val="7030A0"/>
                          </a:solidFill>
                          <a:effectLst/>
                          <a:latin typeface="+mn-lt"/>
                          <a:ea typeface="宋体" pitchFamily="2" charset="-122"/>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dirty="0">
                          <a:ln>
                            <a:noFill/>
                          </a:ln>
                          <a:solidFill>
                            <a:srgbClr val="7030A0"/>
                          </a:solidFill>
                          <a:effectLst/>
                          <a:latin typeface="+mn-lt"/>
                          <a:ea typeface="宋体" pitchFamily="2" charset="-122"/>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063238473"/>
                  </a:ext>
                </a:extLst>
              </a:tr>
              <a:tr h="351465">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黑体" panose="02010609060101010101" pitchFamily="49" charset="-122"/>
                        </a:rPr>
                        <a:t>D</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黑体" panose="02010609060101010101" pitchFamily="49" charset="-122"/>
                        </a:rPr>
                        <a:t>D</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黑体" panose="02010609060101010101" pitchFamily="49" charset="-122"/>
                        </a:rPr>
                        <a:t>B</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dirty="0">
                          <a:ln>
                            <a:noFill/>
                          </a:ln>
                          <a:solidFill>
                            <a:srgbClr val="7030A0"/>
                          </a:solidFill>
                          <a:effectLst/>
                          <a:latin typeface="+mn-lt"/>
                          <a:ea typeface="宋体" pitchFamily="2" charset="-122"/>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dirty="0">
                          <a:ln>
                            <a:noFill/>
                          </a:ln>
                          <a:solidFill>
                            <a:srgbClr val="7030A0"/>
                          </a:solidFill>
                          <a:effectLst/>
                          <a:latin typeface="+mn-lt"/>
                          <a:ea typeface="宋体" pitchFamily="2" charset="-122"/>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4147802507"/>
                  </a:ext>
                </a:extLst>
              </a:tr>
            </a:tbl>
          </a:graphicData>
        </a:graphic>
      </p:graphicFrame>
      <p:graphicFrame>
        <p:nvGraphicFramePr>
          <p:cNvPr id="10" name="表格 9">
            <a:extLst>
              <a:ext uri="{FF2B5EF4-FFF2-40B4-BE49-F238E27FC236}">
                <a16:creationId xmlns:a16="http://schemas.microsoft.com/office/drawing/2014/main" id="{9C8406FE-4515-4A21-9373-AC9FC6BD91CE}"/>
              </a:ext>
            </a:extLst>
          </p:cNvPr>
          <p:cNvGraphicFramePr>
            <a:graphicFrameLocks noGrp="1"/>
          </p:cNvGraphicFramePr>
          <p:nvPr>
            <p:extLst>
              <p:ext uri="{D42A27DB-BD31-4B8C-83A1-F6EECF244321}">
                <p14:modId xmlns:p14="http://schemas.microsoft.com/office/powerpoint/2010/main" val="3231699886"/>
              </p:ext>
            </p:extLst>
          </p:nvPr>
        </p:nvGraphicFramePr>
        <p:xfrm>
          <a:off x="6019800" y="3953375"/>
          <a:ext cx="2286000" cy="2286000"/>
        </p:xfrm>
        <a:graphic>
          <a:graphicData uri="http://schemas.openxmlformats.org/drawingml/2006/table">
            <a:tbl>
              <a:tblPr firstRow="1" bandRow="1"/>
              <a:tblGrid>
                <a:gridCol w="571500">
                  <a:extLst>
                    <a:ext uri="{9D8B030D-6E8A-4147-A177-3AD203B41FA5}">
                      <a16:colId xmlns:a16="http://schemas.microsoft.com/office/drawing/2014/main" val="4146872799"/>
                    </a:ext>
                  </a:extLst>
                </a:gridCol>
                <a:gridCol w="571500">
                  <a:extLst>
                    <a:ext uri="{9D8B030D-6E8A-4147-A177-3AD203B41FA5}">
                      <a16:colId xmlns:a16="http://schemas.microsoft.com/office/drawing/2014/main" val="3837899256"/>
                    </a:ext>
                  </a:extLst>
                </a:gridCol>
                <a:gridCol w="571500">
                  <a:extLst>
                    <a:ext uri="{9D8B030D-6E8A-4147-A177-3AD203B41FA5}">
                      <a16:colId xmlns:a16="http://schemas.microsoft.com/office/drawing/2014/main" val="2054637459"/>
                    </a:ext>
                  </a:extLst>
                </a:gridCol>
                <a:gridCol w="571500">
                  <a:extLst>
                    <a:ext uri="{9D8B030D-6E8A-4147-A177-3AD203B41FA5}">
                      <a16:colId xmlns:a16="http://schemas.microsoft.com/office/drawing/2014/main" val="2880068608"/>
                    </a:ext>
                  </a:extLst>
                </a:gridCol>
              </a:tblGrid>
              <a:tr h="571500">
                <a:tc>
                  <a:txBody>
                    <a:bodyPr/>
                    <a:lstStyle>
                      <a:lvl1pPr marL="0" algn="l" defTabSz="685800" rtl="0" eaLnBrk="1" latinLnBrk="0" hangingPunct="1">
                        <a:defRPr sz="1350" b="1" kern="1200">
                          <a:solidFill>
                            <a:schemeClr val="lt1"/>
                          </a:solidFill>
                          <a:latin typeface="Calibri"/>
                          <a:ea typeface="黑体"/>
                        </a:defRPr>
                      </a:lvl1pPr>
                      <a:lvl2pPr marL="342900" algn="l" defTabSz="685800" rtl="0" eaLnBrk="1" latinLnBrk="0" hangingPunct="1">
                        <a:defRPr sz="1350" b="1" kern="1200">
                          <a:solidFill>
                            <a:schemeClr val="lt1"/>
                          </a:solidFill>
                          <a:latin typeface="Calibri"/>
                          <a:ea typeface="黑体"/>
                        </a:defRPr>
                      </a:lvl2pPr>
                      <a:lvl3pPr marL="685800" algn="l" defTabSz="685800" rtl="0" eaLnBrk="1" latinLnBrk="0" hangingPunct="1">
                        <a:defRPr sz="1350" b="1" kern="1200">
                          <a:solidFill>
                            <a:schemeClr val="lt1"/>
                          </a:solidFill>
                          <a:latin typeface="Calibri"/>
                          <a:ea typeface="黑体"/>
                        </a:defRPr>
                      </a:lvl3pPr>
                      <a:lvl4pPr marL="1028700" algn="l" defTabSz="685800" rtl="0" eaLnBrk="1" latinLnBrk="0" hangingPunct="1">
                        <a:defRPr sz="1350" b="1" kern="1200">
                          <a:solidFill>
                            <a:schemeClr val="lt1"/>
                          </a:solidFill>
                          <a:latin typeface="Calibri"/>
                          <a:ea typeface="黑体"/>
                        </a:defRPr>
                      </a:lvl4pPr>
                      <a:lvl5pPr marL="1371600" algn="l" defTabSz="685800" rtl="0" eaLnBrk="1" latinLnBrk="0" hangingPunct="1">
                        <a:defRPr sz="1350" b="1" kern="1200">
                          <a:solidFill>
                            <a:schemeClr val="lt1"/>
                          </a:solidFill>
                          <a:latin typeface="Calibri"/>
                          <a:ea typeface="黑体"/>
                        </a:defRPr>
                      </a:lvl5pPr>
                      <a:lvl6pPr marL="1714500" algn="l" defTabSz="685800" rtl="0" eaLnBrk="1" latinLnBrk="0" hangingPunct="1">
                        <a:defRPr sz="1350" b="1" kern="1200">
                          <a:solidFill>
                            <a:schemeClr val="lt1"/>
                          </a:solidFill>
                          <a:latin typeface="Calibri"/>
                          <a:ea typeface="黑体"/>
                        </a:defRPr>
                      </a:lvl6pPr>
                      <a:lvl7pPr marL="2057400" algn="l" defTabSz="685800" rtl="0" eaLnBrk="1" latinLnBrk="0" hangingPunct="1">
                        <a:defRPr sz="1350" b="1" kern="1200">
                          <a:solidFill>
                            <a:schemeClr val="lt1"/>
                          </a:solidFill>
                          <a:latin typeface="Calibri"/>
                          <a:ea typeface="黑体"/>
                        </a:defRPr>
                      </a:lvl7pPr>
                      <a:lvl8pPr marL="2400300" algn="l" defTabSz="685800" rtl="0" eaLnBrk="1" latinLnBrk="0" hangingPunct="1">
                        <a:defRPr sz="1350" b="1" kern="1200">
                          <a:solidFill>
                            <a:schemeClr val="lt1"/>
                          </a:solidFill>
                          <a:latin typeface="Calibri"/>
                          <a:ea typeface="黑体"/>
                        </a:defRPr>
                      </a:lvl8pPr>
                      <a:lvl9pPr marL="2743200" algn="l" defTabSz="685800" rtl="0" eaLnBrk="1" latinLnBrk="0" hangingPunct="1">
                        <a:defRPr sz="1350" b="1" kern="1200">
                          <a:solidFill>
                            <a:schemeClr val="lt1"/>
                          </a:solidFill>
                          <a:latin typeface="Calibri"/>
                          <a:ea typeface="黑体"/>
                        </a:defRPr>
                      </a:lvl9pPr>
                    </a:lstStyle>
                    <a:p>
                      <a:r>
                        <a:rPr lang="en-US" altLang="zh-CN" sz="2800" b="0" dirty="0">
                          <a:solidFill>
                            <a:schemeClr val="tx1"/>
                          </a:solidFill>
                          <a:latin typeface="+mn-lt"/>
                        </a:rPr>
                        <a:t>B</a:t>
                      </a:r>
                      <a:endParaRPr lang="zh-CN" altLang="en-US" sz="2800" b="0" dirty="0">
                        <a:solidFill>
                          <a:schemeClr val="tx1"/>
                        </a:solidFill>
                        <a:latin typeface="+mn-lt"/>
                      </a:endParaRPr>
                    </a:p>
                  </a:txBody>
                  <a:tcPr marL="140918" marR="140918" marT="70459" marB="70459">
                    <a:lnL w="12700" cap="flat" cmpd="sng" algn="ctr">
                      <a:no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b="1" kern="1200">
                          <a:solidFill>
                            <a:schemeClr val="lt1"/>
                          </a:solidFill>
                          <a:latin typeface="Calibri"/>
                          <a:ea typeface="黑体"/>
                        </a:defRPr>
                      </a:lvl1pPr>
                      <a:lvl2pPr marL="342900" algn="l" defTabSz="685800" rtl="0" eaLnBrk="1" latinLnBrk="0" hangingPunct="1">
                        <a:defRPr sz="1350" b="1" kern="1200">
                          <a:solidFill>
                            <a:schemeClr val="lt1"/>
                          </a:solidFill>
                          <a:latin typeface="Calibri"/>
                          <a:ea typeface="黑体"/>
                        </a:defRPr>
                      </a:lvl2pPr>
                      <a:lvl3pPr marL="685800" algn="l" defTabSz="685800" rtl="0" eaLnBrk="1" latinLnBrk="0" hangingPunct="1">
                        <a:defRPr sz="1350" b="1" kern="1200">
                          <a:solidFill>
                            <a:schemeClr val="lt1"/>
                          </a:solidFill>
                          <a:latin typeface="Calibri"/>
                          <a:ea typeface="黑体"/>
                        </a:defRPr>
                      </a:lvl3pPr>
                      <a:lvl4pPr marL="1028700" algn="l" defTabSz="685800" rtl="0" eaLnBrk="1" latinLnBrk="0" hangingPunct="1">
                        <a:defRPr sz="1350" b="1" kern="1200">
                          <a:solidFill>
                            <a:schemeClr val="lt1"/>
                          </a:solidFill>
                          <a:latin typeface="Calibri"/>
                          <a:ea typeface="黑体"/>
                        </a:defRPr>
                      </a:lvl4pPr>
                      <a:lvl5pPr marL="1371600" algn="l" defTabSz="685800" rtl="0" eaLnBrk="1" latinLnBrk="0" hangingPunct="1">
                        <a:defRPr sz="1350" b="1" kern="1200">
                          <a:solidFill>
                            <a:schemeClr val="lt1"/>
                          </a:solidFill>
                          <a:latin typeface="Calibri"/>
                          <a:ea typeface="黑体"/>
                        </a:defRPr>
                      </a:lvl5pPr>
                      <a:lvl6pPr marL="1714500" algn="l" defTabSz="685800" rtl="0" eaLnBrk="1" latinLnBrk="0" hangingPunct="1">
                        <a:defRPr sz="1350" b="1" kern="1200">
                          <a:solidFill>
                            <a:schemeClr val="lt1"/>
                          </a:solidFill>
                          <a:latin typeface="Calibri"/>
                          <a:ea typeface="黑体"/>
                        </a:defRPr>
                      </a:lvl6pPr>
                      <a:lvl7pPr marL="2057400" algn="l" defTabSz="685800" rtl="0" eaLnBrk="1" latinLnBrk="0" hangingPunct="1">
                        <a:defRPr sz="1350" b="1" kern="1200">
                          <a:solidFill>
                            <a:schemeClr val="lt1"/>
                          </a:solidFill>
                          <a:latin typeface="Calibri"/>
                          <a:ea typeface="黑体"/>
                        </a:defRPr>
                      </a:lvl7pPr>
                      <a:lvl8pPr marL="2400300" algn="l" defTabSz="685800" rtl="0" eaLnBrk="1" latinLnBrk="0" hangingPunct="1">
                        <a:defRPr sz="1350" b="1" kern="1200">
                          <a:solidFill>
                            <a:schemeClr val="lt1"/>
                          </a:solidFill>
                          <a:latin typeface="Calibri"/>
                          <a:ea typeface="黑体"/>
                        </a:defRPr>
                      </a:lvl8pPr>
                      <a:lvl9pPr marL="2743200" algn="l" defTabSz="685800" rtl="0" eaLnBrk="1" latinLnBrk="0" hangingPunct="1">
                        <a:defRPr sz="1350" b="1" kern="1200">
                          <a:solidFill>
                            <a:schemeClr val="lt1"/>
                          </a:solidFill>
                          <a:latin typeface="Calibri"/>
                          <a:ea typeface="黑体"/>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srgbClr val="3333FF"/>
                          </a:solidFill>
                          <a:effectLst/>
                          <a:uLnTx/>
                          <a:uFillTx/>
                          <a:latin typeface="+mn-lt"/>
                          <a:ea typeface="+mn-ea"/>
                          <a:cs typeface="+mn-cs"/>
                          <a:sym typeface="Symbol" pitchFamily="18" charset="2"/>
                        </a:rPr>
                        <a:t>x</a:t>
                      </a:r>
                      <a:endParaRPr lang="zh-CN" altLang="en-US" sz="2800" b="1" dirty="0">
                        <a:solidFill>
                          <a:srgbClr val="3333FF"/>
                        </a:solidFill>
                        <a:latin typeface="+mn-lt"/>
                      </a:endParaRPr>
                    </a:p>
                  </a:txBody>
                  <a:tcPr marL="140918" marR="140918" marT="70459" marB="7045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b="1" kern="1200">
                          <a:solidFill>
                            <a:schemeClr val="lt1"/>
                          </a:solidFill>
                          <a:latin typeface="Calibri"/>
                          <a:ea typeface="黑体"/>
                        </a:defRPr>
                      </a:lvl1pPr>
                      <a:lvl2pPr marL="342900" algn="l" defTabSz="685800" rtl="0" eaLnBrk="1" latinLnBrk="0" hangingPunct="1">
                        <a:defRPr sz="1350" b="1" kern="1200">
                          <a:solidFill>
                            <a:schemeClr val="lt1"/>
                          </a:solidFill>
                          <a:latin typeface="Calibri"/>
                          <a:ea typeface="黑体"/>
                        </a:defRPr>
                      </a:lvl2pPr>
                      <a:lvl3pPr marL="685800" algn="l" defTabSz="685800" rtl="0" eaLnBrk="1" latinLnBrk="0" hangingPunct="1">
                        <a:defRPr sz="1350" b="1" kern="1200">
                          <a:solidFill>
                            <a:schemeClr val="lt1"/>
                          </a:solidFill>
                          <a:latin typeface="Calibri"/>
                          <a:ea typeface="黑体"/>
                        </a:defRPr>
                      </a:lvl3pPr>
                      <a:lvl4pPr marL="1028700" algn="l" defTabSz="685800" rtl="0" eaLnBrk="1" latinLnBrk="0" hangingPunct="1">
                        <a:defRPr sz="1350" b="1" kern="1200">
                          <a:solidFill>
                            <a:schemeClr val="lt1"/>
                          </a:solidFill>
                          <a:latin typeface="Calibri"/>
                          <a:ea typeface="黑体"/>
                        </a:defRPr>
                      </a:lvl4pPr>
                      <a:lvl5pPr marL="1371600" algn="l" defTabSz="685800" rtl="0" eaLnBrk="1" latinLnBrk="0" hangingPunct="1">
                        <a:defRPr sz="1350" b="1" kern="1200">
                          <a:solidFill>
                            <a:schemeClr val="lt1"/>
                          </a:solidFill>
                          <a:latin typeface="Calibri"/>
                          <a:ea typeface="黑体"/>
                        </a:defRPr>
                      </a:lvl5pPr>
                      <a:lvl6pPr marL="1714500" algn="l" defTabSz="685800" rtl="0" eaLnBrk="1" latinLnBrk="0" hangingPunct="1">
                        <a:defRPr sz="1350" b="1" kern="1200">
                          <a:solidFill>
                            <a:schemeClr val="lt1"/>
                          </a:solidFill>
                          <a:latin typeface="Calibri"/>
                          <a:ea typeface="黑体"/>
                        </a:defRPr>
                      </a:lvl6pPr>
                      <a:lvl7pPr marL="2057400" algn="l" defTabSz="685800" rtl="0" eaLnBrk="1" latinLnBrk="0" hangingPunct="1">
                        <a:defRPr sz="1350" b="1" kern="1200">
                          <a:solidFill>
                            <a:schemeClr val="lt1"/>
                          </a:solidFill>
                          <a:latin typeface="Calibri"/>
                          <a:ea typeface="黑体"/>
                        </a:defRPr>
                      </a:lvl7pPr>
                      <a:lvl8pPr marL="2400300" algn="l" defTabSz="685800" rtl="0" eaLnBrk="1" latinLnBrk="0" hangingPunct="1">
                        <a:defRPr sz="1350" b="1" kern="1200">
                          <a:solidFill>
                            <a:schemeClr val="lt1"/>
                          </a:solidFill>
                          <a:latin typeface="Calibri"/>
                          <a:ea typeface="黑体"/>
                        </a:defRPr>
                      </a:lvl8pPr>
                      <a:lvl9pPr marL="2743200" algn="l" defTabSz="685800" rtl="0" eaLnBrk="1" latinLnBrk="0" hangingPunct="1">
                        <a:defRPr sz="1350" b="1" kern="1200">
                          <a:solidFill>
                            <a:schemeClr val="lt1"/>
                          </a:solidFill>
                          <a:latin typeface="Calibri"/>
                          <a:ea typeface="黑体"/>
                        </a:defRPr>
                      </a:lvl9pPr>
                    </a:lstStyle>
                    <a:p>
                      <a:endParaRPr lang="zh-CN" altLang="en-US" sz="2800" b="0" dirty="0">
                        <a:solidFill>
                          <a:schemeClr val="tx1"/>
                        </a:solidFill>
                        <a:latin typeface="+mn-lt"/>
                      </a:endParaRPr>
                    </a:p>
                  </a:txBody>
                  <a:tcPr marL="140918" marR="140918" marT="70459" marB="70459">
                    <a:lnL w="12700" cap="flat" cmpd="sng" algn="ctr">
                      <a:solidFill>
                        <a:srgbClr val="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b="1" kern="1200">
                          <a:solidFill>
                            <a:schemeClr val="lt1"/>
                          </a:solidFill>
                          <a:latin typeface="Calibri"/>
                          <a:ea typeface="黑体"/>
                        </a:defRPr>
                      </a:lvl1pPr>
                      <a:lvl2pPr marL="342900" algn="l" defTabSz="685800" rtl="0" eaLnBrk="1" latinLnBrk="0" hangingPunct="1">
                        <a:defRPr sz="1350" b="1" kern="1200">
                          <a:solidFill>
                            <a:schemeClr val="lt1"/>
                          </a:solidFill>
                          <a:latin typeface="Calibri"/>
                          <a:ea typeface="黑体"/>
                        </a:defRPr>
                      </a:lvl2pPr>
                      <a:lvl3pPr marL="685800" algn="l" defTabSz="685800" rtl="0" eaLnBrk="1" latinLnBrk="0" hangingPunct="1">
                        <a:defRPr sz="1350" b="1" kern="1200">
                          <a:solidFill>
                            <a:schemeClr val="lt1"/>
                          </a:solidFill>
                          <a:latin typeface="Calibri"/>
                          <a:ea typeface="黑体"/>
                        </a:defRPr>
                      </a:lvl3pPr>
                      <a:lvl4pPr marL="1028700" algn="l" defTabSz="685800" rtl="0" eaLnBrk="1" latinLnBrk="0" hangingPunct="1">
                        <a:defRPr sz="1350" b="1" kern="1200">
                          <a:solidFill>
                            <a:schemeClr val="lt1"/>
                          </a:solidFill>
                          <a:latin typeface="Calibri"/>
                          <a:ea typeface="黑体"/>
                        </a:defRPr>
                      </a:lvl4pPr>
                      <a:lvl5pPr marL="1371600" algn="l" defTabSz="685800" rtl="0" eaLnBrk="1" latinLnBrk="0" hangingPunct="1">
                        <a:defRPr sz="1350" b="1" kern="1200">
                          <a:solidFill>
                            <a:schemeClr val="lt1"/>
                          </a:solidFill>
                          <a:latin typeface="Calibri"/>
                          <a:ea typeface="黑体"/>
                        </a:defRPr>
                      </a:lvl5pPr>
                      <a:lvl6pPr marL="1714500" algn="l" defTabSz="685800" rtl="0" eaLnBrk="1" latinLnBrk="0" hangingPunct="1">
                        <a:defRPr sz="1350" b="1" kern="1200">
                          <a:solidFill>
                            <a:schemeClr val="lt1"/>
                          </a:solidFill>
                          <a:latin typeface="Calibri"/>
                          <a:ea typeface="黑体"/>
                        </a:defRPr>
                      </a:lvl6pPr>
                      <a:lvl7pPr marL="2057400" algn="l" defTabSz="685800" rtl="0" eaLnBrk="1" latinLnBrk="0" hangingPunct="1">
                        <a:defRPr sz="1350" b="1" kern="1200">
                          <a:solidFill>
                            <a:schemeClr val="lt1"/>
                          </a:solidFill>
                          <a:latin typeface="Calibri"/>
                          <a:ea typeface="黑体"/>
                        </a:defRPr>
                      </a:lvl7pPr>
                      <a:lvl8pPr marL="2400300" algn="l" defTabSz="685800" rtl="0" eaLnBrk="1" latinLnBrk="0" hangingPunct="1">
                        <a:defRPr sz="1350" b="1" kern="1200">
                          <a:solidFill>
                            <a:schemeClr val="lt1"/>
                          </a:solidFill>
                          <a:latin typeface="Calibri"/>
                          <a:ea typeface="黑体"/>
                        </a:defRPr>
                      </a:lvl8pPr>
                      <a:lvl9pPr marL="2743200" algn="l" defTabSz="685800" rtl="0" eaLnBrk="1" latinLnBrk="0" hangingPunct="1">
                        <a:defRPr sz="1350" b="1" kern="1200">
                          <a:solidFill>
                            <a:schemeClr val="lt1"/>
                          </a:solidFill>
                          <a:latin typeface="Calibri"/>
                          <a:ea typeface="黑体"/>
                        </a:defRPr>
                      </a:lvl9pPr>
                    </a:lstStyle>
                    <a:p>
                      <a:endParaRPr lang="zh-CN" altLang="en-US" sz="2800" b="0" dirty="0">
                        <a:solidFill>
                          <a:schemeClr val="tx1"/>
                        </a:solidFill>
                        <a:latin typeface="+mn-lt"/>
                      </a:endParaRPr>
                    </a:p>
                  </a:txBody>
                  <a:tcPr marL="140918" marR="140918" marT="70459" marB="704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8023028"/>
                  </a:ext>
                </a:extLst>
              </a:tr>
              <a:tr h="571500">
                <a:tc>
                  <a:txBody>
                    <a:bodyPr/>
                    <a:lstStyle>
                      <a:lvl1pPr marL="0" algn="l" defTabSz="685800" rtl="0" eaLnBrk="1" latinLnBrk="0" hangingPunct="1">
                        <a:defRPr sz="1350" kern="1200">
                          <a:solidFill>
                            <a:schemeClr val="dk1"/>
                          </a:solidFill>
                          <a:latin typeface="Calibri"/>
                          <a:ea typeface="黑体"/>
                        </a:defRPr>
                      </a:lvl1pPr>
                      <a:lvl2pPr marL="342900" algn="l" defTabSz="685800" rtl="0" eaLnBrk="1" latinLnBrk="0" hangingPunct="1">
                        <a:defRPr sz="1350" kern="1200">
                          <a:solidFill>
                            <a:schemeClr val="dk1"/>
                          </a:solidFill>
                          <a:latin typeface="Calibri"/>
                          <a:ea typeface="黑体"/>
                        </a:defRPr>
                      </a:lvl2pPr>
                      <a:lvl3pPr marL="685800" algn="l" defTabSz="685800" rtl="0" eaLnBrk="1" latinLnBrk="0" hangingPunct="1">
                        <a:defRPr sz="1350" kern="1200">
                          <a:solidFill>
                            <a:schemeClr val="dk1"/>
                          </a:solidFill>
                          <a:latin typeface="Calibri"/>
                          <a:ea typeface="黑体"/>
                        </a:defRPr>
                      </a:lvl3pPr>
                      <a:lvl4pPr marL="1028700" algn="l" defTabSz="685800" rtl="0" eaLnBrk="1" latinLnBrk="0" hangingPunct="1">
                        <a:defRPr sz="1350" kern="1200">
                          <a:solidFill>
                            <a:schemeClr val="dk1"/>
                          </a:solidFill>
                          <a:latin typeface="Calibri"/>
                          <a:ea typeface="黑体"/>
                        </a:defRPr>
                      </a:lvl4pPr>
                      <a:lvl5pPr marL="1371600" algn="l" defTabSz="685800" rtl="0" eaLnBrk="1" latinLnBrk="0" hangingPunct="1">
                        <a:defRPr sz="1350" kern="1200">
                          <a:solidFill>
                            <a:schemeClr val="dk1"/>
                          </a:solidFill>
                          <a:latin typeface="Calibri"/>
                          <a:ea typeface="黑体"/>
                        </a:defRPr>
                      </a:lvl5pPr>
                      <a:lvl6pPr marL="1714500" algn="l" defTabSz="685800" rtl="0" eaLnBrk="1" latinLnBrk="0" hangingPunct="1">
                        <a:defRPr sz="1350" kern="1200">
                          <a:solidFill>
                            <a:schemeClr val="dk1"/>
                          </a:solidFill>
                          <a:latin typeface="Calibri"/>
                          <a:ea typeface="黑体"/>
                        </a:defRPr>
                      </a:lvl6pPr>
                      <a:lvl7pPr marL="2057400" algn="l" defTabSz="685800" rtl="0" eaLnBrk="1" latinLnBrk="0" hangingPunct="1">
                        <a:defRPr sz="1350" kern="1200">
                          <a:solidFill>
                            <a:schemeClr val="dk1"/>
                          </a:solidFill>
                          <a:latin typeface="Calibri"/>
                          <a:ea typeface="黑体"/>
                        </a:defRPr>
                      </a:lvl7pPr>
                      <a:lvl8pPr marL="2400300" algn="l" defTabSz="685800" rtl="0" eaLnBrk="1" latinLnBrk="0" hangingPunct="1">
                        <a:defRPr sz="1350" kern="1200">
                          <a:solidFill>
                            <a:schemeClr val="dk1"/>
                          </a:solidFill>
                          <a:latin typeface="Calibri"/>
                          <a:ea typeface="黑体"/>
                        </a:defRPr>
                      </a:lvl8pPr>
                      <a:lvl9pPr marL="2743200" algn="l" defTabSz="685800" rtl="0" eaLnBrk="1" latinLnBrk="0" hangingPunct="1">
                        <a:defRPr sz="1350" kern="1200">
                          <a:solidFill>
                            <a:schemeClr val="dk1"/>
                          </a:solidFill>
                          <a:latin typeface="Calibri"/>
                          <a:ea typeface="黑体"/>
                        </a:defRPr>
                      </a:lvl9pPr>
                    </a:lstStyle>
                    <a:p>
                      <a:r>
                        <a:rPr lang="en-US" altLang="zh-CN" sz="2800" b="0" dirty="0">
                          <a:solidFill>
                            <a:schemeClr val="tx1"/>
                          </a:solidFill>
                          <a:latin typeface="+mn-lt"/>
                        </a:rPr>
                        <a:t>C</a:t>
                      </a:r>
                      <a:endParaRPr lang="zh-CN" altLang="en-US" sz="2800" b="0" dirty="0">
                        <a:solidFill>
                          <a:schemeClr val="tx1"/>
                        </a:solidFill>
                        <a:latin typeface="+mn-lt"/>
                      </a:endParaRPr>
                    </a:p>
                  </a:txBody>
                  <a:tcPr marL="140918" marR="140918" marT="70459" marB="70459">
                    <a:lnL w="12700" cap="flat" cmpd="sng" algn="ctr">
                      <a:no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dk1"/>
                          </a:solidFill>
                          <a:latin typeface="Calibri"/>
                          <a:ea typeface="黑体"/>
                        </a:defRPr>
                      </a:lvl1pPr>
                      <a:lvl2pPr marL="342900" algn="l" defTabSz="685800" rtl="0" eaLnBrk="1" latinLnBrk="0" hangingPunct="1">
                        <a:defRPr sz="1350" kern="1200">
                          <a:solidFill>
                            <a:schemeClr val="dk1"/>
                          </a:solidFill>
                          <a:latin typeface="Calibri"/>
                          <a:ea typeface="黑体"/>
                        </a:defRPr>
                      </a:lvl2pPr>
                      <a:lvl3pPr marL="685800" algn="l" defTabSz="685800" rtl="0" eaLnBrk="1" latinLnBrk="0" hangingPunct="1">
                        <a:defRPr sz="1350" kern="1200">
                          <a:solidFill>
                            <a:schemeClr val="dk1"/>
                          </a:solidFill>
                          <a:latin typeface="Calibri"/>
                          <a:ea typeface="黑体"/>
                        </a:defRPr>
                      </a:lvl3pPr>
                      <a:lvl4pPr marL="1028700" algn="l" defTabSz="685800" rtl="0" eaLnBrk="1" latinLnBrk="0" hangingPunct="1">
                        <a:defRPr sz="1350" kern="1200">
                          <a:solidFill>
                            <a:schemeClr val="dk1"/>
                          </a:solidFill>
                          <a:latin typeface="Calibri"/>
                          <a:ea typeface="黑体"/>
                        </a:defRPr>
                      </a:lvl4pPr>
                      <a:lvl5pPr marL="1371600" algn="l" defTabSz="685800" rtl="0" eaLnBrk="1" latinLnBrk="0" hangingPunct="1">
                        <a:defRPr sz="1350" kern="1200">
                          <a:solidFill>
                            <a:schemeClr val="dk1"/>
                          </a:solidFill>
                          <a:latin typeface="Calibri"/>
                          <a:ea typeface="黑体"/>
                        </a:defRPr>
                      </a:lvl5pPr>
                      <a:lvl6pPr marL="1714500" algn="l" defTabSz="685800" rtl="0" eaLnBrk="1" latinLnBrk="0" hangingPunct="1">
                        <a:defRPr sz="1350" kern="1200">
                          <a:solidFill>
                            <a:schemeClr val="dk1"/>
                          </a:solidFill>
                          <a:latin typeface="Calibri"/>
                          <a:ea typeface="黑体"/>
                        </a:defRPr>
                      </a:lvl6pPr>
                      <a:lvl7pPr marL="2057400" algn="l" defTabSz="685800" rtl="0" eaLnBrk="1" latinLnBrk="0" hangingPunct="1">
                        <a:defRPr sz="1350" kern="1200">
                          <a:solidFill>
                            <a:schemeClr val="dk1"/>
                          </a:solidFill>
                          <a:latin typeface="Calibri"/>
                          <a:ea typeface="黑体"/>
                        </a:defRPr>
                      </a:lvl7pPr>
                      <a:lvl8pPr marL="2400300" algn="l" defTabSz="685800" rtl="0" eaLnBrk="1" latinLnBrk="0" hangingPunct="1">
                        <a:defRPr sz="1350" kern="1200">
                          <a:solidFill>
                            <a:schemeClr val="dk1"/>
                          </a:solidFill>
                          <a:latin typeface="Calibri"/>
                          <a:ea typeface="黑体"/>
                        </a:defRPr>
                      </a:lvl8pPr>
                      <a:lvl9pPr marL="2743200" algn="l" defTabSz="685800" rtl="0" eaLnBrk="1" latinLnBrk="0" hangingPunct="1">
                        <a:defRPr sz="1350" kern="1200">
                          <a:solidFill>
                            <a:schemeClr val="dk1"/>
                          </a:solidFill>
                          <a:latin typeface="Calibri"/>
                          <a:ea typeface="黑体"/>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srgbClr val="3333FF"/>
                          </a:solidFill>
                          <a:effectLst/>
                          <a:uLnTx/>
                          <a:uFillTx/>
                          <a:latin typeface="+mn-lt"/>
                          <a:ea typeface="+mn-ea"/>
                          <a:cs typeface="+mn-cs"/>
                          <a:sym typeface="Symbol" pitchFamily="18" charset="2"/>
                        </a:rPr>
                        <a:t>x</a:t>
                      </a:r>
                      <a:endParaRPr lang="zh-CN" altLang="en-US" sz="2800" b="1" dirty="0">
                        <a:solidFill>
                          <a:srgbClr val="3333FF"/>
                        </a:solidFill>
                        <a:latin typeface="+mn-lt"/>
                      </a:endParaRPr>
                    </a:p>
                  </a:txBody>
                  <a:tcPr marL="140918" marR="140918" marT="70459" marB="7045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dk1"/>
                          </a:solidFill>
                          <a:latin typeface="Calibri"/>
                          <a:ea typeface="黑体"/>
                        </a:defRPr>
                      </a:lvl1pPr>
                      <a:lvl2pPr marL="342900" algn="l" defTabSz="685800" rtl="0" eaLnBrk="1" latinLnBrk="0" hangingPunct="1">
                        <a:defRPr sz="1350" kern="1200">
                          <a:solidFill>
                            <a:schemeClr val="dk1"/>
                          </a:solidFill>
                          <a:latin typeface="Calibri"/>
                          <a:ea typeface="黑体"/>
                        </a:defRPr>
                      </a:lvl2pPr>
                      <a:lvl3pPr marL="685800" algn="l" defTabSz="685800" rtl="0" eaLnBrk="1" latinLnBrk="0" hangingPunct="1">
                        <a:defRPr sz="1350" kern="1200">
                          <a:solidFill>
                            <a:schemeClr val="dk1"/>
                          </a:solidFill>
                          <a:latin typeface="Calibri"/>
                          <a:ea typeface="黑体"/>
                        </a:defRPr>
                      </a:lvl3pPr>
                      <a:lvl4pPr marL="1028700" algn="l" defTabSz="685800" rtl="0" eaLnBrk="1" latinLnBrk="0" hangingPunct="1">
                        <a:defRPr sz="1350" kern="1200">
                          <a:solidFill>
                            <a:schemeClr val="dk1"/>
                          </a:solidFill>
                          <a:latin typeface="Calibri"/>
                          <a:ea typeface="黑体"/>
                        </a:defRPr>
                      </a:lvl4pPr>
                      <a:lvl5pPr marL="1371600" algn="l" defTabSz="685800" rtl="0" eaLnBrk="1" latinLnBrk="0" hangingPunct="1">
                        <a:defRPr sz="1350" kern="1200">
                          <a:solidFill>
                            <a:schemeClr val="dk1"/>
                          </a:solidFill>
                          <a:latin typeface="Calibri"/>
                          <a:ea typeface="黑体"/>
                        </a:defRPr>
                      </a:lvl5pPr>
                      <a:lvl6pPr marL="1714500" algn="l" defTabSz="685800" rtl="0" eaLnBrk="1" latinLnBrk="0" hangingPunct="1">
                        <a:defRPr sz="1350" kern="1200">
                          <a:solidFill>
                            <a:schemeClr val="dk1"/>
                          </a:solidFill>
                          <a:latin typeface="Calibri"/>
                          <a:ea typeface="黑体"/>
                        </a:defRPr>
                      </a:lvl6pPr>
                      <a:lvl7pPr marL="2057400" algn="l" defTabSz="685800" rtl="0" eaLnBrk="1" latinLnBrk="0" hangingPunct="1">
                        <a:defRPr sz="1350" kern="1200">
                          <a:solidFill>
                            <a:schemeClr val="dk1"/>
                          </a:solidFill>
                          <a:latin typeface="Calibri"/>
                          <a:ea typeface="黑体"/>
                        </a:defRPr>
                      </a:lvl7pPr>
                      <a:lvl8pPr marL="2400300" algn="l" defTabSz="685800" rtl="0" eaLnBrk="1" latinLnBrk="0" hangingPunct="1">
                        <a:defRPr sz="1350" kern="1200">
                          <a:solidFill>
                            <a:schemeClr val="dk1"/>
                          </a:solidFill>
                          <a:latin typeface="Calibri"/>
                          <a:ea typeface="黑体"/>
                        </a:defRPr>
                      </a:lvl8pPr>
                      <a:lvl9pPr marL="2743200" algn="l" defTabSz="685800" rtl="0" eaLnBrk="1" latinLnBrk="0" hangingPunct="1">
                        <a:defRPr sz="1350" kern="1200">
                          <a:solidFill>
                            <a:schemeClr val="dk1"/>
                          </a:solidFill>
                          <a:latin typeface="Calibri"/>
                          <a:ea typeface="黑体"/>
                        </a:defRPr>
                      </a:lvl9pPr>
                    </a:lstStyle>
                    <a:p>
                      <a:endParaRPr lang="zh-CN" altLang="en-US" sz="2800" b="0" dirty="0">
                        <a:solidFill>
                          <a:schemeClr val="tx1"/>
                        </a:solidFill>
                        <a:latin typeface="+mn-lt"/>
                      </a:endParaRPr>
                    </a:p>
                  </a:txBody>
                  <a:tcPr marL="140918" marR="140918" marT="70459" marB="7045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dk1"/>
                          </a:solidFill>
                          <a:latin typeface="Calibri"/>
                          <a:ea typeface="黑体"/>
                        </a:defRPr>
                      </a:lvl1pPr>
                      <a:lvl2pPr marL="342900" algn="l" defTabSz="685800" rtl="0" eaLnBrk="1" latinLnBrk="0" hangingPunct="1">
                        <a:defRPr sz="1350" kern="1200">
                          <a:solidFill>
                            <a:schemeClr val="dk1"/>
                          </a:solidFill>
                          <a:latin typeface="Calibri"/>
                          <a:ea typeface="黑体"/>
                        </a:defRPr>
                      </a:lvl2pPr>
                      <a:lvl3pPr marL="685800" algn="l" defTabSz="685800" rtl="0" eaLnBrk="1" latinLnBrk="0" hangingPunct="1">
                        <a:defRPr sz="1350" kern="1200">
                          <a:solidFill>
                            <a:schemeClr val="dk1"/>
                          </a:solidFill>
                          <a:latin typeface="Calibri"/>
                          <a:ea typeface="黑体"/>
                        </a:defRPr>
                      </a:lvl3pPr>
                      <a:lvl4pPr marL="1028700" algn="l" defTabSz="685800" rtl="0" eaLnBrk="1" latinLnBrk="0" hangingPunct="1">
                        <a:defRPr sz="1350" kern="1200">
                          <a:solidFill>
                            <a:schemeClr val="dk1"/>
                          </a:solidFill>
                          <a:latin typeface="Calibri"/>
                          <a:ea typeface="黑体"/>
                        </a:defRPr>
                      </a:lvl4pPr>
                      <a:lvl5pPr marL="1371600" algn="l" defTabSz="685800" rtl="0" eaLnBrk="1" latinLnBrk="0" hangingPunct="1">
                        <a:defRPr sz="1350" kern="1200">
                          <a:solidFill>
                            <a:schemeClr val="dk1"/>
                          </a:solidFill>
                          <a:latin typeface="Calibri"/>
                          <a:ea typeface="黑体"/>
                        </a:defRPr>
                      </a:lvl5pPr>
                      <a:lvl6pPr marL="1714500" algn="l" defTabSz="685800" rtl="0" eaLnBrk="1" latinLnBrk="0" hangingPunct="1">
                        <a:defRPr sz="1350" kern="1200">
                          <a:solidFill>
                            <a:schemeClr val="dk1"/>
                          </a:solidFill>
                          <a:latin typeface="Calibri"/>
                          <a:ea typeface="黑体"/>
                        </a:defRPr>
                      </a:lvl6pPr>
                      <a:lvl7pPr marL="2057400" algn="l" defTabSz="685800" rtl="0" eaLnBrk="1" latinLnBrk="0" hangingPunct="1">
                        <a:defRPr sz="1350" kern="1200">
                          <a:solidFill>
                            <a:schemeClr val="dk1"/>
                          </a:solidFill>
                          <a:latin typeface="Calibri"/>
                          <a:ea typeface="黑体"/>
                        </a:defRPr>
                      </a:lvl7pPr>
                      <a:lvl8pPr marL="2400300" algn="l" defTabSz="685800" rtl="0" eaLnBrk="1" latinLnBrk="0" hangingPunct="1">
                        <a:defRPr sz="1350" kern="1200">
                          <a:solidFill>
                            <a:schemeClr val="dk1"/>
                          </a:solidFill>
                          <a:latin typeface="Calibri"/>
                          <a:ea typeface="黑体"/>
                        </a:defRPr>
                      </a:lvl8pPr>
                      <a:lvl9pPr marL="2743200" algn="l" defTabSz="685800" rtl="0" eaLnBrk="1" latinLnBrk="0" hangingPunct="1">
                        <a:defRPr sz="1350" kern="1200">
                          <a:solidFill>
                            <a:schemeClr val="dk1"/>
                          </a:solidFill>
                          <a:latin typeface="Calibri"/>
                          <a:ea typeface="黑体"/>
                        </a:defRPr>
                      </a:lvl9pPr>
                    </a:lstStyle>
                    <a:p>
                      <a:endParaRPr lang="zh-CN" altLang="en-US" sz="2800" b="0" dirty="0">
                        <a:solidFill>
                          <a:schemeClr val="tx1"/>
                        </a:solidFill>
                        <a:latin typeface="+mn-lt"/>
                      </a:endParaRPr>
                    </a:p>
                  </a:txBody>
                  <a:tcPr marL="140918" marR="140918" marT="70459" marB="70459">
                    <a:lnL w="12700" cap="flat" cmpd="sng" algn="ctr">
                      <a:solidFill>
                        <a:srgbClr val="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583216"/>
                  </a:ext>
                </a:extLst>
              </a:tr>
              <a:tr h="571500">
                <a:tc>
                  <a:txBody>
                    <a:bodyPr/>
                    <a:lstStyle>
                      <a:lvl1pPr marL="0" algn="l" defTabSz="685800" rtl="0" eaLnBrk="1" latinLnBrk="0" hangingPunct="1">
                        <a:defRPr sz="1350" kern="1200">
                          <a:solidFill>
                            <a:schemeClr val="dk1"/>
                          </a:solidFill>
                          <a:latin typeface="Calibri"/>
                          <a:ea typeface="黑体"/>
                        </a:defRPr>
                      </a:lvl1pPr>
                      <a:lvl2pPr marL="342900" algn="l" defTabSz="685800" rtl="0" eaLnBrk="1" latinLnBrk="0" hangingPunct="1">
                        <a:defRPr sz="1350" kern="1200">
                          <a:solidFill>
                            <a:schemeClr val="dk1"/>
                          </a:solidFill>
                          <a:latin typeface="Calibri"/>
                          <a:ea typeface="黑体"/>
                        </a:defRPr>
                      </a:lvl2pPr>
                      <a:lvl3pPr marL="685800" algn="l" defTabSz="685800" rtl="0" eaLnBrk="1" latinLnBrk="0" hangingPunct="1">
                        <a:defRPr sz="1350" kern="1200">
                          <a:solidFill>
                            <a:schemeClr val="dk1"/>
                          </a:solidFill>
                          <a:latin typeface="Calibri"/>
                          <a:ea typeface="黑体"/>
                        </a:defRPr>
                      </a:lvl3pPr>
                      <a:lvl4pPr marL="1028700" algn="l" defTabSz="685800" rtl="0" eaLnBrk="1" latinLnBrk="0" hangingPunct="1">
                        <a:defRPr sz="1350" kern="1200">
                          <a:solidFill>
                            <a:schemeClr val="dk1"/>
                          </a:solidFill>
                          <a:latin typeface="Calibri"/>
                          <a:ea typeface="黑体"/>
                        </a:defRPr>
                      </a:lvl4pPr>
                      <a:lvl5pPr marL="1371600" algn="l" defTabSz="685800" rtl="0" eaLnBrk="1" latinLnBrk="0" hangingPunct="1">
                        <a:defRPr sz="1350" kern="1200">
                          <a:solidFill>
                            <a:schemeClr val="dk1"/>
                          </a:solidFill>
                          <a:latin typeface="Calibri"/>
                          <a:ea typeface="黑体"/>
                        </a:defRPr>
                      </a:lvl5pPr>
                      <a:lvl6pPr marL="1714500" algn="l" defTabSz="685800" rtl="0" eaLnBrk="1" latinLnBrk="0" hangingPunct="1">
                        <a:defRPr sz="1350" kern="1200">
                          <a:solidFill>
                            <a:schemeClr val="dk1"/>
                          </a:solidFill>
                          <a:latin typeface="Calibri"/>
                          <a:ea typeface="黑体"/>
                        </a:defRPr>
                      </a:lvl6pPr>
                      <a:lvl7pPr marL="2057400" algn="l" defTabSz="685800" rtl="0" eaLnBrk="1" latinLnBrk="0" hangingPunct="1">
                        <a:defRPr sz="1350" kern="1200">
                          <a:solidFill>
                            <a:schemeClr val="dk1"/>
                          </a:solidFill>
                          <a:latin typeface="Calibri"/>
                          <a:ea typeface="黑体"/>
                        </a:defRPr>
                      </a:lvl7pPr>
                      <a:lvl8pPr marL="2400300" algn="l" defTabSz="685800" rtl="0" eaLnBrk="1" latinLnBrk="0" hangingPunct="1">
                        <a:defRPr sz="1350" kern="1200">
                          <a:solidFill>
                            <a:schemeClr val="dk1"/>
                          </a:solidFill>
                          <a:latin typeface="Calibri"/>
                          <a:ea typeface="黑体"/>
                        </a:defRPr>
                      </a:lvl8pPr>
                      <a:lvl9pPr marL="2743200" algn="l" defTabSz="685800" rtl="0" eaLnBrk="1" latinLnBrk="0" hangingPunct="1">
                        <a:defRPr sz="1350" kern="1200">
                          <a:solidFill>
                            <a:schemeClr val="dk1"/>
                          </a:solidFill>
                          <a:latin typeface="Calibri"/>
                          <a:ea typeface="黑体"/>
                        </a:defRPr>
                      </a:lvl9pPr>
                    </a:lstStyle>
                    <a:p>
                      <a:r>
                        <a:rPr lang="en-US" altLang="zh-CN" sz="2800" b="0" dirty="0">
                          <a:solidFill>
                            <a:schemeClr val="tx1"/>
                          </a:solidFill>
                          <a:latin typeface="+mn-lt"/>
                        </a:rPr>
                        <a:t>D</a:t>
                      </a:r>
                      <a:endParaRPr lang="zh-CN" altLang="en-US" sz="2800" b="0" dirty="0">
                        <a:solidFill>
                          <a:schemeClr val="tx1"/>
                        </a:solidFill>
                        <a:latin typeface="+mn-lt"/>
                      </a:endParaRPr>
                    </a:p>
                  </a:txBody>
                  <a:tcPr marL="140918" marR="140918" marT="70459" marB="70459">
                    <a:lnL w="12700" cap="flat" cmpd="sng" algn="ctr">
                      <a:no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dk1"/>
                          </a:solidFill>
                          <a:latin typeface="Calibri"/>
                          <a:ea typeface="黑体"/>
                        </a:defRPr>
                      </a:lvl1pPr>
                      <a:lvl2pPr marL="342900" algn="l" defTabSz="685800" rtl="0" eaLnBrk="1" latinLnBrk="0" hangingPunct="1">
                        <a:defRPr sz="1350" kern="1200">
                          <a:solidFill>
                            <a:schemeClr val="dk1"/>
                          </a:solidFill>
                          <a:latin typeface="Calibri"/>
                          <a:ea typeface="黑体"/>
                        </a:defRPr>
                      </a:lvl2pPr>
                      <a:lvl3pPr marL="685800" algn="l" defTabSz="685800" rtl="0" eaLnBrk="1" latinLnBrk="0" hangingPunct="1">
                        <a:defRPr sz="1350" kern="1200">
                          <a:solidFill>
                            <a:schemeClr val="dk1"/>
                          </a:solidFill>
                          <a:latin typeface="Calibri"/>
                          <a:ea typeface="黑体"/>
                        </a:defRPr>
                      </a:lvl3pPr>
                      <a:lvl4pPr marL="1028700" algn="l" defTabSz="685800" rtl="0" eaLnBrk="1" latinLnBrk="0" hangingPunct="1">
                        <a:defRPr sz="1350" kern="1200">
                          <a:solidFill>
                            <a:schemeClr val="dk1"/>
                          </a:solidFill>
                          <a:latin typeface="Calibri"/>
                          <a:ea typeface="黑体"/>
                        </a:defRPr>
                      </a:lvl4pPr>
                      <a:lvl5pPr marL="1371600" algn="l" defTabSz="685800" rtl="0" eaLnBrk="1" latinLnBrk="0" hangingPunct="1">
                        <a:defRPr sz="1350" kern="1200">
                          <a:solidFill>
                            <a:schemeClr val="dk1"/>
                          </a:solidFill>
                          <a:latin typeface="Calibri"/>
                          <a:ea typeface="黑体"/>
                        </a:defRPr>
                      </a:lvl5pPr>
                      <a:lvl6pPr marL="1714500" algn="l" defTabSz="685800" rtl="0" eaLnBrk="1" latinLnBrk="0" hangingPunct="1">
                        <a:defRPr sz="1350" kern="1200">
                          <a:solidFill>
                            <a:schemeClr val="dk1"/>
                          </a:solidFill>
                          <a:latin typeface="Calibri"/>
                          <a:ea typeface="黑体"/>
                        </a:defRPr>
                      </a:lvl6pPr>
                      <a:lvl7pPr marL="2057400" algn="l" defTabSz="685800" rtl="0" eaLnBrk="1" latinLnBrk="0" hangingPunct="1">
                        <a:defRPr sz="1350" kern="1200">
                          <a:solidFill>
                            <a:schemeClr val="dk1"/>
                          </a:solidFill>
                          <a:latin typeface="Calibri"/>
                          <a:ea typeface="黑体"/>
                        </a:defRPr>
                      </a:lvl7pPr>
                      <a:lvl8pPr marL="2400300" algn="l" defTabSz="685800" rtl="0" eaLnBrk="1" latinLnBrk="0" hangingPunct="1">
                        <a:defRPr sz="1350" kern="1200">
                          <a:solidFill>
                            <a:schemeClr val="dk1"/>
                          </a:solidFill>
                          <a:latin typeface="Calibri"/>
                          <a:ea typeface="黑体"/>
                        </a:defRPr>
                      </a:lvl8pPr>
                      <a:lvl9pPr marL="2743200" algn="l" defTabSz="685800" rtl="0" eaLnBrk="1" latinLnBrk="0" hangingPunct="1">
                        <a:defRPr sz="1350" kern="1200">
                          <a:solidFill>
                            <a:schemeClr val="dk1"/>
                          </a:solidFill>
                          <a:latin typeface="Calibri"/>
                          <a:ea typeface="黑体"/>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srgbClr val="3333FF"/>
                          </a:solidFill>
                          <a:effectLst/>
                          <a:uLnTx/>
                          <a:uFillTx/>
                          <a:latin typeface="+mn-lt"/>
                          <a:ea typeface="+mn-ea"/>
                          <a:cs typeface="+mn-cs"/>
                          <a:sym typeface="Symbol" pitchFamily="18" charset="2"/>
                        </a:rPr>
                        <a:t>x</a:t>
                      </a:r>
                      <a:endParaRPr lang="zh-CN" altLang="en-US" sz="2800" b="1" dirty="0">
                        <a:solidFill>
                          <a:srgbClr val="3333FF"/>
                        </a:solidFill>
                        <a:latin typeface="+mn-lt"/>
                      </a:endParaRPr>
                    </a:p>
                  </a:txBody>
                  <a:tcPr marL="140918" marR="140918" marT="70459" marB="7045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dk1"/>
                          </a:solidFill>
                          <a:latin typeface="Calibri"/>
                          <a:ea typeface="黑体"/>
                        </a:defRPr>
                      </a:lvl1pPr>
                      <a:lvl2pPr marL="342900" algn="l" defTabSz="685800" rtl="0" eaLnBrk="1" latinLnBrk="0" hangingPunct="1">
                        <a:defRPr sz="1350" kern="1200">
                          <a:solidFill>
                            <a:schemeClr val="dk1"/>
                          </a:solidFill>
                          <a:latin typeface="Calibri"/>
                          <a:ea typeface="黑体"/>
                        </a:defRPr>
                      </a:lvl2pPr>
                      <a:lvl3pPr marL="685800" algn="l" defTabSz="685800" rtl="0" eaLnBrk="1" latinLnBrk="0" hangingPunct="1">
                        <a:defRPr sz="1350" kern="1200">
                          <a:solidFill>
                            <a:schemeClr val="dk1"/>
                          </a:solidFill>
                          <a:latin typeface="Calibri"/>
                          <a:ea typeface="黑体"/>
                        </a:defRPr>
                      </a:lvl3pPr>
                      <a:lvl4pPr marL="1028700" algn="l" defTabSz="685800" rtl="0" eaLnBrk="1" latinLnBrk="0" hangingPunct="1">
                        <a:defRPr sz="1350" kern="1200">
                          <a:solidFill>
                            <a:schemeClr val="dk1"/>
                          </a:solidFill>
                          <a:latin typeface="Calibri"/>
                          <a:ea typeface="黑体"/>
                        </a:defRPr>
                      </a:lvl4pPr>
                      <a:lvl5pPr marL="1371600" algn="l" defTabSz="685800" rtl="0" eaLnBrk="1" latinLnBrk="0" hangingPunct="1">
                        <a:defRPr sz="1350" kern="1200">
                          <a:solidFill>
                            <a:schemeClr val="dk1"/>
                          </a:solidFill>
                          <a:latin typeface="Calibri"/>
                          <a:ea typeface="黑体"/>
                        </a:defRPr>
                      </a:lvl5pPr>
                      <a:lvl6pPr marL="1714500" algn="l" defTabSz="685800" rtl="0" eaLnBrk="1" latinLnBrk="0" hangingPunct="1">
                        <a:defRPr sz="1350" kern="1200">
                          <a:solidFill>
                            <a:schemeClr val="dk1"/>
                          </a:solidFill>
                          <a:latin typeface="Calibri"/>
                          <a:ea typeface="黑体"/>
                        </a:defRPr>
                      </a:lvl6pPr>
                      <a:lvl7pPr marL="2057400" algn="l" defTabSz="685800" rtl="0" eaLnBrk="1" latinLnBrk="0" hangingPunct="1">
                        <a:defRPr sz="1350" kern="1200">
                          <a:solidFill>
                            <a:schemeClr val="dk1"/>
                          </a:solidFill>
                          <a:latin typeface="Calibri"/>
                          <a:ea typeface="黑体"/>
                        </a:defRPr>
                      </a:lvl7pPr>
                      <a:lvl8pPr marL="2400300" algn="l" defTabSz="685800" rtl="0" eaLnBrk="1" latinLnBrk="0" hangingPunct="1">
                        <a:defRPr sz="1350" kern="1200">
                          <a:solidFill>
                            <a:schemeClr val="dk1"/>
                          </a:solidFill>
                          <a:latin typeface="Calibri"/>
                          <a:ea typeface="黑体"/>
                        </a:defRPr>
                      </a:lvl8pPr>
                      <a:lvl9pPr marL="2743200" algn="l" defTabSz="685800" rtl="0" eaLnBrk="1" latinLnBrk="0" hangingPunct="1">
                        <a:defRPr sz="1350" kern="1200">
                          <a:solidFill>
                            <a:schemeClr val="dk1"/>
                          </a:solidFill>
                          <a:latin typeface="Calibri"/>
                          <a:ea typeface="黑体"/>
                        </a:defRPr>
                      </a:lvl9pPr>
                    </a:lstStyle>
                    <a:p>
                      <a:endParaRPr lang="zh-CN" altLang="en-US" sz="2800" b="0" dirty="0">
                        <a:solidFill>
                          <a:schemeClr val="tx1"/>
                        </a:solidFill>
                        <a:latin typeface="+mn-lt"/>
                      </a:endParaRPr>
                    </a:p>
                  </a:txBody>
                  <a:tcPr marL="140918" marR="140918" marT="70459" marB="7045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dk1"/>
                          </a:solidFill>
                          <a:latin typeface="Calibri"/>
                          <a:ea typeface="黑体"/>
                        </a:defRPr>
                      </a:lvl1pPr>
                      <a:lvl2pPr marL="342900" algn="l" defTabSz="685800" rtl="0" eaLnBrk="1" latinLnBrk="0" hangingPunct="1">
                        <a:defRPr sz="1350" kern="1200">
                          <a:solidFill>
                            <a:schemeClr val="dk1"/>
                          </a:solidFill>
                          <a:latin typeface="Calibri"/>
                          <a:ea typeface="黑体"/>
                        </a:defRPr>
                      </a:lvl2pPr>
                      <a:lvl3pPr marL="685800" algn="l" defTabSz="685800" rtl="0" eaLnBrk="1" latinLnBrk="0" hangingPunct="1">
                        <a:defRPr sz="1350" kern="1200">
                          <a:solidFill>
                            <a:schemeClr val="dk1"/>
                          </a:solidFill>
                          <a:latin typeface="Calibri"/>
                          <a:ea typeface="黑体"/>
                        </a:defRPr>
                      </a:lvl3pPr>
                      <a:lvl4pPr marL="1028700" algn="l" defTabSz="685800" rtl="0" eaLnBrk="1" latinLnBrk="0" hangingPunct="1">
                        <a:defRPr sz="1350" kern="1200">
                          <a:solidFill>
                            <a:schemeClr val="dk1"/>
                          </a:solidFill>
                          <a:latin typeface="Calibri"/>
                          <a:ea typeface="黑体"/>
                        </a:defRPr>
                      </a:lvl4pPr>
                      <a:lvl5pPr marL="1371600" algn="l" defTabSz="685800" rtl="0" eaLnBrk="1" latinLnBrk="0" hangingPunct="1">
                        <a:defRPr sz="1350" kern="1200">
                          <a:solidFill>
                            <a:schemeClr val="dk1"/>
                          </a:solidFill>
                          <a:latin typeface="Calibri"/>
                          <a:ea typeface="黑体"/>
                        </a:defRPr>
                      </a:lvl5pPr>
                      <a:lvl6pPr marL="1714500" algn="l" defTabSz="685800" rtl="0" eaLnBrk="1" latinLnBrk="0" hangingPunct="1">
                        <a:defRPr sz="1350" kern="1200">
                          <a:solidFill>
                            <a:schemeClr val="dk1"/>
                          </a:solidFill>
                          <a:latin typeface="Calibri"/>
                          <a:ea typeface="黑体"/>
                        </a:defRPr>
                      </a:lvl6pPr>
                      <a:lvl7pPr marL="2057400" algn="l" defTabSz="685800" rtl="0" eaLnBrk="1" latinLnBrk="0" hangingPunct="1">
                        <a:defRPr sz="1350" kern="1200">
                          <a:solidFill>
                            <a:schemeClr val="dk1"/>
                          </a:solidFill>
                          <a:latin typeface="Calibri"/>
                          <a:ea typeface="黑体"/>
                        </a:defRPr>
                      </a:lvl7pPr>
                      <a:lvl8pPr marL="2400300" algn="l" defTabSz="685800" rtl="0" eaLnBrk="1" latinLnBrk="0" hangingPunct="1">
                        <a:defRPr sz="1350" kern="1200">
                          <a:solidFill>
                            <a:schemeClr val="dk1"/>
                          </a:solidFill>
                          <a:latin typeface="Calibri"/>
                          <a:ea typeface="黑体"/>
                        </a:defRPr>
                      </a:lvl8pPr>
                      <a:lvl9pPr marL="2743200" algn="l" defTabSz="685800" rtl="0" eaLnBrk="1" latinLnBrk="0" hangingPunct="1">
                        <a:defRPr sz="1350" kern="1200">
                          <a:solidFill>
                            <a:schemeClr val="dk1"/>
                          </a:solidFill>
                          <a:latin typeface="Calibri"/>
                          <a:ea typeface="黑体"/>
                        </a:defRPr>
                      </a:lvl9pPr>
                    </a:lstStyle>
                    <a:p>
                      <a:endParaRPr lang="zh-CN" altLang="en-US" sz="2800" b="0" dirty="0">
                        <a:solidFill>
                          <a:schemeClr val="tx1"/>
                        </a:solidFill>
                        <a:latin typeface="+mn-lt"/>
                      </a:endParaRPr>
                    </a:p>
                  </a:txBody>
                  <a:tcPr marL="140918" marR="140918" marT="70459" marB="7045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6164930"/>
                  </a:ext>
                </a:extLst>
              </a:tr>
              <a:tr h="571500">
                <a:tc>
                  <a:txBody>
                    <a:bodyPr/>
                    <a:lstStyle>
                      <a:lvl1pPr marL="0" algn="l" defTabSz="685800" rtl="0" eaLnBrk="1" latinLnBrk="0" hangingPunct="1">
                        <a:defRPr sz="1350" kern="1200">
                          <a:solidFill>
                            <a:schemeClr val="dk1"/>
                          </a:solidFill>
                          <a:latin typeface="Calibri"/>
                          <a:ea typeface="黑体"/>
                        </a:defRPr>
                      </a:lvl1pPr>
                      <a:lvl2pPr marL="342900" algn="l" defTabSz="685800" rtl="0" eaLnBrk="1" latinLnBrk="0" hangingPunct="1">
                        <a:defRPr sz="1350" kern="1200">
                          <a:solidFill>
                            <a:schemeClr val="dk1"/>
                          </a:solidFill>
                          <a:latin typeface="Calibri"/>
                          <a:ea typeface="黑体"/>
                        </a:defRPr>
                      </a:lvl2pPr>
                      <a:lvl3pPr marL="685800" algn="l" defTabSz="685800" rtl="0" eaLnBrk="1" latinLnBrk="0" hangingPunct="1">
                        <a:defRPr sz="1350" kern="1200">
                          <a:solidFill>
                            <a:schemeClr val="dk1"/>
                          </a:solidFill>
                          <a:latin typeface="Calibri"/>
                          <a:ea typeface="黑体"/>
                        </a:defRPr>
                      </a:lvl3pPr>
                      <a:lvl4pPr marL="1028700" algn="l" defTabSz="685800" rtl="0" eaLnBrk="1" latinLnBrk="0" hangingPunct="1">
                        <a:defRPr sz="1350" kern="1200">
                          <a:solidFill>
                            <a:schemeClr val="dk1"/>
                          </a:solidFill>
                          <a:latin typeface="Calibri"/>
                          <a:ea typeface="黑体"/>
                        </a:defRPr>
                      </a:lvl4pPr>
                      <a:lvl5pPr marL="1371600" algn="l" defTabSz="685800" rtl="0" eaLnBrk="1" latinLnBrk="0" hangingPunct="1">
                        <a:defRPr sz="1350" kern="1200">
                          <a:solidFill>
                            <a:schemeClr val="dk1"/>
                          </a:solidFill>
                          <a:latin typeface="Calibri"/>
                          <a:ea typeface="黑体"/>
                        </a:defRPr>
                      </a:lvl5pPr>
                      <a:lvl6pPr marL="1714500" algn="l" defTabSz="685800" rtl="0" eaLnBrk="1" latinLnBrk="0" hangingPunct="1">
                        <a:defRPr sz="1350" kern="1200">
                          <a:solidFill>
                            <a:schemeClr val="dk1"/>
                          </a:solidFill>
                          <a:latin typeface="Calibri"/>
                          <a:ea typeface="黑体"/>
                        </a:defRPr>
                      </a:lvl6pPr>
                      <a:lvl7pPr marL="2057400" algn="l" defTabSz="685800" rtl="0" eaLnBrk="1" latinLnBrk="0" hangingPunct="1">
                        <a:defRPr sz="1350" kern="1200">
                          <a:solidFill>
                            <a:schemeClr val="dk1"/>
                          </a:solidFill>
                          <a:latin typeface="Calibri"/>
                          <a:ea typeface="黑体"/>
                        </a:defRPr>
                      </a:lvl7pPr>
                      <a:lvl8pPr marL="2400300" algn="l" defTabSz="685800" rtl="0" eaLnBrk="1" latinLnBrk="0" hangingPunct="1">
                        <a:defRPr sz="1350" kern="1200">
                          <a:solidFill>
                            <a:schemeClr val="dk1"/>
                          </a:solidFill>
                          <a:latin typeface="Calibri"/>
                          <a:ea typeface="黑体"/>
                        </a:defRPr>
                      </a:lvl8pPr>
                      <a:lvl9pPr marL="2743200" algn="l" defTabSz="685800" rtl="0" eaLnBrk="1" latinLnBrk="0" hangingPunct="1">
                        <a:defRPr sz="1350" kern="1200">
                          <a:solidFill>
                            <a:schemeClr val="dk1"/>
                          </a:solidFill>
                          <a:latin typeface="Calibri"/>
                          <a:ea typeface="黑体"/>
                        </a:defRPr>
                      </a:lvl9pPr>
                    </a:lstStyle>
                    <a:p>
                      <a:endParaRPr lang="zh-CN" altLang="en-US" sz="2800" b="0" dirty="0">
                        <a:solidFill>
                          <a:schemeClr val="tx1"/>
                        </a:solidFill>
                        <a:latin typeface="+mn-lt"/>
                      </a:endParaRPr>
                    </a:p>
                  </a:txBody>
                  <a:tcPr marL="140918" marR="140918" marT="70459" marB="704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dk1"/>
                          </a:solidFill>
                          <a:latin typeface="Calibri"/>
                          <a:ea typeface="黑体"/>
                        </a:defRPr>
                      </a:lvl1pPr>
                      <a:lvl2pPr marL="342900" algn="l" defTabSz="685800" rtl="0" eaLnBrk="1" latinLnBrk="0" hangingPunct="1">
                        <a:defRPr sz="1350" kern="1200">
                          <a:solidFill>
                            <a:schemeClr val="dk1"/>
                          </a:solidFill>
                          <a:latin typeface="Calibri"/>
                          <a:ea typeface="黑体"/>
                        </a:defRPr>
                      </a:lvl2pPr>
                      <a:lvl3pPr marL="685800" algn="l" defTabSz="685800" rtl="0" eaLnBrk="1" latinLnBrk="0" hangingPunct="1">
                        <a:defRPr sz="1350" kern="1200">
                          <a:solidFill>
                            <a:schemeClr val="dk1"/>
                          </a:solidFill>
                          <a:latin typeface="Calibri"/>
                          <a:ea typeface="黑体"/>
                        </a:defRPr>
                      </a:lvl3pPr>
                      <a:lvl4pPr marL="1028700" algn="l" defTabSz="685800" rtl="0" eaLnBrk="1" latinLnBrk="0" hangingPunct="1">
                        <a:defRPr sz="1350" kern="1200">
                          <a:solidFill>
                            <a:schemeClr val="dk1"/>
                          </a:solidFill>
                          <a:latin typeface="Calibri"/>
                          <a:ea typeface="黑体"/>
                        </a:defRPr>
                      </a:lvl4pPr>
                      <a:lvl5pPr marL="1371600" algn="l" defTabSz="685800" rtl="0" eaLnBrk="1" latinLnBrk="0" hangingPunct="1">
                        <a:defRPr sz="1350" kern="1200">
                          <a:solidFill>
                            <a:schemeClr val="dk1"/>
                          </a:solidFill>
                          <a:latin typeface="Calibri"/>
                          <a:ea typeface="黑体"/>
                        </a:defRPr>
                      </a:lvl5pPr>
                      <a:lvl6pPr marL="1714500" algn="l" defTabSz="685800" rtl="0" eaLnBrk="1" latinLnBrk="0" hangingPunct="1">
                        <a:defRPr sz="1350" kern="1200">
                          <a:solidFill>
                            <a:schemeClr val="dk1"/>
                          </a:solidFill>
                          <a:latin typeface="Calibri"/>
                          <a:ea typeface="黑体"/>
                        </a:defRPr>
                      </a:lvl6pPr>
                      <a:lvl7pPr marL="2057400" algn="l" defTabSz="685800" rtl="0" eaLnBrk="1" latinLnBrk="0" hangingPunct="1">
                        <a:defRPr sz="1350" kern="1200">
                          <a:solidFill>
                            <a:schemeClr val="dk1"/>
                          </a:solidFill>
                          <a:latin typeface="Calibri"/>
                          <a:ea typeface="黑体"/>
                        </a:defRPr>
                      </a:lvl7pPr>
                      <a:lvl8pPr marL="2400300" algn="l" defTabSz="685800" rtl="0" eaLnBrk="1" latinLnBrk="0" hangingPunct="1">
                        <a:defRPr sz="1350" kern="1200">
                          <a:solidFill>
                            <a:schemeClr val="dk1"/>
                          </a:solidFill>
                          <a:latin typeface="Calibri"/>
                          <a:ea typeface="黑体"/>
                        </a:defRPr>
                      </a:lvl8pPr>
                      <a:lvl9pPr marL="2743200" algn="l" defTabSz="685800" rtl="0" eaLnBrk="1" latinLnBrk="0" hangingPunct="1">
                        <a:defRPr sz="1350" kern="1200">
                          <a:solidFill>
                            <a:schemeClr val="dk1"/>
                          </a:solidFill>
                          <a:latin typeface="Calibri"/>
                          <a:ea typeface="黑体"/>
                        </a:defRPr>
                      </a:lvl9pPr>
                    </a:lstStyle>
                    <a:p>
                      <a:r>
                        <a:rPr lang="en-US" altLang="zh-CN" sz="2800" b="0" dirty="0">
                          <a:solidFill>
                            <a:schemeClr val="tx1"/>
                          </a:solidFill>
                          <a:latin typeface="+mn-lt"/>
                        </a:rPr>
                        <a:t>A</a:t>
                      </a:r>
                      <a:endParaRPr lang="zh-CN" altLang="en-US" sz="2800" b="0" dirty="0">
                        <a:solidFill>
                          <a:schemeClr val="tx1"/>
                        </a:solidFill>
                        <a:latin typeface="+mn-lt"/>
                      </a:endParaRPr>
                    </a:p>
                  </a:txBody>
                  <a:tcPr marL="140918" marR="140918" marT="70459" marB="704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dk1"/>
                          </a:solidFill>
                          <a:latin typeface="Calibri"/>
                          <a:ea typeface="黑体"/>
                        </a:defRPr>
                      </a:lvl1pPr>
                      <a:lvl2pPr marL="342900" algn="l" defTabSz="685800" rtl="0" eaLnBrk="1" latinLnBrk="0" hangingPunct="1">
                        <a:defRPr sz="1350" kern="1200">
                          <a:solidFill>
                            <a:schemeClr val="dk1"/>
                          </a:solidFill>
                          <a:latin typeface="Calibri"/>
                          <a:ea typeface="黑体"/>
                        </a:defRPr>
                      </a:lvl2pPr>
                      <a:lvl3pPr marL="685800" algn="l" defTabSz="685800" rtl="0" eaLnBrk="1" latinLnBrk="0" hangingPunct="1">
                        <a:defRPr sz="1350" kern="1200">
                          <a:solidFill>
                            <a:schemeClr val="dk1"/>
                          </a:solidFill>
                          <a:latin typeface="Calibri"/>
                          <a:ea typeface="黑体"/>
                        </a:defRPr>
                      </a:lvl3pPr>
                      <a:lvl4pPr marL="1028700" algn="l" defTabSz="685800" rtl="0" eaLnBrk="1" latinLnBrk="0" hangingPunct="1">
                        <a:defRPr sz="1350" kern="1200">
                          <a:solidFill>
                            <a:schemeClr val="dk1"/>
                          </a:solidFill>
                          <a:latin typeface="Calibri"/>
                          <a:ea typeface="黑体"/>
                        </a:defRPr>
                      </a:lvl4pPr>
                      <a:lvl5pPr marL="1371600" algn="l" defTabSz="685800" rtl="0" eaLnBrk="1" latinLnBrk="0" hangingPunct="1">
                        <a:defRPr sz="1350" kern="1200">
                          <a:solidFill>
                            <a:schemeClr val="dk1"/>
                          </a:solidFill>
                          <a:latin typeface="Calibri"/>
                          <a:ea typeface="黑体"/>
                        </a:defRPr>
                      </a:lvl5pPr>
                      <a:lvl6pPr marL="1714500" algn="l" defTabSz="685800" rtl="0" eaLnBrk="1" latinLnBrk="0" hangingPunct="1">
                        <a:defRPr sz="1350" kern="1200">
                          <a:solidFill>
                            <a:schemeClr val="dk1"/>
                          </a:solidFill>
                          <a:latin typeface="Calibri"/>
                          <a:ea typeface="黑体"/>
                        </a:defRPr>
                      </a:lvl6pPr>
                      <a:lvl7pPr marL="2057400" algn="l" defTabSz="685800" rtl="0" eaLnBrk="1" latinLnBrk="0" hangingPunct="1">
                        <a:defRPr sz="1350" kern="1200">
                          <a:solidFill>
                            <a:schemeClr val="dk1"/>
                          </a:solidFill>
                          <a:latin typeface="Calibri"/>
                          <a:ea typeface="黑体"/>
                        </a:defRPr>
                      </a:lvl7pPr>
                      <a:lvl8pPr marL="2400300" algn="l" defTabSz="685800" rtl="0" eaLnBrk="1" latinLnBrk="0" hangingPunct="1">
                        <a:defRPr sz="1350" kern="1200">
                          <a:solidFill>
                            <a:schemeClr val="dk1"/>
                          </a:solidFill>
                          <a:latin typeface="Calibri"/>
                          <a:ea typeface="黑体"/>
                        </a:defRPr>
                      </a:lvl8pPr>
                      <a:lvl9pPr marL="2743200" algn="l" defTabSz="685800" rtl="0" eaLnBrk="1" latinLnBrk="0" hangingPunct="1">
                        <a:defRPr sz="1350" kern="1200">
                          <a:solidFill>
                            <a:schemeClr val="dk1"/>
                          </a:solidFill>
                          <a:latin typeface="Calibri"/>
                          <a:ea typeface="黑体"/>
                        </a:defRPr>
                      </a:lvl9pPr>
                    </a:lstStyle>
                    <a:p>
                      <a:r>
                        <a:rPr lang="en-US" altLang="zh-CN" sz="2800" b="0" dirty="0">
                          <a:solidFill>
                            <a:schemeClr val="tx1"/>
                          </a:solidFill>
                          <a:latin typeface="+mn-lt"/>
                        </a:rPr>
                        <a:t>B</a:t>
                      </a:r>
                      <a:endParaRPr lang="zh-CN" altLang="en-US" sz="2800" b="0" dirty="0">
                        <a:solidFill>
                          <a:schemeClr val="tx1"/>
                        </a:solidFill>
                        <a:latin typeface="+mn-lt"/>
                      </a:endParaRPr>
                    </a:p>
                  </a:txBody>
                  <a:tcPr marL="140918" marR="140918" marT="70459" marB="704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dk1"/>
                          </a:solidFill>
                          <a:latin typeface="Calibri"/>
                          <a:ea typeface="黑体"/>
                        </a:defRPr>
                      </a:lvl1pPr>
                      <a:lvl2pPr marL="342900" algn="l" defTabSz="685800" rtl="0" eaLnBrk="1" latinLnBrk="0" hangingPunct="1">
                        <a:defRPr sz="1350" kern="1200">
                          <a:solidFill>
                            <a:schemeClr val="dk1"/>
                          </a:solidFill>
                          <a:latin typeface="Calibri"/>
                          <a:ea typeface="黑体"/>
                        </a:defRPr>
                      </a:lvl2pPr>
                      <a:lvl3pPr marL="685800" algn="l" defTabSz="685800" rtl="0" eaLnBrk="1" latinLnBrk="0" hangingPunct="1">
                        <a:defRPr sz="1350" kern="1200">
                          <a:solidFill>
                            <a:schemeClr val="dk1"/>
                          </a:solidFill>
                          <a:latin typeface="Calibri"/>
                          <a:ea typeface="黑体"/>
                        </a:defRPr>
                      </a:lvl3pPr>
                      <a:lvl4pPr marL="1028700" algn="l" defTabSz="685800" rtl="0" eaLnBrk="1" latinLnBrk="0" hangingPunct="1">
                        <a:defRPr sz="1350" kern="1200">
                          <a:solidFill>
                            <a:schemeClr val="dk1"/>
                          </a:solidFill>
                          <a:latin typeface="Calibri"/>
                          <a:ea typeface="黑体"/>
                        </a:defRPr>
                      </a:lvl4pPr>
                      <a:lvl5pPr marL="1371600" algn="l" defTabSz="685800" rtl="0" eaLnBrk="1" latinLnBrk="0" hangingPunct="1">
                        <a:defRPr sz="1350" kern="1200">
                          <a:solidFill>
                            <a:schemeClr val="dk1"/>
                          </a:solidFill>
                          <a:latin typeface="Calibri"/>
                          <a:ea typeface="黑体"/>
                        </a:defRPr>
                      </a:lvl5pPr>
                      <a:lvl6pPr marL="1714500" algn="l" defTabSz="685800" rtl="0" eaLnBrk="1" latinLnBrk="0" hangingPunct="1">
                        <a:defRPr sz="1350" kern="1200">
                          <a:solidFill>
                            <a:schemeClr val="dk1"/>
                          </a:solidFill>
                          <a:latin typeface="Calibri"/>
                          <a:ea typeface="黑体"/>
                        </a:defRPr>
                      </a:lvl6pPr>
                      <a:lvl7pPr marL="2057400" algn="l" defTabSz="685800" rtl="0" eaLnBrk="1" latinLnBrk="0" hangingPunct="1">
                        <a:defRPr sz="1350" kern="1200">
                          <a:solidFill>
                            <a:schemeClr val="dk1"/>
                          </a:solidFill>
                          <a:latin typeface="Calibri"/>
                          <a:ea typeface="黑体"/>
                        </a:defRPr>
                      </a:lvl7pPr>
                      <a:lvl8pPr marL="2400300" algn="l" defTabSz="685800" rtl="0" eaLnBrk="1" latinLnBrk="0" hangingPunct="1">
                        <a:defRPr sz="1350" kern="1200">
                          <a:solidFill>
                            <a:schemeClr val="dk1"/>
                          </a:solidFill>
                          <a:latin typeface="Calibri"/>
                          <a:ea typeface="黑体"/>
                        </a:defRPr>
                      </a:lvl8pPr>
                      <a:lvl9pPr marL="2743200" algn="l" defTabSz="685800" rtl="0" eaLnBrk="1" latinLnBrk="0" hangingPunct="1">
                        <a:defRPr sz="1350" kern="1200">
                          <a:solidFill>
                            <a:schemeClr val="dk1"/>
                          </a:solidFill>
                          <a:latin typeface="Calibri"/>
                          <a:ea typeface="黑体"/>
                        </a:defRPr>
                      </a:lvl9pPr>
                    </a:lstStyle>
                    <a:p>
                      <a:r>
                        <a:rPr lang="en-US" altLang="zh-CN" sz="2800" b="0" dirty="0">
                          <a:solidFill>
                            <a:schemeClr val="tx1"/>
                          </a:solidFill>
                          <a:latin typeface="+mn-lt"/>
                        </a:rPr>
                        <a:t>C</a:t>
                      </a:r>
                      <a:endParaRPr lang="zh-CN" altLang="en-US" sz="2800" b="0" dirty="0">
                        <a:solidFill>
                          <a:schemeClr val="tx1"/>
                        </a:solidFill>
                        <a:latin typeface="+mn-lt"/>
                      </a:endParaRPr>
                    </a:p>
                  </a:txBody>
                  <a:tcPr marL="140918" marR="140918" marT="70459" marB="704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4994179"/>
                  </a:ext>
                </a:extLst>
              </a:tr>
            </a:tbl>
          </a:graphicData>
        </a:graphic>
      </p:graphicFrame>
    </p:spTree>
    <p:extLst>
      <p:ext uri="{BB962C8B-B14F-4D97-AF65-F5344CB8AC3E}">
        <p14:creationId xmlns:p14="http://schemas.microsoft.com/office/powerpoint/2010/main" val="7765440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04934694-E72F-4CF7-A259-EEC47F5E2A06}"/>
              </a:ext>
            </a:extLst>
          </p:cNvPr>
          <p:cNvSpPr>
            <a:spLocks noGrp="1"/>
          </p:cNvSpPr>
          <p:nvPr>
            <p:ph type="sldNum" sz="quarter" idx="12"/>
          </p:nvPr>
        </p:nvSpPr>
        <p:spPr/>
        <p:txBody>
          <a:bodyPr/>
          <a:lstStyle/>
          <a:p>
            <a:fld id="{176ACFD1-D213-4B9C-817B-45486DBF105A}" type="slidenum">
              <a:rPr lang="en-US" smtClean="0">
                <a:solidFill>
                  <a:prstClr val="black"/>
                </a:solidFill>
              </a:rPr>
              <a:pPr/>
              <a:t>41</a:t>
            </a:fld>
            <a:endParaRPr lang="en-US">
              <a:solidFill>
                <a:prstClr val="black"/>
              </a:solidFill>
            </a:endParaRPr>
          </a:p>
        </p:txBody>
      </p:sp>
      <p:sp>
        <p:nvSpPr>
          <p:cNvPr id="3" name="内容占位符 2">
            <a:extLst>
              <a:ext uri="{FF2B5EF4-FFF2-40B4-BE49-F238E27FC236}">
                <a16:creationId xmlns:a16="http://schemas.microsoft.com/office/drawing/2014/main" id="{43EB1704-36C1-4F06-A2D5-E6B9663250BB}"/>
              </a:ext>
            </a:extLst>
          </p:cNvPr>
          <p:cNvSpPr>
            <a:spLocks noGrp="1"/>
          </p:cNvSpPr>
          <p:nvPr>
            <p:ph idx="4294967295"/>
          </p:nvPr>
        </p:nvSpPr>
        <p:spPr>
          <a:xfrm>
            <a:off x="494145" y="1456498"/>
            <a:ext cx="8458200" cy="2249432"/>
          </a:xfrm>
        </p:spPr>
        <p:txBody>
          <a:bodyPr>
            <a:normAutofit/>
          </a:bodyPr>
          <a:lstStyle/>
          <a:p>
            <a:pPr>
              <a:spcBef>
                <a:spcPts val="0"/>
              </a:spcBef>
            </a:pPr>
            <a:r>
              <a:rPr lang="zh-CN" altLang="en-US" sz="2800" b="0" dirty="0">
                <a:latin typeface="Arial" panose="020B0604020202020204" pitchFamily="34" charset="0"/>
                <a:cs typeface="Arial" panose="020B0604020202020204" pitchFamily="34" charset="0"/>
              </a:rPr>
              <a:t>根据状态表，构造蕴含表</a:t>
            </a:r>
          </a:p>
          <a:p>
            <a:pPr lvl="1"/>
            <a:r>
              <a:rPr lang="zh-CN" altLang="en-US" sz="2400" b="0" kern="0" dirty="0">
                <a:solidFill>
                  <a:srgbClr val="000000"/>
                </a:solidFill>
                <a:latin typeface="Arial" panose="020B0604020202020204" pitchFamily="34" charset="0"/>
                <a:ea typeface="黑体"/>
                <a:cs typeface="Arial" panose="020B0604020202020204" pitchFamily="34" charset="0"/>
              </a:rPr>
              <a:t>情景</a:t>
            </a:r>
            <a:r>
              <a:rPr lang="en-US" altLang="zh-CN" sz="2400" b="0" kern="0" dirty="0">
                <a:solidFill>
                  <a:srgbClr val="000000"/>
                </a:solidFill>
                <a:latin typeface="Arial" panose="020B0604020202020204" pitchFamily="34" charset="0"/>
                <a:ea typeface="黑体"/>
                <a:cs typeface="Arial" panose="020B0604020202020204" pitchFamily="34" charset="0"/>
              </a:rPr>
              <a:t>- 1</a:t>
            </a:r>
            <a:r>
              <a:rPr lang="en-US" altLang="zh-CN" sz="2400" b="0" kern="0" dirty="0">
                <a:latin typeface="Arial" panose="020B0604020202020204" pitchFamily="34" charset="0"/>
                <a:ea typeface="黑体"/>
                <a:cs typeface="Arial" panose="020B0604020202020204" pitchFamily="34" charset="0"/>
              </a:rPr>
              <a:t>: </a:t>
            </a:r>
            <a:r>
              <a:rPr lang="zh-CN" altLang="en-US" sz="2400" b="0" kern="0" dirty="0">
                <a:latin typeface="Arial" panose="020B0604020202020204" pitchFamily="34" charset="0"/>
                <a:ea typeface="黑体"/>
                <a:cs typeface="Arial" panose="020B0604020202020204" pitchFamily="34" charset="0"/>
              </a:rPr>
              <a:t>不同输出，标记</a:t>
            </a:r>
            <a:r>
              <a:rPr lang="en-US" altLang="zh-CN" sz="2400" b="0" kern="0" dirty="0">
                <a:latin typeface="Arial" panose="020B0604020202020204" pitchFamily="34" charset="0"/>
                <a:ea typeface="黑体"/>
                <a:cs typeface="Arial" panose="020B0604020202020204" pitchFamily="34" charset="0"/>
              </a:rPr>
              <a:t> “</a:t>
            </a:r>
            <a:r>
              <a:rPr lang="en-US" altLang="zh-CN" sz="2400" b="0" kern="0" dirty="0">
                <a:latin typeface="Arial" panose="020B0604020202020204" pitchFamily="34" charset="0"/>
                <a:ea typeface="黑体"/>
                <a:cs typeface="Arial" panose="020B0604020202020204" pitchFamily="34" charset="0"/>
                <a:sym typeface="Symbol" pitchFamily="18" charset="2"/>
              </a:rPr>
              <a:t>x”</a:t>
            </a:r>
            <a:endParaRPr lang="en-US" altLang="zh-CN" sz="2400" b="0" kern="0" dirty="0">
              <a:latin typeface="Arial" panose="020B0604020202020204" pitchFamily="34" charset="0"/>
              <a:ea typeface="黑体"/>
              <a:cs typeface="Arial" panose="020B0604020202020204" pitchFamily="34" charset="0"/>
            </a:endParaRPr>
          </a:p>
          <a:p>
            <a:pPr lvl="1"/>
            <a:r>
              <a:rPr lang="zh-CN" altLang="en-US" sz="2400" b="0" kern="0" dirty="0">
                <a:solidFill>
                  <a:srgbClr val="000000"/>
                </a:solidFill>
                <a:latin typeface="Arial" panose="020B0604020202020204" pitchFamily="34" charset="0"/>
                <a:ea typeface="黑体"/>
                <a:cs typeface="Arial" panose="020B0604020202020204" pitchFamily="34" charset="0"/>
              </a:rPr>
              <a:t>情景</a:t>
            </a:r>
            <a:r>
              <a:rPr lang="en-US" altLang="zh-CN" sz="2400" b="0" kern="0" dirty="0">
                <a:solidFill>
                  <a:srgbClr val="000000"/>
                </a:solidFill>
                <a:latin typeface="Arial" panose="020B0604020202020204" pitchFamily="34" charset="0"/>
                <a:ea typeface="黑体"/>
                <a:cs typeface="Arial" panose="020B0604020202020204" pitchFamily="34" charset="0"/>
              </a:rPr>
              <a:t>- </a:t>
            </a:r>
            <a:r>
              <a:rPr lang="en-US" altLang="zh-CN" sz="2400" b="0" kern="0" dirty="0">
                <a:latin typeface="Arial" panose="020B0604020202020204" pitchFamily="34" charset="0"/>
                <a:ea typeface="黑体"/>
                <a:cs typeface="Arial" panose="020B0604020202020204" pitchFamily="34" charset="0"/>
              </a:rPr>
              <a:t>2: </a:t>
            </a:r>
            <a:r>
              <a:rPr lang="zh-CN" altLang="en-US" sz="2400" b="0" kern="0" dirty="0">
                <a:latin typeface="Arial" panose="020B0604020202020204" pitchFamily="34" charset="0"/>
                <a:ea typeface="黑体"/>
                <a:cs typeface="Arial" panose="020B0604020202020204" pitchFamily="34" charset="0"/>
              </a:rPr>
              <a:t>等价状态</a:t>
            </a:r>
            <a:r>
              <a:rPr lang="en-US" altLang="zh-CN" sz="2400" b="0" kern="0" dirty="0">
                <a:latin typeface="Arial" panose="020B0604020202020204" pitchFamily="34" charset="0"/>
                <a:ea typeface="黑体"/>
                <a:cs typeface="Arial" panose="020B0604020202020204" pitchFamily="34" charset="0"/>
              </a:rPr>
              <a:t> (</a:t>
            </a:r>
            <a:r>
              <a:rPr lang="zh-CN" altLang="en-US" sz="2400" b="0" kern="0" dirty="0">
                <a:latin typeface="Arial" panose="020B0604020202020204" pitchFamily="34" charset="0"/>
                <a:ea typeface="黑体"/>
                <a:cs typeface="Arial" panose="020B0604020202020204" pitchFamily="34" charset="0"/>
              </a:rPr>
              <a:t>输出</a:t>
            </a:r>
            <a:r>
              <a:rPr lang="en-US" altLang="zh-CN" sz="2400" b="0" kern="0" dirty="0">
                <a:latin typeface="Arial" panose="020B0604020202020204" pitchFamily="34" charset="0"/>
                <a:ea typeface="黑体"/>
                <a:cs typeface="Arial" panose="020B0604020202020204" pitchFamily="34" charset="0"/>
              </a:rPr>
              <a:t>/</a:t>
            </a:r>
            <a:r>
              <a:rPr lang="zh-CN" altLang="en-US" sz="2400" b="0" kern="0" dirty="0">
                <a:latin typeface="Arial" panose="020B0604020202020204" pitchFamily="34" charset="0"/>
                <a:ea typeface="黑体"/>
                <a:cs typeface="Arial" panose="020B0604020202020204" pitchFamily="34" charset="0"/>
              </a:rPr>
              <a:t>次态</a:t>
            </a:r>
            <a:r>
              <a:rPr lang="en-US" altLang="zh-CN" sz="2400" b="0" kern="0" dirty="0">
                <a:latin typeface="Arial" panose="020B0604020202020204" pitchFamily="34" charset="0"/>
                <a:ea typeface="黑体"/>
                <a:cs typeface="Arial" panose="020B0604020202020204" pitchFamily="34" charset="0"/>
              </a:rPr>
              <a:t>)</a:t>
            </a:r>
          </a:p>
          <a:p>
            <a:pPr lvl="2"/>
            <a:r>
              <a:rPr lang="zh-CN" altLang="en-US" b="0" kern="0" dirty="0">
                <a:solidFill>
                  <a:srgbClr val="3333FF"/>
                </a:solidFill>
                <a:latin typeface="Arial" panose="020B0604020202020204" pitchFamily="34" charset="0"/>
                <a:ea typeface="黑体"/>
                <a:cs typeface="Arial" panose="020B0604020202020204" pitchFamily="34" charset="0"/>
              </a:rPr>
              <a:t>标记</a:t>
            </a:r>
            <a:r>
              <a:rPr lang="en-US" altLang="zh-CN" b="0" kern="0" dirty="0">
                <a:solidFill>
                  <a:srgbClr val="3333FF"/>
                </a:solidFill>
                <a:latin typeface="Arial" panose="020B0604020202020204" pitchFamily="34" charset="0"/>
                <a:ea typeface="黑体"/>
                <a:cs typeface="Arial" panose="020B0604020202020204" pitchFamily="34" charset="0"/>
              </a:rPr>
              <a:t> “</a:t>
            </a:r>
            <a:r>
              <a:rPr lang="en-US" altLang="zh-CN" b="0" kern="0" dirty="0">
                <a:solidFill>
                  <a:srgbClr val="3333FF"/>
                </a:solidFill>
                <a:latin typeface="Arial" panose="020B0604020202020204" pitchFamily="34" charset="0"/>
                <a:ea typeface="黑体"/>
                <a:cs typeface="Arial" panose="020B0604020202020204" pitchFamily="34" charset="0"/>
                <a:sym typeface="Symbol" pitchFamily="18" charset="2"/>
              </a:rPr>
              <a:t>”</a:t>
            </a:r>
            <a:endParaRPr lang="en-US" altLang="zh-CN" sz="2000" b="0" dirty="0">
              <a:latin typeface="Arial" panose="020B0604020202020204" pitchFamily="34" charset="0"/>
              <a:cs typeface="Arial" panose="020B0604020202020204" pitchFamily="34" charset="0"/>
            </a:endParaRPr>
          </a:p>
          <a:p>
            <a:pPr lvl="1"/>
            <a:endParaRPr lang="en-US" altLang="zh-CN" sz="1400" b="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9" name="矩形 18">
                <a:extLst>
                  <a:ext uri="{FF2B5EF4-FFF2-40B4-BE49-F238E27FC236}">
                    <a16:creationId xmlns:a16="http://schemas.microsoft.com/office/drawing/2014/main" id="{688B131D-B88B-4EDB-9B32-A3AE0893774A}"/>
                  </a:ext>
                </a:extLst>
              </p:cNvPr>
              <p:cNvSpPr/>
              <p:nvPr/>
            </p:nvSpPr>
            <p:spPr>
              <a:xfrm>
                <a:off x="6934200" y="3279409"/>
                <a:ext cx="990600" cy="461665"/>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2400" b="1" i="0" u="none" strike="noStrike" kern="0" cap="none" spc="0" normalizeH="0" baseline="0" noProof="0" smtClean="0">
                          <a:ln>
                            <a:noFill/>
                          </a:ln>
                          <a:solidFill>
                            <a:srgbClr val="9999FF">
                              <a:lumMod val="75000"/>
                            </a:srgbClr>
                          </a:solidFill>
                          <a:effectLst/>
                          <a:uLnTx/>
                          <a:uFillTx/>
                          <a:latin typeface="Cambria Math" panose="02040503050406030204" pitchFamily="18" charset="0"/>
                        </a:rPr>
                        <m:t>𝐁</m:t>
                      </m:r>
                      <m:r>
                        <a:rPr kumimoji="0" lang="en-US" altLang="zh-CN" sz="2400" b="1" i="0" u="none" strike="noStrike" kern="0" cap="none" spc="0" normalizeH="0" baseline="0" noProof="0" smtClean="0">
                          <a:ln>
                            <a:noFill/>
                          </a:ln>
                          <a:solidFill>
                            <a:srgbClr val="9999FF">
                              <a:lumMod val="75000"/>
                            </a:srgbClr>
                          </a:solidFill>
                          <a:effectLst/>
                          <a:uLnTx/>
                          <a:uFillTx/>
                          <a:latin typeface="Cambria Math" panose="02040503050406030204" pitchFamily="18" charset="0"/>
                          <a:ea typeface="Cambria Math" panose="02040503050406030204" pitchFamily="18" charset="0"/>
                        </a:rPr>
                        <m:t>≡</m:t>
                      </m:r>
                      <m:r>
                        <a:rPr kumimoji="0" lang="en-US" altLang="zh-CN" sz="2400" b="1" i="0" u="none" strike="noStrike" kern="0" cap="none" spc="0" normalizeH="0" baseline="0" noProof="0" smtClean="0">
                          <a:ln>
                            <a:noFill/>
                          </a:ln>
                          <a:solidFill>
                            <a:srgbClr val="9999FF">
                              <a:lumMod val="75000"/>
                            </a:srgbClr>
                          </a:solidFill>
                          <a:effectLst/>
                          <a:uLnTx/>
                          <a:uFillTx/>
                          <a:latin typeface="Cambria Math" panose="02040503050406030204" pitchFamily="18" charset="0"/>
                          <a:ea typeface="Cambria Math" panose="02040503050406030204" pitchFamily="18" charset="0"/>
                        </a:rPr>
                        <m:t>𝐂</m:t>
                      </m:r>
                    </m:oMath>
                  </m:oMathPara>
                </a14:m>
                <a:endParaRPr kumimoji="0" lang="zh-CN" altLang="en-US" sz="2400" u="none" strike="noStrike" kern="0" cap="none" spc="0" normalizeH="0" baseline="0" noProof="0" dirty="0">
                  <a:ln>
                    <a:noFill/>
                  </a:ln>
                  <a:solidFill>
                    <a:srgbClr val="9999FF">
                      <a:lumMod val="75000"/>
                    </a:srgbClr>
                  </a:solidFill>
                  <a:effectLst/>
                  <a:uLnTx/>
                  <a:uFillTx/>
                  <a:latin typeface="Arial" panose="020B0604020202020204" pitchFamily="34" charset="0"/>
                  <a:cs typeface="Arial" panose="020B0604020202020204" pitchFamily="34" charset="0"/>
                </a:endParaRPr>
              </a:p>
            </p:txBody>
          </p:sp>
        </mc:Choice>
        <mc:Fallback xmlns="">
          <p:sp>
            <p:nvSpPr>
              <p:cNvPr id="19" name="矩形 18">
                <a:extLst>
                  <a:ext uri="{FF2B5EF4-FFF2-40B4-BE49-F238E27FC236}">
                    <a16:creationId xmlns:a16="http://schemas.microsoft.com/office/drawing/2014/main" id="{688B131D-B88B-4EDB-9B32-A3AE0893774A}"/>
                  </a:ext>
                </a:extLst>
              </p:cNvPr>
              <p:cNvSpPr>
                <a:spLocks noRot="1" noChangeAspect="1" noMove="1" noResize="1" noEditPoints="1" noAdjustHandles="1" noChangeArrowheads="1" noChangeShapeType="1" noTextEdit="1"/>
              </p:cNvSpPr>
              <p:nvPr/>
            </p:nvSpPr>
            <p:spPr>
              <a:xfrm>
                <a:off x="6934200" y="3279409"/>
                <a:ext cx="990600" cy="461665"/>
              </a:xfrm>
              <a:prstGeom prst="rect">
                <a:avLst/>
              </a:prstGeom>
              <a:blipFill>
                <a:blip r:embed="rId2"/>
                <a:stretch>
                  <a:fillRect l="-617"/>
                </a:stretch>
              </a:blipFill>
            </p:spPr>
            <p:txBody>
              <a:bodyPr/>
              <a:lstStyle/>
              <a:p>
                <a:r>
                  <a:rPr lang="zh-CN" altLang="en-US">
                    <a:noFill/>
                  </a:rPr>
                  <a:t> </a:t>
                </a:r>
              </a:p>
            </p:txBody>
          </p:sp>
        </mc:Fallback>
      </mc:AlternateContent>
      <p:sp>
        <p:nvSpPr>
          <p:cNvPr id="6" name="Title 4">
            <a:extLst>
              <a:ext uri="{FF2B5EF4-FFF2-40B4-BE49-F238E27FC236}">
                <a16:creationId xmlns:a16="http://schemas.microsoft.com/office/drawing/2014/main" id="{F24A9951-2ACC-2803-3DA6-FAC59DEF5F6C}"/>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latin typeface="黑体" panose="02010609060101010101" pitchFamily="49" charset="-122"/>
                <a:ea typeface="黑体" panose="02010609060101010101" pitchFamily="49" charset="-122"/>
              </a:rPr>
              <a:t> 蕴含表化简技术</a:t>
            </a:r>
            <a:endParaRPr lang="en-CN" altLang="zh-CN" sz="4000" dirty="0">
              <a:solidFill>
                <a:srgbClr val="0000FF"/>
              </a:solidFill>
              <a:latin typeface="Arial" panose="020B0604020202020204" pitchFamily="34" charset="0"/>
              <a:cs typeface="Arial" panose="020B0604020202020204" pitchFamily="34" charset="0"/>
            </a:endParaRPr>
          </a:p>
        </p:txBody>
      </p:sp>
      <p:graphicFrame>
        <p:nvGraphicFramePr>
          <p:cNvPr id="8" name="表格 7">
            <a:extLst>
              <a:ext uri="{FF2B5EF4-FFF2-40B4-BE49-F238E27FC236}">
                <a16:creationId xmlns:a16="http://schemas.microsoft.com/office/drawing/2014/main" id="{DCA93FCD-BC59-479F-916C-DAFEE9BFB9C4}"/>
              </a:ext>
            </a:extLst>
          </p:cNvPr>
          <p:cNvGraphicFramePr>
            <a:graphicFrameLocks noGrp="1"/>
          </p:cNvGraphicFramePr>
          <p:nvPr>
            <p:extLst>
              <p:ext uri="{D42A27DB-BD31-4B8C-83A1-F6EECF244321}">
                <p14:modId xmlns:p14="http://schemas.microsoft.com/office/powerpoint/2010/main" val="4178192540"/>
              </p:ext>
            </p:extLst>
          </p:nvPr>
        </p:nvGraphicFramePr>
        <p:xfrm>
          <a:off x="691935" y="3942489"/>
          <a:ext cx="4143811" cy="2027866"/>
        </p:xfrm>
        <a:graphic>
          <a:graphicData uri="http://schemas.openxmlformats.org/drawingml/2006/table">
            <a:tbl>
              <a:tblPr/>
              <a:tblGrid>
                <a:gridCol w="918211">
                  <a:extLst>
                    <a:ext uri="{9D8B030D-6E8A-4147-A177-3AD203B41FA5}">
                      <a16:colId xmlns:a16="http://schemas.microsoft.com/office/drawing/2014/main" val="2301544513"/>
                    </a:ext>
                  </a:extLst>
                </a:gridCol>
                <a:gridCol w="806400">
                  <a:extLst>
                    <a:ext uri="{9D8B030D-6E8A-4147-A177-3AD203B41FA5}">
                      <a16:colId xmlns:a16="http://schemas.microsoft.com/office/drawing/2014/main" val="4003504590"/>
                    </a:ext>
                  </a:extLst>
                </a:gridCol>
                <a:gridCol w="806400">
                  <a:extLst>
                    <a:ext uri="{9D8B030D-6E8A-4147-A177-3AD203B41FA5}">
                      <a16:colId xmlns:a16="http://schemas.microsoft.com/office/drawing/2014/main" val="719376560"/>
                    </a:ext>
                  </a:extLst>
                </a:gridCol>
                <a:gridCol w="806400">
                  <a:extLst>
                    <a:ext uri="{9D8B030D-6E8A-4147-A177-3AD203B41FA5}">
                      <a16:colId xmlns:a16="http://schemas.microsoft.com/office/drawing/2014/main" val="1829280366"/>
                    </a:ext>
                  </a:extLst>
                </a:gridCol>
                <a:gridCol w="806400">
                  <a:extLst>
                    <a:ext uri="{9D8B030D-6E8A-4147-A177-3AD203B41FA5}">
                      <a16:colId xmlns:a16="http://schemas.microsoft.com/office/drawing/2014/main" val="862633949"/>
                    </a:ext>
                  </a:extLst>
                </a:gridCol>
              </a:tblGrid>
              <a:tr h="621823">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2000" b="1" i="0" u="none" strike="noStrike" cap="none" normalizeH="0" baseline="0">
                          <a:ln>
                            <a:noFill/>
                          </a:ln>
                          <a:solidFill>
                            <a:schemeClr val="tx1"/>
                          </a:solidFill>
                          <a:effectLst/>
                          <a:latin typeface="+mn-lt"/>
                          <a:ea typeface="黑体" panose="02010609060101010101" pitchFamily="49" charset="-122"/>
                        </a:rPr>
                        <a:t>现态</a:t>
                      </a:r>
                      <a:endParaRPr kumimoji="0" lang="zh-CN" altLang="en-US" sz="2000" b="1" i="0" u="none" strike="noStrike" cap="none" normalizeH="0" baseline="0" dirty="0">
                        <a:ln>
                          <a:noFill/>
                        </a:ln>
                        <a:solidFill>
                          <a:schemeClr val="tx1"/>
                        </a:solidFill>
                        <a:effectLst/>
                        <a:latin typeface="+mn-lt"/>
                        <a:ea typeface="黑体" panose="02010609060101010101" pitchFamily="49"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gridSpan="2">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2000" b="1" i="0" u="none" strike="noStrike" cap="none" normalizeH="0" baseline="0" dirty="0">
                          <a:ln>
                            <a:noFill/>
                          </a:ln>
                          <a:solidFill>
                            <a:schemeClr val="tx1"/>
                          </a:solidFill>
                          <a:effectLst/>
                          <a:latin typeface="+mn-lt"/>
                          <a:ea typeface="黑体" panose="02010609060101010101" pitchFamily="49" charset="-122"/>
                        </a:rPr>
                        <a:t>次态</a:t>
                      </a:r>
                      <a:endParaRPr kumimoji="0" lang="en-US" altLang="zh-CN" sz="2000" b="1" i="0" u="none" strike="noStrike" cap="none" normalizeH="0" baseline="0" dirty="0">
                        <a:ln>
                          <a:noFill/>
                        </a:ln>
                        <a:solidFill>
                          <a:schemeClr val="tx1"/>
                        </a:solidFill>
                        <a:effectLst/>
                        <a:latin typeface="+mn-lt"/>
                        <a:ea typeface="黑体" panose="02010609060101010101" pitchFamily="49" charset="-122"/>
                      </a:endParaRPr>
                    </a:p>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dirty="0">
                          <a:ln>
                            <a:noFill/>
                          </a:ln>
                          <a:solidFill>
                            <a:schemeClr val="tx1"/>
                          </a:solidFill>
                          <a:effectLst/>
                          <a:latin typeface="+mn-lt"/>
                          <a:ea typeface="黑体" panose="02010609060101010101" pitchFamily="49" charset="-122"/>
                        </a:rPr>
                        <a:t>x=0    x=1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tc gridSpan="2">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2000" b="1" i="0" u="none" strike="noStrike" cap="none" normalizeH="0" baseline="0" dirty="0">
                          <a:ln>
                            <a:noFill/>
                          </a:ln>
                          <a:solidFill>
                            <a:schemeClr val="tx1"/>
                          </a:solidFill>
                          <a:effectLst/>
                          <a:latin typeface="+mn-lt"/>
                          <a:ea typeface="黑体" panose="02010609060101010101" pitchFamily="49" charset="-122"/>
                        </a:rPr>
                        <a:t>输出</a:t>
                      </a:r>
                      <a:endParaRPr kumimoji="0" lang="en-US" altLang="zh-CN" sz="2000" b="1" i="0" u="none" strike="noStrike" cap="none" normalizeH="0" baseline="0" dirty="0">
                        <a:ln>
                          <a:noFill/>
                        </a:ln>
                        <a:solidFill>
                          <a:schemeClr val="tx1"/>
                        </a:solidFill>
                        <a:effectLst/>
                        <a:latin typeface="+mn-lt"/>
                        <a:ea typeface="黑体" panose="02010609060101010101" pitchFamily="49" charset="-122"/>
                      </a:endParaRPr>
                    </a:p>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dirty="0">
                          <a:ln>
                            <a:noFill/>
                          </a:ln>
                          <a:solidFill>
                            <a:schemeClr val="tx1"/>
                          </a:solidFill>
                          <a:effectLst/>
                          <a:latin typeface="+mn-lt"/>
                          <a:ea typeface="黑体" panose="02010609060101010101" pitchFamily="49" charset="-122"/>
                        </a:rPr>
                        <a:t>x=0     x=1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extLst>
                  <a:ext uri="{0D108BD9-81ED-4DB2-BD59-A6C34878D82A}">
                    <a16:rowId xmlns:a16="http://schemas.microsoft.com/office/drawing/2014/main" val="2547775410"/>
                  </a:ext>
                </a:extLst>
              </a:tr>
              <a:tr h="351465">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黑体" panose="02010609060101010101" pitchFamily="49" charset="-122"/>
                        </a:rPr>
                        <a:t>A</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黑体" panose="02010609060101010101" pitchFamily="49" charset="-122"/>
                        </a:rPr>
                        <a:t>D</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黑体" panose="02010609060101010101" pitchFamily="49" charset="-122"/>
                        </a:rPr>
                        <a:t>C</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黑体" panose="02010609060101010101" pitchFamily="49" charset="-122"/>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黑体" panose="02010609060101010101" pitchFamily="49" charset="-122"/>
                        </a:rPr>
                        <a:t>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155760733"/>
                  </a:ext>
                </a:extLst>
              </a:tr>
              <a:tr h="351648">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黑体" panose="02010609060101010101" pitchFamily="49" charset="-122"/>
                        </a:rPr>
                        <a:t>B</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dirty="0">
                          <a:ln>
                            <a:noFill/>
                          </a:ln>
                          <a:solidFill>
                            <a:srgbClr val="3333FF"/>
                          </a:solidFill>
                          <a:effectLst/>
                          <a:latin typeface="+mn-lt"/>
                          <a:ea typeface="宋体" pitchFamily="2" charset="-122"/>
                        </a:rPr>
                        <a:t>A</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dirty="0">
                          <a:ln>
                            <a:noFill/>
                          </a:ln>
                          <a:solidFill>
                            <a:srgbClr val="3333FF"/>
                          </a:solidFill>
                          <a:effectLst/>
                          <a:latin typeface="+mn-lt"/>
                          <a:ea typeface="宋体" pitchFamily="2" charset="-122"/>
                        </a:rPr>
                        <a:t>C</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dirty="0">
                          <a:ln>
                            <a:noFill/>
                          </a:ln>
                          <a:solidFill>
                            <a:srgbClr val="3333FF"/>
                          </a:solidFill>
                          <a:effectLst/>
                          <a:latin typeface="+mn-lt"/>
                          <a:ea typeface="宋体" pitchFamily="2" charset="-122"/>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dirty="0">
                          <a:ln>
                            <a:noFill/>
                          </a:ln>
                          <a:solidFill>
                            <a:srgbClr val="3333FF"/>
                          </a:solidFill>
                          <a:effectLst/>
                          <a:latin typeface="+mn-lt"/>
                          <a:ea typeface="宋体" pitchFamily="2" charset="-122"/>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056943792"/>
                  </a:ext>
                </a:extLst>
              </a:tr>
              <a:tr h="351465">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黑体" panose="02010609060101010101" pitchFamily="49" charset="-122"/>
                        </a:rPr>
                        <a:t>C</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dirty="0">
                          <a:ln>
                            <a:noFill/>
                          </a:ln>
                          <a:solidFill>
                            <a:srgbClr val="3333FF"/>
                          </a:solidFill>
                          <a:effectLst/>
                          <a:latin typeface="+mn-lt"/>
                          <a:ea typeface="宋体" pitchFamily="2" charset="-122"/>
                        </a:rPr>
                        <a:t>A</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dirty="0">
                          <a:ln>
                            <a:noFill/>
                          </a:ln>
                          <a:solidFill>
                            <a:srgbClr val="3333FF"/>
                          </a:solidFill>
                          <a:effectLst/>
                          <a:latin typeface="+mn-lt"/>
                          <a:ea typeface="宋体" pitchFamily="2" charset="-122"/>
                        </a:rPr>
                        <a:t>C</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dirty="0">
                          <a:ln>
                            <a:noFill/>
                          </a:ln>
                          <a:solidFill>
                            <a:srgbClr val="3333FF"/>
                          </a:solidFill>
                          <a:effectLst/>
                          <a:latin typeface="+mn-lt"/>
                          <a:ea typeface="宋体" pitchFamily="2" charset="-122"/>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dirty="0">
                          <a:ln>
                            <a:noFill/>
                          </a:ln>
                          <a:solidFill>
                            <a:srgbClr val="3333FF"/>
                          </a:solidFill>
                          <a:effectLst/>
                          <a:latin typeface="+mn-lt"/>
                          <a:ea typeface="宋体" pitchFamily="2" charset="-122"/>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063238473"/>
                  </a:ext>
                </a:extLst>
              </a:tr>
              <a:tr h="351465">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黑体" panose="02010609060101010101" pitchFamily="49" charset="-122"/>
                        </a:rPr>
                        <a:t>D</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黑体" panose="02010609060101010101" pitchFamily="49" charset="-122"/>
                        </a:rPr>
                        <a:t>D</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黑体" panose="02010609060101010101" pitchFamily="49" charset="-122"/>
                        </a:rPr>
                        <a:t>B</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黑体" panose="02010609060101010101" pitchFamily="49" charset="-122"/>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黑体" panose="02010609060101010101" pitchFamily="49" charset="-122"/>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4147802507"/>
                  </a:ext>
                </a:extLst>
              </a:tr>
            </a:tbl>
          </a:graphicData>
        </a:graphic>
      </p:graphicFrame>
      <p:graphicFrame>
        <p:nvGraphicFramePr>
          <p:cNvPr id="11" name="表格 10">
            <a:extLst>
              <a:ext uri="{FF2B5EF4-FFF2-40B4-BE49-F238E27FC236}">
                <a16:creationId xmlns:a16="http://schemas.microsoft.com/office/drawing/2014/main" id="{8E9E7AAB-B96F-4CAC-AE0D-022F2C90C1D5}"/>
              </a:ext>
            </a:extLst>
          </p:cNvPr>
          <p:cNvGraphicFramePr>
            <a:graphicFrameLocks noGrp="1"/>
          </p:cNvGraphicFramePr>
          <p:nvPr>
            <p:extLst>
              <p:ext uri="{D42A27DB-BD31-4B8C-83A1-F6EECF244321}">
                <p14:modId xmlns:p14="http://schemas.microsoft.com/office/powerpoint/2010/main" val="1052081041"/>
              </p:ext>
            </p:extLst>
          </p:nvPr>
        </p:nvGraphicFramePr>
        <p:xfrm>
          <a:off x="6019800" y="3953375"/>
          <a:ext cx="2286000" cy="2286000"/>
        </p:xfrm>
        <a:graphic>
          <a:graphicData uri="http://schemas.openxmlformats.org/drawingml/2006/table">
            <a:tbl>
              <a:tblPr firstRow="1" bandRow="1"/>
              <a:tblGrid>
                <a:gridCol w="571500">
                  <a:extLst>
                    <a:ext uri="{9D8B030D-6E8A-4147-A177-3AD203B41FA5}">
                      <a16:colId xmlns:a16="http://schemas.microsoft.com/office/drawing/2014/main" val="4146872799"/>
                    </a:ext>
                  </a:extLst>
                </a:gridCol>
                <a:gridCol w="571500">
                  <a:extLst>
                    <a:ext uri="{9D8B030D-6E8A-4147-A177-3AD203B41FA5}">
                      <a16:colId xmlns:a16="http://schemas.microsoft.com/office/drawing/2014/main" val="3837899256"/>
                    </a:ext>
                  </a:extLst>
                </a:gridCol>
                <a:gridCol w="571500">
                  <a:extLst>
                    <a:ext uri="{9D8B030D-6E8A-4147-A177-3AD203B41FA5}">
                      <a16:colId xmlns:a16="http://schemas.microsoft.com/office/drawing/2014/main" val="2054637459"/>
                    </a:ext>
                  </a:extLst>
                </a:gridCol>
                <a:gridCol w="571500">
                  <a:extLst>
                    <a:ext uri="{9D8B030D-6E8A-4147-A177-3AD203B41FA5}">
                      <a16:colId xmlns:a16="http://schemas.microsoft.com/office/drawing/2014/main" val="2880068608"/>
                    </a:ext>
                  </a:extLst>
                </a:gridCol>
              </a:tblGrid>
              <a:tr h="571500">
                <a:tc>
                  <a:txBody>
                    <a:bodyPr/>
                    <a:lstStyle>
                      <a:lvl1pPr marL="0" algn="l" defTabSz="685800" rtl="0" eaLnBrk="1" latinLnBrk="0" hangingPunct="1">
                        <a:defRPr sz="1350" b="1" kern="1200">
                          <a:solidFill>
                            <a:schemeClr val="lt1"/>
                          </a:solidFill>
                          <a:latin typeface="Calibri"/>
                          <a:ea typeface="黑体"/>
                        </a:defRPr>
                      </a:lvl1pPr>
                      <a:lvl2pPr marL="342900" algn="l" defTabSz="685800" rtl="0" eaLnBrk="1" latinLnBrk="0" hangingPunct="1">
                        <a:defRPr sz="1350" b="1" kern="1200">
                          <a:solidFill>
                            <a:schemeClr val="lt1"/>
                          </a:solidFill>
                          <a:latin typeface="Calibri"/>
                          <a:ea typeface="黑体"/>
                        </a:defRPr>
                      </a:lvl2pPr>
                      <a:lvl3pPr marL="685800" algn="l" defTabSz="685800" rtl="0" eaLnBrk="1" latinLnBrk="0" hangingPunct="1">
                        <a:defRPr sz="1350" b="1" kern="1200">
                          <a:solidFill>
                            <a:schemeClr val="lt1"/>
                          </a:solidFill>
                          <a:latin typeface="Calibri"/>
                          <a:ea typeface="黑体"/>
                        </a:defRPr>
                      </a:lvl3pPr>
                      <a:lvl4pPr marL="1028700" algn="l" defTabSz="685800" rtl="0" eaLnBrk="1" latinLnBrk="0" hangingPunct="1">
                        <a:defRPr sz="1350" b="1" kern="1200">
                          <a:solidFill>
                            <a:schemeClr val="lt1"/>
                          </a:solidFill>
                          <a:latin typeface="Calibri"/>
                          <a:ea typeface="黑体"/>
                        </a:defRPr>
                      </a:lvl4pPr>
                      <a:lvl5pPr marL="1371600" algn="l" defTabSz="685800" rtl="0" eaLnBrk="1" latinLnBrk="0" hangingPunct="1">
                        <a:defRPr sz="1350" b="1" kern="1200">
                          <a:solidFill>
                            <a:schemeClr val="lt1"/>
                          </a:solidFill>
                          <a:latin typeface="Calibri"/>
                          <a:ea typeface="黑体"/>
                        </a:defRPr>
                      </a:lvl5pPr>
                      <a:lvl6pPr marL="1714500" algn="l" defTabSz="685800" rtl="0" eaLnBrk="1" latinLnBrk="0" hangingPunct="1">
                        <a:defRPr sz="1350" b="1" kern="1200">
                          <a:solidFill>
                            <a:schemeClr val="lt1"/>
                          </a:solidFill>
                          <a:latin typeface="Calibri"/>
                          <a:ea typeface="黑体"/>
                        </a:defRPr>
                      </a:lvl6pPr>
                      <a:lvl7pPr marL="2057400" algn="l" defTabSz="685800" rtl="0" eaLnBrk="1" latinLnBrk="0" hangingPunct="1">
                        <a:defRPr sz="1350" b="1" kern="1200">
                          <a:solidFill>
                            <a:schemeClr val="lt1"/>
                          </a:solidFill>
                          <a:latin typeface="Calibri"/>
                          <a:ea typeface="黑体"/>
                        </a:defRPr>
                      </a:lvl7pPr>
                      <a:lvl8pPr marL="2400300" algn="l" defTabSz="685800" rtl="0" eaLnBrk="1" latinLnBrk="0" hangingPunct="1">
                        <a:defRPr sz="1350" b="1" kern="1200">
                          <a:solidFill>
                            <a:schemeClr val="lt1"/>
                          </a:solidFill>
                          <a:latin typeface="Calibri"/>
                          <a:ea typeface="黑体"/>
                        </a:defRPr>
                      </a:lvl8pPr>
                      <a:lvl9pPr marL="2743200" algn="l" defTabSz="685800" rtl="0" eaLnBrk="1" latinLnBrk="0" hangingPunct="1">
                        <a:defRPr sz="1350" b="1" kern="1200">
                          <a:solidFill>
                            <a:schemeClr val="lt1"/>
                          </a:solidFill>
                          <a:latin typeface="Calibri"/>
                          <a:ea typeface="黑体"/>
                        </a:defRPr>
                      </a:lvl9pPr>
                    </a:lstStyle>
                    <a:p>
                      <a:r>
                        <a:rPr lang="en-US" altLang="zh-CN" sz="2800" b="0" dirty="0">
                          <a:solidFill>
                            <a:schemeClr val="tx1"/>
                          </a:solidFill>
                          <a:latin typeface="+mn-lt"/>
                        </a:rPr>
                        <a:t>B</a:t>
                      </a:r>
                      <a:endParaRPr lang="zh-CN" altLang="en-US" sz="2800" b="0" dirty="0">
                        <a:solidFill>
                          <a:schemeClr val="tx1"/>
                        </a:solidFill>
                        <a:latin typeface="+mn-lt"/>
                      </a:endParaRPr>
                    </a:p>
                  </a:txBody>
                  <a:tcPr marL="140918" marR="140918" marT="70459" marB="70459">
                    <a:lnL w="12700" cap="flat" cmpd="sng" algn="ctr">
                      <a:no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b="1" kern="1200">
                          <a:solidFill>
                            <a:schemeClr val="lt1"/>
                          </a:solidFill>
                          <a:latin typeface="Calibri"/>
                          <a:ea typeface="黑体"/>
                        </a:defRPr>
                      </a:lvl1pPr>
                      <a:lvl2pPr marL="342900" algn="l" defTabSz="685800" rtl="0" eaLnBrk="1" latinLnBrk="0" hangingPunct="1">
                        <a:defRPr sz="1350" b="1" kern="1200">
                          <a:solidFill>
                            <a:schemeClr val="lt1"/>
                          </a:solidFill>
                          <a:latin typeface="Calibri"/>
                          <a:ea typeface="黑体"/>
                        </a:defRPr>
                      </a:lvl2pPr>
                      <a:lvl3pPr marL="685800" algn="l" defTabSz="685800" rtl="0" eaLnBrk="1" latinLnBrk="0" hangingPunct="1">
                        <a:defRPr sz="1350" b="1" kern="1200">
                          <a:solidFill>
                            <a:schemeClr val="lt1"/>
                          </a:solidFill>
                          <a:latin typeface="Calibri"/>
                          <a:ea typeface="黑体"/>
                        </a:defRPr>
                      </a:lvl3pPr>
                      <a:lvl4pPr marL="1028700" algn="l" defTabSz="685800" rtl="0" eaLnBrk="1" latinLnBrk="0" hangingPunct="1">
                        <a:defRPr sz="1350" b="1" kern="1200">
                          <a:solidFill>
                            <a:schemeClr val="lt1"/>
                          </a:solidFill>
                          <a:latin typeface="Calibri"/>
                          <a:ea typeface="黑体"/>
                        </a:defRPr>
                      </a:lvl4pPr>
                      <a:lvl5pPr marL="1371600" algn="l" defTabSz="685800" rtl="0" eaLnBrk="1" latinLnBrk="0" hangingPunct="1">
                        <a:defRPr sz="1350" b="1" kern="1200">
                          <a:solidFill>
                            <a:schemeClr val="lt1"/>
                          </a:solidFill>
                          <a:latin typeface="Calibri"/>
                          <a:ea typeface="黑体"/>
                        </a:defRPr>
                      </a:lvl5pPr>
                      <a:lvl6pPr marL="1714500" algn="l" defTabSz="685800" rtl="0" eaLnBrk="1" latinLnBrk="0" hangingPunct="1">
                        <a:defRPr sz="1350" b="1" kern="1200">
                          <a:solidFill>
                            <a:schemeClr val="lt1"/>
                          </a:solidFill>
                          <a:latin typeface="Calibri"/>
                          <a:ea typeface="黑体"/>
                        </a:defRPr>
                      </a:lvl6pPr>
                      <a:lvl7pPr marL="2057400" algn="l" defTabSz="685800" rtl="0" eaLnBrk="1" latinLnBrk="0" hangingPunct="1">
                        <a:defRPr sz="1350" b="1" kern="1200">
                          <a:solidFill>
                            <a:schemeClr val="lt1"/>
                          </a:solidFill>
                          <a:latin typeface="Calibri"/>
                          <a:ea typeface="黑体"/>
                        </a:defRPr>
                      </a:lvl7pPr>
                      <a:lvl8pPr marL="2400300" algn="l" defTabSz="685800" rtl="0" eaLnBrk="1" latinLnBrk="0" hangingPunct="1">
                        <a:defRPr sz="1350" b="1" kern="1200">
                          <a:solidFill>
                            <a:schemeClr val="lt1"/>
                          </a:solidFill>
                          <a:latin typeface="Calibri"/>
                          <a:ea typeface="黑体"/>
                        </a:defRPr>
                      </a:lvl8pPr>
                      <a:lvl9pPr marL="2743200" algn="l" defTabSz="685800" rtl="0" eaLnBrk="1" latinLnBrk="0" hangingPunct="1">
                        <a:defRPr sz="1350" b="1" kern="1200">
                          <a:solidFill>
                            <a:schemeClr val="lt1"/>
                          </a:solidFill>
                          <a:latin typeface="Calibri"/>
                          <a:ea typeface="黑体"/>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schemeClr val="tx1"/>
                          </a:solidFill>
                          <a:effectLst/>
                          <a:uLnTx/>
                          <a:uFillTx/>
                          <a:latin typeface="+mn-lt"/>
                          <a:ea typeface="+mn-ea"/>
                          <a:cs typeface="+mn-cs"/>
                          <a:sym typeface="Symbol" pitchFamily="18" charset="2"/>
                        </a:rPr>
                        <a:t>x</a:t>
                      </a:r>
                      <a:endParaRPr lang="zh-CN" altLang="en-US" sz="2800" b="1" dirty="0">
                        <a:solidFill>
                          <a:schemeClr val="tx1"/>
                        </a:solidFill>
                        <a:latin typeface="+mn-lt"/>
                      </a:endParaRPr>
                    </a:p>
                  </a:txBody>
                  <a:tcPr marL="140918" marR="140918" marT="70459" marB="7045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b="1" kern="1200">
                          <a:solidFill>
                            <a:schemeClr val="lt1"/>
                          </a:solidFill>
                          <a:latin typeface="Calibri"/>
                          <a:ea typeface="黑体"/>
                        </a:defRPr>
                      </a:lvl1pPr>
                      <a:lvl2pPr marL="342900" algn="l" defTabSz="685800" rtl="0" eaLnBrk="1" latinLnBrk="0" hangingPunct="1">
                        <a:defRPr sz="1350" b="1" kern="1200">
                          <a:solidFill>
                            <a:schemeClr val="lt1"/>
                          </a:solidFill>
                          <a:latin typeface="Calibri"/>
                          <a:ea typeface="黑体"/>
                        </a:defRPr>
                      </a:lvl2pPr>
                      <a:lvl3pPr marL="685800" algn="l" defTabSz="685800" rtl="0" eaLnBrk="1" latinLnBrk="0" hangingPunct="1">
                        <a:defRPr sz="1350" b="1" kern="1200">
                          <a:solidFill>
                            <a:schemeClr val="lt1"/>
                          </a:solidFill>
                          <a:latin typeface="Calibri"/>
                          <a:ea typeface="黑体"/>
                        </a:defRPr>
                      </a:lvl3pPr>
                      <a:lvl4pPr marL="1028700" algn="l" defTabSz="685800" rtl="0" eaLnBrk="1" latinLnBrk="0" hangingPunct="1">
                        <a:defRPr sz="1350" b="1" kern="1200">
                          <a:solidFill>
                            <a:schemeClr val="lt1"/>
                          </a:solidFill>
                          <a:latin typeface="Calibri"/>
                          <a:ea typeface="黑体"/>
                        </a:defRPr>
                      </a:lvl4pPr>
                      <a:lvl5pPr marL="1371600" algn="l" defTabSz="685800" rtl="0" eaLnBrk="1" latinLnBrk="0" hangingPunct="1">
                        <a:defRPr sz="1350" b="1" kern="1200">
                          <a:solidFill>
                            <a:schemeClr val="lt1"/>
                          </a:solidFill>
                          <a:latin typeface="Calibri"/>
                          <a:ea typeface="黑体"/>
                        </a:defRPr>
                      </a:lvl5pPr>
                      <a:lvl6pPr marL="1714500" algn="l" defTabSz="685800" rtl="0" eaLnBrk="1" latinLnBrk="0" hangingPunct="1">
                        <a:defRPr sz="1350" b="1" kern="1200">
                          <a:solidFill>
                            <a:schemeClr val="lt1"/>
                          </a:solidFill>
                          <a:latin typeface="Calibri"/>
                          <a:ea typeface="黑体"/>
                        </a:defRPr>
                      </a:lvl6pPr>
                      <a:lvl7pPr marL="2057400" algn="l" defTabSz="685800" rtl="0" eaLnBrk="1" latinLnBrk="0" hangingPunct="1">
                        <a:defRPr sz="1350" b="1" kern="1200">
                          <a:solidFill>
                            <a:schemeClr val="lt1"/>
                          </a:solidFill>
                          <a:latin typeface="Calibri"/>
                          <a:ea typeface="黑体"/>
                        </a:defRPr>
                      </a:lvl7pPr>
                      <a:lvl8pPr marL="2400300" algn="l" defTabSz="685800" rtl="0" eaLnBrk="1" latinLnBrk="0" hangingPunct="1">
                        <a:defRPr sz="1350" b="1" kern="1200">
                          <a:solidFill>
                            <a:schemeClr val="lt1"/>
                          </a:solidFill>
                          <a:latin typeface="Calibri"/>
                          <a:ea typeface="黑体"/>
                        </a:defRPr>
                      </a:lvl8pPr>
                      <a:lvl9pPr marL="2743200" algn="l" defTabSz="685800" rtl="0" eaLnBrk="1" latinLnBrk="0" hangingPunct="1">
                        <a:defRPr sz="1350" b="1" kern="1200">
                          <a:solidFill>
                            <a:schemeClr val="lt1"/>
                          </a:solidFill>
                          <a:latin typeface="Calibri"/>
                          <a:ea typeface="黑体"/>
                        </a:defRPr>
                      </a:lvl9pPr>
                    </a:lstStyle>
                    <a:p>
                      <a:endParaRPr lang="zh-CN" altLang="en-US" sz="2800" b="0" dirty="0">
                        <a:solidFill>
                          <a:schemeClr val="tx1"/>
                        </a:solidFill>
                        <a:latin typeface="+mn-lt"/>
                      </a:endParaRPr>
                    </a:p>
                  </a:txBody>
                  <a:tcPr marL="140918" marR="140918" marT="70459" marB="70459">
                    <a:lnL w="12700" cap="flat" cmpd="sng" algn="ctr">
                      <a:solidFill>
                        <a:srgbClr val="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b="1" kern="1200">
                          <a:solidFill>
                            <a:schemeClr val="lt1"/>
                          </a:solidFill>
                          <a:latin typeface="Calibri"/>
                          <a:ea typeface="黑体"/>
                        </a:defRPr>
                      </a:lvl1pPr>
                      <a:lvl2pPr marL="342900" algn="l" defTabSz="685800" rtl="0" eaLnBrk="1" latinLnBrk="0" hangingPunct="1">
                        <a:defRPr sz="1350" b="1" kern="1200">
                          <a:solidFill>
                            <a:schemeClr val="lt1"/>
                          </a:solidFill>
                          <a:latin typeface="Calibri"/>
                          <a:ea typeface="黑体"/>
                        </a:defRPr>
                      </a:lvl2pPr>
                      <a:lvl3pPr marL="685800" algn="l" defTabSz="685800" rtl="0" eaLnBrk="1" latinLnBrk="0" hangingPunct="1">
                        <a:defRPr sz="1350" b="1" kern="1200">
                          <a:solidFill>
                            <a:schemeClr val="lt1"/>
                          </a:solidFill>
                          <a:latin typeface="Calibri"/>
                          <a:ea typeface="黑体"/>
                        </a:defRPr>
                      </a:lvl3pPr>
                      <a:lvl4pPr marL="1028700" algn="l" defTabSz="685800" rtl="0" eaLnBrk="1" latinLnBrk="0" hangingPunct="1">
                        <a:defRPr sz="1350" b="1" kern="1200">
                          <a:solidFill>
                            <a:schemeClr val="lt1"/>
                          </a:solidFill>
                          <a:latin typeface="Calibri"/>
                          <a:ea typeface="黑体"/>
                        </a:defRPr>
                      </a:lvl4pPr>
                      <a:lvl5pPr marL="1371600" algn="l" defTabSz="685800" rtl="0" eaLnBrk="1" latinLnBrk="0" hangingPunct="1">
                        <a:defRPr sz="1350" b="1" kern="1200">
                          <a:solidFill>
                            <a:schemeClr val="lt1"/>
                          </a:solidFill>
                          <a:latin typeface="Calibri"/>
                          <a:ea typeface="黑体"/>
                        </a:defRPr>
                      </a:lvl5pPr>
                      <a:lvl6pPr marL="1714500" algn="l" defTabSz="685800" rtl="0" eaLnBrk="1" latinLnBrk="0" hangingPunct="1">
                        <a:defRPr sz="1350" b="1" kern="1200">
                          <a:solidFill>
                            <a:schemeClr val="lt1"/>
                          </a:solidFill>
                          <a:latin typeface="Calibri"/>
                          <a:ea typeface="黑体"/>
                        </a:defRPr>
                      </a:lvl6pPr>
                      <a:lvl7pPr marL="2057400" algn="l" defTabSz="685800" rtl="0" eaLnBrk="1" latinLnBrk="0" hangingPunct="1">
                        <a:defRPr sz="1350" b="1" kern="1200">
                          <a:solidFill>
                            <a:schemeClr val="lt1"/>
                          </a:solidFill>
                          <a:latin typeface="Calibri"/>
                          <a:ea typeface="黑体"/>
                        </a:defRPr>
                      </a:lvl7pPr>
                      <a:lvl8pPr marL="2400300" algn="l" defTabSz="685800" rtl="0" eaLnBrk="1" latinLnBrk="0" hangingPunct="1">
                        <a:defRPr sz="1350" b="1" kern="1200">
                          <a:solidFill>
                            <a:schemeClr val="lt1"/>
                          </a:solidFill>
                          <a:latin typeface="Calibri"/>
                          <a:ea typeface="黑体"/>
                        </a:defRPr>
                      </a:lvl8pPr>
                      <a:lvl9pPr marL="2743200" algn="l" defTabSz="685800" rtl="0" eaLnBrk="1" latinLnBrk="0" hangingPunct="1">
                        <a:defRPr sz="1350" b="1" kern="1200">
                          <a:solidFill>
                            <a:schemeClr val="lt1"/>
                          </a:solidFill>
                          <a:latin typeface="Calibri"/>
                          <a:ea typeface="黑体"/>
                        </a:defRPr>
                      </a:lvl9pPr>
                    </a:lstStyle>
                    <a:p>
                      <a:endParaRPr lang="zh-CN" altLang="en-US" sz="2800" b="0" dirty="0">
                        <a:solidFill>
                          <a:schemeClr val="tx1"/>
                        </a:solidFill>
                        <a:latin typeface="+mn-lt"/>
                      </a:endParaRPr>
                    </a:p>
                  </a:txBody>
                  <a:tcPr marL="140918" marR="140918" marT="70459" marB="704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8023028"/>
                  </a:ext>
                </a:extLst>
              </a:tr>
              <a:tr h="571500">
                <a:tc>
                  <a:txBody>
                    <a:bodyPr/>
                    <a:lstStyle>
                      <a:lvl1pPr marL="0" algn="l" defTabSz="685800" rtl="0" eaLnBrk="1" latinLnBrk="0" hangingPunct="1">
                        <a:defRPr sz="1350" kern="1200">
                          <a:solidFill>
                            <a:schemeClr val="dk1"/>
                          </a:solidFill>
                          <a:latin typeface="Calibri"/>
                          <a:ea typeface="黑体"/>
                        </a:defRPr>
                      </a:lvl1pPr>
                      <a:lvl2pPr marL="342900" algn="l" defTabSz="685800" rtl="0" eaLnBrk="1" latinLnBrk="0" hangingPunct="1">
                        <a:defRPr sz="1350" kern="1200">
                          <a:solidFill>
                            <a:schemeClr val="dk1"/>
                          </a:solidFill>
                          <a:latin typeface="Calibri"/>
                          <a:ea typeface="黑体"/>
                        </a:defRPr>
                      </a:lvl2pPr>
                      <a:lvl3pPr marL="685800" algn="l" defTabSz="685800" rtl="0" eaLnBrk="1" latinLnBrk="0" hangingPunct="1">
                        <a:defRPr sz="1350" kern="1200">
                          <a:solidFill>
                            <a:schemeClr val="dk1"/>
                          </a:solidFill>
                          <a:latin typeface="Calibri"/>
                          <a:ea typeface="黑体"/>
                        </a:defRPr>
                      </a:lvl3pPr>
                      <a:lvl4pPr marL="1028700" algn="l" defTabSz="685800" rtl="0" eaLnBrk="1" latinLnBrk="0" hangingPunct="1">
                        <a:defRPr sz="1350" kern="1200">
                          <a:solidFill>
                            <a:schemeClr val="dk1"/>
                          </a:solidFill>
                          <a:latin typeface="Calibri"/>
                          <a:ea typeface="黑体"/>
                        </a:defRPr>
                      </a:lvl4pPr>
                      <a:lvl5pPr marL="1371600" algn="l" defTabSz="685800" rtl="0" eaLnBrk="1" latinLnBrk="0" hangingPunct="1">
                        <a:defRPr sz="1350" kern="1200">
                          <a:solidFill>
                            <a:schemeClr val="dk1"/>
                          </a:solidFill>
                          <a:latin typeface="Calibri"/>
                          <a:ea typeface="黑体"/>
                        </a:defRPr>
                      </a:lvl5pPr>
                      <a:lvl6pPr marL="1714500" algn="l" defTabSz="685800" rtl="0" eaLnBrk="1" latinLnBrk="0" hangingPunct="1">
                        <a:defRPr sz="1350" kern="1200">
                          <a:solidFill>
                            <a:schemeClr val="dk1"/>
                          </a:solidFill>
                          <a:latin typeface="Calibri"/>
                          <a:ea typeface="黑体"/>
                        </a:defRPr>
                      </a:lvl6pPr>
                      <a:lvl7pPr marL="2057400" algn="l" defTabSz="685800" rtl="0" eaLnBrk="1" latinLnBrk="0" hangingPunct="1">
                        <a:defRPr sz="1350" kern="1200">
                          <a:solidFill>
                            <a:schemeClr val="dk1"/>
                          </a:solidFill>
                          <a:latin typeface="Calibri"/>
                          <a:ea typeface="黑体"/>
                        </a:defRPr>
                      </a:lvl7pPr>
                      <a:lvl8pPr marL="2400300" algn="l" defTabSz="685800" rtl="0" eaLnBrk="1" latinLnBrk="0" hangingPunct="1">
                        <a:defRPr sz="1350" kern="1200">
                          <a:solidFill>
                            <a:schemeClr val="dk1"/>
                          </a:solidFill>
                          <a:latin typeface="Calibri"/>
                          <a:ea typeface="黑体"/>
                        </a:defRPr>
                      </a:lvl8pPr>
                      <a:lvl9pPr marL="2743200" algn="l" defTabSz="685800" rtl="0" eaLnBrk="1" latinLnBrk="0" hangingPunct="1">
                        <a:defRPr sz="1350" kern="1200">
                          <a:solidFill>
                            <a:schemeClr val="dk1"/>
                          </a:solidFill>
                          <a:latin typeface="Calibri"/>
                          <a:ea typeface="黑体"/>
                        </a:defRPr>
                      </a:lvl9pPr>
                    </a:lstStyle>
                    <a:p>
                      <a:r>
                        <a:rPr lang="en-US" altLang="zh-CN" sz="2800" b="0" dirty="0">
                          <a:solidFill>
                            <a:schemeClr val="tx1"/>
                          </a:solidFill>
                          <a:latin typeface="+mn-lt"/>
                        </a:rPr>
                        <a:t>C</a:t>
                      </a:r>
                      <a:endParaRPr lang="zh-CN" altLang="en-US" sz="2800" b="0" dirty="0">
                        <a:solidFill>
                          <a:schemeClr val="tx1"/>
                        </a:solidFill>
                        <a:latin typeface="+mn-lt"/>
                      </a:endParaRPr>
                    </a:p>
                  </a:txBody>
                  <a:tcPr marL="140918" marR="140918" marT="70459" marB="70459">
                    <a:lnL w="12700" cap="flat" cmpd="sng" algn="ctr">
                      <a:no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dk1"/>
                          </a:solidFill>
                          <a:latin typeface="Calibri"/>
                          <a:ea typeface="黑体"/>
                        </a:defRPr>
                      </a:lvl1pPr>
                      <a:lvl2pPr marL="342900" algn="l" defTabSz="685800" rtl="0" eaLnBrk="1" latinLnBrk="0" hangingPunct="1">
                        <a:defRPr sz="1350" kern="1200">
                          <a:solidFill>
                            <a:schemeClr val="dk1"/>
                          </a:solidFill>
                          <a:latin typeface="Calibri"/>
                          <a:ea typeface="黑体"/>
                        </a:defRPr>
                      </a:lvl2pPr>
                      <a:lvl3pPr marL="685800" algn="l" defTabSz="685800" rtl="0" eaLnBrk="1" latinLnBrk="0" hangingPunct="1">
                        <a:defRPr sz="1350" kern="1200">
                          <a:solidFill>
                            <a:schemeClr val="dk1"/>
                          </a:solidFill>
                          <a:latin typeface="Calibri"/>
                          <a:ea typeface="黑体"/>
                        </a:defRPr>
                      </a:lvl3pPr>
                      <a:lvl4pPr marL="1028700" algn="l" defTabSz="685800" rtl="0" eaLnBrk="1" latinLnBrk="0" hangingPunct="1">
                        <a:defRPr sz="1350" kern="1200">
                          <a:solidFill>
                            <a:schemeClr val="dk1"/>
                          </a:solidFill>
                          <a:latin typeface="Calibri"/>
                          <a:ea typeface="黑体"/>
                        </a:defRPr>
                      </a:lvl4pPr>
                      <a:lvl5pPr marL="1371600" algn="l" defTabSz="685800" rtl="0" eaLnBrk="1" latinLnBrk="0" hangingPunct="1">
                        <a:defRPr sz="1350" kern="1200">
                          <a:solidFill>
                            <a:schemeClr val="dk1"/>
                          </a:solidFill>
                          <a:latin typeface="Calibri"/>
                          <a:ea typeface="黑体"/>
                        </a:defRPr>
                      </a:lvl5pPr>
                      <a:lvl6pPr marL="1714500" algn="l" defTabSz="685800" rtl="0" eaLnBrk="1" latinLnBrk="0" hangingPunct="1">
                        <a:defRPr sz="1350" kern="1200">
                          <a:solidFill>
                            <a:schemeClr val="dk1"/>
                          </a:solidFill>
                          <a:latin typeface="Calibri"/>
                          <a:ea typeface="黑体"/>
                        </a:defRPr>
                      </a:lvl6pPr>
                      <a:lvl7pPr marL="2057400" algn="l" defTabSz="685800" rtl="0" eaLnBrk="1" latinLnBrk="0" hangingPunct="1">
                        <a:defRPr sz="1350" kern="1200">
                          <a:solidFill>
                            <a:schemeClr val="dk1"/>
                          </a:solidFill>
                          <a:latin typeface="Calibri"/>
                          <a:ea typeface="黑体"/>
                        </a:defRPr>
                      </a:lvl7pPr>
                      <a:lvl8pPr marL="2400300" algn="l" defTabSz="685800" rtl="0" eaLnBrk="1" latinLnBrk="0" hangingPunct="1">
                        <a:defRPr sz="1350" kern="1200">
                          <a:solidFill>
                            <a:schemeClr val="dk1"/>
                          </a:solidFill>
                          <a:latin typeface="Calibri"/>
                          <a:ea typeface="黑体"/>
                        </a:defRPr>
                      </a:lvl8pPr>
                      <a:lvl9pPr marL="2743200" algn="l" defTabSz="685800" rtl="0" eaLnBrk="1" latinLnBrk="0" hangingPunct="1">
                        <a:defRPr sz="1350" kern="1200">
                          <a:solidFill>
                            <a:schemeClr val="dk1"/>
                          </a:solidFill>
                          <a:latin typeface="Calibri"/>
                          <a:ea typeface="黑体"/>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schemeClr val="tx1"/>
                          </a:solidFill>
                          <a:effectLst/>
                          <a:uLnTx/>
                          <a:uFillTx/>
                          <a:latin typeface="+mn-lt"/>
                          <a:ea typeface="+mn-ea"/>
                          <a:cs typeface="+mn-cs"/>
                          <a:sym typeface="Symbol" pitchFamily="18" charset="2"/>
                        </a:rPr>
                        <a:t>x</a:t>
                      </a:r>
                      <a:endParaRPr lang="zh-CN" altLang="en-US" sz="2400" b="1" dirty="0">
                        <a:solidFill>
                          <a:schemeClr val="tx1"/>
                        </a:solidFill>
                        <a:latin typeface="+mn-lt"/>
                      </a:endParaRPr>
                    </a:p>
                  </a:txBody>
                  <a:tcPr marL="140918" marR="140918" marT="70459" marB="7045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dk1"/>
                          </a:solidFill>
                          <a:latin typeface="Calibri"/>
                          <a:ea typeface="黑体"/>
                        </a:defRPr>
                      </a:lvl1pPr>
                      <a:lvl2pPr marL="342900" algn="l" defTabSz="685800" rtl="0" eaLnBrk="1" latinLnBrk="0" hangingPunct="1">
                        <a:defRPr sz="1350" kern="1200">
                          <a:solidFill>
                            <a:schemeClr val="dk1"/>
                          </a:solidFill>
                          <a:latin typeface="Calibri"/>
                          <a:ea typeface="黑体"/>
                        </a:defRPr>
                      </a:lvl2pPr>
                      <a:lvl3pPr marL="685800" algn="l" defTabSz="685800" rtl="0" eaLnBrk="1" latinLnBrk="0" hangingPunct="1">
                        <a:defRPr sz="1350" kern="1200">
                          <a:solidFill>
                            <a:schemeClr val="dk1"/>
                          </a:solidFill>
                          <a:latin typeface="Calibri"/>
                          <a:ea typeface="黑体"/>
                        </a:defRPr>
                      </a:lvl3pPr>
                      <a:lvl4pPr marL="1028700" algn="l" defTabSz="685800" rtl="0" eaLnBrk="1" latinLnBrk="0" hangingPunct="1">
                        <a:defRPr sz="1350" kern="1200">
                          <a:solidFill>
                            <a:schemeClr val="dk1"/>
                          </a:solidFill>
                          <a:latin typeface="Calibri"/>
                          <a:ea typeface="黑体"/>
                        </a:defRPr>
                      </a:lvl4pPr>
                      <a:lvl5pPr marL="1371600" algn="l" defTabSz="685800" rtl="0" eaLnBrk="1" latinLnBrk="0" hangingPunct="1">
                        <a:defRPr sz="1350" kern="1200">
                          <a:solidFill>
                            <a:schemeClr val="dk1"/>
                          </a:solidFill>
                          <a:latin typeface="Calibri"/>
                          <a:ea typeface="黑体"/>
                        </a:defRPr>
                      </a:lvl5pPr>
                      <a:lvl6pPr marL="1714500" algn="l" defTabSz="685800" rtl="0" eaLnBrk="1" latinLnBrk="0" hangingPunct="1">
                        <a:defRPr sz="1350" kern="1200">
                          <a:solidFill>
                            <a:schemeClr val="dk1"/>
                          </a:solidFill>
                          <a:latin typeface="Calibri"/>
                          <a:ea typeface="黑体"/>
                        </a:defRPr>
                      </a:lvl6pPr>
                      <a:lvl7pPr marL="2057400" algn="l" defTabSz="685800" rtl="0" eaLnBrk="1" latinLnBrk="0" hangingPunct="1">
                        <a:defRPr sz="1350" kern="1200">
                          <a:solidFill>
                            <a:schemeClr val="dk1"/>
                          </a:solidFill>
                          <a:latin typeface="Calibri"/>
                          <a:ea typeface="黑体"/>
                        </a:defRPr>
                      </a:lvl7pPr>
                      <a:lvl8pPr marL="2400300" algn="l" defTabSz="685800" rtl="0" eaLnBrk="1" latinLnBrk="0" hangingPunct="1">
                        <a:defRPr sz="1350" kern="1200">
                          <a:solidFill>
                            <a:schemeClr val="dk1"/>
                          </a:solidFill>
                          <a:latin typeface="Calibri"/>
                          <a:ea typeface="黑体"/>
                        </a:defRPr>
                      </a:lvl8pPr>
                      <a:lvl9pPr marL="2743200" algn="l" defTabSz="685800" rtl="0" eaLnBrk="1" latinLnBrk="0" hangingPunct="1">
                        <a:defRPr sz="1350" kern="1200">
                          <a:solidFill>
                            <a:schemeClr val="dk1"/>
                          </a:solidFill>
                          <a:latin typeface="Calibri"/>
                          <a:ea typeface="黑体"/>
                        </a:defRPr>
                      </a:lvl9pPr>
                    </a:lstStyle>
                    <a:p>
                      <a:pPr algn="ctr"/>
                      <a:r>
                        <a:rPr lang="en-US" altLang="zh-CN" sz="2800" b="1" kern="0" dirty="0">
                          <a:solidFill>
                            <a:srgbClr val="3333FF"/>
                          </a:solidFill>
                          <a:latin typeface="+mn-lt"/>
                          <a:ea typeface="黑体"/>
                          <a:cs typeface="Arial" panose="020B0604020202020204" pitchFamily="34" charset="0"/>
                          <a:sym typeface="Symbol" pitchFamily="18" charset="2"/>
                        </a:rPr>
                        <a:t></a:t>
                      </a:r>
                      <a:endParaRPr lang="zh-CN" altLang="en-US" sz="2800" b="0" dirty="0">
                        <a:solidFill>
                          <a:schemeClr val="tx1"/>
                        </a:solidFill>
                        <a:latin typeface="+mn-lt"/>
                      </a:endParaRPr>
                    </a:p>
                  </a:txBody>
                  <a:tcPr marL="140918" marR="140918" marT="70459" marB="7045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dk1"/>
                          </a:solidFill>
                          <a:latin typeface="Calibri"/>
                          <a:ea typeface="黑体"/>
                        </a:defRPr>
                      </a:lvl1pPr>
                      <a:lvl2pPr marL="342900" algn="l" defTabSz="685800" rtl="0" eaLnBrk="1" latinLnBrk="0" hangingPunct="1">
                        <a:defRPr sz="1350" kern="1200">
                          <a:solidFill>
                            <a:schemeClr val="dk1"/>
                          </a:solidFill>
                          <a:latin typeface="Calibri"/>
                          <a:ea typeface="黑体"/>
                        </a:defRPr>
                      </a:lvl2pPr>
                      <a:lvl3pPr marL="685800" algn="l" defTabSz="685800" rtl="0" eaLnBrk="1" latinLnBrk="0" hangingPunct="1">
                        <a:defRPr sz="1350" kern="1200">
                          <a:solidFill>
                            <a:schemeClr val="dk1"/>
                          </a:solidFill>
                          <a:latin typeface="Calibri"/>
                          <a:ea typeface="黑体"/>
                        </a:defRPr>
                      </a:lvl3pPr>
                      <a:lvl4pPr marL="1028700" algn="l" defTabSz="685800" rtl="0" eaLnBrk="1" latinLnBrk="0" hangingPunct="1">
                        <a:defRPr sz="1350" kern="1200">
                          <a:solidFill>
                            <a:schemeClr val="dk1"/>
                          </a:solidFill>
                          <a:latin typeface="Calibri"/>
                          <a:ea typeface="黑体"/>
                        </a:defRPr>
                      </a:lvl4pPr>
                      <a:lvl5pPr marL="1371600" algn="l" defTabSz="685800" rtl="0" eaLnBrk="1" latinLnBrk="0" hangingPunct="1">
                        <a:defRPr sz="1350" kern="1200">
                          <a:solidFill>
                            <a:schemeClr val="dk1"/>
                          </a:solidFill>
                          <a:latin typeface="Calibri"/>
                          <a:ea typeface="黑体"/>
                        </a:defRPr>
                      </a:lvl5pPr>
                      <a:lvl6pPr marL="1714500" algn="l" defTabSz="685800" rtl="0" eaLnBrk="1" latinLnBrk="0" hangingPunct="1">
                        <a:defRPr sz="1350" kern="1200">
                          <a:solidFill>
                            <a:schemeClr val="dk1"/>
                          </a:solidFill>
                          <a:latin typeface="Calibri"/>
                          <a:ea typeface="黑体"/>
                        </a:defRPr>
                      </a:lvl6pPr>
                      <a:lvl7pPr marL="2057400" algn="l" defTabSz="685800" rtl="0" eaLnBrk="1" latinLnBrk="0" hangingPunct="1">
                        <a:defRPr sz="1350" kern="1200">
                          <a:solidFill>
                            <a:schemeClr val="dk1"/>
                          </a:solidFill>
                          <a:latin typeface="Calibri"/>
                          <a:ea typeface="黑体"/>
                        </a:defRPr>
                      </a:lvl7pPr>
                      <a:lvl8pPr marL="2400300" algn="l" defTabSz="685800" rtl="0" eaLnBrk="1" latinLnBrk="0" hangingPunct="1">
                        <a:defRPr sz="1350" kern="1200">
                          <a:solidFill>
                            <a:schemeClr val="dk1"/>
                          </a:solidFill>
                          <a:latin typeface="Calibri"/>
                          <a:ea typeface="黑体"/>
                        </a:defRPr>
                      </a:lvl8pPr>
                      <a:lvl9pPr marL="2743200" algn="l" defTabSz="685800" rtl="0" eaLnBrk="1" latinLnBrk="0" hangingPunct="1">
                        <a:defRPr sz="1350" kern="1200">
                          <a:solidFill>
                            <a:schemeClr val="dk1"/>
                          </a:solidFill>
                          <a:latin typeface="Calibri"/>
                          <a:ea typeface="黑体"/>
                        </a:defRPr>
                      </a:lvl9pPr>
                    </a:lstStyle>
                    <a:p>
                      <a:endParaRPr lang="zh-CN" altLang="en-US" sz="2800" b="0" dirty="0">
                        <a:solidFill>
                          <a:schemeClr val="tx1"/>
                        </a:solidFill>
                        <a:latin typeface="+mn-lt"/>
                      </a:endParaRPr>
                    </a:p>
                  </a:txBody>
                  <a:tcPr marL="140918" marR="140918" marT="70459" marB="70459">
                    <a:lnL w="12700" cap="flat" cmpd="sng" algn="ctr">
                      <a:solidFill>
                        <a:srgbClr val="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583216"/>
                  </a:ext>
                </a:extLst>
              </a:tr>
              <a:tr h="571500">
                <a:tc>
                  <a:txBody>
                    <a:bodyPr/>
                    <a:lstStyle>
                      <a:lvl1pPr marL="0" algn="l" defTabSz="685800" rtl="0" eaLnBrk="1" latinLnBrk="0" hangingPunct="1">
                        <a:defRPr sz="1350" kern="1200">
                          <a:solidFill>
                            <a:schemeClr val="dk1"/>
                          </a:solidFill>
                          <a:latin typeface="Calibri"/>
                          <a:ea typeface="黑体"/>
                        </a:defRPr>
                      </a:lvl1pPr>
                      <a:lvl2pPr marL="342900" algn="l" defTabSz="685800" rtl="0" eaLnBrk="1" latinLnBrk="0" hangingPunct="1">
                        <a:defRPr sz="1350" kern="1200">
                          <a:solidFill>
                            <a:schemeClr val="dk1"/>
                          </a:solidFill>
                          <a:latin typeface="Calibri"/>
                          <a:ea typeface="黑体"/>
                        </a:defRPr>
                      </a:lvl2pPr>
                      <a:lvl3pPr marL="685800" algn="l" defTabSz="685800" rtl="0" eaLnBrk="1" latinLnBrk="0" hangingPunct="1">
                        <a:defRPr sz="1350" kern="1200">
                          <a:solidFill>
                            <a:schemeClr val="dk1"/>
                          </a:solidFill>
                          <a:latin typeface="Calibri"/>
                          <a:ea typeface="黑体"/>
                        </a:defRPr>
                      </a:lvl3pPr>
                      <a:lvl4pPr marL="1028700" algn="l" defTabSz="685800" rtl="0" eaLnBrk="1" latinLnBrk="0" hangingPunct="1">
                        <a:defRPr sz="1350" kern="1200">
                          <a:solidFill>
                            <a:schemeClr val="dk1"/>
                          </a:solidFill>
                          <a:latin typeface="Calibri"/>
                          <a:ea typeface="黑体"/>
                        </a:defRPr>
                      </a:lvl4pPr>
                      <a:lvl5pPr marL="1371600" algn="l" defTabSz="685800" rtl="0" eaLnBrk="1" latinLnBrk="0" hangingPunct="1">
                        <a:defRPr sz="1350" kern="1200">
                          <a:solidFill>
                            <a:schemeClr val="dk1"/>
                          </a:solidFill>
                          <a:latin typeface="Calibri"/>
                          <a:ea typeface="黑体"/>
                        </a:defRPr>
                      </a:lvl5pPr>
                      <a:lvl6pPr marL="1714500" algn="l" defTabSz="685800" rtl="0" eaLnBrk="1" latinLnBrk="0" hangingPunct="1">
                        <a:defRPr sz="1350" kern="1200">
                          <a:solidFill>
                            <a:schemeClr val="dk1"/>
                          </a:solidFill>
                          <a:latin typeface="Calibri"/>
                          <a:ea typeface="黑体"/>
                        </a:defRPr>
                      </a:lvl6pPr>
                      <a:lvl7pPr marL="2057400" algn="l" defTabSz="685800" rtl="0" eaLnBrk="1" latinLnBrk="0" hangingPunct="1">
                        <a:defRPr sz="1350" kern="1200">
                          <a:solidFill>
                            <a:schemeClr val="dk1"/>
                          </a:solidFill>
                          <a:latin typeface="Calibri"/>
                          <a:ea typeface="黑体"/>
                        </a:defRPr>
                      </a:lvl7pPr>
                      <a:lvl8pPr marL="2400300" algn="l" defTabSz="685800" rtl="0" eaLnBrk="1" latinLnBrk="0" hangingPunct="1">
                        <a:defRPr sz="1350" kern="1200">
                          <a:solidFill>
                            <a:schemeClr val="dk1"/>
                          </a:solidFill>
                          <a:latin typeface="Calibri"/>
                          <a:ea typeface="黑体"/>
                        </a:defRPr>
                      </a:lvl8pPr>
                      <a:lvl9pPr marL="2743200" algn="l" defTabSz="685800" rtl="0" eaLnBrk="1" latinLnBrk="0" hangingPunct="1">
                        <a:defRPr sz="1350" kern="1200">
                          <a:solidFill>
                            <a:schemeClr val="dk1"/>
                          </a:solidFill>
                          <a:latin typeface="Calibri"/>
                          <a:ea typeface="黑体"/>
                        </a:defRPr>
                      </a:lvl9pPr>
                    </a:lstStyle>
                    <a:p>
                      <a:r>
                        <a:rPr lang="en-US" altLang="zh-CN" sz="2800" b="0" dirty="0">
                          <a:solidFill>
                            <a:schemeClr val="tx1"/>
                          </a:solidFill>
                          <a:latin typeface="+mn-lt"/>
                        </a:rPr>
                        <a:t>D</a:t>
                      </a:r>
                      <a:endParaRPr lang="zh-CN" altLang="en-US" sz="2800" b="0" dirty="0">
                        <a:solidFill>
                          <a:schemeClr val="tx1"/>
                        </a:solidFill>
                        <a:latin typeface="+mn-lt"/>
                      </a:endParaRPr>
                    </a:p>
                  </a:txBody>
                  <a:tcPr marL="140918" marR="140918" marT="70459" marB="70459">
                    <a:lnL w="12700" cap="flat" cmpd="sng" algn="ctr">
                      <a:no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dk1"/>
                          </a:solidFill>
                          <a:latin typeface="Calibri"/>
                          <a:ea typeface="黑体"/>
                        </a:defRPr>
                      </a:lvl1pPr>
                      <a:lvl2pPr marL="342900" algn="l" defTabSz="685800" rtl="0" eaLnBrk="1" latinLnBrk="0" hangingPunct="1">
                        <a:defRPr sz="1350" kern="1200">
                          <a:solidFill>
                            <a:schemeClr val="dk1"/>
                          </a:solidFill>
                          <a:latin typeface="Calibri"/>
                          <a:ea typeface="黑体"/>
                        </a:defRPr>
                      </a:lvl2pPr>
                      <a:lvl3pPr marL="685800" algn="l" defTabSz="685800" rtl="0" eaLnBrk="1" latinLnBrk="0" hangingPunct="1">
                        <a:defRPr sz="1350" kern="1200">
                          <a:solidFill>
                            <a:schemeClr val="dk1"/>
                          </a:solidFill>
                          <a:latin typeface="Calibri"/>
                          <a:ea typeface="黑体"/>
                        </a:defRPr>
                      </a:lvl3pPr>
                      <a:lvl4pPr marL="1028700" algn="l" defTabSz="685800" rtl="0" eaLnBrk="1" latinLnBrk="0" hangingPunct="1">
                        <a:defRPr sz="1350" kern="1200">
                          <a:solidFill>
                            <a:schemeClr val="dk1"/>
                          </a:solidFill>
                          <a:latin typeface="Calibri"/>
                          <a:ea typeface="黑体"/>
                        </a:defRPr>
                      </a:lvl4pPr>
                      <a:lvl5pPr marL="1371600" algn="l" defTabSz="685800" rtl="0" eaLnBrk="1" latinLnBrk="0" hangingPunct="1">
                        <a:defRPr sz="1350" kern="1200">
                          <a:solidFill>
                            <a:schemeClr val="dk1"/>
                          </a:solidFill>
                          <a:latin typeface="Calibri"/>
                          <a:ea typeface="黑体"/>
                        </a:defRPr>
                      </a:lvl5pPr>
                      <a:lvl6pPr marL="1714500" algn="l" defTabSz="685800" rtl="0" eaLnBrk="1" latinLnBrk="0" hangingPunct="1">
                        <a:defRPr sz="1350" kern="1200">
                          <a:solidFill>
                            <a:schemeClr val="dk1"/>
                          </a:solidFill>
                          <a:latin typeface="Calibri"/>
                          <a:ea typeface="黑体"/>
                        </a:defRPr>
                      </a:lvl6pPr>
                      <a:lvl7pPr marL="2057400" algn="l" defTabSz="685800" rtl="0" eaLnBrk="1" latinLnBrk="0" hangingPunct="1">
                        <a:defRPr sz="1350" kern="1200">
                          <a:solidFill>
                            <a:schemeClr val="dk1"/>
                          </a:solidFill>
                          <a:latin typeface="Calibri"/>
                          <a:ea typeface="黑体"/>
                        </a:defRPr>
                      </a:lvl7pPr>
                      <a:lvl8pPr marL="2400300" algn="l" defTabSz="685800" rtl="0" eaLnBrk="1" latinLnBrk="0" hangingPunct="1">
                        <a:defRPr sz="1350" kern="1200">
                          <a:solidFill>
                            <a:schemeClr val="dk1"/>
                          </a:solidFill>
                          <a:latin typeface="Calibri"/>
                          <a:ea typeface="黑体"/>
                        </a:defRPr>
                      </a:lvl8pPr>
                      <a:lvl9pPr marL="2743200" algn="l" defTabSz="685800" rtl="0" eaLnBrk="1" latinLnBrk="0" hangingPunct="1">
                        <a:defRPr sz="1350" kern="1200">
                          <a:solidFill>
                            <a:schemeClr val="dk1"/>
                          </a:solidFill>
                          <a:latin typeface="Calibri"/>
                          <a:ea typeface="黑体"/>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schemeClr val="tx1"/>
                          </a:solidFill>
                          <a:effectLst/>
                          <a:uLnTx/>
                          <a:uFillTx/>
                          <a:latin typeface="+mn-lt"/>
                          <a:ea typeface="+mn-ea"/>
                          <a:cs typeface="+mn-cs"/>
                          <a:sym typeface="Symbol" pitchFamily="18" charset="2"/>
                        </a:rPr>
                        <a:t>x</a:t>
                      </a:r>
                      <a:endParaRPr lang="zh-CN" altLang="en-US" sz="2400" b="1" dirty="0">
                        <a:solidFill>
                          <a:schemeClr val="tx1"/>
                        </a:solidFill>
                        <a:latin typeface="+mn-lt"/>
                      </a:endParaRPr>
                    </a:p>
                  </a:txBody>
                  <a:tcPr marL="140918" marR="140918" marT="70459" marB="7045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dk1"/>
                          </a:solidFill>
                          <a:latin typeface="Calibri"/>
                          <a:ea typeface="黑体"/>
                        </a:defRPr>
                      </a:lvl1pPr>
                      <a:lvl2pPr marL="342900" algn="l" defTabSz="685800" rtl="0" eaLnBrk="1" latinLnBrk="0" hangingPunct="1">
                        <a:defRPr sz="1350" kern="1200">
                          <a:solidFill>
                            <a:schemeClr val="dk1"/>
                          </a:solidFill>
                          <a:latin typeface="Calibri"/>
                          <a:ea typeface="黑体"/>
                        </a:defRPr>
                      </a:lvl2pPr>
                      <a:lvl3pPr marL="685800" algn="l" defTabSz="685800" rtl="0" eaLnBrk="1" latinLnBrk="0" hangingPunct="1">
                        <a:defRPr sz="1350" kern="1200">
                          <a:solidFill>
                            <a:schemeClr val="dk1"/>
                          </a:solidFill>
                          <a:latin typeface="Calibri"/>
                          <a:ea typeface="黑体"/>
                        </a:defRPr>
                      </a:lvl3pPr>
                      <a:lvl4pPr marL="1028700" algn="l" defTabSz="685800" rtl="0" eaLnBrk="1" latinLnBrk="0" hangingPunct="1">
                        <a:defRPr sz="1350" kern="1200">
                          <a:solidFill>
                            <a:schemeClr val="dk1"/>
                          </a:solidFill>
                          <a:latin typeface="Calibri"/>
                          <a:ea typeface="黑体"/>
                        </a:defRPr>
                      </a:lvl4pPr>
                      <a:lvl5pPr marL="1371600" algn="l" defTabSz="685800" rtl="0" eaLnBrk="1" latinLnBrk="0" hangingPunct="1">
                        <a:defRPr sz="1350" kern="1200">
                          <a:solidFill>
                            <a:schemeClr val="dk1"/>
                          </a:solidFill>
                          <a:latin typeface="Calibri"/>
                          <a:ea typeface="黑体"/>
                        </a:defRPr>
                      </a:lvl5pPr>
                      <a:lvl6pPr marL="1714500" algn="l" defTabSz="685800" rtl="0" eaLnBrk="1" latinLnBrk="0" hangingPunct="1">
                        <a:defRPr sz="1350" kern="1200">
                          <a:solidFill>
                            <a:schemeClr val="dk1"/>
                          </a:solidFill>
                          <a:latin typeface="Calibri"/>
                          <a:ea typeface="黑体"/>
                        </a:defRPr>
                      </a:lvl6pPr>
                      <a:lvl7pPr marL="2057400" algn="l" defTabSz="685800" rtl="0" eaLnBrk="1" latinLnBrk="0" hangingPunct="1">
                        <a:defRPr sz="1350" kern="1200">
                          <a:solidFill>
                            <a:schemeClr val="dk1"/>
                          </a:solidFill>
                          <a:latin typeface="Calibri"/>
                          <a:ea typeface="黑体"/>
                        </a:defRPr>
                      </a:lvl7pPr>
                      <a:lvl8pPr marL="2400300" algn="l" defTabSz="685800" rtl="0" eaLnBrk="1" latinLnBrk="0" hangingPunct="1">
                        <a:defRPr sz="1350" kern="1200">
                          <a:solidFill>
                            <a:schemeClr val="dk1"/>
                          </a:solidFill>
                          <a:latin typeface="Calibri"/>
                          <a:ea typeface="黑体"/>
                        </a:defRPr>
                      </a:lvl8pPr>
                      <a:lvl9pPr marL="2743200" algn="l" defTabSz="685800" rtl="0" eaLnBrk="1" latinLnBrk="0" hangingPunct="1">
                        <a:defRPr sz="1350" kern="1200">
                          <a:solidFill>
                            <a:schemeClr val="dk1"/>
                          </a:solidFill>
                          <a:latin typeface="Calibri"/>
                          <a:ea typeface="黑体"/>
                        </a:defRPr>
                      </a:lvl9pPr>
                    </a:lstStyle>
                    <a:p>
                      <a:endParaRPr lang="zh-CN" altLang="en-US" sz="2800" b="0" dirty="0">
                        <a:solidFill>
                          <a:schemeClr val="tx1"/>
                        </a:solidFill>
                        <a:latin typeface="+mn-lt"/>
                      </a:endParaRPr>
                    </a:p>
                  </a:txBody>
                  <a:tcPr marL="140918" marR="140918" marT="70459" marB="7045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dk1"/>
                          </a:solidFill>
                          <a:latin typeface="Calibri"/>
                          <a:ea typeface="黑体"/>
                        </a:defRPr>
                      </a:lvl1pPr>
                      <a:lvl2pPr marL="342900" algn="l" defTabSz="685800" rtl="0" eaLnBrk="1" latinLnBrk="0" hangingPunct="1">
                        <a:defRPr sz="1350" kern="1200">
                          <a:solidFill>
                            <a:schemeClr val="dk1"/>
                          </a:solidFill>
                          <a:latin typeface="Calibri"/>
                          <a:ea typeface="黑体"/>
                        </a:defRPr>
                      </a:lvl2pPr>
                      <a:lvl3pPr marL="685800" algn="l" defTabSz="685800" rtl="0" eaLnBrk="1" latinLnBrk="0" hangingPunct="1">
                        <a:defRPr sz="1350" kern="1200">
                          <a:solidFill>
                            <a:schemeClr val="dk1"/>
                          </a:solidFill>
                          <a:latin typeface="Calibri"/>
                          <a:ea typeface="黑体"/>
                        </a:defRPr>
                      </a:lvl3pPr>
                      <a:lvl4pPr marL="1028700" algn="l" defTabSz="685800" rtl="0" eaLnBrk="1" latinLnBrk="0" hangingPunct="1">
                        <a:defRPr sz="1350" kern="1200">
                          <a:solidFill>
                            <a:schemeClr val="dk1"/>
                          </a:solidFill>
                          <a:latin typeface="Calibri"/>
                          <a:ea typeface="黑体"/>
                        </a:defRPr>
                      </a:lvl4pPr>
                      <a:lvl5pPr marL="1371600" algn="l" defTabSz="685800" rtl="0" eaLnBrk="1" latinLnBrk="0" hangingPunct="1">
                        <a:defRPr sz="1350" kern="1200">
                          <a:solidFill>
                            <a:schemeClr val="dk1"/>
                          </a:solidFill>
                          <a:latin typeface="Calibri"/>
                          <a:ea typeface="黑体"/>
                        </a:defRPr>
                      </a:lvl5pPr>
                      <a:lvl6pPr marL="1714500" algn="l" defTabSz="685800" rtl="0" eaLnBrk="1" latinLnBrk="0" hangingPunct="1">
                        <a:defRPr sz="1350" kern="1200">
                          <a:solidFill>
                            <a:schemeClr val="dk1"/>
                          </a:solidFill>
                          <a:latin typeface="Calibri"/>
                          <a:ea typeface="黑体"/>
                        </a:defRPr>
                      </a:lvl6pPr>
                      <a:lvl7pPr marL="2057400" algn="l" defTabSz="685800" rtl="0" eaLnBrk="1" latinLnBrk="0" hangingPunct="1">
                        <a:defRPr sz="1350" kern="1200">
                          <a:solidFill>
                            <a:schemeClr val="dk1"/>
                          </a:solidFill>
                          <a:latin typeface="Calibri"/>
                          <a:ea typeface="黑体"/>
                        </a:defRPr>
                      </a:lvl7pPr>
                      <a:lvl8pPr marL="2400300" algn="l" defTabSz="685800" rtl="0" eaLnBrk="1" latinLnBrk="0" hangingPunct="1">
                        <a:defRPr sz="1350" kern="1200">
                          <a:solidFill>
                            <a:schemeClr val="dk1"/>
                          </a:solidFill>
                          <a:latin typeface="Calibri"/>
                          <a:ea typeface="黑体"/>
                        </a:defRPr>
                      </a:lvl8pPr>
                      <a:lvl9pPr marL="2743200" algn="l" defTabSz="685800" rtl="0" eaLnBrk="1" latinLnBrk="0" hangingPunct="1">
                        <a:defRPr sz="1350" kern="1200">
                          <a:solidFill>
                            <a:schemeClr val="dk1"/>
                          </a:solidFill>
                          <a:latin typeface="Calibri"/>
                          <a:ea typeface="黑体"/>
                        </a:defRPr>
                      </a:lvl9pPr>
                    </a:lstStyle>
                    <a:p>
                      <a:endParaRPr lang="zh-CN" altLang="en-US" sz="2800" b="0" dirty="0">
                        <a:solidFill>
                          <a:schemeClr val="tx1"/>
                        </a:solidFill>
                        <a:latin typeface="+mn-lt"/>
                      </a:endParaRPr>
                    </a:p>
                  </a:txBody>
                  <a:tcPr marL="140918" marR="140918" marT="70459" marB="7045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6164930"/>
                  </a:ext>
                </a:extLst>
              </a:tr>
              <a:tr h="571500">
                <a:tc>
                  <a:txBody>
                    <a:bodyPr/>
                    <a:lstStyle>
                      <a:lvl1pPr marL="0" algn="l" defTabSz="685800" rtl="0" eaLnBrk="1" latinLnBrk="0" hangingPunct="1">
                        <a:defRPr sz="1350" kern="1200">
                          <a:solidFill>
                            <a:schemeClr val="dk1"/>
                          </a:solidFill>
                          <a:latin typeface="Calibri"/>
                          <a:ea typeface="黑体"/>
                        </a:defRPr>
                      </a:lvl1pPr>
                      <a:lvl2pPr marL="342900" algn="l" defTabSz="685800" rtl="0" eaLnBrk="1" latinLnBrk="0" hangingPunct="1">
                        <a:defRPr sz="1350" kern="1200">
                          <a:solidFill>
                            <a:schemeClr val="dk1"/>
                          </a:solidFill>
                          <a:latin typeface="Calibri"/>
                          <a:ea typeface="黑体"/>
                        </a:defRPr>
                      </a:lvl2pPr>
                      <a:lvl3pPr marL="685800" algn="l" defTabSz="685800" rtl="0" eaLnBrk="1" latinLnBrk="0" hangingPunct="1">
                        <a:defRPr sz="1350" kern="1200">
                          <a:solidFill>
                            <a:schemeClr val="dk1"/>
                          </a:solidFill>
                          <a:latin typeface="Calibri"/>
                          <a:ea typeface="黑体"/>
                        </a:defRPr>
                      </a:lvl3pPr>
                      <a:lvl4pPr marL="1028700" algn="l" defTabSz="685800" rtl="0" eaLnBrk="1" latinLnBrk="0" hangingPunct="1">
                        <a:defRPr sz="1350" kern="1200">
                          <a:solidFill>
                            <a:schemeClr val="dk1"/>
                          </a:solidFill>
                          <a:latin typeface="Calibri"/>
                          <a:ea typeface="黑体"/>
                        </a:defRPr>
                      </a:lvl4pPr>
                      <a:lvl5pPr marL="1371600" algn="l" defTabSz="685800" rtl="0" eaLnBrk="1" latinLnBrk="0" hangingPunct="1">
                        <a:defRPr sz="1350" kern="1200">
                          <a:solidFill>
                            <a:schemeClr val="dk1"/>
                          </a:solidFill>
                          <a:latin typeface="Calibri"/>
                          <a:ea typeface="黑体"/>
                        </a:defRPr>
                      </a:lvl5pPr>
                      <a:lvl6pPr marL="1714500" algn="l" defTabSz="685800" rtl="0" eaLnBrk="1" latinLnBrk="0" hangingPunct="1">
                        <a:defRPr sz="1350" kern="1200">
                          <a:solidFill>
                            <a:schemeClr val="dk1"/>
                          </a:solidFill>
                          <a:latin typeface="Calibri"/>
                          <a:ea typeface="黑体"/>
                        </a:defRPr>
                      </a:lvl6pPr>
                      <a:lvl7pPr marL="2057400" algn="l" defTabSz="685800" rtl="0" eaLnBrk="1" latinLnBrk="0" hangingPunct="1">
                        <a:defRPr sz="1350" kern="1200">
                          <a:solidFill>
                            <a:schemeClr val="dk1"/>
                          </a:solidFill>
                          <a:latin typeface="Calibri"/>
                          <a:ea typeface="黑体"/>
                        </a:defRPr>
                      </a:lvl7pPr>
                      <a:lvl8pPr marL="2400300" algn="l" defTabSz="685800" rtl="0" eaLnBrk="1" latinLnBrk="0" hangingPunct="1">
                        <a:defRPr sz="1350" kern="1200">
                          <a:solidFill>
                            <a:schemeClr val="dk1"/>
                          </a:solidFill>
                          <a:latin typeface="Calibri"/>
                          <a:ea typeface="黑体"/>
                        </a:defRPr>
                      </a:lvl8pPr>
                      <a:lvl9pPr marL="2743200" algn="l" defTabSz="685800" rtl="0" eaLnBrk="1" latinLnBrk="0" hangingPunct="1">
                        <a:defRPr sz="1350" kern="1200">
                          <a:solidFill>
                            <a:schemeClr val="dk1"/>
                          </a:solidFill>
                          <a:latin typeface="Calibri"/>
                          <a:ea typeface="黑体"/>
                        </a:defRPr>
                      </a:lvl9pPr>
                    </a:lstStyle>
                    <a:p>
                      <a:endParaRPr lang="zh-CN" altLang="en-US" sz="2800" b="0" dirty="0">
                        <a:solidFill>
                          <a:schemeClr val="tx1"/>
                        </a:solidFill>
                        <a:latin typeface="+mn-lt"/>
                      </a:endParaRPr>
                    </a:p>
                  </a:txBody>
                  <a:tcPr marL="140918" marR="140918" marT="70459" marB="704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dk1"/>
                          </a:solidFill>
                          <a:latin typeface="Calibri"/>
                          <a:ea typeface="黑体"/>
                        </a:defRPr>
                      </a:lvl1pPr>
                      <a:lvl2pPr marL="342900" algn="l" defTabSz="685800" rtl="0" eaLnBrk="1" latinLnBrk="0" hangingPunct="1">
                        <a:defRPr sz="1350" kern="1200">
                          <a:solidFill>
                            <a:schemeClr val="dk1"/>
                          </a:solidFill>
                          <a:latin typeface="Calibri"/>
                          <a:ea typeface="黑体"/>
                        </a:defRPr>
                      </a:lvl2pPr>
                      <a:lvl3pPr marL="685800" algn="l" defTabSz="685800" rtl="0" eaLnBrk="1" latinLnBrk="0" hangingPunct="1">
                        <a:defRPr sz="1350" kern="1200">
                          <a:solidFill>
                            <a:schemeClr val="dk1"/>
                          </a:solidFill>
                          <a:latin typeface="Calibri"/>
                          <a:ea typeface="黑体"/>
                        </a:defRPr>
                      </a:lvl3pPr>
                      <a:lvl4pPr marL="1028700" algn="l" defTabSz="685800" rtl="0" eaLnBrk="1" latinLnBrk="0" hangingPunct="1">
                        <a:defRPr sz="1350" kern="1200">
                          <a:solidFill>
                            <a:schemeClr val="dk1"/>
                          </a:solidFill>
                          <a:latin typeface="Calibri"/>
                          <a:ea typeface="黑体"/>
                        </a:defRPr>
                      </a:lvl4pPr>
                      <a:lvl5pPr marL="1371600" algn="l" defTabSz="685800" rtl="0" eaLnBrk="1" latinLnBrk="0" hangingPunct="1">
                        <a:defRPr sz="1350" kern="1200">
                          <a:solidFill>
                            <a:schemeClr val="dk1"/>
                          </a:solidFill>
                          <a:latin typeface="Calibri"/>
                          <a:ea typeface="黑体"/>
                        </a:defRPr>
                      </a:lvl5pPr>
                      <a:lvl6pPr marL="1714500" algn="l" defTabSz="685800" rtl="0" eaLnBrk="1" latinLnBrk="0" hangingPunct="1">
                        <a:defRPr sz="1350" kern="1200">
                          <a:solidFill>
                            <a:schemeClr val="dk1"/>
                          </a:solidFill>
                          <a:latin typeface="Calibri"/>
                          <a:ea typeface="黑体"/>
                        </a:defRPr>
                      </a:lvl6pPr>
                      <a:lvl7pPr marL="2057400" algn="l" defTabSz="685800" rtl="0" eaLnBrk="1" latinLnBrk="0" hangingPunct="1">
                        <a:defRPr sz="1350" kern="1200">
                          <a:solidFill>
                            <a:schemeClr val="dk1"/>
                          </a:solidFill>
                          <a:latin typeface="Calibri"/>
                          <a:ea typeface="黑体"/>
                        </a:defRPr>
                      </a:lvl7pPr>
                      <a:lvl8pPr marL="2400300" algn="l" defTabSz="685800" rtl="0" eaLnBrk="1" latinLnBrk="0" hangingPunct="1">
                        <a:defRPr sz="1350" kern="1200">
                          <a:solidFill>
                            <a:schemeClr val="dk1"/>
                          </a:solidFill>
                          <a:latin typeface="Calibri"/>
                          <a:ea typeface="黑体"/>
                        </a:defRPr>
                      </a:lvl8pPr>
                      <a:lvl9pPr marL="2743200" algn="l" defTabSz="685800" rtl="0" eaLnBrk="1" latinLnBrk="0" hangingPunct="1">
                        <a:defRPr sz="1350" kern="1200">
                          <a:solidFill>
                            <a:schemeClr val="dk1"/>
                          </a:solidFill>
                          <a:latin typeface="Calibri"/>
                          <a:ea typeface="黑体"/>
                        </a:defRPr>
                      </a:lvl9pPr>
                    </a:lstStyle>
                    <a:p>
                      <a:r>
                        <a:rPr lang="en-US" altLang="zh-CN" sz="2800" b="0" dirty="0">
                          <a:solidFill>
                            <a:schemeClr val="tx1"/>
                          </a:solidFill>
                          <a:latin typeface="+mn-lt"/>
                        </a:rPr>
                        <a:t>A</a:t>
                      </a:r>
                      <a:endParaRPr lang="zh-CN" altLang="en-US" sz="2800" b="0" dirty="0">
                        <a:solidFill>
                          <a:schemeClr val="tx1"/>
                        </a:solidFill>
                        <a:latin typeface="+mn-lt"/>
                      </a:endParaRPr>
                    </a:p>
                  </a:txBody>
                  <a:tcPr marL="140918" marR="140918" marT="70459" marB="704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dk1"/>
                          </a:solidFill>
                          <a:latin typeface="Calibri"/>
                          <a:ea typeface="黑体"/>
                        </a:defRPr>
                      </a:lvl1pPr>
                      <a:lvl2pPr marL="342900" algn="l" defTabSz="685800" rtl="0" eaLnBrk="1" latinLnBrk="0" hangingPunct="1">
                        <a:defRPr sz="1350" kern="1200">
                          <a:solidFill>
                            <a:schemeClr val="dk1"/>
                          </a:solidFill>
                          <a:latin typeface="Calibri"/>
                          <a:ea typeface="黑体"/>
                        </a:defRPr>
                      </a:lvl2pPr>
                      <a:lvl3pPr marL="685800" algn="l" defTabSz="685800" rtl="0" eaLnBrk="1" latinLnBrk="0" hangingPunct="1">
                        <a:defRPr sz="1350" kern="1200">
                          <a:solidFill>
                            <a:schemeClr val="dk1"/>
                          </a:solidFill>
                          <a:latin typeface="Calibri"/>
                          <a:ea typeface="黑体"/>
                        </a:defRPr>
                      </a:lvl3pPr>
                      <a:lvl4pPr marL="1028700" algn="l" defTabSz="685800" rtl="0" eaLnBrk="1" latinLnBrk="0" hangingPunct="1">
                        <a:defRPr sz="1350" kern="1200">
                          <a:solidFill>
                            <a:schemeClr val="dk1"/>
                          </a:solidFill>
                          <a:latin typeface="Calibri"/>
                          <a:ea typeface="黑体"/>
                        </a:defRPr>
                      </a:lvl4pPr>
                      <a:lvl5pPr marL="1371600" algn="l" defTabSz="685800" rtl="0" eaLnBrk="1" latinLnBrk="0" hangingPunct="1">
                        <a:defRPr sz="1350" kern="1200">
                          <a:solidFill>
                            <a:schemeClr val="dk1"/>
                          </a:solidFill>
                          <a:latin typeface="Calibri"/>
                          <a:ea typeface="黑体"/>
                        </a:defRPr>
                      </a:lvl5pPr>
                      <a:lvl6pPr marL="1714500" algn="l" defTabSz="685800" rtl="0" eaLnBrk="1" latinLnBrk="0" hangingPunct="1">
                        <a:defRPr sz="1350" kern="1200">
                          <a:solidFill>
                            <a:schemeClr val="dk1"/>
                          </a:solidFill>
                          <a:latin typeface="Calibri"/>
                          <a:ea typeface="黑体"/>
                        </a:defRPr>
                      </a:lvl6pPr>
                      <a:lvl7pPr marL="2057400" algn="l" defTabSz="685800" rtl="0" eaLnBrk="1" latinLnBrk="0" hangingPunct="1">
                        <a:defRPr sz="1350" kern="1200">
                          <a:solidFill>
                            <a:schemeClr val="dk1"/>
                          </a:solidFill>
                          <a:latin typeface="Calibri"/>
                          <a:ea typeface="黑体"/>
                        </a:defRPr>
                      </a:lvl7pPr>
                      <a:lvl8pPr marL="2400300" algn="l" defTabSz="685800" rtl="0" eaLnBrk="1" latinLnBrk="0" hangingPunct="1">
                        <a:defRPr sz="1350" kern="1200">
                          <a:solidFill>
                            <a:schemeClr val="dk1"/>
                          </a:solidFill>
                          <a:latin typeface="Calibri"/>
                          <a:ea typeface="黑体"/>
                        </a:defRPr>
                      </a:lvl8pPr>
                      <a:lvl9pPr marL="2743200" algn="l" defTabSz="685800" rtl="0" eaLnBrk="1" latinLnBrk="0" hangingPunct="1">
                        <a:defRPr sz="1350" kern="1200">
                          <a:solidFill>
                            <a:schemeClr val="dk1"/>
                          </a:solidFill>
                          <a:latin typeface="Calibri"/>
                          <a:ea typeface="黑体"/>
                        </a:defRPr>
                      </a:lvl9pPr>
                    </a:lstStyle>
                    <a:p>
                      <a:r>
                        <a:rPr lang="en-US" altLang="zh-CN" sz="2800" b="0" dirty="0">
                          <a:solidFill>
                            <a:schemeClr val="tx1"/>
                          </a:solidFill>
                          <a:latin typeface="+mn-lt"/>
                        </a:rPr>
                        <a:t>B</a:t>
                      </a:r>
                      <a:endParaRPr lang="zh-CN" altLang="en-US" sz="2800" b="0" dirty="0">
                        <a:solidFill>
                          <a:schemeClr val="tx1"/>
                        </a:solidFill>
                        <a:latin typeface="+mn-lt"/>
                      </a:endParaRPr>
                    </a:p>
                  </a:txBody>
                  <a:tcPr marL="140918" marR="140918" marT="70459" marB="704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dk1"/>
                          </a:solidFill>
                          <a:latin typeface="Calibri"/>
                          <a:ea typeface="黑体"/>
                        </a:defRPr>
                      </a:lvl1pPr>
                      <a:lvl2pPr marL="342900" algn="l" defTabSz="685800" rtl="0" eaLnBrk="1" latinLnBrk="0" hangingPunct="1">
                        <a:defRPr sz="1350" kern="1200">
                          <a:solidFill>
                            <a:schemeClr val="dk1"/>
                          </a:solidFill>
                          <a:latin typeface="Calibri"/>
                          <a:ea typeface="黑体"/>
                        </a:defRPr>
                      </a:lvl2pPr>
                      <a:lvl3pPr marL="685800" algn="l" defTabSz="685800" rtl="0" eaLnBrk="1" latinLnBrk="0" hangingPunct="1">
                        <a:defRPr sz="1350" kern="1200">
                          <a:solidFill>
                            <a:schemeClr val="dk1"/>
                          </a:solidFill>
                          <a:latin typeface="Calibri"/>
                          <a:ea typeface="黑体"/>
                        </a:defRPr>
                      </a:lvl3pPr>
                      <a:lvl4pPr marL="1028700" algn="l" defTabSz="685800" rtl="0" eaLnBrk="1" latinLnBrk="0" hangingPunct="1">
                        <a:defRPr sz="1350" kern="1200">
                          <a:solidFill>
                            <a:schemeClr val="dk1"/>
                          </a:solidFill>
                          <a:latin typeface="Calibri"/>
                          <a:ea typeface="黑体"/>
                        </a:defRPr>
                      </a:lvl4pPr>
                      <a:lvl5pPr marL="1371600" algn="l" defTabSz="685800" rtl="0" eaLnBrk="1" latinLnBrk="0" hangingPunct="1">
                        <a:defRPr sz="1350" kern="1200">
                          <a:solidFill>
                            <a:schemeClr val="dk1"/>
                          </a:solidFill>
                          <a:latin typeface="Calibri"/>
                          <a:ea typeface="黑体"/>
                        </a:defRPr>
                      </a:lvl5pPr>
                      <a:lvl6pPr marL="1714500" algn="l" defTabSz="685800" rtl="0" eaLnBrk="1" latinLnBrk="0" hangingPunct="1">
                        <a:defRPr sz="1350" kern="1200">
                          <a:solidFill>
                            <a:schemeClr val="dk1"/>
                          </a:solidFill>
                          <a:latin typeface="Calibri"/>
                          <a:ea typeface="黑体"/>
                        </a:defRPr>
                      </a:lvl6pPr>
                      <a:lvl7pPr marL="2057400" algn="l" defTabSz="685800" rtl="0" eaLnBrk="1" latinLnBrk="0" hangingPunct="1">
                        <a:defRPr sz="1350" kern="1200">
                          <a:solidFill>
                            <a:schemeClr val="dk1"/>
                          </a:solidFill>
                          <a:latin typeface="Calibri"/>
                          <a:ea typeface="黑体"/>
                        </a:defRPr>
                      </a:lvl7pPr>
                      <a:lvl8pPr marL="2400300" algn="l" defTabSz="685800" rtl="0" eaLnBrk="1" latinLnBrk="0" hangingPunct="1">
                        <a:defRPr sz="1350" kern="1200">
                          <a:solidFill>
                            <a:schemeClr val="dk1"/>
                          </a:solidFill>
                          <a:latin typeface="Calibri"/>
                          <a:ea typeface="黑体"/>
                        </a:defRPr>
                      </a:lvl8pPr>
                      <a:lvl9pPr marL="2743200" algn="l" defTabSz="685800" rtl="0" eaLnBrk="1" latinLnBrk="0" hangingPunct="1">
                        <a:defRPr sz="1350" kern="1200">
                          <a:solidFill>
                            <a:schemeClr val="dk1"/>
                          </a:solidFill>
                          <a:latin typeface="Calibri"/>
                          <a:ea typeface="黑体"/>
                        </a:defRPr>
                      </a:lvl9pPr>
                    </a:lstStyle>
                    <a:p>
                      <a:r>
                        <a:rPr lang="en-US" altLang="zh-CN" sz="2800" b="0" dirty="0">
                          <a:solidFill>
                            <a:schemeClr val="tx1"/>
                          </a:solidFill>
                          <a:latin typeface="+mn-lt"/>
                        </a:rPr>
                        <a:t>C</a:t>
                      </a:r>
                      <a:endParaRPr lang="zh-CN" altLang="en-US" sz="2800" b="0" dirty="0">
                        <a:solidFill>
                          <a:schemeClr val="tx1"/>
                        </a:solidFill>
                        <a:latin typeface="+mn-lt"/>
                      </a:endParaRPr>
                    </a:p>
                  </a:txBody>
                  <a:tcPr marL="140918" marR="140918" marT="70459" marB="704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4994179"/>
                  </a:ext>
                </a:extLst>
              </a:tr>
            </a:tbl>
          </a:graphicData>
        </a:graphic>
      </p:graphicFrame>
    </p:spTree>
    <p:extLst>
      <p:ext uri="{BB962C8B-B14F-4D97-AF65-F5344CB8AC3E}">
        <p14:creationId xmlns:p14="http://schemas.microsoft.com/office/powerpoint/2010/main" val="18043738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04934694-E72F-4CF7-A259-EEC47F5E2A06}"/>
              </a:ext>
            </a:extLst>
          </p:cNvPr>
          <p:cNvSpPr>
            <a:spLocks noGrp="1"/>
          </p:cNvSpPr>
          <p:nvPr>
            <p:ph type="sldNum" sz="quarter" idx="12"/>
          </p:nvPr>
        </p:nvSpPr>
        <p:spPr/>
        <p:txBody>
          <a:bodyPr/>
          <a:lstStyle/>
          <a:p>
            <a:fld id="{176ACFD1-D213-4B9C-817B-45486DBF105A}" type="slidenum">
              <a:rPr lang="en-US" smtClean="0">
                <a:solidFill>
                  <a:prstClr val="black"/>
                </a:solidFill>
              </a:rPr>
              <a:pPr/>
              <a:t>42</a:t>
            </a:fld>
            <a:endParaRPr lang="en-US">
              <a:solidFill>
                <a:prstClr val="black"/>
              </a:solidFill>
            </a:endParaRPr>
          </a:p>
        </p:txBody>
      </p:sp>
      <p:sp>
        <p:nvSpPr>
          <p:cNvPr id="3" name="内容占位符 2">
            <a:extLst>
              <a:ext uri="{FF2B5EF4-FFF2-40B4-BE49-F238E27FC236}">
                <a16:creationId xmlns:a16="http://schemas.microsoft.com/office/drawing/2014/main" id="{43EB1704-36C1-4F06-A2D5-E6B9663250BB}"/>
              </a:ext>
            </a:extLst>
          </p:cNvPr>
          <p:cNvSpPr>
            <a:spLocks noGrp="1"/>
          </p:cNvSpPr>
          <p:nvPr>
            <p:ph idx="4294967295"/>
          </p:nvPr>
        </p:nvSpPr>
        <p:spPr>
          <a:xfrm>
            <a:off x="494145" y="1456498"/>
            <a:ext cx="8458200" cy="2027238"/>
          </a:xfrm>
        </p:spPr>
        <p:txBody>
          <a:bodyPr>
            <a:normAutofit/>
          </a:bodyPr>
          <a:lstStyle/>
          <a:p>
            <a:r>
              <a:rPr lang="zh-CN" altLang="en-US" sz="2800" b="0" dirty="0">
                <a:solidFill>
                  <a:srgbClr val="000000"/>
                </a:solidFill>
                <a:latin typeface="Arial" panose="020B0604020202020204" pitchFamily="34" charset="0"/>
                <a:cs typeface="Arial" panose="020B0604020202020204" pitchFamily="34" charset="0"/>
              </a:rPr>
              <a:t>从状态转移表到蕴含表</a:t>
            </a:r>
            <a:endParaRPr lang="en-US" altLang="zh-CN" sz="2800" b="0" dirty="0">
              <a:solidFill>
                <a:srgbClr val="000000"/>
              </a:solidFill>
              <a:latin typeface="Arial" panose="020B0604020202020204" pitchFamily="34" charset="0"/>
              <a:cs typeface="Arial" panose="020B0604020202020204" pitchFamily="34" charset="0"/>
            </a:endParaRPr>
          </a:p>
          <a:p>
            <a:pPr lvl="1"/>
            <a:r>
              <a:rPr lang="zh-CN" altLang="en-US" sz="2400" b="0" kern="0" dirty="0">
                <a:solidFill>
                  <a:srgbClr val="000000"/>
                </a:solidFill>
                <a:latin typeface="Arial" panose="020B0604020202020204" pitchFamily="34" charset="0"/>
                <a:ea typeface="黑体"/>
                <a:cs typeface="Arial" panose="020B0604020202020204" pitchFamily="34" charset="0"/>
              </a:rPr>
              <a:t>情景</a:t>
            </a:r>
            <a:r>
              <a:rPr lang="en-US" altLang="zh-CN" sz="2400" b="0" kern="0" dirty="0">
                <a:solidFill>
                  <a:srgbClr val="000000"/>
                </a:solidFill>
                <a:latin typeface="Arial" panose="020B0604020202020204" pitchFamily="34" charset="0"/>
                <a:ea typeface="黑体"/>
                <a:cs typeface="Arial" panose="020B0604020202020204" pitchFamily="34" charset="0"/>
              </a:rPr>
              <a:t>- 1</a:t>
            </a:r>
            <a:r>
              <a:rPr lang="en-US" altLang="zh-CN" sz="2400" b="0" kern="0" dirty="0">
                <a:latin typeface="Arial" panose="020B0604020202020204" pitchFamily="34" charset="0"/>
                <a:ea typeface="黑体"/>
                <a:cs typeface="Arial" panose="020B0604020202020204" pitchFamily="34" charset="0"/>
              </a:rPr>
              <a:t>: </a:t>
            </a:r>
            <a:r>
              <a:rPr lang="zh-CN" altLang="en-US" sz="2400" b="0" kern="0" dirty="0">
                <a:latin typeface="Arial" panose="020B0604020202020204" pitchFamily="34" charset="0"/>
                <a:ea typeface="黑体"/>
                <a:cs typeface="Arial" panose="020B0604020202020204" pitchFamily="34" charset="0"/>
              </a:rPr>
              <a:t>不同输出，标记</a:t>
            </a:r>
            <a:r>
              <a:rPr lang="en-US" altLang="zh-CN" sz="2400" b="0" kern="0" dirty="0">
                <a:latin typeface="Arial" panose="020B0604020202020204" pitchFamily="34" charset="0"/>
                <a:ea typeface="黑体"/>
                <a:cs typeface="Arial" panose="020B0604020202020204" pitchFamily="34" charset="0"/>
              </a:rPr>
              <a:t> “</a:t>
            </a:r>
            <a:r>
              <a:rPr lang="en-US" altLang="zh-CN" sz="2400" b="0" kern="0" dirty="0">
                <a:latin typeface="Arial" panose="020B0604020202020204" pitchFamily="34" charset="0"/>
                <a:ea typeface="黑体"/>
                <a:cs typeface="Arial" panose="020B0604020202020204" pitchFamily="34" charset="0"/>
                <a:sym typeface="Symbol" pitchFamily="18" charset="2"/>
              </a:rPr>
              <a:t>x”</a:t>
            </a:r>
            <a:endParaRPr lang="en-US" altLang="zh-CN" sz="2400" b="0" kern="0" dirty="0">
              <a:latin typeface="Arial" panose="020B0604020202020204" pitchFamily="34" charset="0"/>
              <a:ea typeface="黑体"/>
              <a:cs typeface="Arial" panose="020B0604020202020204" pitchFamily="34" charset="0"/>
            </a:endParaRPr>
          </a:p>
          <a:p>
            <a:pPr lvl="1"/>
            <a:r>
              <a:rPr lang="zh-CN" altLang="en-US" sz="2400" b="0" kern="0" dirty="0">
                <a:solidFill>
                  <a:srgbClr val="000000"/>
                </a:solidFill>
                <a:latin typeface="Arial" panose="020B0604020202020204" pitchFamily="34" charset="0"/>
                <a:ea typeface="黑体"/>
                <a:cs typeface="Arial" panose="020B0604020202020204" pitchFamily="34" charset="0"/>
              </a:rPr>
              <a:t>情景</a:t>
            </a:r>
            <a:r>
              <a:rPr lang="en-US" altLang="zh-CN" sz="2400" b="0" kern="0" dirty="0">
                <a:solidFill>
                  <a:srgbClr val="000000"/>
                </a:solidFill>
                <a:latin typeface="Arial" panose="020B0604020202020204" pitchFamily="34" charset="0"/>
                <a:ea typeface="黑体"/>
                <a:cs typeface="Arial" panose="020B0604020202020204" pitchFamily="34" charset="0"/>
              </a:rPr>
              <a:t>- </a:t>
            </a:r>
            <a:r>
              <a:rPr lang="en-US" altLang="zh-CN" sz="2400" b="0" kern="0" dirty="0">
                <a:latin typeface="Arial" panose="020B0604020202020204" pitchFamily="34" charset="0"/>
                <a:ea typeface="黑体"/>
                <a:cs typeface="Arial" panose="020B0604020202020204" pitchFamily="34" charset="0"/>
              </a:rPr>
              <a:t>2: </a:t>
            </a:r>
            <a:r>
              <a:rPr lang="zh-CN" altLang="en-US" sz="2400" b="0" kern="0" dirty="0">
                <a:latin typeface="Arial" panose="020B0604020202020204" pitchFamily="34" charset="0"/>
                <a:ea typeface="黑体"/>
                <a:cs typeface="Arial" panose="020B0604020202020204" pitchFamily="34" charset="0"/>
              </a:rPr>
              <a:t>等价状态</a:t>
            </a:r>
            <a:r>
              <a:rPr lang="en-US" altLang="zh-CN" sz="2400" b="0" kern="0" dirty="0">
                <a:latin typeface="Arial" panose="020B0604020202020204" pitchFamily="34" charset="0"/>
                <a:ea typeface="黑体"/>
                <a:cs typeface="Arial" panose="020B0604020202020204" pitchFamily="34" charset="0"/>
              </a:rPr>
              <a:t> </a:t>
            </a:r>
            <a:r>
              <a:rPr lang="zh-CN" altLang="en-US" sz="2400" b="0" kern="0" dirty="0">
                <a:latin typeface="Arial" panose="020B0604020202020204" pitchFamily="34" charset="0"/>
                <a:ea typeface="黑体"/>
                <a:cs typeface="Arial" panose="020B0604020202020204" pitchFamily="34" charset="0"/>
              </a:rPr>
              <a:t>标记</a:t>
            </a:r>
            <a:r>
              <a:rPr lang="en-US" altLang="zh-CN" sz="2400" b="0" kern="0" dirty="0">
                <a:latin typeface="Arial" panose="020B0604020202020204" pitchFamily="34" charset="0"/>
                <a:ea typeface="黑体"/>
                <a:cs typeface="Arial" panose="020B0604020202020204" pitchFamily="34" charset="0"/>
              </a:rPr>
              <a:t> “</a:t>
            </a:r>
            <a:r>
              <a:rPr lang="en-US" altLang="zh-CN" sz="2400" b="0" kern="0" dirty="0">
                <a:latin typeface="Arial" panose="020B0604020202020204" pitchFamily="34" charset="0"/>
                <a:ea typeface="黑体"/>
                <a:cs typeface="Arial" panose="020B0604020202020204" pitchFamily="34" charset="0"/>
                <a:sym typeface="Symbol" pitchFamily="18" charset="2"/>
              </a:rPr>
              <a:t>”</a:t>
            </a:r>
            <a:endParaRPr lang="en-US" altLang="zh-CN" sz="2400" b="0" kern="0" dirty="0">
              <a:latin typeface="Arial" panose="020B0604020202020204" pitchFamily="34" charset="0"/>
              <a:ea typeface="黑体"/>
              <a:cs typeface="Arial" panose="020B0604020202020204" pitchFamily="34" charset="0"/>
            </a:endParaRPr>
          </a:p>
          <a:p>
            <a:pPr lvl="1"/>
            <a:r>
              <a:rPr lang="zh-CN" altLang="en-US" sz="2400" b="0" kern="0" dirty="0">
                <a:solidFill>
                  <a:srgbClr val="000000"/>
                </a:solidFill>
                <a:latin typeface="Arial" panose="020B0604020202020204" pitchFamily="34" charset="0"/>
                <a:ea typeface="黑体"/>
                <a:cs typeface="Arial" panose="020B0604020202020204" pitchFamily="34" charset="0"/>
              </a:rPr>
              <a:t>其余填入</a:t>
            </a:r>
            <a:r>
              <a:rPr lang="zh-CN" altLang="en-US" sz="2400" b="0" kern="0" dirty="0">
                <a:solidFill>
                  <a:srgbClr val="3333FF"/>
                </a:solidFill>
                <a:latin typeface="Arial" panose="020B0604020202020204" pitchFamily="34" charset="0"/>
                <a:ea typeface="黑体"/>
                <a:cs typeface="Arial" panose="020B0604020202020204" pitchFamily="34" charset="0"/>
              </a:rPr>
              <a:t>等价条件</a:t>
            </a:r>
            <a:endParaRPr lang="en-US" altLang="zh-CN" sz="2400" b="0" kern="0" dirty="0">
              <a:solidFill>
                <a:srgbClr val="3333FF"/>
              </a:solidFill>
              <a:latin typeface="Arial" panose="020B0604020202020204" pitchFamily="34" charset="0"/>
              <a:ea typeface="黑体"/>
              <a:cs typeface="Arial" panose="020B0604020202020204" pitchFamily="34" charset="0"/>
            </a:endParaRPr>
          </a:p>
        </p:txBody>
      </p:sp>
      <p:sp>
        <p:nvSpPr>
          <p:cNvPr id="13" name="矩形 12">
            <a:extLst>
              <a:ext uri="{FF2B5EF4-FFF2-40B4-BE49-F238E27FC236}">
                <a16:creationId xmlns:a16="http://schemas.microsoft.com/office/drawing/2014/main" id="{79980E11-2BE3-4BA2-8B5C-68E9A6432455}"/>
              </a:ext>
            </a:extLst>
          </p:cNvPr>
          <p:cNvSpPr/>
          <p:nvPr/>
        </p:nvSpPr>
        <p:spPr>
          <a:xfrm>
            <a:off x="6112026" y="3047310"/>
            <a:ext cx="2635734" cy="830997"/>
          </a:xfrm>
          <a:prstGeom prst="rect">
            <a:avLst/>
          </a:prstGeom>
        </p:spPr>
        <p:txBody>
          <a:bodyPr wrap="square">
            <a:spAutoFit/>
          </a:bodyPr>
          <a:lstStyle/>
          <a:p>
            <a:pPr algn="ctr"/>
            <a:r>
              <a:rPr lang="zh-CN" altLang="en-US" sz="2400" dirty="0">
                <a:solidFill>
                  <a:srgbClr val="7030A0"/>
                </a:solidFill>
                <a:latin typeface="黑体" panose="02010609060101010101" pitchFamily="49" charset="-122"/>
                <a:ea typeface="黑体" panose="02010609060101010101" pitchFamily="49" charset="-122"/>
              </a:rPr>
              <a:t>只有满足如下条件两个状态才等价</a:t>
            </a:r>
          </a:p>
        </p:txBody>
      </p:sp>
      <p:sp>
        <p:nvSpPr>
          <p:cNvPr id="6" name="Title 4">
            <a:extLst>
              <a:ext uri="{FF2B5EF4-FFF2-40B4-BE49-F238E27FC236}">
                <a16:creationId xmlns:a16="http://schemas.microsoft.com/office/drawing/2014/main" id="{395E79ED-E93D-386E-E159-95E3330670DB}"/>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latin typeface="黑体" panose="02010609060101010101" pitchFamily="49" charset="-122"/>
                <a:ea typeface="黑体" panose="02010609060101010101" pitchFamily="49" charset="-122"/>
              </a:rPr>
              <a:t> 蕴含表化简技术</a:t>
            </a:r>
            <a:endParaRPr lang="en-CN" altLang="zh-CN" sz="4000" dirty="0">
              <a:solidFill>
                <a:srgbClr val="0000FF"/>
              </a:solidFill>
              <a:latin typeface="Arial" panose="020B0604020202020204" pitchFamily="34" charset="0"/>
              <a:cs typeface="Arial" panose="020B0604020202020204" pitchFamily="34" charset="0"/>
            </a:endParaRPr>
          </a:p>
        </p:txBody>
      </p:sp>
      <p:graphicFrame>
        <p:nvGraphicFramePr>
          <p:cNvPr id="15" name="表格 14">
            <a:extLst>
              <a:ext uri="{FF2B5EF4-FFF2-40B4-BE49-F238E27FC236}">
                <a16:creationId xmlns:a16="http://schemas.microsoft.com/office/drawing/2014/main" id="{71693488-7B44-4BA2-A2E3-E639256CBF54}"/>
              </a:ext>
            </a:extLst>
          </p:cNvPr>
          <p:cNvGraphicFramePr>
            <a:graphicFrameLocks noGrp="1"/>
          </p:cNvGraphicFramePr>
          <p:nvPr>
            <p:extLst>
              <p:ext uri="{D42A27DB-BD31-4B8C-83A1-F6EECF244321}">
                <p14:modId xmlns:p14="http://schemas.microsoft.com/office/powerpoint/2010/main" val="3267466929"/>
              </p:ext>
            </p:extLst>
          </p:nvPr>
        </p:nvGraphicFramePr>
        <p:xfrm>
          <a:off x="691935" y="3942489"/>
          <a:ext cx="4143811" cy="2027866"/>
        </p:xfrm>
        <a:graphic>
          <a:graphicData uri="http://schemas.openxmlformats.org/drawingml/2006/table">
            <a:tbl>
              <a:tblPr/>
              <a:tblGrid>
                <a:gridCol w="918211">
                  <a:extLst>
                    <a:ext uri="{9D8B030D-6E8A-4147-A177-3AD203B41FA5}">
                      <a16:colId xmlns:a16="http://schemas.microsoft.com/office/drawing/2014/main" val="2301544513"/>
                    </a:ext>
                  </a:extLst>
                </a:gridCol>
                <a:gridCol w="806400">
                  <a:extLst>
                    <a:ext uri="{9D8B030D-6E8A-4147-A177-3AD203B41FA5}">
                      <a16:colId xmlns:a16="http://schemas.microsoft.com/office/drawing/2014/main" val="4003504590"/>
                    </a:ext>
                  </a:extLst>
                </a:gridCol>
                <a:gridCol w="806400">
                  <a:extLst>
                    <a:ext uri="{9D8B030D-6E8A-4147-A177-3AD203B41FA5}">
                      <a16:colId xmlns:a16="http://schemas.microsoft.com/office/drawing/2014/main" val="719376560"/>
                    </a:ext>
                  </a:extLst>
                </a:gridCol>
                <a:gridCol w="806400">
                  <a:extLst>
                    <a:ext uri="{9D8B030D-6E8A-4147-A177-3AD203B41FA5}">
                      <a16:colId xmlns:a16="http://schemas.microsoft.com/office/drawing/2014/main" val="1829280366"/>
                    </a:ext>
                  </a:extLst>
                </a:gridCol>
                <a:gridCol w="806400">
                  <a:extLst>
                    <a:ext uri="{9D8B030D-6E8A-4147-A177-3AD203B41FA5}">
                      <a16:colId xmlns:a16="http://schemas.microsoft.com/office/drawing/2014/main" val="862633949"/>
                    </a:ext>
                  </a:extLst>
                </a:gridCol>
              </a:tblGrid>
              <a:tr h="621823">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2000" b="1" i="0" u="none" strike="noStrike" cap="none" normalizeH="0" baseline="0">
                          <a:ln>
                            <a:noFill/>
                          </a:ln>
                          <a:solidFill>
                            <a:schemeClr val="tx1"/>
                          </a:solidFill>
                          <a:effectLst/>
                          <a:latin typeface="+mn-lt"/>
                          <a:ea typeface="黑体" panose="02010609060101010101" pitchFamily="49" charset="-122"/>
                        </a:rPr>
                        <a:t>现态</a:t>
                      </a:r>
                      <a:endParaRPr kumimoji="0" lang="zh-CN" altLang="en-US" sz="2000" b="1" i="0" u="none" strike="noStrike" cap="none" normalizeH="0" baseline="0" dirty="0">
                        <a:ln>
                          <a:noFill/>
                        </a:ln>
                        <a:solidFill>
                          <a:schemeClr val="tx1"/>
                        </a:solidFill>
                        <a:effectLst/>
                        <a:latin typeface="+mn-lt"/>
                        <a:ea typeface="黑体" panose="02010609060101010101" pitchFamily="49"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gridSpan="2">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2000" b="1" i="0" u="none" strike="noStrike" cap="none" normalizeH="0" baseline="0" dirty="0">
                          <a:ln>
                            <a:noFill/>
                          </a:ln>
                          <a:solidFill>
                            <a:schemeClr val="tx1"/>
                          </a:solidFill>
                          <a:effectLst/>
                          <a:latin typeface="+mn-lt"/>
                          <a:ea typeface="黑体" panose="02010609060101010101" pitchFamily="49" charset="-122"/>
                        </a:rPr>
                        <a:t>次态</a:t>
                      </a:r>
                      <a:endParaRPr kumimoji="0" lang="en-US" altLang="zh-CN" sz="2000" b="1" i="0" u="none" strike="noStrike" cap="none" normalizeH="0" baseline="0" dirty="0">
                        <a:ln>
                          <a:noFill/>
                        </a:ln>
                        <a:solidFill>
                          <a:schemeClr val="tx1"/>
                        </a:solidFill>
                        <a:effectLst/>
                        <a:latin typeface="+mn-lt"/>
                        <a:ea typeface="黑体" panose="02010609060101010101" pitchFamily="49" charset="-122"/>
                      </a:endParaRPr>
                    </a:p>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dirty="0">
                          <a:ln>
                            <a:noFill/>
                          </a:ln>
                          <a:solidFill>
                            <a:schemeClr val="tx1"/>
                          </a:solidFill>
                          <a:effectLst/>
                          <a:latin typeface="+mn-lt"/>
                          <a:ea typeface="黑体" panose="02010609060101010101" pitchFamily="49" charset="-122"/>
                        </a:rPr>
                        <a:t>x=0    x=1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tc gridSpan="2">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2000" b="1" i="0" u="none" strike="noStrike" cap="none" normalizeH="0" baseline="0" dirty="0">
                          <a:ln>
                            <a:noFill/>
                          </a:ln>
                          <a:solidFill>
                            <a:schemeClr val="tx1"/>
                          </a:solidFill>
                          <a:effectLst/>
                          <a:latin typeface="+mn-lt"/>
                          <a:ea typeface="黑体" panose="02010609060101010101" pitchFamily="49" charset="-122"/>
                        </a:rPr>
                        <a:t>输出</a:t>
                      </a:r>
                      <a:endParaRPr kumimoji="0" lang="en-US" altLang="zh-CN" sz="2000" b="1" i="0" u="none" strike="noStrike" cap="none" normalizeH="0" baseline="0" dirty="0">
                        <a:ln>
                          <a:noFill/>
                        </a:ln>
                        <a:solidFill>
                          <a:schemeClr val="tx1"/>
                        </a:solidFill>
                        <a:effectLst/>
                        <a:latin typeface="+mn-lt"/>
                        <a:ea typeface="黑体" panose="02010609060101010101" pitchFamily="49" charset="-122"/>
                      </a:endParaRPr>
                    </a:p>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dirty="0">
                          <a:ln>
                            <a:noFill/>
                          </a:ln>
                          <a:solidFill>
                            <a:schemeClr val="tx1"/>
                          </a:solidFill>
                          <a:effectLst/>
                          <a:latin typeface="+mn-lt"/>
                          <a:ea typeface="黑体" panose="02010609060101010101" pitchFamily="49" charset="-122"/>
                        </a:rPr>
                        <a:t>x=0     x=1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extLst>
                  <a:ext uri="{0D108BD9-81ED-4DB2-BD59-A6C34878D82A}">
                    <a16:rowId xmlns:a16="http://schemas.microsoft.com/office/drawing/2014/main" val="2547775410"/>
                  </a:ext>
                </a:extLst>
              </a:tr>
              <a:tr h="351465">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黑体" panose="02010609060101010101" pitchFamily="49" charset="-122"/>
                        </a:rPr>
                        <a:t>A</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黑体" panose="02010609060101010101" pitchFamily="49" charset="-122"/>
                        </a:rPr>
                        <a:t>D</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黑体" panose="02010609060101010101" pitchFamily="49" charset="-122"/>
                        </a:rPr>
                        <a:t>C</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黑体" panose="02010609060101010101" pitchFamily="49" charset="-122"/>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黑体" panose="02010609060101010101" pitchFamily="49" charset="-122"/>
                        </a:rPr>
                        <a:t>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155760733"/>
                  </a:ext>
                </a:extLst>
              </a:tr>
              <a:tr h="351648">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黑体" panose="02010609060101010101" pitchFamily="49" charset="-122"/>
                        </a:rPr>
                        <a:t>B</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dirty="0">
                          <a:ln>
                            <a:noFill/>
                          </a:ln>
                          <a:solidFill>
                            <a:srgbClr val="3333FF"/>
                          </a:solidFill>
                          <a:effectLst/>
                          <a:latin typeface="+mn-lt"/>
                          <a:ea typeface="宋体" pitchFamily="2" charset="-122"/>
                        </a:rPr>
                        <a:t>A</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dirty="0">
                          <a:ln>
                            <a:noFill/>
                          </a:ln>
                          <a:solidFill>
                            <a:srgbClr val="3333FF"/>
                          </a:solidFill>
                          <a:effectLst/>
                          <a:latin typeface="+mn-lt"/>
                          <a:ea typeface="宋体" pitchFamily="2" charset="-122"/>
                        </a:rPr>
                        <a:t>C</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dirty="0">
                          <a:ln>
                            <a:noFill/>
                          </a:ln>
                          <a:solidFill>
                            <a:srgbClr val="3333FF"/>
                          </a:solidFill>
                          <a:effectLst/>
                          <a:latin typeface="+mn-lt"/>
                          <a:ea typeface="宋体" pitchFamily="2" charset="-122"/>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dirty="0">
                          <a:ln>
                            <a:noFill/>
                          </a:ln>
                          <a:solidFill>
                            <a:srgbClr val="3333FF"/>
                          </a:solidFill>
                          <a:effectLst/>
                          <a:latin typeface="+mn-lt"/>
                          <a:ea typeface="宋体" pitchFamily="2" charset="-122"/>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056943792"/>
                  </a:ext>
                </a:extLst>
              </a:tr>
              <a:tr h="351465">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黑体" panose="02010609060101010101" pitchFamily="49" charset="-122"/>
                        </a:rPr>
                        <a:t>C</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dirty="0">
                          <a:ln>
                            <a:noFill/>
                          </a:ln>
                          <a:solidFill>
                            <a:srgbClr val="3333FF"/>
                          </a:solidFill>
                          <a:effectLst/>
                          <a:latin typeface="+mn-lt"/>
                          <a:ea typeface="宋体" pitchFamily="2" charset="-122"/>
                        </a:rPr>
                        <a:t>A</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dirty="0">
                          <a:ln>
                            <a:noFill/>
                          </a:ln>
                          <a:solidFill>
                            <a:srgbClr val="3333FF"/>
                          </a:solidFill>
                          <a:effectLst/>
                          <a:latin typeface="+mn-lt"/>
                          <a:ea typeface="宋体" pitchFamily="2" charset="-122"/>
                        </a:rPr>
                        <a:t>C</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dirty="0">
                          <a:ln>
                            <a:noFill/>
                          </a:ln>
                          <a:solidFill>
                            <a:srgbClr val="3333FF"/>
                          </a:solidFill>
                          <a:effectLst/>
                          <a:latin typeface="+mn-lt"/>
                          <a:ea typeface="宋体" pitchFamily="2" charset="-122"/>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dirty="0">
                          <a:ln>
                            <a:noFill/>
                          </a:ln>
                          <a:solidFill>
                            <a:srgbClr val="3333FF"/>
                          </a:solidFill>
                          <a:effectLst/>
                          <a:latin typeface="+mn-lt"/>
                          <a:ea typeface="宋体" pitchFamily="2" charset="-122"/>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063238473"/>
                  </a:ext>
                </a:extLst>
              </a:tr>
              <a:tr h="351465">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黑体" panose="02010609060101010101" pitchFamily="49" charset="-122"/>
                        </a:rPr>
                        <a:t>D</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黑体" panose="02010609060101010101" pitchFamily="49" charset="-122"/>
                        </a:rPr>
                        <a:t>D</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黑体" panose="02010609060101010101" pitchFamily="49" charset="-122"/>
                        </a:rPr>
                        <a:t>B</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黑体" panose="02010609060101010101" pitchFamily="49" charset="-122"/>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黑体" panose="02010609060101010101" pitchFamily="49" charset="-122"/>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4147802507"/>
                  </a:ext>
                </a:extLst>
              </a:tr>
            </a:tbl>
          </a:graphicData>
        </a:graphic>
      </p:graphicFrame>
      <p:graphicFrame>
        <p:nvGraphicFramePr>
          <p:cNvPr id="16" name="表格 15">
            <a:extLst>
              <a:ext uri="{FF2B5EF4-FFF2-40B4-BE49-F238E27FC236}">
                <a16:creationId xmlns:a16="http://schemas.microsoft.com/office/drawing/2014/main" id="{4C4714A3-B7B3-4A17-8FC7-816A54CBC03C}"/>
              </a:ext>
            </a:extLst>
          </p:cNvPr>
          <p:cNvGraphicFramePr>
            <a:graphicFrameLocks noGrp="1"/>
          </p:cNvGraphicFramePr>
          <p:nvPr>
            <p:extLst>
              <p:ext uri="{D42A27DB-BD31-4B8C-83A1-F6EECF244321}">
                <p14:modId xmlns:p14="http://schemas.microsoft.com/office/powerpoint/2010/main" val="237230195"/>
              </p:ext>
            </p:extLst>
          </p:nvPr>
        </p:nvGraphicFramePr>
        <p:xfrm>
          <a:off x="6019800" y="3953375"/>
          <a:ext cx="2286000" cy="2343098"/>
        </p:xfrm>
        <a:graphic>
          <a:graphicData uri="http://schemas.openxmlformats.org/drawingml/2006/table">
            <a:tbl>
              <a:tblPr firstRow="1" bandRow="1"/>
              <a:tblGrid>
                <a:gridCol w="571500">
                  <a:extLst>
                    <a:ext uri="{9D8B030D-6E8A-4147-A177-3AD203B41FA5}">
                      <a16:colId xmlns:a16="http://schemas.microsoft.com/office/drawing/2014/main" val="4146872799"/>
                    </a:ext>
                  </a:extLst>
                </a:gridCol>
                <a:gridCol w="571500">
                  <a:extLst>
                    <a:ext uri="{9D8B030D-6E8A-4147-A177-3AD203B41FA5}">
                      <a16:colId xmlns:a16="http://schemas.microsoft.com/office/drawing/2014/main" val="3837899256"/>
                    </a:ext>
                  </a:extLst>
                </a:gridCol>
                <a:gridCol w="571500">
                  <a:extLst>
                    <a:ext uri="{9D8B030D-6E8A-4147-A177-3AD203B41FA5}">
                      <a16:colId xmlns:a16="http://schemas.microsoft.com/office/drawing/2014/main" val="2054637459"/>
                    </a:ext>
                  </a:extLst>
                </a:gridCol>
                <a:gridCol w="571500">
                  <a:extLst>
                    <a:ext uri="{9D8B030D-6E8A-4147-A177-3AD203B41FA5}">
                      <a16:colId xmlns:a16="http://schemas.microsoft.com/office/drawing/2014/main" val="2880068608"/>
                    </a:ext>
                  </a:extLst>
                </a:gridCol>
              </a:tblGrid>
              <a:tr h="571500">
                <a:tc>
                  <a:txBody>
                    <a:bodyPr/>
                    <a:lstStyle>
                      <a:lvl1pPr marL="0" algn="l" defTabSz="685800" rtl="0" eaLnBrk="1" latinLnBrk="0" hangingPunct="1">
                        <a:defRPr sz="1350" b="1" kern="1200">
                          <a:solidFill>
                            <a:schemeClr val="lt1"/>
                          </a:solidFill>
                          <a:latin typeface="Calibri"/>
                          <a:ea typeface="黑体"/>
                        </a:defRPr>
                      </a:lvl1pPr>
                      <a:lvl2pPr marL="342900" algn="l" defTabSz="685800" rtl="0" eaLnBrk="1" latinLnBrk="0" hangingPunct="1">
                        <a:defRPr sz="1350" b="1" kern="1200">
                          <a:solidFill>
                            <a:schemeClr val="lt1"/>
                          </a:solidFill>
                          <a:latin typeface="Calibri"/>
                          <a:ea typeface="黑体"/>
                        </a:defRPr>
                      </a:lvl2pPr>
                      <a:lvl3pPr marL="685800" algn="l" defTabSz="685800" rtl="0" eaLnBrk="1" latinLnBrk="0" hangingPunct="1">
                        <a:defRPr sz="1350" b="1" kern="1200">
                          <a:solidFill>
                            <a:schemeClr val="lt1"/>
                          </a:solidFill>
                          <a:latin typeface="Calibri"/>
                          <a:ea typeface="黑体"/>
                        </a:defRPr>
                      </a:lvl3pPr>
                      <a:lvl4pPr marL="1028700" algn="l" defTabSz="685800" rtl="0" eaLnBrk="1" latinLnBrk="0" hangingPunct="1">
                        <a:defRPr sz="1350" b="1" kern="1200">
                          <a:solidFill>
                            <a:schemeClr val="lt1"/>
                          </a:solidFill>
                          <a:latin typeface="Calibri"/>
                          <a:ea typeface="黑体"/>
                        </a:defRPr>
                      </a:lvl4pPr>
                      <a:lvl5pPr marL="1371600" algn="l" defTabSz="685800" rtl="0" eaLnBrk="1" latinLnBrk="0" hangingPunct="1">
                        <a:defRPr sz="1350" b="1" kern="1200">
                          <a:solidFill>
                            <a:schemeClr val="lt1"/>
                          </a:solidFill>
                          <a:latin typeface="Calibri"/>
                          <a:ea typeface="黑体"/>
                        </a:defRPr>
                      </a:lvl5pPr>
                      <a:lvl6pPr marL="1714500" algn="l" defTabSz="685800" rtl="0" eaLnBrk="1" latinLnBrk="0" hangingPunct="1">
                        <a:defRPr sz="1350" b="1" kern="1200">
                          <a:solidFill>
                            <a:schemeClr val="lt1"/>
                          </a:solidFill>
                          <a:latin typeface="Calibri"/>
                          <a:ea typeface="黑体"/>
                        </a:defRPr>
                      </a:lvl6pPr>
                      <a:lvl7pPr marL="2057400" algn="l" defTabSz="685800" rtl="0" eaLnBrk="1" latinLnBrk="0" hangingPunct="1">
                        <a:defRPr sz="1350" b="1" kern="1200">
                          <a:solidFill>
                            <a:schemeClr val="lt1"/>
                          </a:solidFill>
                          <a:latin typeface="Calibri"/>
                          <a:ea typeface="黑体"/>
                        </a:defRPr>
                      </a:lvl7pPr>
                      <a:lvl8pPr marL="2400300" algn="l" defTabSz="685800" rtl="0" eaLnBrk="1" latinLnBrk="0" hangingPunct="1">
                        <a:defRPr sz="1350" b="1" kern="1200">
                          <a:solidFill>
                            <a:schemeClr val="lt1"/>
                          </a:solidFill>
                          <a:latin typeface="Calibri"/>
                          <a:ea typeface="黑体"/>
                        </a:defRPr>
                      </a:lvl8pPr>
                      <a:lvl9pPr marL="2743200" algn="l" defTabSz="685800" rtl="0" eaLnBrk="1" latinLnBrk="0" hangingPunct="1">
                        <a:defRPr sz="1350" b="1" kern="1200">
                          <a:solidFill>
                            <a:schemeClr val="lt1"/>
                          </a:solidFill>
                          <a:latin typeface="Calibri"/>
                          <a:ea typeface="黑体"/>
                        </a:defRPr>
                      </a:lvl9pPr>
                    </a:lstStyle>
                    <a:p>
                      <a:r>
                        <a:rPr lang="en-US" altLang="zh-CN" sz="2800" b="0" dirty="0">
                          <a:solidFill>
                            <a:schemeClr val="tx1"/>
                          </a:solidFill>
                          <a:latin typeface="+mn-lt"/>
                        </a:rPr>
                        <a:t>B</a:t>
                      </a:r>
                      <a:endParaRPr lang="zh-CN" altLang="en-US" sz="2800" b="0" dirty="0">
                        <a:solidFill>
                          <a:schemeClr val="tx1"/>
                        </a:solidFill>
                        <a:latin typeface="+mn-lt"/>
                      </a:endParaRPr>
                    </a:p>
                  </a:txBody>
                  <a:tcPr marL="140918" marR="140918" marT="70459" marB="70459">
                    <a:lnL w="12700" cap="flat" cmpd="sng" algn="ctr">
                      <a:no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b="1" kern="1200">
                          <a:solidFill>
                            <a:schemeClr val="lt1"/>
                          </a:solidFill>
                          <a:latin typeface="Calibri"/>
                          <a:ea typeface="黑体"/>
                        </a:defRPr>
                      </a:lvl1pPr>
                      <a:lvl2pPr marL="342900" algn="l" defTabSz="685800" rtl="0" eaLnBrk="1" latinLnBrk="0" hangingPunct="1">
                        <a:defRPr sz="1350" b="1" kern="1200">
                          <a:solidFill>
                            <a:schemeClr val="lt1"/>
                          </a:solidFill>
                          <a:latin typeface="Calibri"/>
                          <a:ea typeface="黑体"/>
                        </a:defRPr>
                      </a:lvl2pPr>
                      <a:lvl3pPr marL="685800" algn="l" defTabSz="685800" rtl="0" eaLnBrk="1" latinLnBrk="0" hangingPunct="1">
                        <a:defRPr sz="1350" b="1" kern="1200">
                          <a:solidFill>
                            <a:schemeClr val="lt1"/>
                          </a:solidFill>
                          <a:latin typeface="Calibri"/>
                          <a:ea typeface="黑体"/>
                        </a:defRPr>
                      </a:lvl3pPr>
                      <a:lvl4pPr marL="1028700" algn="l" defTabSz="685800" rtl="0" eaLnBrk="1" latinLnBrk="0" hangingPunct="1">
                        <a:defRPr sz="1350" b="1" kern="1200">
                          <a:solidFill>
                            <a:schemeClr val="lt1"/>
                          </a:solidFill>
                          <a:latin typeface="Calibri"/>
                          <a:ea typeface="黑体"/>
                        </a:defRPr>
                      </a:lvl4pPr>
                      <a:lvl5pPr marL="1371600" algn="l" defTabSz="685800" rtl="0" eaLnBrk="1" latinLnBrk="0" hangingPunct="1">
                        <a:defRPr sz="1350" b="1" kern="1200">
                          <a:solidFill>
                            <a:schemeClr val="lt1"/>
                          </a:solidFill>
                          <a:latin typeface="Calibri"/>
                          <a:ea typeface="黑体"/>
                        </a:defRPr>
                      </a:lvl5pPr>
                      <a:lvl6pPr marL="1714500" algn="l" defTabSz="685800" rtl="0" eaLnBrk="1" latinLnBrk="0" hangingPunct="1">
                        <a:defRPr sz="1350" b="1" kern="1200">
                          <a:solidFill>
                            <a:schemeClr val="lt1"/>
                          </a:solidFill>
                          <a:latin typeface="Calibri"/>
                          <a:ea typeface="黑体"/>
                        </a:defRPr>
                      </a:lvl6pPr>
                      <a:lvl7pPr marL="2057400" algn="l" defTabSz="685800" rtl="0" eaLnBrk="1" latinLnBrk="0" hangingPunct="1">
                        <a:defRPr sz="1350" b="1" kern="1200">
                          <a:solidFill>
                            <a:schemeClr val="lt1"/>
                          </a:solidFill>
                          <a:latin typeface="Calibri"/>
                          <a:ea typeface="黑体"/>
                        </a:defRPr>
                      </a:lvl7pPr>
                      <a:lvl8pPr marL="2400300" algn="l" defTabSz="685800" rtl="0" eaLnBrk="1" latinLnBrk="0" hangingPunct="1">
                        <a:defRPr sz="1350" b="1" kern="1200">
                          <a:solidFill>
                            <a:schemeClr val="lt1"/>
                          </a:solidFill>
                          <a:latin typeface="Calibri"/>
                          <a:ea typeface="黑体"/>
                        </a:defRPr>
                      </a:lvl8pPr>
                      <a:lvl9pPr marL="2743200" algn="l" defTabSz="685800" rtl="0" eaLnBrk="1" latinLnBrk="0" hangingPunct="1">
                        <a:defRPr sz="1350" b="1" kern="1200">
                          <a:solidFill>
                            <a:schemeClr val="lt1"/>
                          </a:solidFill>
                          <a:latin typeface="Calibri"/>
                          <a:ea typeface="黑体"/>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0" cap="none" spc="0" normalizeH="0" baseline="0" noProof="0" dirty="0">
                          <a:ln>
                            <a:noFill/>
                          </a:ln>
                          <a:solidFill>
                            <a:schemeClr val="tx1"/>
                          </a:solidFill>
                          <a:effectLst/>
                          <a:uLnTx/>
                          <a:uFillTx/>
                          <a:latin typeface="+mn-lt"/>
                          <a:ea typeface="+mn-ea"/>
                          <a:cs typeface="+mn-cs"/>
                          <a:sym typeface="Symbol" pitchFamily="18" charset="2"/>
                        </a:rPr>
                        <a:t>x</a:t>
                      </a:r>
                      <a:endParaRPr lang="zh-CN" altLang="en-US" sz="2800" b="1" dirty="0">
                        <a:solidFill>
                          <a:schemeClr val="tx1"/>
                        </a:solidFill>
                        <a:latin typeface="+mn-lt"/>
                      </a:endParaRPr>
                    </a:p>
                  </a:txBody>
                  <a:tcPr marL="140918" marR="140918" marT="70459" marB="7045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b="1" kern="1200">
                          <a:solidFill>
                            <a:schemeClr val="lt1"/>
                          </a:solidFill>
                          <a:latin typeface="Calibri"/>
                          <a:ea typeface="黑体"/>
                        </a:defRPr>
                      </a:lvl1pPr>
                      <a:lvl2pPr marL="342900" algn="l" defTabSz="685800" rtl="0" eaLnBrk="1" latinLnBrk="0" hangingPunct="1">
                        <a:defRPr sz="1350" b="1" kern="1200">
                          <a:solidFill>
                            <a:schemeClr val="lt1"/>
                          </a:solidFill>
                          <a:latin typeface="Calibri"/>
                          <a:ea typeface="黑体"/>
                        </a:defRPr>
                      </a:lvl2pPr>
                      <a:lvl3pPr marL="685800" algn="l" defTabSz="685800" rtl="0" eaLnBrk="1" latinLnBrk="0" hangingPunct="1">
                        <a:defRPr sz="1350" b="1" kern="1200">
                          <a:solidFill>
                            <a:schemeClr val="lt1"/>
                          </a:solidFill>
                          <a:latin typeface="Calibri"/>
                          <a:ea typeface="黑体"/>
                        </a:defRPr>
                      </a:lvl3pPr>
                      <a:lvl4pPr marL="1028700" algn="l" defTabSz="685800" rtl="0" eaLnBrk="1" latinLnBrk="0" hangingPunct="1">
                        <a:defRPr sz="1350" b="1" kern="1200">
                          <a:solidFill>
                            <a:schemeClr val="lt1"/>
                          </a:solidFill>
                          <a:latin typeface="Calibri"/>
                          <a:ea typeface="黑体"/>
                        </a:defRPr>
                      </a:lvl4pPr>
                      <a:lvl5pPr marL="1371600" algn="l" defTabSz="685800" rtl="0" eaLnBrk="1" latinLnBrk="0" hangingPunct="1">
                        <a:defRPr sz="1350" b="1" kern="1200">
                          <a:solidFill>
                            <a:schemeClr val="lt1"/>
                          </a:solidFill>
                          <a:latin typeface="Calibri"/>
                          <a:ea typeface="黑体"/>
                        </a:defRPr>
                      </a:lvl5pPr>
                      <a:lvl6pPr marL="1714500" algn="l" defTabSz="685800" rtl="0" eaLnBrk="1" latinLnBrk="0" hangingPunct="1">
                        <a:defRPr sz="1350" b="1" kern="1200">
                          <a:solidFill>
                            <a:schemeClr val="lt1"/>
                          </a:solidFill>
                          <a:latin typeface="Calibri"/>
                          <a:ea typeface="黑体"/>
                        </a:defRPr>
                      </a:lvl6pPr>
                      <a:lvl7pPr marL="2057400" algn="l" defTabSz="685800" rtl="0" eaLnBrk="1" latinLnBrk="0" hangingPunct="1">
                        <a:defRPr sz="1350" b="1" kern="1200">
                          <a:solidFill>
                            <a:schemeClr val="lt1"/>
                          </a:solidFill>
                          <a:latin typeface="Calibri"/>
                          <a:ea typeface="黑体"/>
                        </a:defRPr>
                      </a:lvl7pPr>
                      <a:lvl8pPr marL="2400300" algn="l" defTabSz="685800" rtl="0" eaLnBrk="1" latinLnBrk="0" hangingPunct="1">
                        <a:defRPr sz="1350" b="1" kern="1200">
                          <a:solidFill>
                            <a:schemeClr val="lt1"/>
                          </a:solidFill>
                          <a:latin typeface="Calibri"/>
                          <a:ea typeface="黑体"/>
                        </a:defRPr>
                      </a:lvl8pPr>
                      <a:lvl9pPr marL="2743200" algn="l" defTabSz="685800" rtl="0" eaLnBrk="1" latinLnBrk="0" hangingPunct="1">
                        <a:defRPr sz="1350" b="1" kern="1200">
                          <a:solidFill>
                            <a:schemeClr val="lt1"/>
                          </a:solidFill>
                          <a:latin typeface="Calibri"/>
                          <a:ea typeface="黑体"/>
                        </a:defRPr>
                      </a:lvl9pPr>
                    </a:lstStyle>
                    <a:p>
                      <a:endParaRPr lang="zh-CN" altLang="en-US" sz="2800" b="0" dirty="0">
                        <a:solidFill>
                          <a:schemeClr val="tx1"/>
                        </a:solidFill>
                        <a:latin typeface="+mn-lt"/>
                      </a:endParaRPr>
                    </a:p>
                  </a:txBody>
                  <a:tcPr marL="140918" marR="140918" marT="70459" marB="70459">
                    <a:lnL w="12700" cap="flat" cmpd="sng" algn="ctr">
                      <a:solidFill>
                        <a:srgbClr val="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b="1" kern="1200">
                          <a:solidFill>
                            <a:schemeClr val="lt1"/>
                          </a:solidFill>
                          <a:latin typeface="Calibri"/>
                          <a:ea typeface="黑体"/>
                        </a:defRPr>
                      </a:lvl1pPr>
                      <a:lvl2pPr marL="342900" algn="l" defTabSz="685800" rtl="0" eaLnBrk="1" latinLnBrk="0" hangingPunct="1">
                        <a:defRPr sz="1350" b="1" kern="1200">
                          <a:solidFill>
                            <a:schemeClr val="lt1"/>
                          </a:solidFill>
                          <a:latin typeface="Calibri"/>
                          <a:ea typeface="黑体"/>
                        </a:defRPr>
                      </a:lvl2pPr>
                      <a:lvl3pPr marL="685800" algn="l" defTabSz="685800" rtl="0" eaLnBrk="1" latinLnBrk="0" hangingPunct="1">
                        <a:defRPr sz="1350" b="1" kern="1200">
                          <a:solidFill>
                            <a:schemeClr val="lt1"/>
                          </a:solidFill>
                          <a:latin typeface="Calibri"/>
                          <a:ea typeface="黑体"/>
                        </a:defRPr>
                      </a:lvl3pPr>
                      <a:lvl4pPr marL="1028700" algn="l" defTabSz="685800" rtl="0" eaLnBrk="1" latinLnBrk="0" hangingPunct="1">
                        <a:defRPr sz="1350" b="1" kern="1200">
                          <a:solidFill>
                            <a:schemeClr val="lt1"/>
                          </a:solidFill>
                          <a:latin typeface="Calibri"/>
                          <a:ea typeface="黑体"/>
                        </a:defRPr>
                      </a:lvl4pPr>
                      <a:lvl5pPr marL="1371600" algn="l" defTabSz="685800" rtl="0" eaLnBrk="1" latinLnBrk="0" hangingPunct="1">
                        <a:defRPr sz="1350" b="1" kern="1200">
                          <a:solidFill>
                            <a:schemeClr val="lt1"/>
                          </a:solidFill>
                          <a:latin typeface="Calibri"/>
                          <a:ea typeface="黑体"/>
                        </a:defRPr>
                      </a:lvl5pPr>
                      <a:lvl6pPr marL="1714500" algn="l" defTabSz="685800" rtl="0" eaLnBrk="1" latinLnBrk="0" hangingPunct="1">
                        <a:defRPr sz="1350" b="1" kern="1200">
                          <a:solidFill>
                            <a:schemeClr val="lt1"/>
                          </a:solidFill>
                          <a:latin typeface="Calibri"/>
                          <a:ea typeface="黑体"/>
                        </a:defRPr>
                      </a:lvl6pPr>
                      <a:lvl7pPr marL="2057400" algn="l" defTabSz="685800" rtl="0" eaLnBrk="1" latinLnBrk="0" hangingPunct="1">
                        <a:defRPr sz="1350" b="1" kern="1200">
                          <a:solidFill>
                            <a:schemeClr val="lt1"/>
                          </a:solidFill>
                          <a:latin typeface="Calibri"/>
                          <a:ea typeface="黑体"/>
                        </a:defRPr>
                      </a:lvl7pPr>
                      <a:lvl8pPr marL="2400300" algn="l" defTabSz="685800" rtl="0" eaLnBrk="1" latinLnBrk="0" hangingPunct="1">
                        <a:defRPr sz="1350" b="1" kern="1200">
                          <a:solidFill>
                            <a:schemeClr val="lt1"/>
                          </a:solidFill>
                          <a:latin typeface="Calibri"/>
                          <a:ea typeface="黑体"/>
                        </a:defRPr>
                      </a:lvl8pPr>
                      <a:lvl9pPr marL="2743200" algn="l" defTabSz="685800" rtl="0" eaLnBrk="1" latinLnBrk="0" hangingPunct="1">
                        <a:defRPr sz="1350" b="1" kern="1200">
                          <a:solidFill>
                            <a:schemeClr val="lt1"/>
                          </a:solidFill>
                          <a:latin typeface="Calibri"/>
                          <a:ea typeface="黑体"/>
                        </a:defRPr>
                      </a:lvl9pPr>
                    </a:lstStyle>
                    <a:p>
                      <a:endParaRPr lang="zh-CN" altLang="en-US" sz="2800" b="0" dirty="0">
                        <a:solidFill>
                          <a:schemeClr val="tx1"/>
                        </a:solidFill>
                        <a:latin typeface="+mn-lt"/>
                      </a:endParaRPr>
                    </a:p>
                  </a:txBody>
                  <a:tcPr marL="140918" marR="140918" marT="70459" marB="704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8023028"/>
                  </a:ext>
                </a:extLst>
              </a:tr>
              <a:tr h="571500">
                <a:tc>
                  <a:txBody>
                    <a:bodyPr/>
                    <a:lstStyle>
                      <a:lvl1pPr marL="0" algn="l" defTabSz="685800" rtl="0" eaLnBrk="1" latinLnBrk="0" hangingPunct="1">
                        <a:defRPr sz="1350" kern="1200">
                          <a:solidFill>
                            <a:schemeClr val="dk1"/>
                          </a:solidFill>
                          <a:latin typeface="Calibri"/>
                          <a:ea typeface="黑体"/>
                        </a:defRPr>
                      </a:lvl1pPr>
                      <a:lvl2pPr marL="342900" algn="l" defTabSz="685800" rtl="0" eaLnBrk="1" latinLnBrk="0" hangingPunct="1">
                        <a:defRPr sz="1350" kern="1200">
                          <a:solidFill>
                            <a:schemeClr val="dk1"/>
                          </a:solidFill>
                          <a:latin typeface="Calibri"/>
                          <a:ea typeface="黑体"/>
                        </a:defRPr>
                      </a:lvl2pPr>
                      <a:lvl3pPr marL="685800" algn="l" defTabSz="685800" rtl="0" eaLnBrk="1" latinLnBrk="0" hangingPunct="1">
                        <a:defRPr sz="1350" kern="1200">
                          <a:solidFill>
                            <a:schemeClr val="dk1"/>
                          </a:solidFill>
                          <a:latin typeface="Calibri"/>
                          <a:ea typeface="黑体"/>
                        </a:defRPr>
                      </a:lvl3pPr>
                      <a:lvl4pPr marL="1028700" algn="l" defTabSz="685800" rtl="0" eaLnBrk="1" latinLnBrk="0" hangingPunct="1">
                        <a:defRPr sz="1350" kern="1200">
                          <a:solidFill>
                            <a:schemeClr val="dk1"/>
                          </a:solidFill>
                          <a:latin typeface="Calibri"/>
                          <a:ea typeface="黑体"/>
                        </a:defRPr>
                      </a:lvl4pPr>
                      <a:lvl5pPr marL="1371600" algn="l" defTabSz="685800" rtl="0" eaLnBrk="1" latinLnBrk="0" hangingPunct="1">
                        <a:defRPr sz="1350" kern="1200">
                          <a:solidFill>
                            <a:schemeClr val="dk1"/>
                          </a:solidFill>
                          <a:latin typeface="Calibri"/>
                          <a:ea typeface="黑体"/>
                        </a:defRPr>
                      </a:lvl5pPr>
                      <a:lvl6pPr marL="1714500" algn="l" defTabSz="685800" rtl="0" eaLnBrk="1" latinLnBrk="0" hangingPunct="1">
                        <a:defRPr sz="1350" kern="1200">
                          <a:solidFill>
                            <a:schemeClr val="dk1"/>
                          </a:solidFill>
                          <a:latin typeface="Calibri"/>
                          <a:ea typeface="黑体"/>
                        </a:defRPr>
                      </a:lvl6pPr>
                      <a:lvl7pPr marL="2057400" algn="l" defTabSz="685800" rtl="0" eaLnBrk="1" latinLnBrk="0" hangingPunct="1">
                        <a:defRPr sz="1350" kern="1200">
                          <a:solidFill>
                            <a:schemeClr val="dk1"/>
                          </a:solidFill>
                          <a:latin typeface="Calibri"/>
                          <a:ea typeface="黑体"/>
                        </a:defRPr>
                      </a:lvl7pPr>
                      <a:lvl8pPr marL="2400300" algn="l" defTabSz="685800" rtl="0" eaLnBrk="1" latinLnBrk="0" hangingPunct="1">
                        <a:defRPr sz="1350" kern="1200">
                          <a:solidFill>
                            <a:schemeClr val="dk1"/>
                          </a:solidFill>
                          <a:latin typeface="Calibri"/>
                          <a:ea typeface="黑体"/>
                        </a:defRPr>
                      </a:lvl8pPr>
                      <a:lvl9pPr marL="2743200" algn="l" defTabSz="685800" rtl="0" eaLnBrk="1" latinLnBrk="0" hangingPunct="1">
                        <a:defRPr sz="1350" kern="1200">
                          <a:solidFill>
                            <a:schemeClr val="dk1"/>
                          </a:solidFill>
                          <a:latin typeface="Calibri"/>
                          <a:ea typeface="黑体"/>
                        </a:defRPr>
                      </a:lvl9pPr>
                    </a:lstStyle>
                    <a:p>
                      <a:r>
                        <a:rPr lang="en-US" altLang="zh-CN" sz="2800" b="0" dirty="0">
                          <a:solidFill>
                            <a:schemeClr val="tx1"/>
                          </a:solidFill>
                          <a:latin typeface="+mn-lt"/>
                        </a:rPr>
                        <a:t>C</a:t>
                      </a:r>
                      <a:endParaRPr lang="zh-CN" altLang="en-US" sz="2800" b="0" dirty="0">
                        <a:solidFill>
                          <a:schemeClr val="tx1"/>
                        </a:solidFill>
                        <a:latin typeface="+mn-lt"/>
                      </a:endParaRPr>
                    </a:p>
                  </a:txBody>
                  <a:tcPr marL="140918" marR="140918" marT="70459" marB="70459">
                    <a:lnL w="12700" cap="flat" cmpd="sng" algn="ctr">
                      <a:no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dk1"/>
                          </a:solidFill>
                          <a:latin typeface="Calibri"/>
                          <a:ea typeface="黑体"/>
                        </a:defRPr>
                      </a:lvl1pPr>
                      <a:lvl2pPr marL="342900" algn="l" defTabSz="685800" rtl="0" eaLnBrk="1" latinLnBrk="0" hangingPunct="1">
                        <a:defRPr sz="1350" kern="1200">
                          <a:solidFill>
                            <a:schemeClr val="dk1"/>
                          </a:solidFill>
                          <a:latin typeface="Calibri"/>
                          <a:ea typeface="黑体"/>
                        </a:defRPr>
                      </a:lvl2pPr>
                      <a:lvl3pPr marL="685800" algn="l" defTabSz="685800" rtl="0" eaLnBrk="1" latinLnBrk="0" hangingPunct="1">
                        <a:defRPr sz="1350" kern="1200">
                          <a:solidFill>
                            <a:schemeClr val="dk1"/>
                          </a:solidFill>
                          <a:latin typeface="Calibri"/>
                          <a:ea typeface="黑体"/>
                        </a:defRPr>
                      </a:lvl3pPr>
                      <a:lvl4pPr marL="1028700" algn="l" defTabSz="685800" rtl="0" eaLnBrk="1" latinLnBrk="0" hangingPunct="1">
                        <a:defRPr sz="1350" kern="1200">
                          <a:solidFill>
                            <a:schemeClr val="dk1"/>
                          </a:solidFill>
                          <a:latin typeface="Calibri"/>
                          <a:ea typeface="黑体"/>
                        </a:defRPr>
                      </a:lvl4pPr>
                      <a:lvl5pPr marL="1371600" algn="l" defTabSz="685800" rtl="0" eaLnBrk="1" latinLnBrk="0" hangingPunct="1">
                        <a:defRPr sz="1350" kern="1200">
                          <a:solidFill>
                            <a:schemeClr val="dk1"/>
                          </a:solidFill>
                          <a:latin typeface="Calibri"/>
                          <a:ea typeface="黑体"/>
                        </a:defRPr>
                      </a:lvl5pPr>
                      <a:lvl6pPr marL="1714500" algn="l" defTabSz="685800" rtl="0" eaLnBrk="1" latinLnBrk="0" hangingPunct="1">
                        <a:defRPr sz="1350" kern="1200">
                          <a:solidFill>
                            <a:schemeClr val="dk1"/>
                          </a:solidFill>
                          <a:latin typeface="Calibri"/>
                          <a:ea typeface="黑体"/>
                        </a:defRPr>
                      </a:lvl6pPr>
                      <a:lvl7pPr marL="2057400" algn="l" defTabSz="685800" rtl="0" eaLnBrk="1" latinLnBrk="0" hangingPunct="1">
                        <a:defRPr sz="1350" kern="1200">
                          <a:solidFill>
                            <a:schemeClr val="dk1"/>
                          </a:solidFill>
                          <a:latin typeface="Calibri"/>
                          <a:ea typeface="黑体"/>
                        </a:defRPr>
                      </a:lvl7pPr>
                      <a:lvl8pPr marL="2400300" algn="l" defTabSz="685800" rtl="0" eaLnBrk="1" latinLnBrk="0" hangingPunct="1">
                        <a:defRPr sz="1350" kern="1200">
                          <a:solidFill>
                            <a:schemeClr val="dk1"/>
                          </a:solidFill>
                          <a:latin typeface="Calibri"/>
                          <a:ea typeface="黑体"/>
                        </a:defRPr>
                      </a:lvl8pPr>
                      <a:lvl9pPr marL="2743200" algn="l" defTabSz="685800" rtl="0" eaLnBrk="1" latinLnBrk="0" hangingPunct="1">
                        <a:defRPr sz="1350" kern="1200">
                          <a:solidFill>
                            <a:schemeClr val="dk1"/>
                          </a:solidFill>
                          <a:latin typeface="Calibri"/>
                          <a:ea typeface="黑体"/>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schemeClr val="tx1"/>
                          </a:solidFill>
                          <a:effectLst/>
                          <a:uLnTx/>
                          <a:uFillTx/>
                          <a:latin typeface="+mn-lt"/>
                          <a:ea typeface="+mn-ea"/>
                          <a:cs typeface="+mn-cs"/>
                          <a:sym typeface="Symbol" pitchFamily="18" charset="2"/>
                        </a:rPr>
                        <a:t>x</a:t>
                      </a:r>
                      <a:endParaRPr lang="zh-CN" altLang="en-US" sz="2400" b="1" dirty="0">
                        <a:solidFill>
                          <a:schemeClr val="tx1"/>
                        </a:solidFill>
                        <a:latin typeface="+mn-lt"/>
                      </a:endParaRPr>
                    </a:p>
                  </a:txBody>
                  <a:tcPr marL="140918" marR="140918" marT="70459" marB="7045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dk1"/>
                          </a:solidFill>
                          <a:latin typeface="Calibri"/>
                          <a:ea typeface="黑体"/>
                        </a:defRPr>
                      </a:lvl1pPr>
                      <a:lvl2pPr marL="342900" algn="l" defTabSz="685800" rtl="0" eaLnBrk="1" latinLnBrk="0" hangingPunct="1">
                        <a:defRPr sz="1350" kern="1200">
                          <a:solidFill>
                            <a:schemeClr val="dk1"/>
                          </a:solidFill>
                          <a:latin typeface="Calibri"/>
                          <a:ea typeface="黑体"/>
                        </a:defRPr>
                      </a:lvl2pPr>
                      <a:lvl3pPr marL="685800" algn="l" defTabSz="685800" rtl="0" eaLnBrk="1" latinLnBrk="0" hangingPunct="1">
                        <a:defRPr sz="1350" kern="1200">
                          <a:solidFill>
                            <a:schemeClr val="dk1"/>
                          </a:solidFill>
                          <a:latin typeface="Calibri"/>
                          <a:ea typeface="黑体"/>
                        </a:defRPr>
                      </a:lvl3pPr>
                      <a:lvl4pPr marL="1028700" algn="l" defTabSz="685800" rtl="0" eaLnBrk="1" latinLnBrk="0" hangingPunct="1">
                        <a:defRPr sz="1350" kern="1200">
                          <a:solidFill>
                            <a:schemeClr val="dk1"/>
                          </a:solidFill>
                          <a:latin typeface="Calibri"/>
                          <a:ea typeface="黑体"/>
                        </a:defRPr>
                      </a:lvl4pPr>
                      <a:lvl5pPr marL="1371600" algn="l" defTabSz="685800" rtl="0" eaLnBrk="1" latinLnBrk="0" hangingPunct="1">
                        <a:defRPr sz="1350" kern="1200">
                          <a:solidFill>
                            <a:schemeClr val="dk1"/>
                          </a:solidFill>
                          <a:latin typeface="Calibri"/>
                          <a:ea typeface="黑体"/>
                        </a:defRPr>
                      </a:lvl5pPr>
                      <a:lvl6pPr marL="1714500" algn="l" defTabSz="685800" rtl="0" eaLnBrk="1" latinLnBrk="0" hangingPunct="1">
                        <a:defRPr sz="1350" kern="1200">
                          <a:solidFill>
                            <a:schemeClr val="dk1"/>
                          </a:solidFill>
                          <a:latin typeface="Calibri"/>
                          <a:ea typeface="黑体"/>
                        </a:defRPr>
                      </a:lvl6pPr>
                      <a:lvl7pPr marL="2057400" algn="l" defTabSz="685800" rtl="0" eaLnBrk="1" latinLnBrk="0" hangingPunct="1">
                        <a:defRPr sz="1350" kern="1200">
                          <a:solidFill>
                            <a:schemeClr val="dk1"/>
                          </a:solidFill>
                          <a:latin typeface="Calibri"/>
                          <a:ea typeface="黑体"/>
                        </a:defRPr>
                      </a:lvl7pPr>
                      <a:lvl8pPr marL="2400300" algn="l" defTabSz="685800" rtl="0" eaLnBrk="1" latinLnBrk="0" hangingPunct="1">
                        <a:defRPr sz="1350" kern="1200">
                          <a:solidFill>
                            <a:schemeClr val="dk1"/>
                          </a:solidFill>
                          <a:latin typeface="Calibri"/>
                          <a:ea typeface="黑体"/>
                        </a:defRPr>
                      </a:lvl8pPr>
                      <a:lvl9pPr marL="2743200" algn="l" defTabSz="685800" rtl="0" eaLnBrk="1" latinLnBrk="0" hangingPunct="1">
                        <a:defRPr sz="1350" kern="1200">
                          <a:solidFill>
                            <a:schemeClr val="dk1"/>
                          </a:solidFill>
                          <a:latin typeface="Calibri"/>
                          <a:ea typeface="黑体"/>
                        </a:defRPr>
                      </a:lvl9pPr>
                    </a:lstStyle>
                    <a:p>
                      <a:pPr algn="ctr"/>
                      <a:r>
                        <a:rPr lang="en-US" altLang="zh-CN" sz="2800" b="1" kern="0" dirty="0">
                          <a:solidFill>
                            <a:srgbClr val="3333FF"/>
                          </a:solidFill>
                          <a:latin typeface="+mn-lt"/>
                          <a:ea typeface="黑体"/>
                          <a:cs typeface="Arial" panose="020B0604020202020204" pitchFamily="34" charset="0"/>
                          <a:sym typeface="Symbol" pitchFamily="18" charset="2"/>
                        </a:rPr>
                        <a:t></a:t>
                      </a:r>
                      <a:endParaRPr lang="zh-CN" altLang="en-US" sz="2800" b="0" dirty="0">
                        <a:solidFill>
                          <a:schemeClr val="tx1"/>
                        </a:solidFill>
                        <a:latin typeface="+mn-lt"/>
                      </a:endParaRPr>
                    </a:p>
                  </a:txBody>
                  <a:tcPr marL="140918" marR="140918" marT="70459" marB="7045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dk1"/>
                          </a:solidFill>
                          <a:latin typeface="Calibri"/>
                          <a:ea typeface="黑体"/>
                        </a:defRPr>
                      </a:lvl1pPr>
                      <a:lvl2pPr marL="342900" algn="l" defTabSz="685800" rtl="0" eaLnBrk="1" latinLnBrk="0" hangingPunct="1">
                        <a:defRPr sz="1350" kern="1200">
                          <a:solidFill>
                            <a:schemeClr val="dk1"/>
                          </a:solidFill>
                          <a:latin typeface="Calibri"/>
                          <a:ea typeface="黑体"/>
                        </a:defRPr>
                      </a:lvl2pPr>
                      <a:lvl3pPr marL="685800" algn="l" defTabSz="685800" rtl="0" eaLnBrk="1" latinLnBrk="0" hangingPunct="1">
                        <a:defRPr sz="1350" kern="1200">
                          <a:solidFill>
                            <a:schemeClr val="dk1"/>
                          </a:solidFill>
                          <a:latin typeface="Calibri"/>
                          <a:ea typeface="黑体"/>
                        </a:defRPr>
                      </a:lvl3pPr>
                      <a:lvl4pPr marL="1028700" algn="l" defTabSz="685800" rtl="0" eaLnBrk="1" latinLnBrk="0" hangingPunct="1">
                        <a:defRPr sz="1350" kern="1200">
                          <a:solidFill>
                            <a:schemeClr val="dk1"/>
                          </a:solidFill>
                          <a:latin typeface="Calibri"/>
                          <a:ea typeface="黑体"/>
                        </a:defRPr>
                      </a:lvl4pPr>
                      <a:lvl5pPr marL="1371600" algn="l" defTabSz="685800" rtl="0" eaLnBrk="1" latinLnBrk="0" hangingPunct="1">
                        <a:defRPr sz="1350" kern="1200">
                          <a:solidFill>
                            <a:schemeClr val="dk1"/>
                          </a:solidFill>
                          <a:latin typeface="Calibri"/>
                          <a:ea typeface="黑体"/>
                        </a:defRPr>
                      </a:lvl5pPr>
                      <a:lvl6pPr marL="1714500" algn="l" defTabSz="685800" rtl="0" eaLnBrk="1" latinLnBrk="0" hangingPunct="1">
                        <a:defRPr sz="1350" kern="1200">
                          <a:solidFill>
                            <a:schemeClr val="dk1"/>
                          </a:solidFill>
                          <a:latin typeface="Calibri"/>
                          <a:ea typeface="黑体"/>
                        </a:defRPr>
                      </a:lvl6pPr>
                      <a:lvl7pPr marL="2057400" algn="l" defTabSz="685800" rtl="0" eaLnBrk="1" latinLnBrk="0" hangingPunct="1">
                        <a:defRPr sz="1350" kern="1200">
                          <a:solidFill>
                            <a:schemeClr val="dk1"/>
                          </a:solidFill>
                          <a:latin typeface="Calibri"/>
                          <a:ea typeface="黑体"/>
                        </a:defRPr>
                      </a:lvl7pPr>
                      <a:lvl8pPr marL="2400300" algn="l" defTabSz="685800" rtl="0" eaLnBrk="1" latinLnBrk="0" hangingPunct="1">
                        <a:defRPr sz="1350" kern="1200">
                          <a:solidFill>
                            <a:schemeClr val="dk1"/>
                          </a:solidFill>
                          <a:latin typeface="Calibri"/>
                          <a:ea typeface="黑体"/>
                        </a:defRPr>
                      </a:lvl8pPr>
                      <a:lvl9pPr marL="2743200" algn="l" defTabSz="685800" rtl="0" eaLnBrk="1" latinLnBrk="0" hangingPunct="1">
                        <a:defRPr sz="1350" kern="1200">
                          <a:solidFill>
                            <a:schemeClr val="dk1"/>
                          </a:solidFill>
                          <a:latin typeface="Calibri"/>
                          <a:ea typeface="黑体"/>
                        </a:defRPr>
                      </a:lvl9pPr>
                    </a:lstStyle>
                    <a:p>
                      <a:endParaRPr lang="zh-CN" altLang="en-US" sz="2800" b="0" dirty="0">
                        <a:solidFill>
                          <a:schemeClr val="tx1"/>
                        </a:solidFill>
                        <a:latin typeface="+mn-lt"/>
                      </a:endParaRPr>
                    </a:p>
                  </a:txBody>
                  <a:tcPr marL="140918" marR="140918" marT="70459" marB="70459">
                    <a:lnL w="12700" cap="flat" cmpd="sng" algn="ctr">
                      <a:solidFill>
                        <a:srgbClr val="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583216"/>
                  </a:ext>
                </a:extLst>
              </a:tr>
              <a:tr h="571500">
                <a:tc>
                  <a:txBody>
                    <a:bodyPr/>
                    <a:lstStyle>
                      <a:lvl1pPr marL="0" algn="l" defTabSz="685800" rtl="0" eaLnBrk="1" latinLnBrk="0" hangingPunct="1">
                        <a:defRPr sz="1350" kern="1200">
                          <a:solidFill>
                            <a:schemeClr val="dk1"/>
                          </a:solidFill>
                          <a:latin typeface="Calibri"/>
                          <a:ea typeface="黑体"/>
                        </a:defRPr>
                      </a:lvl1pPr>
                      <a:lvl2pPr marL="342900" algn="l" defTabSz="685800" rtl="0" eaLnBrk="1" latinLnBrk="0" hangingPunct="1">
                        <a:defRPr sz="1350" kern="1200">
                          <a:solidFill>
                            <a:schemeClr val="dk1"/>
                          </a:solidFill>
                          <a:latin typeface="Calibri"/>
                          <a:ea typeface="黑体"/>
                        </a:defRPr>
                      </a:lvl2pPr>
                      <a:lvl3pPr marL="685800" algn="l" defTabSz="685800" rtl="0" eaLnBrk="1" latinLnBrk="0" hangingPunct="1">
                        <a:defRPr sz="1350" kern="1200">
                          <a:solidFill>
                            <a:schemeClr val="dk1"/>
                          </a:solidFill>
                          <a:latin typeface="Calibri"/>
                          <a:ea typeface="黑体"/>
                        </a:defRPr>
                      </a:lvl3pPr>
                      <a:lvl4pPr marL="1028700" algn="l" defTabSz="685800" rtl="0" eaLnBrk="1" latinLnBrk="0" hangingPunct="1">
                        <a:defRPr sz="1350" kern="1200">
                          <a:solidFill>
                            <a:schemeClr val="dk1"/>
                          </a:solidFill>
                          <a:latin typeface="Calibri"/>
                          <a:ea typeface="黑体"/>
                        </a:defRPr>
                      </a:lvl4pPr>
                      <a:lvl5pPr marL="1371600" algn="l" defTabSz="685800" rtl="0" eaLnBrk="1" latinLnBrk="0" hangingPunct="1">
                        <a:defRPr sz="1350" kern="1200">
                          <a:solidFill>
                            <a:schemeClr val="dk1"/>
                          </a:solidFill>
                          <a:latin typeface="Calibri"/>
                          <a:ea typeface="黑体"/>
                        </a:defRPr>
                      </a:lvl5pPr>
                      <a:lvl6pPr marL="1714500" algn="l" defTabSz="685800" rtl="0" eaLnBrk="1" latinLnBrk="0" hangingPunct="1">
                        <a:defRPr sz="1350" kern="1200">
                          <a:solidFill>
                            <a:schemeClr val="dk1"/>
                          </a:solidFill>
                          <a:latin typeface="Calibri"/>
                          <a:ea typeface="黑体"/>
                        </a:defRPr>
                      </a:lvl6pPr>
                      <a:lvl7pPr marL="2057400" algn="l" defTabSz="685800" rtl="0" eaLnBrk="1" latinLnBrk="0" hangingPunct="1">
                        <a:defRPr sz="1350" kern="1200">
                          <a:solidFill>
                            <a:schemeClr val="dk1"/>
                          </a:solidFill>
                          <a:latin typeface="Calibri"/>
                          <a:ea typeface="黑体"/>
                        </a:defRPr>
                      </a:lvl7pPr>
                      <a:lvl8pPr marL="2400300" algn="l" defTabSz="685800" rtl="0" eaLnBrk="1" latinLnBrk="0" hangingPunct="1">
                        <a:defRPr sz="1350" kern="1200">
                          <a:solidFill>
                            <a:schemeClr val="dk1"/>
                          </a:solidFill>
                          <a:latin typeface="Calibri"/>
                          <a:ea typeface="黑体"/>
                        </a:defRPr>
                      </a:lvl8pPr>
                      <a:lvl9pPr marL="2743200" algn="l" defTabSz="685800" rtl="0" eaLnBrk="1" latinLnBrk="0" hangingPunct="1">
                        <a:defRPr sz="1350" kern="1200">
                          <a:solidFill>
                            <a:schemeClr val="dk1"/>
                          </a:solidFill>
                          <a:latin typeface="Calibri"/>
                          <a:ea typeface="黑体"/>
                        </a:defRPr>
                      </a:lvl9pPr>
                    </a:lstStyle>
                    <a:p>
                      <a:r>
                        <a:rPr lang="en-US" altLang="zh-CN" sz="2800" b="0" dirty="0">
                          <a:solidFill>
                            <a:schemeClr val="tx1"/>
                          </a:solidFill>
                          <a:latin typeface="+mn-lt"/>
                        </a:rPr>
                        <a:t>D</a:t>
                      </a:r>
                      <a:endParaRPr lang="zh-CN" altLang="en-US" sz="2800" b="0" dirty="0">
                        <a:solidFill>
                          <a:schemeClr val="tx1"/>
                        </a:solidFill>
                        <a:latin typeface="+mn-lt"/>
                      </a:endParaRPr>
                    </a:p>
                  </a:txBody>
                  <a:tcPr marL="140918" marR="140918" marT="70459" marB="70459">
                    <a:lnL w="12700" cap="flat" cmpd="sng" algn="ctr">
                      <a:no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dk1"/>
                          </a:solidFill>
                          <a:latin typeface="Calibri"/>
                          <a:ea typeface="黑体"/>
                        </a:defRPr>
                      </a:lvl1pPr>
                      <a:lvl2pPr marL="342900" algn="l" defTabSz="685800" rtl="0" eaLnBrk="1" latinLnBrk="0" hangingPunct="1">
                        <a:defRPr sz="1350" kern="1200">
                          <a:solidFill>
                            <a:schemeClr val="dk1"/>
                          </a:solidFill>
                          <a:latin typeface="Calibri"/>
                          <a:ea typeface="黑体"/>
                        </a:defRPr>
                      </a:lvl2pPr>
                      <a:lvl3pPr marL="685800" algn="l" defTabSz="685800" rtl="0" eaLnBrk="1" latinLnBrk="0" hangingPunct="1">
                        <a:defRPr sz="1350" kern="1200">
                          <a:solidFill>
                            <a:schemeClr val="dk1"/>
                          </a:solidFill>
                          <a:latin typeface="Calibri"/>
                          <a:ea typeface="黑体"/>
                        </a:defRPr>
                      </a:lvl3pPr>
                      <a:lvl4pPr marL="1028700" algn="l" defTabSz="685800" rtl="0" eaLnBrk="1" latinLnBrk="0" hangingPunct="1">
                        <a:defRPr sz="1350" kern="1200">
                          <a:solidFill>
                            <a:schemeClr val="dk1"/>
                          </a:solidFill>
                          <a:latin typeface="Calibri"/>
                          <a:ea typeface="黑体"/>
                        </a:defRPr>
                      </a:lvl4pPr>
                      <a:lvl5pPr marL="1371600" algn="l" defTabSz="685800" rtl="0" eaLnBrk="1" latinLnBrk="0" hangingPunct="1">
                        <a:defRPr sz="1350" kern="1200">
                          <a:solidFill>
                            <a:schemeClr val="dk1"/>
                          </a:solidFill>
                          <a:latin typeface="Calibri"/>
                          <a:ea typeface="黑体"/>
                        </a:defRPr>
                      </a:lvl5pPr>
                      <a:lvl6pPr marL="1714500" algn="l" defTabSz="685800" rtl="0" eaLnBrk="1" latinLnBrk="0" hangingPunct="1">
                        <a:defRPr sz="1350" kern="1200">
                          <a:solidFill>
                            <a:schemeClr val="dk1"/>
                          </a:solidFill>
                          <a:latin typeface="Calibri"/>
                          <a:ea typeface="黑体"/>
                        </a:defRPr>
                      </a:lvl6pPr>
                      <a:lvl7pPr marL="2057400" algn="l" defTabSz="685800" rtl="0" eaLnBrk="1" latinLnBrk="0" hangingPunct="1">
                        <a:defRPr sz="1350" kern="1200">
                          <a:solidFill>
                            <a:schemeClr val="dk1"/>
                          </a:solidFill>
                          <a:latin typeface="Calibri"/>
                          <a:ea typeface="黑体"/>
                        </a:defRPr>
                      </a:lvl7pPr>
                      <a:lvl8pPr marL="2400300" algn="l" defTabSz="685800" rtl="0" eaLnBrk="1" latinLnBrk="0" hangingPunct="1">
                        <a:defRPr sz="1350" kern="1200">
                          <a:solidFill>
                            <a:schemeClr val="dk1"/>
                          </a:solidFill>
                          <a:latin typeface="Calibri"/>
                          <a:ea typeface="黑体"/>
                        </a:defRPr>
                      </a:lvl8pPr>
                      <a:lvl9pPr marL="2743200" algn="l" defTabSz="685800" rtl="0" eaLnBrk="1" latinLnBrk="0" hangingPunct="1">
                        <a:defRPr sz="1350" kern="1200">
                          <a:solidFill>
                            <a:schemeClr val="dk1"/>
                          </a:solidFill>
                          <a:latin typeface="Calibri"/>
                          <a:ea typeface="黑体"/>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schemeClr val="tx1"/>
                          </a:solidFill>
                          <a:effectLst/>
                          <a:uLnTx/>
                          <a:uFillTx/>
                          <a:latin typeface="+mn-lt"/>
                          <a:ea typeface="+mn-ea"/>
                          <a:cs typeface="+mn-cs"/>
                          <a:sym typeface="Symbol" pitchFamily="18" charset="2"/>
                        </a:rPr>
                        <a:t>x</a:t>
                      </a:r>
                      <a:endParaRPr lang="zh-CN" altLang="en-US" sz="2400" b="1" dirty="0">
                        <a:solidFill>
                          <a:schemeClr val="tx1"/>
                        </a:solidFill>
                        <a:latin typeface="+mn-lt"/>
                      </a:endParaRPr>
                    </a:p>
                  </a:txBody>
                  <a:tcPr marL="140918" marR="140918" marT="70459" marB="7045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dk1"/>
                          </a:solidFill>
                          <a:latin typeface="Calibri"/>
                          <a:ea typeface="黑体"/>
                        </a:defRPr>
                      </a:lvl1pPr>
                      <a:lvl2pPr marL="342900" algn="l" defTabSz="685800" rtl="0" eaLnBrk="1" latinLnBrk="0" hangingPunct="1">
                        <a:defRPr sz="1350" kern="1200">
                          <a:solidFill>
                            <a:schemeClr val="dk1"/>
                          </a:solidFill>
                          <a:latin typeface="Calibri"/>
                          <a:ea typeface="黑体"/>
                        </a:defRPr>
                      </a:lvl2pPr>
                      <a:lvl3pPr marL="685800" algn="l" defTabSz="685800" rtl="0" eaLnBrk="1" latinLnBrk="0" hangingPunct="1">
                        <a:defRPr sz="1350" kern="1200">
                          <a:solidFill>
                            <a:schemeClr val="dk1"/>
                          </a:solidFill>
                          <a:latin typeface="Calibri"/>
                          <a:ea typeface="黑体"/>
                        </a:defRPr>
                      </a:lvl3pPr>
                      <a:lvl4pPr marL="1028700" algn="l" defTabSz="685800" rtl="0" eaLnBrk="1" latinLnBrk="0" hangingPunct="1">
                        <a:defRPr sz="1350" kern="1200">
                          <a:solidFill>
                            <a:schemeClr val="dk1"/>
                          </a:solidFill>
                          <a:latin typeface="Calibri"/>
                          <a:ea typeface="黑体"/>
                        </a:defRPr>
                      </a:lvl4pPr>
                      <a:lvl5pPr marL="1371600" algn="l" defTabSz="685800" rtl="0" eaLnBrk="1" latinLnBrk="0" hangingPunct="1">
                        <a:defRPr sz="1350" kern="1200">
                          <a:solidFill>
                            <a:schemeClr val="dk1"/>
                          </a:solidFill>
                          <a:latin typeface="Calibri"/>
                          <a:ea typeface="黑体"/>
                        </a:defRPr>
                      </a:lvl5pPr>
                      <a:lvl6pPr marL="1714500" algn="l" defTabSz="685800" rtl="0" eaLnBrk="1" latinLnBrk="0" hangingPunct="1">
                        <a:defRPr sz="1350" kern="1200">
                          <a:solidFill>
                            <a:schemeClr val="dk1"/>
                          </a:solidFill>
                          <a:latin typeface="Calibri"/>
                          <a:ea typeface="黑体"/>
                        </a:defRPr>
                      </a:lvl6pPr>
                      <a:lvl7pPr marL="2057400" algn="l" defTabSz="685800" rtl="0" eaLnBrk="1" latinLnBrk="0" hangingPunct="1">
                        <a:defRPr sz="1350" kern="1200">
                          <a:solidFill>
                            <a:schemeClr val="dk1"/>
                          </a:solidFill>
                          <a:latin typeface="Calibri"/>
                          <a:ea typeface="黑体"/>
                        </a:defRPr>
                      </a:lvl7pPr>
                      <a:lvl8pPr marL="2400300" algn="l" defTabSz="685800" rtl="0" eaLnBrk="1" latinLnBrk="0" hangingPunct="1">
                        <a:defRPr sz="1350" kern="1200">
                          <a:solidFill>
                            <a:schemeClr val="dk1"/>
                          </a:solidFill>
                          <a:latin typeface="Calibri"/>
                          <a:ea typeface="黑体"/>
                        </a:defRPr>
                      </a:lvl8pPr>
                      <a:lvl9pPr marL="2743200" algn="l" defTabSz="685800" rtl="0" eaLnBrk="1" latinLnBrk="0" hangingPunct="1">
                        <a:defRPr sz="1350" kern="1200">
                          <a:solidFill>
                            <a:schemeClr val="dk1"/>
                          </a:solidFill>
                          <a:latin typeface="Calibri"/>
                          <a:ea typeface="黑体"/>
                        </a:defRPr>
                      </a:lvl9pPr>
                    </a:lstStyle>
                    <a:p>
                      <a:endParaRPr lang="zh-CN" altLang="en-US" sz="2800" b="0" dirty="0">
                        <a:solidFill>
                          <a:schemeClr val="tx1"/>
                        </a:solidFill>
                        <a:latin typeface="+mn-lt"/>
                      </a:endParaRPr>
                    </a:p>
                  </a:txBody>
                  <a:tcPr marL="140918" marR="140918" marT="70459" marB="7045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dk1"/>
                          </a:solidFill>
                          <a:latin typeface="Calibri"/>
                          <a:ea typeface="黑体"/>
                        </a:defRPr>
                      </a:lvl1pPr>
                      <a:lvl2pPr marL="342900" algn="l" defTabSz="685800" rtl="0" eaLnBrk="1" latinLnBrk="0" hangingPunct="1">
                        <a:defRPr sz="1350" kern="1200">
                          <a:solidFill>
                            <a:schemeClr val="dk1"/>
                          </a:solidFill>
                          <a:latin typeface="Calibri"/>
                          <a:ea typeface="黑体"/>
                        </a:defRPr>
                      </a:lvl2pPr>
                      <a:lvl3pPr marL="685800" algn="l" defTabSz="685800" rtl="0" eaLnBrk="1" latinLnBrk="0" hangingPunct="1">
                        <a:defRPr sz="1350" kern="1200">
                          <a:solidFill>
                            <a:schemeClr val="dk1"/>
                          </a:solidFill>
                          <a:latin typeface="Calibri"/>
                          <a:ea typeface="黑体"/>
                        </a:defRPr>
                      </a:lvl3pPr>
                      <a:lvl4pPr marL="1028700" algn="l" defTabSz="685800" rtl="0" eaLnBrk="1" latinLnBrk="0" hangingPunct="1">
                        <a:defRPr sz="1350" kern="1200">
                          <a:solidFill>
                            <a:schemeClr val="dk1"/>
                          </a:solidFill>
                          <a:latin typeface="Calibri"/>
                          <a:ea typeface="黑体"/>
                        </a:defRPr>
                      </a:lvl4pPr>
                      <a:lvl5pPr marL="1371600" algn="l" defTabSz="685800" rtl="0" eaLnBrk="1" latinLnBrk="0" hangingPunct="1">
                        <a:defRPr sz="1350" kern="1200">
                          <a:solidFill>
                            <a:schemeClr val="dk1"/>
                          </a:solidFill>
                          <a:latin typeface="Calibri"/>
                          <a:ea typeface="黑体"/>
                        </a:defRPr>
                      </a:lvl5pPr>
                      <a:lvl6pPr marL="1714500" algn="l" defTabSz="685800" rtl="0" eaLnBrk="1" latinLnBrk="0" hangingPunct="1">
                        <a:defRPr sz="1350" kern="1200">
                          <a:solidFill>
                            <a:schemeClr val="dk1"/>
                          </a:solidFill>
                          <a:latin typeface="Calibri"/>
                          <a:ea typeface="黑体"/>
                        </a:defRPr>
                      </a:lvl6pPr>
                      <a:lvl7pPr marL="2057400" algn="l" defTabSz="685800" rtl="0" eaLnBrk="1" latinLnBrk="0" hangingPunct="1">
                        <a:defRPr sz="1350" kern="1200">
                          <a:solidFill>
                            <a:schemeClr val="dk1"/>
                          </a:solidFill>
                          <a:latin typeface="Calibri"/>
                          <a:ea typeface="黑体"/>
                        </a:defRPr>
                      </a:lvl7pPr>
                      <a:lvl8pPr marL="2400300" algn="l" defTabSz="685800" rtl="0" eaLnBrk="1" latinLnBrk="0" hangingPunct="1">
                        <a:defRPr sz="1350" kern="1200">
                          <a:solidFill>
                            <a:schemeClr val="dk1"/>
                          </a:solidFill>
                          <a:latin typeface="Calibri"/>
                          <a:ea typeface="黑体"/>
                        </a:defRPr>
                      </a:lvl8pPr>
                      <a:lvl9pPr marL="2743200" algn="l" defTabSz="685800" rtl="0" eaLnBrk="1" latinLnBrk="0" hangingPunct="1">
                        <a:defRPr sz="1350" kern="1200">
                          <a:solidFill>
                            <a:schemeClr val="dk1"/>
                          </a:solidFill>
                          <a:latin typeface="Calibri"/>
                          <a:ea typeface="黑体"/>
                        </a:defRPr>
                      </a:lvl9pPr>
                    </a:lstStyle>
                    <a:p>
                      <a:endParaRPr lang="zh-CN" altLang="en-US" sz="2800" b="0" dirty="0">
                        <a:solidFill>
                          <a:schemeClr val="tx1"/>
                        </a:solidFill>
                        <a:latin typeface="+mn-lt"/>
                      </a:endParaRPr>
                    </a:p>
                  </a:txBody>
                  <a:tcPr marL="140918" marR="140918" marT="70459" marB="7045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6164930"/>
                  </a:ext>
                </a:extLst>
              </a:tr>
              <a:tr h="571500">
                <a:tc>
                  <a:txBody>
                    <a:bodyPr/>
                    <a:lstStyle>
                      <a:lvl1pPr marL="0" algn="l" defTabSz="685800" rtl="0" eaLnBrk="1" latinLnBrk="0" hangingPunct="1">
                        <a:defRPr sz="1350" kern="1200">
                          <a:solidFill>
                            <a:schemeClr val="dk1"/>
                          </a:solidFill>
                          <a:latin typeface="Calibri"/>
                          <a:ea typeface="黑体"/>
                        </a:defRPr>
                      </a:lvl1pPr>
                      <a:lvl2pPr marL="342900" algn="l" defTabSz="685800" rtl="0" eaLnBrk="1" latinLnBrk="0" hangingPunct="1">
                        <a:defRPr sz="1350" kern="1200">
                          <a:solidFill>
                            <a:schemeClr val="dk1"/>
                          </a:solidFill>
                          <a:latin typeface="Calibri"/>
                          <a:ea typeface="黑体"/>
                        </a:defRPr>
                      </a:lvl2pPr>
                      <a:lvl3pPr marL="685800" algn="l" defTabSz="685800" rtl="0" eaLnBrk="1" latinLnBrk="0" hangingPunct="1">
                        <a:defRPr sz="1350" kern="1200">
                          <a:solidFill>
                            <a:schemeClr val="dk1"/>
                          </a:solidFill>
                          <a:latin typeface="Calibri"/>
                          <a:ea typeface="黑体"/>
                        </a:defRPr>
                      </a:lvl3pPr>
                      <a:lvl4pPr marL="1028700" algn="l" defTabSz="685800" rtl="0" eaLnBrk="1" latinLnBrk="0" hangingPunct="1">
                        <a:defRPr sz="1350" kern="1200">
                          <a:solidFill>
                            <a:schemeClr val="dk1"/>
                          </a:solidFill>
                          <a:latin typeface="Calibri"/>
                          <a:ea typeface="黑体"/>
                        </a:defRPr>
                      </a:lvl4pPr>
                      <a:lvl5pPr marL="1371600" algn="l" defTabSz="685800" rtl="0" eaLnBrk="1" latinLnBrk="0" hangingPunct="1">
                        <a:defRPr sz="1350" kern="1200">
                          <a:solidFill>
                            <a:schemeClr val="dk1"/>
                          </a:solidFill>
                          <a:latin typeface="Calibri"/>
                          <a:ea typeface="黑体"/>
                        </a:defRPr>
                      </a:lvl5pPr>
                      <a:lvl6pPr marL="1714500" algn="l" defTabSz="685800" rtl="0" eaLnBrk="1" latinLnBrk="0" hangingPunct="1">
                        <a:defRPr sz="1350" kern="1200">
                          <a:solidFill>
                            <a:schemeClr val="dk1"/>
                          </a:solidFill>
                          <a:latin typeface="Calibri"/>
                          <a:ea typeface="黑体"/>
                        </a:defRPr>
                      </a:lvl6pPr>
                      <a:lvl7pPr marL="2057400" algn="l" defTabSz="685800" rtl="0" eaLnBrk="1" latinLnBrk="0" hangingPunct="1">
                        <a:defRPr sz="1350" kern="1200">
                          <a:solidFill>
                            <a:schemeClr val="dk1"/>
                          </a:solidFill>
                          <a:latin typeface="Calibri"/>
                          <a:ea typeface="黑体"/>
                        </a:defRPr>
                      </a:lvl7pPr>
                      <a:lvl8pPr marL="2400300" algn="l" defTabSz="685800" rtl="0" eaLnBrk="1" latinLnBrk="0" hangingPunct="1">
                        <a:defRPr sz="1350" kern="1200">
                          <a:solidFill>
                            <a:schemeClr val="dk1"/>
                          </a:solidFill>
                          <a:latin typeface="Calibri"/>
                          <a:ea typeface="黑体"/>
                        </a:defRPr>
                      </a:lvl8pPr>
                      <a:lvl9pPr marL="2743200" algn="l" defTabSz="685800" rtl="0" eaLnBrk="1" latinLnBrk="0" hangingPunct="1">
                        <a:defRPr sz="1350" kern="1200">
                          <a:solidFill>
                            <a:schemeClr val="dk1"/>
                          </a:solidFill>
                          <a:latin typeface="Calibri"/>
                          <a:ea typeface="黑体"/>
                        </a:defRPr>
                      </a:lvl9pPr>
                    </a:lstStyle>
                    <a:p>
                      <a:endParaRPr lang="zh-CN" altLang="en-US" sz="2800" b="0" dirty="0">
                        <a:solidFill>
                          <a:schemeClr val="tx1"/>
                        </a:solidFill>
                        <a:latin typeface="+mn-lt"/>
                      </a:endParaRPr>
                    </a:p>
                  </a:txBody>
                  <a:tcPr marL="140918" marR="140918" marT="70459" marB="704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dk1"/>
                          </a:solidFill>
                          <a:latin typeface="Calibri"/>
                          <a:ea typeface="黑体"/>
                        </a:defRPr>
                      </a:lvl1pPr>
                      <a:lvl2pPr marL="342900" algn="l" defTabSz="685800" rtl="0" eaLnBrk="1" latinLnBrk="0" hangingPunct="1">
                        <a:defRPr sz="1350" kern="1200">
                          <a:solidFill>
                            <a:schemeClr val="dk1"/>
                          </a:solidFill>
                          <a:latin typeface="Calibri"/>
                          <a:ea typeface="黑体"/>
                        </a:defRPr>
                      </a:lvl2pPr>
                      <a:lvl3pPr marL="685800" algn="l" defTabSz="685800" rtl="0" eaLnBrk="1" latinLnBrk="0" hangingPunct="1">
                        <a:defRPr sz="1350" kern="1200">
                          <a:solidFill>
                            <a:schemeClr val="dk1"/>
                          </a:solidFill>
                          <a:latin typeface="Calibri"/>
                          <a:ea typeface="黑体"/>
                        </a:defRPr>
                      </a:lvl3pPr>
                      <a:lvl4pPr marL="1028700" algn="l" defTabSz="685800" rtl="0" eaLnBrk="1" latinLnBrk="0" hangingPunct="1">
                        <a:defRPr sz="1350" kern="1200">
                          <a:solidFill>
                            <a:schemeClr val="dk1"/>
                          </a:solidFill>
                          <a:latin typeface="Calibri"/>
                          <a:ea typeface="黑体"/>
                        </a:defRPr>
                      </a:lvl4pPr>
                      <a:lvl5pPr marL="1371600" algn="l" defTabSz="685800" rtl="0" eaLnBrk="1" latinLnBrk="0" hangingPunct="1">
                        <a:defRPr sz="1350" kern="1200">
                          <a:solidFill>
                            <a:schemeClr val="dk1"/>
                          </a:solidFill>
                          <a:latin typeface="Calibri"/>
                          <a:ea typeface="黑体"/>
                        </a:defRPr>
                      </a:lvl5pPr>
                      <a:lvl6pPr marL="1714500" algn="l" defTabSz="685800" rtl="0" eaLnBrk="1" latinLnBrk="0" hangingPunct="1">
                        <a:defRPr sz="1350" kern="1200">
                          <a:solidFill>
                            <a:schemeClr val="dk1"/>
                          </a:solidFill>
                          <a:latin typeface="Calibri"/>
                          <a:ea typeface="黑体"/>
                        </a:defRPr>
                      </a:lvl6pPr>
                      <a:lvl7pPr marL="2057400" algn="l" defTabSz="685800" rtl="0" eaLnBrk="1" latinLnBrk="0" hangingPunct="1">
                        <a:defRPr sz="1350" kern="1200">
                          <a:solidFill>
                            <a:schemeClr val="dk1"/>
                          </a:solidFill>
                          <a:latin typeface="Calibri"/>
                          <a:ea typeface="黑体"/>
                        </a:defRPr>
                      </a:lvl7pPr>
                      <a:lvl8pPr marL="2400300" algn="l" defTabSz="685800" rtl="0" eaLnBrk="1" latinLnBrk="0" hangingPunct="1">
                        <a:defRPr sz="1350" kern="1200">
                          <a:solidFill>
                            <a:schemeClr val="dk1"/>
                          </a:solidFill>
                          <a:latin typeface="Calibri"/>
                          <a:ea typeface="黑体"/>
                        </a:defRPr>
                      </a:lvl8pPr>
                      <a:lvl9pPr marL="2743200" algn="l" defTabSz="685800" rtl="0" eaLnBrk="1" latinLnBrk="0" hangingPunct="1">
                        <a:defRPr sz="1350" kern="1200">
                          <a:solidFill>
                            <a:schemeClr val="dk1"/>
                          </a:solidFill>
                          <a:latin typeface="Calibri"/>
                          <a:ea typeface="黑体"/>
                        </a:defRPr>
                      </a:lvl9pPr>
                    </a:lstStyle>
                    <a:p>
                      <a:r>
                        <a:rPr lang="en-US" altLang="zh-CN" sz="2800" b="0" dirty="0">
                          <a:solidFill>
                            <a:schemeClr val="tx1"/>
                          </a:solidFill>
                          <a:latin typeface="+mn-lt"/>
                        </a:rPr>
                        <a:t>A</a:t>
                      </a:r>
                      <a:endParaRPr lang="zh-CN" altLang="en-US" sz="2800" b="0" dirty="0">
                        <a:solidFill>
                          <a:schemeClr val="tx1"/>
                        </a:solidFill>
                        <a:latin typeface="+mn-lt"/>
                      </a:endParaRPr>
                    </a:p>
                  </a:txBody>
                  <a:tcPr marL="140918" marR="140918" marT="70459" marB="704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dk1"/>
                          </a:solidFill>
                          <a:latin typeface="Calibri"/>
                          <a:ea typeface="黑体"/>
                        </a:defRPr>
                      </a:lvl1pPr>
                      <a:lvl2pPr marL="342900" algn="l" defTabSz="685800" rtl="0" eaLnBrk="1" latinLnBrk="0" hangingPunct="1">
                        <a:defRPr sz="1350" kern="1200">
                          <a:solidFill>
                            <a:schemeClr val="dk1"/>
                          </a:solidFill>
                          <a:latin typeface="Calibri"/>
                          <a:ea typeface="黑体"/>
                        </a:defRPr>
                      </a:lvl2pPr>
                      <a:lvl3pPr marL="685800" algn="l" defTabSz="685800" rtl="0" eaLnBrk="1" latinLnBrk="0" hangingPunct="1">
                        <a:defRPr sz="1350" kern="1200">
                          <a:solidFill>
                            <a:schemeClr val="dk1"/>
                          </a:solidFill>
                          <a:latin typeface="Calibri"/>
                          <a:ea typeface="黑体"/>
                        </a:defRPr>
                      </a:lvl3pPr>
                      <a:lvl4pPr marL="1028700" algn="l" defTabSz="685800" rtl="0" eaLnBrk="1" latinLnBrk="0" hangingPunct="1">
                        <a:defRPr sz="1350" kern="1200">
                          <a:solidFill>
                            <a:schemeClr val="dk1"/>
                          </a:solidFill>
                          <a:latin typeface="Calibri"/>
                          <a:ea typeface="黑体"/>
                        </a:defRPr>
                      </a:lvl4pPr>
                      <a:lvl5pPr marL="1371600" algn="l" defTabSz="685800" rtl="0" eaLnBrk="1" latinLnBrk="0" hangingPunct="1">
                        <a:defRPr sz="1350" kern="1200">
                          <a:solidFill>
                            <a:schemeClr val="dk1"/>
                          </a:solidFill>
                          <a:latin typeface="Calibri"/>
                          <a:ea typeface="黑体"/>
                        </a:defRPr>
                      </a:lvl5pPr>
                      <a:lvl6pPr marL="1714500" algn="l" defTabSz="685800" rtl="0" eaLnBrk="1" latinLnBrk="0" hangingPunct="1">
                        <a:defRPr sz="1350" kern="1200">
                          <a:solidFill>
                            <a:schemeClr val="dk1"/>
                          </a:solidFill>
                          <a:latin typeface="Calibri"/>
                          <a:ea typeface="黑体"/>
                        </a:defRPr>
                      </a:lvl6pPr>
                      <a:lvl7pPr marL="2057400" algn="l" defTabSz="685800" rtl="0" eaLnBrk="1" latinLnBrk="0" hangingPunct="1">
                        <a:defRPr sz="1350" kern="1200">
                          <a:solidFill>
                            <a:schemeClr val="dk1"/>
                          </a:solidFill>
                          <a:latin typeface="Calibri"/>
                          <a:ea typeface="黑体"/>
                        </a:defRPr>
                      </a:lvl7pPr>
                      <a:lvl8pPr marL="2400300" algn="l" defTabSz="685800" rtl="0" eaLnBrk="1" latinLnBrk="0" hangingPunct="1">
                        <a:defRPr sz="1350" kern="1200">
                          <a:solidFill>
                            <a:schemeClr val="dk1"/>
                          </a:solidFill>
                          <a:latin typeface="Calibri"/>
                          <a:ea typeface="黑体"/>
                        </a:defRPr>
                      </a:lvl8pPr>
                      <a:lvl9pPr marL="2743200" algn="l" defTabSz="685800" rtl="0" eaLnBrk="1" latinLnBrk="0" hangingPunct="1">
                        <a:defRPr sz="1350" kern="1200">
                          <a:solidFill>
                            <a:schemeClr val="dk1"/>
                          </a:solidFill>
                          <a:latin typeface="Calibri"/>
                          <a:ea typeface="黑体"/>
                        </a:defRPr>
                      </a:lvl9pPr>
                    </a:lstStyle>
                    <a:p>
                      <a:r>
                        <a:rPr lang="en-US" altLang="zh-CN" sz="2800" b="0" dirty="0">
                          <a:solidFill>
                            <a:schemeClr val="tx1"/>
                          </a:solidFill>
                          <a:latin typeface="+mn-lt"/>
                        </a:rPr>
                        <a:t>B</a:t>
                      </a:r>
                      <a:endParaRPr lang="zh-CN" altLang="en-US" sz="2800" b="0" dirty="0">
                        <a:solidFill>
                          <a:schemeClr val="tx1"/>
                        </a:solidFill>
                        <a:latin typeface="+mn-lt"/>
                      </a:endParaRPr>
                    </a:p>
                  </a:txBody>
                  <a:tcPr marL="140918" marR="140918" marT="70459" marB="704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dk1"/>
                          </a:solidFill>
                          <a:latin typeface="Calibri"/>
                          <a:ea typeface="黑体"/>
                        </a:defRPr>
                      </a:lvl1pPr>
                      <a:lvl2pPr marL="342900" algn="l" defTabSz="685800" rtl="0" eaLnBrk="1" latinLnBrk="0" hangingPunct="1">
                        <a:defRPr sz="1350" kern="1200">
                          <a:solidFill>
                            <a:schemeClr val="dk1"/>
                          </a:solidFill>
                          <a:latin typeface="Calibri"/>
                          <a:ea typeface="黑体"/>
                        </a:defRPr>
                      </a:lvl2pPr>
                      <a:lvl3pPr marL="685800" algn="l" defTabSz="685800" rtl="0" eaLnBrk="1" latinLnBrk="0" hangingPunct="1">
                        <a:defRPr sz="1350" kern="1200">
                          <a:solidFill>
                            <a:schemeClr val="dk1"/>
                          </a:solidFill>
                          <a:latin typeface="Calibri"/>
                          <a:ea typeface="黑体"/>
                        </a:defRPr>
                      </a:lvl3pPr>
                      <a:lvl4pPr marL="1028700" algn="l" defTabSz="685800" rtl="0" eaLnBrk="1" latinLnBrk="0" hangingPunct="1">
                        <a:defRPr sz="1350" kern="1200">
                          <a:solidFill>
                            <a:schemeClr val="dk1"/>
                          </a:solidFill>
                          <a:latin typeface="Calibri"/>
                          <a:ea typeface="黑体"/>
                        </a:defRPr>
                      </a:lvl4pPr>
                      <a:lvl5pPr marL="1371600" algn="l" defTabSz="685800" rtl="0" eaLnBrk="1" latinLnBrk="0" hangingPunct="1">
                        <a:defRPr sz="1350" kern="1200">
                          <a:solidFill>
                            <a:schemeClr val="dk1"/>
                          </a:solidFill>
                          <a:latin typeface="Calibri"/>
                          <a:ea typeface="黑体"/>
                        </a:defRPr>
                      </a:lvl5pPr>
                      <a:lvl6pPr marL="1714500" algn="l" defTabSz="685800" rtl="0" eaLnBrk="1" latinLnBrk="0" hangingPunct="1">
                        <a:defRPr sz="1350" kern="1200">
                          <a:solidFill>
                            <a:schemeClr val="dk1"/>
                          </a:solidFill>
                          <a:latin typeface="Calibri"/>
                          <a:ea typeface="黑体"/>
                        </a:defRPr>
                      </a:lvl6pPr>
                      <a:lvl7pPr marL="2057400" algn="l" defTabSz="685800" rtl="0" eaLnBrk="1" latinLnBrk="0" hangingPunct="1">
                        <a:defRPr sz="1350" kern="1200">
                          <a:solidFill>
                            <a:schemeClr val="dk1"/>
                          </a:solidFill>
                          <a:latin typeface="Calibri"/>
                          <a:ea typeface="黑体"/>
                        </a:defRPr>
                      </a:lvl7pPr>
                      <a:lvl8pPr marL="2400300" algn="l" defTabSz="685800" rtl="0" eaLnBrk="1" latinLnBrk="0" hangingPunct="1">
                        <a:defRPr sz="1350" kern="1200">
                          <a:solidFill>
                            <a:schemeClr val="dk1"/>
                          </a:solidFill>
                          <a:latin typeface="Calibri"/>
                          <a:ea typeface="黑体"/>
                        </a:defRPr>
                      </a:lvl8pPr>
                      <a:lvl9pPr marL="2743200" algn="l" defTabSz="685800" rtl="0" eaLnBrk="1" latinLnBrk="0" hangingPunct="1">
                        <a:defRPr sz="1350" kern="1200">
                          <a:solidFill>
                            <a:schemeClr val="dk1"/>
                          </a:solidFill>
                          <a:latin typeface="Calibri"/>
                          <a:ea typeface="黑体"/>
                        </a:defRPr>
                      </a:lvl9pPr>
                    </a:lstStyle>
                    <a:p>
                      <a:r>
                        <a:rPr lang="en-US" altLang="zh-CN" sz="2800" b="0" dirty="0">
                          <a:solidFill>
                            <a:schemeClr val="tx1"/>
                          </a:solidFill>
                          <a:latin typeface="+mn-lt"/>
                        </a:rPr>
                        <a:t>C</a:t>
                      </a:r>
                      <a:endParaRPr lang="zh-CN" altLang="en-US" sz="2800" b="0" dirty="0">
                        <a:solidFill>
                          <a:schemeClr val="tx1"/>
                        </a:solidFill>
                        <a:latin typeface="+mn-lt"/>
                      </a:endParaRPr>
                    </a:p>
                  </a:txBody>
                  <a:tcPr marL="140918" marR="140918" marT="70459" marB="704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4994179"/>
                  </a:ext>
                </a:extLst>
              </a:tr>
            </a:tbl>
          </a:graphicData>
        </a:graphic>
      </p:graphicFrame>
      <p:sp>
        <p:nvSpPr>
          <p:cNvPr id="10" name="文本框 9">
            <a:extLst>
              <a:ext uri="{FF2B5EF4-FFF2-40B4-BE49-F238E27FC236}">
                <a16:creationId xmlns:a16="http://schemas.microsoft.com/office/drawing/2014/main" id="{3A1ECD42-C107-4A73-A025-B19714652622}"/>
              </a:ext>
            </a:extLst>
          </p:cNvPr>
          <p:cNvSpPr txBox="1"/>
          <p:nvPr/>
        </p:nvSpPr>
        <p:spPr>
          <a:xfrm>
            <a:off x="7612427" y="5080898"/>
            <a:ext cx="839638" cy="707886"/>
          </a:xfrm>
          <a:prstGeom prst="rect">
            <a:avLst/>
          </a:prstGeom>
          <a:noFill/>
        </p:spPr>
        <p:txBody>
          <a:bodyPr wrap="square" rtlCol="0">
            <a:spAutoFit/>
          </a:bodyPr>
          <a:lstStyle/>
          <a:p>
            <a:pPr algn="ctr"/>
            <a:r>
              <a:rPr kumimoji="1" lang="en-US" altLang="zh-CN" sz="2000" dirty="0">
                <a:solidFill>
                  <a:srgbClr val="7030A0"/>
                </a:solidFill>
                <a:latin typeface="+mn-lt"/>
              </a:rPr>
              <a:t>A=D</a:t>
            </a:r>
          </a:p>
          <a:p>
            <a:pPr algn="ctr"/>
            <a:r>
              <a:rPr kumimoji="1" lang="en-US" altLang="zh-CN" sz="2000" dirty="0">
                <a:solidFill>
                  <a:srgbClr val="7030A0"/>
                </a:solidFill>
                <a:latin typeface="+mn-lt"/>
              </a:rPr>
              <a:t>B=C</a:t>
            </a:r>
            <a:endParaRPr kumimoji="1" lang="zh-CN" altLang="en-US" sz="2000" dirty="0">
              <a:solidFill>
                <a:srgbClr val="7030A0"/>
              </a:solidFill>
              <a:latin typeface="+mn-lt"/>
            </a:endParaRPr>
          </a:p>
        </p:txBody>
      </p:sp>
      <p:sp>
        <p:nvSpPr>
          <p:cNvPr id="14" name="文本框 13">
            <a:extLst>
              <a:ext uri="{FF2B5EF4-FFF2-40B4-BE49-F238E27FC236}">
                <a16:creationId xmlns:a16="http://schemas.microsoft.com/office/drawing/2014/main" id="{FA5BE4E0-67AF-429A-8D76-9B1C75C8D9D3}"/>
              </a:ext>
            </a:extLst>
          </p:cNvPr>
          <p:cNvSpPr txBox="1"/>
          <p:nvPr/>
        </p:nvSpPr>
        <p:spPr>
          <a:xfrm>
            <a:off x="7040104" y="5080898"/>
            <a:ext cx="839638" cy="707886"/>
          </a:xfrm>
          <a:prstGeom prst="rect">
            <a:avLst/>
          </a:prstGeom>
          <a:noFill/>
        </p:spPr>
        <p:txBody>
          <a:bodyPr wrap="square" rtlCol="0">
            <a:spAutoFit/>
          </a:bodyPr>
          <a:lstStyle/>
          <a:p>
            <a:pPr algn="ctr"/>
            <a:r>
              <a:rPr kumimoji="1" lang="en-US" altLang="zh-CN" sz="2000" dirty="0">
                <a:solidFill>
                  <a:srgbClr val="7030A0"/>
                </a:solidFill>
                <a:latin typeface="+mn-lt"/>
              </a:rPr>
              <a:t>A=D</a:t>
            </a:r>
          </a:p>
          <a:p>
            <a:pPr algn="ctr"/>
            <a:r>
              <a:rPr kumimoji="1" lang="en-US" altLang="zh-CN" sz="2000" dirty="0">
                <a:solidFill>
                  <a:srgbClr val="7030A0"/>
                </a:solidFill>
                <a:latin typeface="+mn-lt"/>
              </a:rPr>
              <a:t>B=C</a:t>
            </a:r>
            <a:endParaRPr kumimoji="1" lang="zh-CN" altLang="en-US" sz="2000" dirty="0">
              <a:solidFill>
                <a:srgbClr val="7030A0"/>
              </a:solidFill>
              <a:latin typeface="+mn-lt"/>
            </a:endParaRPr>
          </a:p>
        </p:txBody>
      </p:sp>
    </p:spTree>
    <p:extLst>
      <p:ext uri="{BB962C8B-B14F-4D97-AF65-F5344CB8AC3E}">
        <p14:creationId xmlns:p14="http://schemas.microsoft.com/office/powerpoint/2010/main" val="14878666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04934694-E72F-4CF7-A259-EEC47F5E2A06}"/>
              </a:ext>
            </a:extLst>
          </p:cNvPr>
          <p:cNvSpPr>
            <a:spLocks noGrp="1"/>
          </p:cNvSpPr>
          <p:nvPr>
            <p:ph type="sldNum" sz="quarter" idx="12"/>
          </p:nvPr>
        </p:nvSpPr>
        <p:spPr/>
        <p:txBody>
          <a:bodyPr/>
          <a:lstStyle/>
          <a:p>
            <a:fld id="{176ACFD1-D213-4B9C-817B-45486DBF105A}" type="slidenum">
              <a:rPr lang="en-US" smtClean="0">
                <a:solidFill>
                  <a:prstClr val="black"/>
                </a:solidFill>
              </a:rPr>
              <a:pPr/>
              <a:t>43</a:t>
            </a:fld>
            <a:endParaRPr lang="en-US">
              <a:solidFill>
                <a:prstClr val="black"/>
              </a:solidFill>
            </a:endParaRPr>
          </a:p>
        </p:txBody>
      </p:sp>
      <p:sp>
        <p:nvSpPr>
          <p:cNvPr id="3" name="内容占位符 2">
            <a:extLst>
              <a:ext uri="{FF2B5EF4-FFF2-40B4-BE49-F238E27FC236}">
                <a16:creationId xmlns:a16="http://schemas.microsoft.com/office/drawing/2014/main" id="{43EB1704-36C1-4F06-A2D5-E6B9663250BB}"/>
              </a:ext>
            </a:extLst>
          </p:cNvPr>
          <p:cNvSpPr>
            <a:spLocks noGrp="1"/>
          </p:cNvSpPr>
          <p:nvPr>
            <p:ph idx="4294967295"/>
          </p:nvPr>
        </p:nvSpPr>
        <p:spPr>
          <a:xfrm>
            <a:off x="494145" y="1447800"/>
            <a:ext cx="7886700" cy="4351338"/>
          </a:xfrm>
        </p:spPr>
        <p:txBody>
          <a:bodyPr>
            <a:normAutofit/>
          </a:bodyPr>
          <a:lstStyle/>
          <a:p>
            <a:pPr lvl="0">
              <a:spcBef>
                <a:spcPts val="0"/>
              </a:spcBef>
            </a:pPr>
            <a:r>
              <a:rPr lang="zh-CN" altLang="en-US" sz="2800" b="0" dirty="0">
                <a:solidFill>
                  <a:srgbClr val="000000"/>
                </a:solidFill>
                <a:latin typeface="Arial" panose="020B0604020202020204" pitchFamily="34" charset="0"/>
                <a:cs typeface="Arial" panose="020B0604020202020204" pitchFamily="34" charset="0"/>
              </a:rPr>
              <a:t>从状态转移表到蕴含表</a:t>
            </a:r>
            <a:endParaRPr lang="en-US" altLang="zh-CN" sz="2800" b="0" dirty="0">
              <a:solidFill>
                <a:srgbClr val="000000"/>
              </a:solidFill>
              <a:latin typeface="Arial" panose="020B0604020202020204" pitchFamily="34" charset="0"/>
              <a:cs typeface="Arial" panose="020B0604020202020204" pitchFamily="34" charset="0"/>
            </a:endParaRPr>
          </a:p>
          <a:p>
            <a:pPr lvl="1"/>
            <a:r>
              <a:rPr lang="zh-CN" altLang="en-US" sz="2400" b="0" kern="0" dirty="0">
                <a:solidFill>
                  <a:srgbClr val="000000"/>
                </a:solidFill>
                <a:latin typeface="Arial" panose="020B0604020202020204" pitchFamily="34" charset="0"/>
                <a:ea typeface="黑体"/>
                <a:cs typeface="Arial" panose="020B0604020202020204" pitchFamily="34" charset="0"/>
              </a:rPr>
              <a:t>情景</a:t>
            </a:r>
            <a:r>
              <a:rPr lang="en-US" altLang="zh-CN" sz="2400" b="0" kern="0" dirty="0">
                <a:solidFill>
                  <a:srgbClr val="000000"/>
                </a:solidFill>
                <a:latin typeface="Arial" panose="020B0604020202020204" pitchFamily="34" charset="0"/>
                <a:ea typeface="黑体"/>
                <a:cs typeface="Arial" panose="020B0604020202020204" pitchFamily="34" charset="0"/>
              </a:rPr>
              <a:t>- 1</a:t>
            </a:r>
            <a:r>
              <a:rPr lang="en-US" altLang="zh-CN" sz="2400" b="0" kern="0" dirty="0">
                <a:latin typeface="Arial" panose="020B0604020202020204" pitchFamily="34" charset="0"/>
                <a:ea typeface="黑体"/>
                <a:cs typeface="Arial" panose="020B0604020202020204" pitchFamily="34" charset="0"/>
              </a:rPr>
              <a:t>: </a:t>
            </a:r>
            <a:r>
              <a:rPr lang="zh-CN" altLang="en-US" sz="2400" b="0" kern="0" dirty="0">
                <a:latin typeface="Arial" panose="020B0604020202020204" pitchFamily="34" charset="0"/>
                <a:ea typeface="黑体"/>
                <a:cs typeface="Arial" panose="020B0604020202020204" pitchFamily="34" charset="0"/>
              </a:rPr>
              <a:t>不同输出，标记</a:t>
            </a:r>
            <a:r>
              <a:rPr lang="en-US" altLang="zh-CN" sz="2400" b="0" kern="0" dirty="0">
                <a:latin typeface="Arial" panose="020B0604020202020204" pitchFamily="34" charset="0"/>
                <a:ea typeface="黑体"/>
                <a:cs typeface="Arial" panose="020B0604020202020204" pitchFamily="34" charset="0"/>
              </a:rPr>
              <a:t> “</a:t>
            </a:r>
            <a:r>
              <a:rPr lang="en-US" altLang="zh-CN" sz="2400" b="0" kern="0" dirty="0">
                <a:latin typeface="Arial" panose="020B0604020202020204" pitchFamily="34" charset="0"/>
                <a:ea typeface="黑体"/>
                <a:cs typeface="Arial" panose="020B0604020202020204" pitchFamily="34" charset="0"/>
                <a:sym typeface="Symbol" pitchFamily="18" charset="2"/>
              </a:rPr>
              <a:t>x”</a:t>
            </a:r>
            <a:endParaRPr lang="en-US" altLang="zh-CN" sz="2400" b="0" kern="0" dirty="0">
              <a:latin typeface="Arial" panose="020B0604020202020204" pitchFamily="34" charset="0"/>
              <a:ea typeface="黑体"/>
              <a:cs typeface="Arial" panose="020B0604020202020204" pitchFamily="34" charset="0"/>
            </a:endParaRPr>
          </a:p>
          <a:p>
            <a:pPr lvl="1"/>
            <a:r>
              <a:rPr lang="zh-CN" altLang="en-US" sz="2400" b="0" kern="0" dirty="0">
                <a:solidFill>
                  <a:srgbClr val="000000"/>
                </a:solidFill>
                <a:latin typeface="Arial" panose="020B0604020202020204" pitchFamily="34" charset="0"/>
                <a:ea typeface="黑体"/>
                <a:cs typeface="Arial" panose="020B0604020202020204" pitchFamily="34" charset="0"/>
              </a:rPr>
              <a:t>情景</a:t>
            </a:r>
            <a:r>
              <a:rPr lang="en-US" altLang="zh-CN" sz="2400" b="0" kern="0" dirty="0">
                <a:solidFill>
                  <a:srgbClr val="000000"/>
                </a:solidFill>
                <a:latin typeface="Arial" panose="020B0604020202020204" pitchFamily="34" charset="0"/>
                <a:ea typeface="黑体"/>
                <a:cs typeface="Arial" panose="020B0604020202020204" pitchFamily="34" charset="0"/>
              </a:rPr>
              <a:t>- </a:t>
            </a:r>
            <a:r>
              <a:rPr lang="en-US" altLang="zh-CN" sz="2400" b="0" kern="0" dirty="0">
                <a:latin typeface="Arial" panose="020B0604020202020204" pitchFamily="34" charset="0"/>
                <a:ea typeface="黑体"/>
                <a:cs typeface="Arial" panose="020B0604020202020204" pitchFamily="34" charset="0"/>
              </a:rPr>
              <a:t>2: </a:t>
            </a:r>
            <a:r>
              <a:rPr lang="zh-CN" altLang="en-US" sz="2400" b="0" kern="0" dirty="0">
                <a:latin typeface="Arial" panose="020B0604020202020204" pitchFamily="34" charset="0"/>
                <a:ea typeface="黑体"/>
                <a:cs typeface="Arial" panose="020B0604020202020204" pitchFamily="34" charset="0"/>
              </a:rPr>
              <a:t>等价状态</a:t>
            </a:r>
            <a:r>
              <a:rPr lang="en-US" altLang="zh-CN" sz="2400" b="0" kern="0" dirty="0">
                <a:latin typeface="Arial" panose="020B0604020202020204" pitchFamily="34" charset="0"/>
                <a:ea typeface="黑体"/>
                <a:cs typeface="Arial" panose="020B0604020202020204" pitchFamily="34" charset="0"/>
              </a:rPr>
              <a:t> </a:t>
            </a:r>
            <a:r>
              <a:rPr lang="zh-CN" altLang="en-US" sz="2400" b="0" kern="0" dirty="0">
                <a:latin typeface="Arial" panose="020B0604020202020204" pitchFamily="34" charset="0"/>
                <a:ea typeface="黑体"/>
                <a:cs typeface="Arial" panose="020B0604020202020204" pitchFamily="34" charset="0"/>
              </a:rPr>
              <a:t>标记</a:t>
            </a:r>
            <a:r>
              <a:rPr lang="en-US" altLang="zh-CN" sz="2400" b="0" kern="0" dirty="0">
                <a:latin typeface="Arial" panose="020B0604020202020204" pitchFamily="34" charset="0"/>
                <a:ea typeface="黑体"/>
                <a:cs typeface="Arial" panose="020B0604020202020204" pitchFamily="34" charset="0"/>
              </a:rPr>
              <a:t> “</a:t>
            </a:r>
            <a:r>
              <a:rPr lang="en-US" altLang="zh-CN" sz="2400" b="0" kern="0" dirty="0">
                <a:latin typeface="Arial" panose="020B0604020202020204" pitchFamily="34" charset="0"/>
                <a:ea typeface="黑体"/>
                <a:cs typeface="Arial" panose="020B0604020202020204" pitchFamily="34" charset="0"/>
                <a:sym typeface="Symbol" pitchFamily="18" charset="2"/>
              </a:rPr>
              <a:t>”</a:t>
            </a:r>
            <a:endParaRPr lang="en-US" altLang="zh-CN" sz="2400" b="0" kern="0" dirty="0">
              <a:latin typeface="Arial" panose="020B0604020202020204" pitchFamily="34" charset="0"/>
              <a:ea typeface="黑体"/>
              <a:cs typeface="Arial" panose="020B0604020202020204" pitchFamily="34" charset="0"/>
            </a:endParaRPr>
          </a:p>
          <a:p>
            <a:pPr lvl="1"/>
            <a:r>
              <a:rPr lang="zh-CN" altLang="en-US" sz="2400" b="0" kern="0" dirty="0">
                <a:solidFill>
                  <a:srgbClr val="000000"/>
                </a:solidFill>
                <a:latin typeface="Arial" panose="020B0604020202020204" pitchFamily="34" charset="0"/>
                <a:ea typeface="黑体"/>
                <a:cs typeface="Arial" panose="020B0604020202020204" pitchFamily="34" charset="0"/>
              </a:rPr>
              <a:t>其余填入</a:t>
            </a:r>
            <a:r>
              <a:rPr lang="zh-CN" altLang="en-US" sz="2400" b="0" kern="0" dirty="0">
                <a:solidFill>
                  <a:srgbClr val="3333FF"/>
                </a:solidFill>
                <a:latin typeface="Arial" panose="020B0604020202020204" pitchFamily="34" charset="0"/>
                <a:ea typeface="黑体"/>
                <a:cs typeface="Arial" panose="020B0604020202020204" pitchFamily="34" charset="0"/>
              </a:rPr>
              <a:t>等价条件</a:t>
            </a:r>
            <a:endParaRPr lang="en-US" altLang="zh-CN" sz="2400" b="0" kern="0" dirty="0">
              <a:solidFill>
                <a:srgbClr val="3333FF"/>
              </a:solidFill>
              <a:latin typeface="Arial" panose="020B0604020202020204" pitchFamily="34" charset="0"/>
              <a:ea typeface="黑体"/>
              <a:cs typeface="Arial" panose="020B0604020202020204" pitchFamily="34" charset="0"/>
            </a:endParaRPr>
          </a:p>
          <a:p>
            <a:pPr lvl="2"/>
            <a:r>
              <a:rPr lang="zh-CN" altLang="en-US" b="0" kern="0" dirty="0">
                <a:solidFill>
                  <a:srgbClr val="000000"/>
                </a:solidFill>
                <a:latin typeface="Arial" panose="020B0604020202020204" pitchFamily="34" charset="0"/>
                <a:ea typeface="黑体"/>
                <a:cs typeface="Arial" panose="020B0604020202020204" pitchFamily="34" charset="0"/>
              </a:rPr>
              <a:t>检查条件</a:t>
            </a:r>
            <a:r>
              <a:rPr lang="en-US" altLang="zh-CN" b="0" kern="0" dirty="0">
                <a:solidFill>
                  <a:srgbClr val="000000"/>
                </a:solidFill>
                <a:latin typeface="Arial" panose="020B0604020202020204" pitchFamily="34" charset="0"/>
                <a:ea typeface="黑体"/>
                <a:cs typeface="Arial" panose="020B0604020202020204" pitchFamily="34" charset="0"/>
              </a:rPr>
              <a:t>: </a:t>
            </a:r>
            <a:r>
              <a:rPr lang="zh-CN" altLang="en-US" b="0" kern="0" dirty="0">
                <a:solidFill>
                  <a:srgbClr val="3333FF"/>
                </a:solidFill>
                <a:latin typeface="Arial" panose="020B0604020202020204" pitchFamily="34" charset="0"/>
                <a:ea typeface="黑体"/>
                <a:cs typeface="Arial" panose="020B0604020202020204" pitchFamily="34" charset="0"/>
              </a:rPr>
              <a:t>不满足时标记</a:t>
            </a:r>
            <a:r>
              <a:rPr lang="en-US" altLang="zh-CN" b="0" kern="0" dirty="0">
                <a:solidFill>
                  <a:srgbClr val="3333FF"/>
                </a:solidFill>
                <a:latin typeface="Arial" panose="020B0604020202020204" pitchFamily="34" charset="0"/>
                <a:ea typeface="黑体"/>
                <a:cs typeface="Arial" panose="020B0604020202020204" pitchFamily="34" charset="0"/>
              </a:rPr>
              <a:t>“</a:t>
            </a:r>
            <a:r>
              <a:rPr lang="en-US" altLang="zh-CN" b="0" kern="0" dirty="0">
                <a:solidFill>
                  <a:srgbClr val="3333FF"/>
                </a:solidFill>
                <a:latin typeface="Arial" panose="020B0604020202020204" pitchFamily="34" charset="0"/>
                <a:ea typeface="黑体"/>
                <a:cs typeface="Arial" panose="020B0604020202020204" pitchFamily="34" charset="0"/>
                <a:sym typeface="Symbol" pitchFamily="18" charset="2"/>
              </a:rPr>
              <a:t>x”</a:t>
            </a:r>
            <a:endParaRPr lang="en-US" altLang="zh-CN" sz="1600" b="0" dirty="0">
              <a:solidFill>
                <a:srgbClr val="3333FF"/>
              </a:solidFill>
              <a:latin typeface="Arial" panose="020B0604020202020204" pitchFamily="34" charset="0"/>
              <a:cs typeface="Arial" panose="020B0604020202020204" pitchFamily="34" charset="0"/>
            </a:endParaRPr>
          </a:p>
        </p:txBody>
      </p:sp>
      <p:sp>
        <p:nvSpPr>
          <p:cNvPr id="16" name="矩形 15">
            <a:extLst>
              <a:ext uri="{FF2B5EF4-FFF2-40B4-BE49-F238E27FC236}">
                <a16:creationId xmlns:a16="http://schemas.microsoft.com/office/drawing/2014/main" id="{0053E88E-347F-4279-B781-A70696D312D8}"/>
              </a:ext>
            </a:extLst>
          </p:cNvPr>
          <p:cNvSpPr/>
          <p:nvPr/>
        </p:nvSpPr>
        <p:spPr>
          <a:xfrm>
            <a:off x="939897" y="6179304"/>
            <a:ext cx="3647886" cy="461665"/>
          </a:xfrm>
          <a:prstGeom prst="rect">
            <a:avLst/>
          </a:prstGeom>
        </p:spPr>
        <p:txBody>
          <a:bodyPr wrap="square">
            <a:spAutoFit/>
          </a:bodyPr>
          <a:lstStyle/>
          <a:p>
            <a:pPr algn="ctr"/>
            <a:r>
              <a:rPr lang="en-US" altLang="zh-CN" sz="2400" dirty="0">
                <a:solidFill>
                  <a:srgbClr val="3333FF"/>
                </a:solidFill>
                <a:latin typeface="+mn-lt"/>
              </a:rPr>
              <a:t>A!=D → B!=D, C!=D</a:t>
            </a:r>
            <a:endParaRPr lang="zh-CN" altLang="en-US" sz="2400" dirty="0">
              <a:solidFill>
                <a:srgbClr val="3333FF"/>
              </a:solidFill>
              <a:latin typeface="+mn-lt"/>
            </a:endParaRPr>
          </a:p>
        </p:txBody>
      </p:sp>
      <p:sp>
        <p:nvSpPr>
          <p:cNvPr id="7" name="Title 4">
            <a:extLst>
              <a:ext uri="{FF2B5EF4-FFF2-40B4-BE49-F238E27FC236}">
                <a16:creationId xmlns:a16="http://schemas.microsoft.com/office/drawing/2014/main" id="{DC7F8BC7-D933-C27C-F90E-7DBDE941938E}"/>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latin typeface="黑体" panose="02010609060101010101" pitchFamily="49" charset="-122"/>
                <a:ea typeface="黑体" panose="02010609060101010101" pitchFamily="49" charset="-122"/>
              </a:rPr>
              <a:t> 蕴含表化简技术</a:t>
            </a:r>
            <a:endParaRPr lang="en-CN" altLang="zh-CN" sz="4000" dirty="0">
              <a:solidFill>
                <a:srgbClr val="0000FF"/>
              </a:solidFill>
              <a:latin typeface="Arial" panose="020B0604020202020204" pitchFamily="34" charset="0"/>
              <a:cs typeface="Arial" panose="020B0604020202020204" pitchFamily="34" charset="0"/>
            </a:endParaRPr>
          </a:p>
        </p:txBody>
      </p:sp>
      <p:graphicFrame>
        <p:nvGraphicFramePr>
          <p:cNvPr id="11" name="表格 10">
            <a:extLst>
              <a:ext uri="{FF2B5EF4-FFF2-40B4-BE49-F238E27FC236}">
                <a16:creationId xmlns:a16="http://schemas.microsoft.com/office/drawing/2014/main" id="{241ADBC3-5C1F-44EE-83F7-6185C6C7267C}"/>
              </a:ext>
            </a:extLst>
          </p:cNvPr>
          <p:cNvGraphicFramePr>
            <a:graphicFrameLocks noGrp="1"/>
          </p:cNvGraphicFramePr>
          <p:nvPr>
            <p:extLst>
              <p:ext uri="{D42A27DB-BD31-4B8C-83A1-F6EECF244321}">
                <p14:modId xmlns:p14="http://schemas.microsoft.com/office/powerpoint/2010/main" val="2338434239"/>
              </p:ext>
            </p:extLst>
          </p:nvPr>
        </p:nvGraphicFramePr>
        <p:xfrm>
          <a:off x="691935" y="3942489"/>
          <a:ext cx="4143811" cy="2027866"/>
        </p:xfrm>
        <a:graphic>
          <a:graphicData uri="http://schemas.openxmlformats.org/drawingml/2006/table">
            <a:tbl>
              <a:tblPr/>
              <a:tblGrid>
                <a:gridCol w="918211">
                  <a:extLst>
                    <a:ext uri="{9D8B030D-6E8A-4147-A177-3AD203B41FA5}">
                      <a16:colId xmlns:a16="http://schemas.microsoft.com/office/drawing/2014/main" val="2301544513"/>
                    </a:ext>
                  </a:extLst>
                </a:gridCol>
                <a:gridCol w="806400">
                  <a:extLst>
                    <a:ext uri="{9D8B030D-6E8A-4147-A177-3AD203B41FA5}">
                      <a16:colId xmlns:a16="http://schemas.microsoft.com/office/drawing/2014/main" val="4003504590"/>
                    </a:ext>
                  </a:extLst>
                </a:gridCol>
                <a:gridCol w="806400">
                  <a:extLst>
                    <a:ext uri="{9D8B030D-6E8A-4147-A177-3AD203B41FA5}">
                      <a16:colId xmlns:a16="http://schemas.microsoft.com/office/drawing/2014/main" val="719376560"/>
                    </a:ext>
                  </a:extLst>
                </a:gridCol>
                <a:gridCol w="806400">
                  <a:extLst>
                    <a:ext uri="{9D8B030D-6E8A-4147-A177-3AD203B41FA5}">
                      <a16:colId xmlns:a16="http://schemas.microsoft.com/office/drawing/2014/main" val="1829280366"/>
                    </a:ext>
                  </a:extLst>
                </a:gridCol>
                <a:gridCol w="806400">
                  <a:extLst>
                    <a:ext uri="{9D8B030D-6E8A-4147-A177-3AD203B41FA5}">
                      <a16:colId xmlns:a16="http://schemas.microsoft.com/office/drawing/2014/main" val="862633949"/>
                    </a:ext>
                  </a:extLst>
                </a:gridCol>
              </a:tblGrid>
              <a:tr h="621823">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2000" b="1" i="0" u="none" strike="noStrike" cap="none" normalizeH="0" baseline="0">
                          <a:ln>
                            <a:noFill/>
                          </a:ln>
                          <a:solidFill>
                            <a:schemeClr val="tx1"/>
                          </a:solidFill>
                          <a:effectLst/>
                          <a:latin typeface="+mn-lt"/>
                          <a:ea typeface="黑体" panose="02010609060101010101" pitchFamily="49" charset="-122"/>
                        </a:rPr>
                        <a:t>现态</a:t>
                      </a:r>
                      <a:endParaRPr kumimoji="0" lang="zh-CN" altLang="en-US" sz="2000" b="1" i="0" u="none" strike="noStrike" cap="none" normalizeH="0" baseline="0" dirty="0">
                        <a:ln>
                          <a:noFill/>
                        </a:ln>
                        <a:solidFill>
                          <a:schemeClr val="tx1"/>
                        </a:solidFill>
                        <a:effectLst/>
                        <a:latin typeface="+mn-lt"/>
                        <a:ea typeface="黑体" panose="02010609060101010101" pitchFamily="49"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gridSpan="2">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2000" b="1" i="0" u="none" strike="noStrike" cap="none" normalizeH="0" baseline="0" dirty="0">
                          <a:ln>
                            <a:noFill/>
                          </a:ln>
                          <a:solidFill>
                            <a:schemeClr val="tx1"/>
                          </a:solidFill>
                          <a:effectLst/>
                          <a:latin typeface="+mn-lt"/>
                          <a:ea typeface="黑体" panose="02010609060101010101" pitchFamily="49" charset="-122"/>
                        </a:rPr>
                        <a:t>次态</a:t>
                      </a:r>
                      <a:endParaRPr kumimoji="0" lang="en-US" altLang="zh-CN" sz="2000" b="1" i="0" u="none" strike="noStrike" cap="none" normalizeH="0" baseline="0" dirty="0">
                        <a:ln>
                          <a:noFill/>
                        </a:ln>
                        <a:solidFill>
                          <a:schemeClr val="tx1"/>
                        </a:solidFill>
                        <a:effectLst/>
                        <a:latin typeface="+mn-lt"/>
                        <a:ea typeface="黑体" panose="02010609060101010101" pitchFamily="49" charset="-122"/>
                      </a:endParaRPr>
                    </a:p>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dirty="0">
                          <a:ln>
                            <a:noFill/>
                          </a:ln>
                          <a:solidFill>
                            <a:schemeClr val="tx1"/>
                          </a:solidFill>
                          <a:effectLst/>
                          <a:latin typeface="+mn-lt"/>
                          <a:ea typeface="黑体" panose="02010609060101010101" pitchFamily="49" charset="-122"/>
                        </a:rPr>
                        <a:t>x=0    x=1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tc gridSpan="2">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2000" b="1" i="0" u="none" strike="noStrike" cap="none" normalizeH="0" baseline="0" dirty="0">
                          <a:ln>
                            <a:noFill/>
                          </a:ln>
                          <a:solidFill>
                            <a:schemeClr val="tx1"/>
                          </a:solidFill>
                          <a:effectLst/>
                          <a:latin typeface="+mn-lt"/>
                          <a:ea typeface="黑体" panose="02010609060101010101" pitchFamily="49" charset="-122"/>
                        </a:rPr>
                        <a:t>输出</a:t>
                      </a:r>
                      <a:endParaRPr kumimoji="0" lang="en-US" altLang="zh-CN" sz="2000" b="1" i="0" u="none" strike="noStrike" cap="none" normalizeH="0" baseline="0" dirty="0">
                        <a:ln>
                          <a:noFill/>
                        </a:ln>
                        <a:solidFill>
                          <a:schemeClr val="tx1"/>
                        </a:solidFill>
                        <a:effectLst/>
                        <a:latin typeface="+mn-lt"/>
                        <a:ea typeface="黑体" panose="02010609060101010101" pitchFamily="49" charset="-122"/>
                      </a:endParaRPr>
                    </a:p>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dirty="0">
                          <a:ln>
                            <a:noFill/>
                          </a:ln>
                          <a:solidFill>
                            <a:schemeClr val="tx1"/>
                          </a:solidFill>
                          <a:effectLst/>
                          <a:latin typeface="+mn-lt"/>
                          <a:ea typeface="黑体" panose="02010609060101010101" pitchFamily="49" charset="-122"/>
                        </a:rPr>
                        <a:t>x=0     x=1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extLst>
                  <a:ext uri="{0D108BD9-81ED-4DB2-BD59-A6C34878D82A}">
                    <a16:rowId xmlns:a16="http://schemas.microsoft.com/office/drawing/2014/main" val="2547775410"/>
                  </a:ext>
                </a:extLst>
              </a:tr>
              <a:tr h="351465">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黑体" panose="02010609060101010101" pitchFamily="49" charset="-122"/>
                        </a:rPr>
                        <a:t>A</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黑体" panose="02010609060101010101" pitchFamily="49" charset="-122"/>
                        </a:rPr>
                        <a:t>D</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黑体" panose="02010609060101010101" pitchFamily="49" charset="-122"/>
                        </a:rPr>
                        <a:t>C</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黑体" panose="02010609060101010101" pitchFamily="49" charset="-122"/>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黑体" panose="02010609060101010101" pitchFamily="49" charset="-122"/>
                        </a:rPr>
                        <a:t>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155760733"/>
                  </a:ext>
                </a:extLst>
              </a:tr>
              <a:tr h="351648">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黑体" panose="02010609060101010101" pitchFamily="49" charset="-122"/>
                        </a:rPr>
                        <a:t>B</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dirty="0">
                          <a:ln>
                            <a:noFill/>
                          </a:ln>
                          <a:solidFill>
                            <a:srgbClr val="3333FF"/>
                          </a:solidFill>
                          <a:effectLst/>
                          <a:latin typeface="+mn-lt"/>
                          <a:ea typeface="宋体" pitchFamily="2" charset="-122"/>
                        </a:rPr>
                        <a:t>A</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dirty="0">
                          <a:ln>
                            <a:noFill/>
                          </a:ln>
                          <a:solidFill>
                            <a:srgbClr val="3333FF"/>
                          </a:solidFill>
                          <a:effectLst/>
                          <a:latin typeface="+mn-lt"/>
                          <a:ea typeface="宋体" pitchFamily="2" charset="-122"/>
                        </a:rPr>
                        <a:t>C</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dirty="0">
                          <a:ln>
                            <a:noFill/>
                          </a:ln>
                          <a:solidFill>
                            <a:srgbClr val="3333FF"/>
                          </a:solidFill>
                          <a:effectLst/>
                          <a:latin typeface="+mn-lt"/>
                          <a:ea typeface="宋体" pitchFamily="2" charset="-122"/>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dirty="0">
                          <a:ln>
                            <a:noFill/>
                          </a:ln>
                          <a:solidFill>
                            <a:srgbClr val="3333FF"/>
                          </a:solidFill>
                          <a:effectLst/>
                          <a:latin typeface="+mn-lt"/>
                          <a:ea typeface="宋体" pitchFamily="2" charset="-122"/>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056943792"/>
                  </a:ext>
                </a:extLst>
              </a:tr>
              <a:tr h="351465">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黑体" panose="02010609060101010101" pitchFamily="49" charset="-122"/>
                        </a:rPr>
                        <a:t>C</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dirty="0">
                          <a:ln>
                            <a:noFill/>
                          </a:ln>
                          <a:solidFill>
                            <a:srgbClr val="3333FF"/>
                          </a:solidFill>
                          <a:effectLst/>
                          <a:latin typeface="+mn-lt"/>
                          <a:ea typeface="宋体" pitchFamily="2" charset="-122"/>
                        </a:rPr>
                        <a:t>A</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dirty="0">
                          <a:ln>
                            <a:noFill/>
                          </a:ln>
                          <a:solidFill>
                            <a:srgbClr val="3333FF"/>
                          </a:solidFill>
                          <a:effectLst/>
                          <a:latin typeface="+mn-lt"/>
                          <a:ea typeface="宋体" pitchFamily="2" charset="-122"/>
                        </a:rPr>
                        <a:t>C</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dirty="0">
                          <a:ln>
                            <a:noFill/>
                          </a:ln>
                          <a:solidFill>
                            <a:srgbClr val="3333FF"/>
                          </a:solidFill>
                          <a:effectLst/>
                          <a:latin typeface="+mn-lt"/>
                          <a:ea typeface="宋体" pitchFamily="2" charset="-122"/>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dirty="0">
                          <a:ln>
                            <a:noFill/>
                          </a:ln>
                          <a:solidFill>
                            <a:srgbClr val="3333FF"/>
                          </a:solidFill>
                          <a:effectLst/>
                          <a:latin typeface="+mn-lt"/>
                          <a:ea typeface="宋体" pitchFamily="2" charset="-122"/>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063238473"/>
                  </a:ext>
                </a:extLst>
              </a:tr>
              <a:tr h="351465">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黑体" panose="02010609060101010101" pitchFamily="49" charset="-122"/>
                        </a:rPr>
                        <a:t>D</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黑体" panose="02010609060101010101" pitchFamily="49" charset="-122"/>
                        </a:rPr>
                        <a:t>D</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黑体" panose="02010609060101010101" pitchFamily="49" charset="-122"/>
                        </a:rPr>
                        <a:t>B</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黑体" panose="02010609060101010101" pitchFamily="49" charset="-122"/>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黑体" panose="02010609060101010101" pitchFamily="49" charset="-122"/>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4147802507"/>
                  </a:ext>
                </a:extLst>
              </a:tr>
            </a:tbl>
          </a:graphicData>
        </a:graphic>
      </p:graphicFrame>
      <p:graphicFrame>
        <p:nvGraphicFramePr>
          <p:cNvPr id="12" name="表格 11">
            <a:extLst>
              <a:ext uri="{FF2B5EF4-FFF2-40B4-BE49-F238E27FC236}">
                <a16:creationId xmlns:a16="http://schemas.microsoft.com/office/drawing/2014/main" id="{A6C287EF-0949-453B-BE02-B3B7D1B8E01A}"/>
              </a:ext>
            </a:extLst>
          </p:cNvPr>
          <p:cNvGraphicFramePr>
            <a:graphicFrameLocks noGrp="1"/>
          </p:cNvGraphicFramePr>
          <p:nvPr>
            <p:extLst>
              <p:ext uri="{D42A27DB-BD31-4B8C-83A1-F6EECF244321}">
                <p14:modId xmlns:p14="http://schemas.microsoft.com/office/powerpoint/2010/main" val="30642479"/>
              </p:ext>
            </p:extLst>
          </p:nvPr>
        </p:nvGraphicFramePr>
        <p:xfrm>
          <a:off x="6019800" y="3953375"/>
          <a:ext cx="2286000" cy="2343098"/>
        </p:xfrm>
        <a:graphic>
          <a:graphicData uri="http://schemas.openxmlformats.org/drawingml/2006/table">
            <a:tbl>
              <a:tblPr firstRow="1" bandRow="1"/>
              <a:tblGrid>
                <a:gridCol w="571500">
                  <a:extLst>
                    <a:ext uri="{9D8B030D-6E8A-4147-A177-3AD203B41FA5}">
                      <a16:colId xmlns:a16="http://schemas.microsoft.com/office/drawing/2014/main" val="4146872799"/>
                    </a:ext>
                  </a:extLst>
                </a:gridCol>
                <a:gridCol w="571500">
                  <a:extLst>
                    <a:ext uri="{9D8B030D-6E8A-4147-A177-3AD203B41FA5}">
                      <a16:colId xmlns:a16="http://schemas.microsoft.com/office/drawing/2014/main" val="3837899256"/>
                    </a:ext>
                  </a:extLst>
                </a:gridCol>
                <a:gridCol w="571500">
                  <a:extLst>
                    <a:ext uri="{9D8B030D-6E8A-4147-A177-3AD203B41FA5}">
                      <a16:colId xmlns:a16="http://schemas.microsoft.com/office/drawing/2014/main" val="2054637459"/>
                    </a:ext>
                  </a:extLst>
                </a:gridCol>
                <a:gridCol w="571500">
                  <a:extLst>
                    <a:ext uri="{9D8B030D-6E8A-4147-A177-3AD203B41FA5}">
                      <a16:colId xmlns:a16="http://schemas.microsoft.com/office/drawing/2014/main" val="2880068608"/>
                    </a:ext>
                  </a:extLst>
                </a:gridCol>
              </a:tblGrid>
              <a:tr h="571500">
                <a:tc>
                  <a:txBody>
                    <a:bodyPr/>
                    <a:lstStyle>
                      <a:lvl1pPr marL="0" algn="l" defTabSz="685800" rtl="0" eaLnBrk="1" latinLnBrk="0" hangingPunct="1">
                        <a:defRPr sz="1350" b="1" kern="1200">
                          <a:solidFill>
                            <a:schemeClr val="lt1"/>
                          </a:solidFill>
                          <a:latin typeface="Calibri"/>
                          <a:ea typeface="黑体"/>
                        </a:defRPr>
                      </a:lvl1pPr>
                      <a:lvl2pPr marL="342900" algn="l" defTabSz="685800" rtl="0" eaLnBrk="1" latinLnBrk="0" hangingPunct="1">
                        <a:defRPr sz="1350" b="1" kern="1200">
                          <a:solidFill>
                            <a:schemeClr val="lt1"/>
                          </a:solidFill>
                          <a:latin typeface="Calibri"/>
                          <a:ea typeface="黑体"/>
                        </a:defRPr>
                      </a:lvl2pPr>
                      <a:lvl3pPr marL="685800" algn="l" defTabSz="685800" rtl="0" eaLnBrk="1" latinLnBrk="0" hangingPunct="1">
                        <a:defRPr sz="1350" b="1" kern="1200">
                          <a:solidFill>
                            <a:schemeClr val="lt1"/>
                          </a:solidFill>
                          <a:latin typeface="Calibri"/>
                          <a:ea typeface="黑体"/>
                        </a:defRPr>
                      </a:lvl3pPr>
                      <a:lvl4pPr marL="1028700" algn="l" defTabSz="685800" rtl="0" eaLnBrk="1" latinLnBrk="0" hangingPunct="1">
                        <a:defRPr sz="1350" b="1" kern="1200">
                          <a:solidFill>
                            <a:schemeClr val="lt1"/>
                          </a:solidFill>
                          <a:latin typeface="Calibri"/>
                          <a:ea typeface="黑体"/>
                        </a:defRPr>
                      </a:lvl4pPr>
                      <a:lvl5pPr marL="1371600" algn="l" defTabSz="685800" rtl="0" eaLnBrk="1" latinLnBrk="0" hangingPunct="1">
                        <a:defRPr sz="1350" b="1" kern="1200">
                          <a:solidFill>
                            <a:schemeClr val="lt1"/>
                          </a:solidFill>
                          <a:latin typeface="Calibri"/>
                          <a:ea typeface="黑体"/>
                        </a:defRPr>
                      </a:lvl5pPr>
                      <a:lvl6pPr marL="1714500" algn="l" defTabSz="685800" rtl="0" eaLnBrk="1" latinLnBrk="0" hangingPunct="1">
                        <a:defRPr sz="1350" b="1" kern="1200">
                          <a:solidFill>
                            <a:schemeClr val="lt1"/>
                          </a:solidFill>
                          <a:latin typeface="Calibri"/>
                          <a:ea typeface="黑体"/>
                        </a:defRPr>
                      </a:lvl6pPr>
                      <a:lvl7pPr marL="2057400" algn="l" defTabSz="685800" rtl="0" eaLnBrk="1" latinLnBrk="0" hangingPunct="1">
                        <a:defRPr sz="1350" b="1" kern="1200">
                          <a:solidFill>
                            <a:schemeClr val="lt1"/>
                          </a:solidFill>
                          <a:latin typeface="Calibri"/>
                          <a:ea typeface="黑体"/>
                        </a:defRPr>
                      </a:lvl7pPr>
                      <a:lvl8pPr marL="2400300" algn="l" defTabSz="685800" rtl="0" eaLnBrk="1" latinLnBrk="0" hangingPunct="1">
                        <a:defRPr sz="1350" b="1" kern="1200">
                          <a:solidFill>
                            <a:schemeClr val="lt1"/>
                          </a:solidFill>
                          <a:latin typeface="Calibri"/>
                          <a:ea typeface="黑体"/>
                        </a:defRPr>
                      </a:lvl8pPr>
                      <a:lvl9pPr marL="2743200" algn="l" defTabSz="685800" rtl="0" eaLnBrk="1" latinLnBrk="0" hangingPunct="1">
                        <a:defRPr sz="1350" b="1" kern="1200">
                          <a:solidFill>
                            <a:schemeClr val="lt1"/>
                          </a:solidFill>
                          <a:latin typeface="Calibri"/>
                          <a:ea typeface="黑体"/>
                        </a:defRPr>
                      </a:lvl9pPr>
                    </a:lstStyle>
                    <a:p>
                      <a:r>
                        <a:rPr lang="en-US" altLang="zh-CN" sz="2800" b="0" dirty="0">
                          <a:solidFill>
                            <a:schemeClr val="tx1"/>
                          </a:solidFill>
                          <a:latin typeface="+mn-lt"/>
                        </a:rPr>
                        <a:t>B</a:t>
                      </a:r>
                      <a:endParaRPr lang="zh-CN" altLang="en-US" sz="2800" b="0" dirty="0">
                        <a:solidFill>
                          <a:schemeClr val="tx1"/>
                        </a:solidFill>
                        <a:latin typeface="+mn-lt"/>
                      </a:endParaRPr>
                    </a:p>
                  </a:txBody>
                  <a:tcPr marL="140918" marR="140918" marT="70459" marB="70459">
                    <a:lnL w="12700" cap="flat" cmpd="sng" algn="ctr">
                      <a:no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b="1" kern="1200">
                          <a:solidFill>
                            <a:schemeClr val="lt1"/>
                          </a:solidFill>
                          <a:latin typeface="Calibri"/>
                          <a:ea typeface="黑体"/>
                        </a:defRPr>
                      </a:lvl1pPr>
                      <a:lvl2pPr marL="342900" algn="l" defTabSz="685800" rtl="0" eaLnBrk="1" latinLnBrk="0" hangingPunct="1">
                        <a:defRPr sz="1350" b="1" kern="1200">
                          <a:solidFill>
                            <a:schemeClr val="lt1"/>
                          </a:solidFill>
                          <a:latin typeface="Calibri"/>
                          <a:ea typeface="黑体"/>
                        </a:defRPr>
                      </a:lvl2pPr>
                      <a:lvl3pPr marL="685800" algn="l" defTabSz="685800" rtl="0" eaLnBrk="1" latinLnBrk="0" hangingPunct="1">
                        <a:defRPr sz="1350" b="1" kern="1200">
                          <a:solidFill>
                            <a:schemeClr val="lt1"/>
                          </a:solidFill>
                          <a:latin typeface="Calibri"/>
                          <a:ea typeface="黑体"/>
                        </a:defRPr>
                      </a:lvl3pPr>
                      <a:lvl4pPr marL="1028700" algn="l" defTabSz="685800" rtl="0" eaLnBrk="1" latinLnBrk="0" hangingPunct="1">
                        <a:defRPr sz="1350" b="1" kern="1200">
                          <a:solidFill>
                            <a:schemeClr val="lt1"/>
                          </a:solidFill>
                          <a:latin typeface="Calibri"/>
                          <a:ea typeface="黑体"/>
                        </a:defRPr>
                      </a:lvl4pPr>
                      <a:lvl5pPr marL="1371600" algn="l" defTabSz="685800" rtl="0" eaLnBrk="1" latinLnBrk="0" hangingPunct="1">
                        <a:defRPr sz="1350" b="1" kern="1200">
                          <a:solidFill>
                            <a:schemeClr val="lt1"/>
                          </a:solidFill>
                          <a:latin typeface="Calibri"/>
                          <a:ea typeface="黑体"/>
                        </a:defRPr>
                      </a:lvl5pPr>
                      <a:lvl6pPr marL="1714500" algn="l" defTabSz="685800" rtl="0" eaLnBrk="1" latinLnBrk="0" hangingPunct="1">
                        <a:defRPr sz="1350" b="1" kern="1200">
                          <a:solidFill>
                            <a:schemeClr val="lt1"/>
                          </a:solidFill>
                          <a:latin typeface="Calibri"/>
                          <a:ea typeface="黑体"/>
                        </a:defRPr>
                      </a:lvl6pPr>
                      <a:lvl7pPr marL="2057400" algn="l" defTabSz="685800" rtl="0" eaLnBrk="1" latinLnBrk="0" hangingPunct="1">
                        <a:defRPr sz="1350" b="1" kern="1200">
                          <a:solidFill>
                            <a:schemeClr val="lt1"/>
                          </a:solidFill>
                          <a:latin typeface="Calibri"/>
                          <a:ea typeface="黑体"/>
                        </a:defRPr>
                      </a:lvl7pPr>
                      <a:lvl8pPr marL="2400300" algn="l" defTabSz="685800" rtl="0" eaLnBrk="1" latinLnBrk="0" hangingPunct="1">
                        <a:defRPr sz="1350" b="1" kern="1200">
                          <a:solidFill>
                            <a:schemeClr val="lt1"/>
                          </a:solidFill>
                          <a:latin typeface="Calibri"/>
                          <a:ea typeface="黑体"/>
                        </a:defRPr>
                      </a:lvl8pPr>
                      <a:lvl9pPr marL="2743200" algn="l" defTabSz="685800" rtl="0" eaLnBrk="1" latinLnBrk="0" hangingPunct="1">
                        <a:defRPr sz="1350" b="1" kern="1200">
                          <a:solidFill>
                            <a:schemeClr val="lt1"/>
                          </a:solidFill>
                          <a:latin typeface="Calibri"/>
                          <a:ea typeface="黑体"/>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0" cap="none" spc="0" normalizeH="0" baseline="0" noProof="0" dirty="0">
                          <a:ln>
                            <a:noFill/>
                          </a:ln>
                          <a:solidFill>
                            <a:schemeClr val="tx1"/>
                          </a:solidFill>
                          <a:effectLst/>
                          <a:uLnTx/>
                          <a:uFillTx/>
                          <a:latin typeface="+mn-lt"/>
                          <a:ea typeface="+mn-ea"/>
                          <a:cs typeface="+mn-cs"/>
                          <a:sym typeface="Symbol" pitchFamily="18" charset="2"/>
                        </a:rPr>
                        <a:t>x</a:t>
                      </a:r>
                      <a:endParaRPr lang="zh-CN" altLang="en-US" sz="2800" b="1" dirty="0">
                        <a:solidFill>
                          <a:schemeClr val="tx1"/>
                        </a:solidFill>
                        <a:latin typeface="+mn-lt"/>
                      </a:endParaRPr>
                    </a:p>
                  </a:txBody>
                  <a:tcPr marL="140918" marR="140918" marT="70459" marB="7045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b="1" kern="1200">
                          <a:solidFill>
                            <a:schemeClr val="lt1"/>
                          </a:solidFill>
                          <a:latin typeface="Calibri"/>
                          <a:ea typeface="黑体"/>
                        </a:defRPr>
                      </a:lvl1pPr>
                      <a:lvl2pPr marL="342900" algn="l" defTabSz="685800" rtl="0" eaLnBrk="1" latinLnBrk="0" hangingPunct="1">
                        <a:defRPr sz="1350" b="1" kern="1200">
                          <a:solidFill>
                            <a:schemeClr val="lt1"/>
                          </a:solidFill>
                          <a:latin typeface="Calibri"/>
                          <a:ea typeface="黑体"/>
                        </a:defRPr>
                      </a:lvl2pPr>
                      <a:lvl3pPr marL="685800" algn="l" defTabSz="685800" rtl="0" eaLnBrk="1" latinLnBrk="0" hangingPunct="1">
                        <a:defRPr sz="1350" b="1" kern="1200">
                          <a:solidFill>
                            <a:schemeClr val="lt1"/>
                          </a:solidFill>
                          <a:latin typeface="Calibri"/>
                          <a:ea typeface="黑体"/>
                        </a:defRPr>
                      </a:lvl3pPr>
                      <a:lvl4pPr marL="1028700" algn="l" defTabSz="685800" rtl="0" eaLnBrk="1" latinLnBrk="0" hangingPunct="1">
                        <a:defRPr sz="1350" b="1" kern="1200">
                          <a:solidFill>
                            <a:schemeClr val="lt1"/>
                          </a:solidFill>
                          <a:latin typeface="Calibri"/>
                          <a:ea typeface="黑体"/>
                        </a:defRPr>
                      </a:lvl4pPr>
                      <a:lvl5pPr marL="1371600" algn="l" defTabSz="685800" rtl="0" eaLnBrk="1" latinLnBrk="0" hangingPunct="1">
                        <a:defRPr sz="1350" b="1" kern="1200">
                          <a:solidFill>
                            <a:schemeClr val="lt1"/>
                          </a:solidFill>
                          <a:latin typeface="Calibri"/>
                          <a:ea typeface="黑体"/>
                        </a:defRPr>
                      </a:lvl5pPr>
                      <a:lvl6pPr marL="1714500" algn="l" defTabSz="685800" rtl="0" eaLnBrk="1" latinLnBrk="0" hangingPunct="1">
                        <a:defRPr sz="1350" b="1" kern="1200">
                          <a:solidFill>
                            <a:schemeClr val="lt1"/>
                          </a:solidFill>
                          <a:latin typeface="Calibri"/>
                          <a:ea typeface="黑体"/>
                        </a:defRPr>
                      </a:lvl6pPr>
                      <a:lvl7pPr marL="2057400" algn="l" defTabSz="685800" rtl="0" eaLnBrk="1" latinLnBrk="0" hangingPunct="1">
                        <a:defRPr sz="1350" b="1" kern="1200">
                          <a:solidFill>
                            <a:schemeClr val="lt1"/>
                          </a:solidFill>
                          <a:latin typeface="Calibri"/>
                          <a:ea typeface="黑体"/>
                        </a:defRPr>
                      </a:lvl7pPr>
                      <a:lvl8pPr marL="2400300" algn="l" defTabSz="685800" rtl="0" eaLnBrk="1" latinLnBrk="0" hangingPunct="1">
                        <a:defRPr sz="1350" b="1" kern="1200">
                          <a:solidFill>
                            <a:schemeClr val="lt1"/>
                          </a:solidFill>
                          <a:latin typeface="Calibri"/>
                          <a:ea typeface="黑体"/>
                        </a:defRPr>
                      </a:lvl8pPr>
                      <a:lvl9pPr marL="2743200" algn="l" defTabSz="685800" rtl="0" eaLnBrk="1" latinLnBrk="0" hangingPunct="1">
                        <a:defRPr sz="1350" b="1" kern="1200">
                          <a:solidFill>
                            <a:schemeClr val="lt1"/>
                          </a:solidFill>
                          <a:latin typeface="Calibri"/>
                          <a:ea typeface="黑体"/>
                        </a:defRPr>
                      </a:lvl9pPr>
                    </a:lstStyle>
                    <a:p>
                      <a:endParaRPr lang="zh-CN" altLang="en-US" sz="2800" b="0" dirty="0">
                        <a:solidFill>
                          <a:schemeClr val="tx1"/>
                        </a:solidFill>
                        <a:latin typeface="+mn-lt"/>
                      </a:endParaRPr>
                    </a:p>
                  </a:txBody>
                  <a:tcPr marL="140918" marR="140918" marT="70459" marB="70459">
                    <a:lnL w="12700" cap="flat" cmpd="sng" algn="ctr">
                      <a:solidFill>
                        <a:srgbClr val="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b="1" kern="1200">
                          <a:solidFill>
                            <a:schemeClr val="lt1"/>
                          </a:solidFill>
                          <a:latin typeface="Calibri"/>
                          <a:ea typeface="黑体"/>
                        </a:defRPr>
                      </a:lvl1pPr>
                      <a:lvl2pPr marL="342900" algn="l" defTabSz="685800" rtl="0" eaLnBrk="1" latinLnBrk="0" hangingPunct="1">
                        <a:defRPr sz="1350" b="1" kern="1200">
                          <a:solidFill>
                            <a:schemeClr val="lt1"/>
                          </a:solidFill>
                          <a:latin typeface="Calibri"/>
                          <a:ea typeface="黑体"/>
                        </a:defRPr>
                      </a:lvl2pPr>
                      <a:lvl3pPr marL="685800" algn="l" defTabSz="685800" rtl="0" eaLnBrk="1" latinLnBrk="0" hangingPunct="1">
                        <a:defRPr sz="1350" b="1" kern="1200">
                          <a:solidFill>
                            <a:schemeClr val="lt1"/>
                          </a:solidFill>
                          <a:latin typeface="Calibri"/>
                          <a:ea typeface="黑体"/>
                        </a:defRPr>
                      </a:lvl3pPr>
                      <a:lvl4pPr marL="1028700" algn="l" defTabSz="685800" rtl="0" eaLnBrk="1" latinLnBrk="0" hangingPunct="1">
                        <a:defRPr sz="1350" b="1" kern="1200">
                          <a:solidFill>
                            <a:schemeClr val="lt1"/>
                          </a:solidFill>
                          <a:latin typeface="Calibri"/>
                          <a:ea typeface="黑体"/>
                        </a:defRPr>
                      </a:lvl4pPr>
                      <a:lvl5pPr marL="1371600" algn="l" defTabSz="685800" rtl="0" eaLnBrk="1" latinLnBrk="0" hangingPunct="1">
                        <a:defRPr sz="1350" b="1" kern="1200">
                          <a:solidFill>
                            <a:schemeClr val="lt1"/>
                          </a:solidFill>
                          <a:latin typeface="Calibri"/>
                          <a:ea typeface="黑体"/>
                        </a:defRPr>
                      </a:lvl5pPr>
                      <a:lvl6pPr marL="1714500" algn="l" defTabSz="685800" rtl="0" eaLnBrk="1" latinLnBrk="0" hangingPunct="1">
                        <a:defRPr sz="1350" b="1" kern="1200">
                          <a:solidFill>
                            <a:schemeClr val="lt1"/>
                          </a:solidFill>
                          <a:latin typeface="Calibri"/>
                          <a:ea typeface="黑体"/>
                        </a:defRPr>
                      </a:lvl6pPr>
                      <a:lvl7pPr marL="2057400" algn="l" defTabSz="685800" rtl="0" eaLnBrk="1" latinLnBrk="0" hangingPunct="1">
                        <a:defRPr sz="1350" b="1" kern="1200">
                          <a:solidFill>
                            <a:schemeClr val="lt1"/>
                          </a:solidFill>
                          <a:latin typeface="Calibri"/>
                          <a:ea typeface="黑体"/>
                        </a:defRPr>
                      </a:lvl7pPr>
                      <a:lvl8pPr marL="2400300" algn="l" defTabSz="685800" rtl="0" eaLnBrk="1" latinLnBrk="0" hangingPunct="1">
                        <a:defRPr sz="1350" b="1" kern="1200">
                          <a:solidFill>
                            <a:schemeClr val="lt1"/>
                          </a:solidFill>
                          <a:latin typeface="Calibri"/>
                          <a:ea typeface="黑体"/>
                        </a:defRPr>
                      </a:lvl8pPr>
                      <a:lvl9pPr marL="2743200" algn="l" defTabSz="685800" rtl="0" eaLnBrk="1" latinLnBrk="0" hangingPunct="1">
                        <a:defRPr sz="1350" b="1" kern="1200">
                          <a:solidFill>
                            <a:schemeClr val="lt1"/>
                          </a:solidFill>
                          <a:latin typeface="Calibri"/>
                          <a:ea typeface="黑体"/>
                        </a:defRPr>
                      </a:lvl9pPr>
                    </a:lstStyle>
                    <a:p>
                      <a:endParaRPr lang="zh-CN" altLang="en-US" sz="2800" b="0" dirty="0">
                        <a:solidFill>
                          <a:schemeClr val="tx1"/>
                        </a:solidFill>
                        <a:latin typeface="+mn-lt"/>
                      </a:endParaRPr>
                    </a:p>
                  </a:txBody>
                  <a:tcPr marL="140918" marR="140918" marT="70459" marB="704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8023028"/>
                  </a:ext>
                </a:extLst>
              </a:tr>
              <a:tr h="571500">
                <a:tc>
                  <a:txBody>
                    <a:bodyPr/>
                    <a:lstStyle>
                      <a:lvl1pPr marL="0" algn="l" defTabSz="685800" rtl="0" eaLnBrk="1" latinLnBrk="0" hangingPunct="1">
                        <a:defRPr sz="1350" kern="1200">
                          <a:solidFill>
                            <a:schemeClr val="dk1"/>
                          </a:solidFill>
                          <a:latin typeface="Calibri"/>
                          <a:ea typeface="黑体"/>
                        </a:defRPr>
                      </a:lvl1pPr>
                      <a:lvl2pPr marL="342900" algn="l" defTabSz="685800" rtl="0" eaLnBrk="1" latinLnBrk="0" hangingPunct="1">
                        <a:defRPr sz="1350" kern="1200">
                          <a:solidFill>
                            <a:schemeClr val="dk1"/>
                          </a:solidFill>
                          <a:latin typeface="Calibri"/>
                          <a:ea typeface="黑体"/>
                        </a:defRPr>
                      </a:lvl2pPr>
                      <a:lvl3pPr marL="685800" algn="l" defTabSz="685800" rtl="0" eaLnBrk="1" latinLnBrk="0" hangingPunct="1">
                        <a:defRPr sz="1350" kern="1200">
                          <a:solidFill>
                            <a:schemeClr val="dk1"/>
                          </a:solidFill>
                          <a:latin typeface="Calibri"/>
                          <a:ea typeface="黑体"/>
                        </a:defRPr>
                      </a:lvl3pPr>
                      <a:lvl4pPr marL="1028700" algn="l" defTabSz="685800" rtl="0" eaLnBrk="1" latinLnBrk="0" hangingPunct="1">
                        <a:defRPr sz="1350" kern="1200">
                          <a:solidFill>
                            <a:schemeClr val="dk1"/>
                          </a:solidFill>
                          <a:latin typeface="Calibri"/>
                          <a:ea typeface="黑体"/>
                        </a:defRPr>
                      </a:lvl4pPr>
                      <a:lvl5pPr marL="1371600" algn="l" defTabSz="685800" rtl="0" eaLnBrk="1" latinLnBrk="0" hangingPunct="1">
                        <a:defRPr sz="1350" kern="1200">
                          <a:solidFill>
                            <a:schemeClr val="dk1"/>
                          </a:solidFill>
                          <a:latin typeface="Calibri"/>
                          <a:ea typeface="黑体"/>
                        </a:defRPr>
                      </a:lvl5pPr>
                      <a:lvl6pPr marL="1714500" algn="l" defTabSz="685800" rtl="0" eaLnBrk="1" latinLnBrk="0" hangingPunct="1">
                        <a:defRPr sz="1350" kern="1200">
                          <a:solidFill>
                            <a:schemeClr val="dk1"/>
                          </a:solidFill>
                          <a:latin typeface="Calibri"/>
                          <a:ea typeface="黑体"/>
                        </a:defRPr>
                      </a:lvl6pPr>
                      <a:lvl7pPr marL="2057400" algn="l" defTabSz="685800" rtl="0" eaLnBrk="1" latinLnBrk="0" hangingPunct="1">
                        <a:defRPr sz="1350" kern="1200">
                          <a:solidFill>
                            <a:schemeClr val="dk1"/>
                          </a:solidFill>
                          <a:latin typeface="Calibri"/>
                          <a:ea typeface="黑体"/>
                        </a:defRPr>
                      </a:lvl7pPr>
                      <a:lvl8pPr marL="2400300" algn="l" defTabSz="685800" rtl="0" eaLnBrk="1" latinLnBrk="0" hangingPunct="1">
                        <a:defRPr sz="1350" kern="1200">
                          <a:solidFill>
                            <a:schemeClr val="dk1"/>
                          </a:solidFill>
                          <a:latin typeface="Calibri"/>
                          <a:ea typeface="黑体"/>
                        </a:defRPr>
                      </a:lvl8pPr>
                      <a:lvl9pPr marL="2743200" algn="l" defTabSz="685800" rtl="0" eaLnBrk="1" latinLnBrk="0" hangingPunct="1">
                        <a:defRPr sz="1350" kern="1200">
                          <a:solidFill>
                            <a:schemeClr val="dk1"/>
                          </a:solidFill>
                          <a:latin typeface="Calibri"/>
                          <a:ea typeface="黑体"/>
                        </a:defRPr>
                      </a:lvl9pPr>
                    </a:lstStyle>
                    <a:p>
                      <a:r>
                        <a:rPr lang="en-US" altLang="zh-CN" sz="2800" b="0" dirty="0">
                          <a:solidFill>
                            <a:schemeClr val="tx1"/>
                          </a:solidFill>
                          <a:latin typeface="+mn-lt"/>
                        </a:rPr>
                        <a:t>C</a:t>
                      </a:r>
                      <a:endParaRPr lang="zh-CN" altLang="en-US" sz="2800" b="0" dirty="0">
                        <a:solidFill>
                          <a:schemeClr val="tx1"/>
                        </a:solidFill>
                        <a:latin typeface="+mn-lt"/>
                      </a:endParaRPr>
                    </a:p>
                  </a:txBody>
                  <a:tcPr marL="140918" marR="140918" marT="70459" marB="70459">
                    <a:lnL w="12700" cap="flat" cmpd="sng" algn="ctr">
                      <a:no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dk1"/>
                          </a:solidFill>
                          <a:latin typeface="Calibri"/>
                          <a:ea typeface="黑体"/>
                        </a:defRPr>
                      </a:lvl1pPr>
                      <a:lvl2pPr marL="342900" algn="l" defTabSz="685800" rtl="0" eaLnBrk="1" latinLnBrk="0" hangingPunct="1">
                        <a:defRPr sz="1350" kern="1200">
                          <a:solidFill>
                            <a:schemeClr val="dk1"/>
                          </a:solidFill>
                          <a:latin typeface="Calibri"/>
                          <a:ea typeface="黑体"/>
                        </a:defRPr>
                      </a:lvl2pPr>
                      <a:lvl3pPr marL="685800" algn="l" defTabSz="685800" rtl="0" eaLnBrk="1" latinLnBrk="0" hangingPunct="1">
                        <a:defRPr sz="1350" kern="1200">
                          <a:solidFill>
                            <a:schemeClr val="dk1"/>
                          </a:solidFill>
                          <a:latin typeface="Calibri"/>
                          <a:ea typeface="黑体"/>
                        </a:defRPr>
                      </a:lvl3pPr>
                      <a:lvl4pPr marL="1028700" algn="l" defTabSz="685800" rtl="0" eaLnBrk="1" latinLnBrk="0" hangingPunct="1">
                        <a:defRPr sz="1350" kern="1200">
                          <a:solidFill>
                            <a:schemeClr val="dk1"/>
                          </a:solidFill>
                          <a:latin typeface="Calibri"/>
                          <a:ea typeface="黑体"/>
                        </a:defRPr>
                      </a:lvl4pPr>
                      <a:lvl5pPr marL="1371600" algn="l" defTabSz="685800" rtl="0" eaLnBrk="1" latinLnBrk="0" hangingPunct="1">
                        <a:defRPr sz="1350" kern="1200">
                          <a:solidFill>
                            <a:schemeClr val="dk1"/>
                          </a:solidFill>
                          <a:latin typeface="Calibri"/>
                          <a:ea typeface="黑体"/>
                        </a:defRPr>
                      </a:lvl5pPr>
                      <a:lvl6pPr marL="1714500" algn="l" defTabSz="685800" rtl="0" eaLnBrk="1" latinLnBrk="0" hangingPunct="1">
                        <a:defRPr sz="1350" kern="1200">
                          <a:solidFill>
                            <a:schemeClr val="dk1"/>
                          </a:solidFill>
                          <a:latin typeface="Calibri"/>
                          <a:ea typeface="黑体"/>
                        </a:defRPr>
                      </a:lvl6pPr>
                      <a:lvl7pPr marL="2057400" algn="l" defTabSz="685800" rtl="0" eaLnBrk="1" latinLnBrk="0" hangingPunct="1">
                        <a:defRPr sz="1350" kern="1200">
                          <a:solidFill>
                            <a:schemeClr val="dk1"/>
                          </a:solidFill>
                          <a:latin typeface="Calibri"/>
                          <a:ea typeface="黑体"/>
                        </a:defRPr>
                      </a:lvl7pPr>
                      <a:lvl8pPr marL="2400300" algn="l" defTabSz="685800" rtl="0" eaLnBrk="1" latinLnBrk="0" hangingPunct="1">
                        <a:defRPr sz="1350" kern="1200">
                          <a:solidFill>
                            <a:schemeClr val="dk1"/>
                          </a:solidFill>
                          <a:latin typeface="Calibri"/>
                          <a:ea typeface="黑体"/>
                        </a:defRPr>
                      </a:lvl8pPr>
                      <a:lvl9pPr marL="2743200" algn="l" defTabSz="685800" rtl="0" eaLnBrk="1" latinLnBrk="0" hangingPunct="1">
                        <a:defRPr sz="1350" kern="1200">
                          <a:solidFill>
                            <a:schemeClr val="dk1"/>
                          </a:solidFill>
                          <a:latin typeface="Calibri"/>
                          <a:ea typeface="黑体"/>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schemeClr val="tx1"/>
                          </a:solidFill>
                          <a:effectLst/>
                          <a:uLnTx/>
                          <a:uFillTx/>
                          <a:latin typeface="+mn-lt"/>
                          <a:ea typeface="+mn-ea"/>
                          <a:cs typeface="+mn-cs"/>
                          <a:sym typeface="Symbol" pitchFamily="18" charset="2"/>
                        </a:rPr>
                        <a:t>x</a:t>
                      </a:r>
                      <a:endParaRPr lang="zh-CN" altLang="en-US" sz="2400" b="1" dirty="0">
                        <a:solidFill>
                          <a:schemeClr val="tx1"/>
                        </a:solidFill>
                        <a:latin typeface="+mn-lt"/>
                      </a:endParaRPr>
                    </a:p>
                  </a:txBody>
                  <a:tcPr marL="140918" marR="140918" marT="70459" marB="7045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dk1"/>
                          </a:solidFill>
                          <a:latin typeface="Calibri"/>
                          <a:ea typeface="黑体"/>
                        </a:defRPr>
                      </a:lvl1pPr>
                      <a:lvl2pPr marL="342900" algn="l" defTabSz="685800" rtl="0" eaLnBrk="1" latinLnBrk="0" hangingPunct="1">
                        <a:defRPr sz="1350" kern="1200">
                          <a:solidFill>
                            <a:schemeClr val="dk1"/>
                          </a:solidFill>
                          <a:latin typeface="Calibri"/>
                          <a:ea typeface="黑体"/>
                        </a:defRPr>
                      </a:lvl2pPr>
                      <a:lvl3pPr marL="685800" algn="l" defTabSz="685800" rtl="0" eaLnBrk="1" latinLnBrk="0" hangingPunct="1">
                        <a:defRPr sz="1350" kern="1200">
                          <a:solidFill>
                            <a:schemeClr val="dk1"/>
                          </a:solidFill>
                          <a:latin typeface="Calibri"/>
                          <a:ea typeface="黑体"/>
                        </a:defRPr>
                      </a:lvl3pPr>
                      <a:lvl4pPr marL="1028700" algn="l" defTabSz="685800" rtl="0" eaLnBrk="1" latinLnBrk="0" hangingPunct="1">
                        <a:defRPr sz="1350" kern="1200">
                          <a:solidFill>
                            <a:schemeClr val="dk1"/>
                          </a:solidFill>
                          <a:latin typeface="Calibri"/>
                          <a:ea typeface="黑体"/>
                        </a:defRPr>
                      </a:lvl4pPr>
                      <a:lvl5pPr marL="1371600" algn="l" defTabSz="685800" rtl="0" eaLnBrk="1" latinLnBrk="0" hangingPunct="1">
                        <a:defRPr sz="1350" kern="1200">
                          <a:solidFill>
                            <a:schemeClr val="dk1"/>
                          </a:solidFill>
                          <a:latin typeface="Calibri"/>
                          <a:ea typeface="黑体"/>
                        </a:defRPr>
                      </a:lvl5pPr>
                      <a:lvl6pPr marL="1714500" algn="l" defTabSz="685800" rtl="0" eaLnBrk="1" latinLnBrk="0" hangingPunct="1">
                        <a:defRPr sz="1350" kern="1200">
                          <a:solidFill>
                            <a:schemeClr val="dk1"/>
                          </a:solidFill>
                          <a:latin typeface="Calibri"/>
                          <a:ea typeface="黑体"/>
                        </a:defRPr>
                      </a:lvl6pPr>
                      <a:lvl7pPr marL="2057400" algn="l" defTabSz="685800" rtl="0" eaLnBrk="1" latinLnBrk="0" hangingPunct="1">
                        <a:defRPr sz="1350" kern="1200">
                          <a:solidFill>
                            <a:schemeClr val="dk1"/>
                          </a:solidFill>
                          <a:latin typeface="Calibri"/>
                          <a:ea typeface="黑体"/>
                        </a:defRPr>
                      </a:lvl7pPr>
                      <a:lvl8pPr marL="2400300" algn="l" defTabSz="685800" rtl="0" eaLnBrk="1" latinLnBrk="0" hangingPunct="1">
                        <a:defRPr sz="1350" kern="1200">
                          <a:solidFill>
                            <a:schemeClr val="dk1"/>
                          </a:solidFill>
                          <a:latin typeface="Calibri"/>
                          <a:ea typeface="黑体"/>
                        </a:defRPr>
                      </a:lvl8pPr>
                      <a:lvl9pPr marL="2743200" algn="l" defTabSz="685800" rtl="0" eaLnBrk="1" latinLnBrk="0" hangingPunct="1">
                        <a:defRPr sz="1350" kern="1200">
                          <a:solidFill>
                            <a:schemeClr val="dk1"/>
                          </a:solidFill>
                          <a:latin typeface="Calibri"/>
                          <a:ea typeface="黑体"/>
                        </a:defRPr>
                      </a:lvl9pPr>
                    </a:lstStyle>
                    <a:p>
                      <a:pPr algn="ctr"/>
                      <a:r>
                        <a:rPr lang="en-US" altLang="zh-CN" sz="2800" b="1" kern="0" dirty="0">
                          <a:solidFill>
                            <a:srgbClr val="3333FF"/>
                          </a:solidFill>
                          <a:latin typeface="+mj-lt"/>
                          <a:ea typeface="黑体"/>
                          <a:cs typeface="Arial" panose="020B0604020202020204" pitchFamily="34" charset="0"/>
                          <a:sym typeface="Symbol" pitchFamily="18" charset="2"/>
                        </a:rPr>
                        <a:t></a:t>
                      </a:r>
                      <a:endParaRPr lang="zh-CN" altLang="en-US" sz="2800" b="0" dirty="0">
                        <a:solidFill>
                          <a:schemeClr val="tx1"/>
                        </a:solidFill>
                        <a:latin typeface="+mj-lt"/>
                      </a:endParaRPr>
                    </a:p>
                  </a:txBody>
                  <a:tcPr marL="140918" marR="140918" marT="70459" marB="7045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dk1"/>
                          </a:solidFill>
                          <a:latin typeface="Calibri"/>
                          <a:ea typeface="黑体"/>
                        </a:defRPr>
                      </a:lvl1pPr>
                      <a:lvl2pPr marL="342900" algn="l" defTabSz="685800" rtl="0" eaLnBrk="1" latinLnBrk="0" hangingPunct="1">
                        <a:defRPr sz="1350" kern="1200">
                          <a:solidFill>
                            <a:schemeClr val="dk1"/>
                          </a:solidFill>
                          <a:latin typeface="Calibri"/>
                          <a:ea typeface="黑体"/>
                        </a:defRPr>
                      </a:lvl2pPr>
                      <a:lvl3pPr marL="685800" algn="l" defTabSz="685800" rtl="0" eaLnBrk="1" latinLnBrk="0" hangingPunct="1">
                        <a:defRPr sz="1350" kern="1200">
                          <a:solidFill>
                            <a:schemeClr val="dk1"/>
                          </a:solidFill>
                          <a:latin typeface="Calibri"/>
                          <a:ea typeface="黑体"/>
                        </a:defRPr>
                      </a:lvl3pPr>
                      <a:lvl4pPr marL="1028700" algn="l" defTabSz="685800" rtl="0" eaLnBrk="1" latinLnBrk="0" hangingPunct="1">
                        <a:defRPr sz="1350" kern="1200">
                          <a:solidFill>
                            <a:schemeClr val="dk1"/>
                          </a:solidFill>
                          <a:latin typeface="Calibri"/>
                          <a:ea typeface="黑体"/>
                        </a:defRPr>
                      </a:lvl4pPr>
                      <a:lvl5pPr marL="1371600" algn="l" defTabSz="685800" rtl="0" eaLnBrk="1" latinLnBrk="0" hangingPunct="1">
                        <a:defRPr sz="1350" kern="1200">
                          <a:solidFill>
                            <a:schemeClr val="dk1"/>
                          </a:solidFill>
                          <a:latin typeface="Calibri"/>
                          <a:ea typeface="黑体"/>
                        </a:defRPr>
                      </a:lvl5pPr>
                      <a:lvl6pPr marL="1714500" algn="l" defTabSz="685800" rtl="0" eaLnBrk="1" latinLnBrk="0" hangingPunct="1">
                        <a:defRPr sz="1350" kern="1200">
                          <a:solidFill>
                            <a:schemeClr val="dk1"/>
                          </a:solidFill>
                          <a:latin typeface="Calibri"/>
                          <a:ea typeface="黑体"/>
                        </a:defRPr>
                      </a:lvl6pPr>
                      <a:lvl7pPr marL="2057400" algn="l" defTabSz="685800" rtl="0" eaLnBrk="1" latinLnBrk="0" hangingPunct="1">
                        <a:defRPr sz="1350" kern="1200">
                          <a:solidFill>
                            <a:schemeClr val="dk1"/>
                          </a:solidFill>
                          <a:latin typeface="Calibri"/>
                          <a:ea typeface="黑体"/>
                        </a:defRPr>
                      </a:lvl7pPr>
                      <a:lvl8pPr marL="2400300" algn="l" defTabSz="685800" rtl="0" eaLnBrk="1" latinLnBrk="0" hangingPunct="1">
                        <a:defRPr sz="1350" kern="1200">
                          <a:solidFill>
                            <a:schemeClr val="dk1"/>
                          </a:solidFill>
                          <a:latin typeface="Calibri"/>
                          <a:ea typeface="黑体"/>
                        </a:defRPr>
                      </a:lvl8pPr>
                      <a:lvl9pPr marL="2743200" algn="l" defTabSz="685800" rtl="0" eaLnBrk="1" latinLnBrk="0" hangingPunct="1">
                        <a:defRPr sz="1350" kern="1200">
                          <a:solidFill>
                            <a:schemeClr val="dk1"/>
                          </a:solidFill>
                          <a:latin typeface="Calibri"/>
                          <a:ea typeface="黑体"/>
                        </a:defRPr>
                      </a:lvl9pPr>
                    </a:lstStyle>
                    <a:p>
                      <a:pPr algn="ctr"/>
                      <a:endParaRPr lang="zh-CN" altLang="en-US" sz="2800" b="0" dirty="0">
                        <a:solidFill>
                          <a:schemeClr val="tx1"/>
                        </a:solidFill>
                        <a:latin typeface="+mj-lt"/>
                      </a:endParaRPr>
                    </a:p>
                  </a:txBody>
                  <a:tcPr marL="140918" marR="140918" marT="70459" marB="70459">
                    <a:lnL w="12700" cap="flat" cmpd="sng" algn="ctr">
                      <a:solidFill>
                        <a:srgbClr val="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583216"/>
                  </a:ext>
                </a:extLst>
              </a:tr>
              <a:tr h="571500">
                <a:tc>
                  <a:txBody>
                    <a:bodyPr/>
                    <a:lstStyle>
                      <a:lvl1pPr marL="0" algn="l" defTabSz="685800" rtl="0" eaLnBrk="1" latinLnBrk="0" hangingPunct="1">
                        <a:defRPr sz="1350" kern="1200">
                          <a:solidFill>
                            <a:schemeClr val="dk1"/>
                          </a:solidFill>
                          <a:latin typeface="Calibri"/>
                          <a:ea typeface="黑体"/>
                        </a:defRPr>
                      </a:lvl1pPr>
                      <a:lvl2pPr marL="342900" algn="l" defTabSz="685800" rtl="0" eaLnBrk="1" latinLnBrk="0" hangingPunct="1">
                        <a:defRPr sz="1350" kern="1200">
                          <a:solidFill>
                            <a:schemeClr val="dk1"/>
                          </a:solidFill>
                          <a:latin typeface="Calibri"/>
                          <a:ea typeface="黑体"/>
                        </a:defRPr>
                      </a:lvl2pPr>
                      <a:lvl3pPr marL="685800" algn="l" defTabSz="685800" rtl="0" eaLnBrk="1" latinLnBrk="0" hangingPunct="1">
                        <a:defRPr sz="1350" kern="1200">
                          <a:solidFill>
                            <a:schemeClr val="dk1"/>
                          </a:solidFill>
                          <a:latin typeface="Calibri"/>
                          <a:ea typeface="黑体"/>
                        </a:defRPr>
                      </a:lvl3pPr>
                      <a:lvl4pPr marL="1028700" algn="l" defTabSz="685800" rtl="0" eaLnBrk="1" latinLnBrk="0" hangingPunct="1">
                        <a:defRPr sz="1350" kern="1200">
                          <a:solidFill>
                            <a:schemeClr val="dk1"/>
                          </a:solidFill>
                          <a:latin typeface="Calibri"/>
                          <a:ea typeface="黑体"/>
                        </a:defRPr>
                      </a:lvl4pPr>
                      <a:lvl5pPr marL="1371600" algn="l" defTabSz="685800" rtl="0" eaLnBrk="1" latinLnBrk="0" hangingPunct="1">
                        <a:defRPr sz="1350" kern="1200">
                          <a:solidFill>
                            <a:schemeClr val="dk1"/>
                          </a:solidFill>
                          <a:latin typeface="Calibri"/>
                          <a:ea typeface="黑体"/>
                        </a:defRPr>
                      </a:lvl5pPr>
                      <a:lvl6pPr marL="1714500" algn="l" defTabSz="685800" rtl="0" eaLnBrk="1" latinLnBrk="0" hangingPunct="1">
                        <a:defRPr sz="1350" kern="1200">
                          <a:solidFill>
                            <a:schemeClr val="dk1"/>
                          </a:solidFill>
                          <a:latin typeface="Calibri"/>
                          <a:ea typeface="黑体"/>
                        </a:defRPr>
                      </a:lvl6pPr>
                      <a:lvl7pPr marL="2057400" algn="l" defTabSz="685800" rtl="0" eaLnBrk="1" latinLnBrk="0" hangingPunct="1">
                        <a:defRPr sz="1350" kern="1200">
                          <a:solidFill>
                            <a:schemeClr val="dk1"/>
                          </a:solidFill>
                          <a:latin typeface="Calibri"/>
                          <a:ea typeface="黑体"/>
                        </a:defRPr>
                      </a:lvl7pPr>
                      <a:lvl8pPr marL="2400300" algn="l" defTabSz="685800" rtl="0" eaLnBrk="1" latinLnBrk="0" hangingPunct="1">
                        <a:defRPr sz="1350" kern="1200">
                          <a:solidFill>
                            <a:schemeClr val="dk1"/>
                          </a:solidFill>
                          <a:latin typeface="Calibri"/>
                          <a:ea typeface="黑体"/>
                        </a:defRPr>
                      </a:lvl8pPr>
                      <a:lvl9pPr marL="2743200" algn="l" defTabSz="685800" rtl="0" eaLnBrk="1" latinLnBrk="0" hangingPunct="1">
                        <a:defRPr sz="1350" kern="1200">
                          <a:solidFill>
                            <a:schemeClr val="dk1"/>
                          </a:solidFill>
                          <a:latin typeface="Calibri"/>
                          <a:ea typeface="黑体"/>
                        </a:defRPr>
                      </a:lvl9pPr>
                    </a:lstStyle>
                    <a:p>
                      <a:r>
                        <a:rPr lang="en-US" altLang="zh-CN" sz="2800" b="0" dirty="0">
                          <a:solidFill>
                            <a:schemeClr val="tx1"/>
                          </a:solidFill>
                          <a:latin typeface="+mn-lt"/>
                        </a:rPr>
                        <a:t>D</a:t>
                      </a:r>
                      <a:endParaRPr lang="zh-CN" altLang="en-US" sz="2800" b="0" dirty="0">
                        <a:solidFill>
                          <a:schemeClr val="tx1"/>
                        </a:solidFill>
                        <a:latin typeface="+mn-lt"/>
                      </a:endParaRPr>
                    </a:p>
                  </a:txBody>
                  <a:tcPr marL="140918" marR="140918" marT="70459" marB="70459">
                    <a:lnL w="12700" cap="flat" cmpd="sng" algn="ctr">
                      <a:no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dk1"/>
                          </a:solidFill>
                          <a:latin typeface="Calibri"/>
                          <a:ea typeface="黑体"/>
                        </a:defRPr>
                      </a:lvl1pPr>
                      <a:lvl2pPr marL="342900" algn="l" defTabSz="685800" rtl="0" eaLnBrk="1" latinLnBrk="0" hangingPunct="1">
                        <a:defRPr sz="1350" kern="1200">
                          <a:solidFill>
                            <a:schemeClr val="dk1"/>
                          </a:solidFill>
                          <a:latin typeface="Calibri"/>
                          <a:ea typeface="黑体"/>
                        </a:defRPr>
                      </a:lvl2pPr>
                      <a:lvl3pPr marL="685800" algn="l" defTabSz="685800" rtl="0" eaLnBrk="1" latinLnBrk="0" hangingPunct="1">
                        <a:defRPr sz="1350" kern="1200">
                          <a:solidFill>
                            <a:schemeClr val="dk1"/>
                          </a:solidFill>
                          <a:latin typeface="Calibri"/>
                          <a:ea typeface="黑体"/>
                        </a:defRPr>
                      </a:lvl3pPr>
                      <a:lvl4pPr marL="1028700" algn="l" defTabSz="685800" rtl="0" eaLnBrk="1" latinLnBrk="0" hangingPunct="1">
                        <a:defRPr sz="1350" kern="1200">
                          <a:solidFill>
                            <a:schemeClr val="dk1"/>
                          </a:solidFill>
                          <a:latin typeface="Calibri"/>
                          <a:ea typeface="黑体"/>
                        </a:defRPr>
                      </a:lvl4pPr>
                      <a:lvl5pPr marL="1371600" algn="l" defTabSz="685800" rtl="0" eaLnBrk="1" latinLnBrk="0" hangingPunct="1">
                        <a:defRPr sz="1350" kern="1200">
                          <a:solidFill>
                            <a:schemeClr val="dk1"/>
                          </a:solidFill>
                          <a:latin typeface="Calibri"/>
                          <a:ea typeface="黑体"/>
                        </a:defRPr>
                      </a:lvl5pPr>
                      <a:lvl6pPr marL="1714500" algn="l" defTabSz="685800" rtl="0" eaLnBrk="1" latinLnBrk="0" hangingPunct="1">
                        <a:defRPr sz="1350" kern="1200">
                          <a:solidFill>
                            <a:schemeClr val="dk1"/>
                          </a:solidFill>
                          <a:latin typeface="Calibri"/>
                          <a:ea typeface="黑体"/>
                        </a:defRPr>
                      </a:lvl6pPr>
                      <a:lvl7pPr marL="2057400" algn="l" defTabSz="685800" rtl="0" eaLnBrk="1" latinLnBrk="0" hangingPunct="1">
                        <a:defRPr sz="1350" kern="1200">
                          <a:solidFill>
                            <a:schemeClr val="dk1"/>
                          </a:solidFill>
                          <a:latin typeface="Calibri"/>
                          <a:ea typeface="黑体"/>
                        </a:defRPr>
                      </a:lvl7pPr>
                      <a:lvl8pPr marL="2400300" algn="l" defTabSz="685800" rtl="0" eaLnBrk="1" latinLnBrk="0" hangingPunct="1">
                        <a:defRPr sz="1350" kern="1200">
                          <a:solidFill>
                            <a:schemeClr val="dk1"/>
                          </a:solidFill>
                          <a:latin typeface="Calibri"/>
                          <a:ea typeface="黑体"/>
                        </a:defRPr>
                      </a:lvl8pPr>
                      <a:lvl9pPr marL="2743200" algn="l" defTabSz="685800" rtl="0" eaLnBrk="1" latinLnBrk="0" hangingPunct="1">
                        <a:defRPr sz="1350" kern="1200">
                          <a:solidFill>
                            <a:schemeClr val="dk1"/>
                          </a:solidFill>
                          <a:latin typeface="Calibri"/>
                          <a:ea typeface="黑体"/>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schemeClr val="tx1"/>
                          </a:solidFill>
                          <a:effectLst/>
                          <a:uLnTx/>
                          <a:uFillTx/>
                          <a:latin typeface="+mn-lt"/>
                          <a:ea typeface="+mn-ea"/>
                          <a:cs typeface="+mn-cs"/>
                          <a:sym typeface="Symbol" pitchFamily="18" charset="2"/>
                        </a:rPr>
                        <a:t>x</a:t>
                      </a:r>
                      <a:endParaRPr lang="zh-CN" altLang="en-US" sz="2400" b="1" dirty="0">
                        <a:solidFill>
                          <a:schemeClr val="tx1"/>
                        </a:solidFill>
                        <a:latin typeface="+mn-lt"/>
                      </a:endParaRPr>
                    </a:p>
                  </a:txBody>
                  <a:tcPr marL="140918" marR="140918" marT="70459" marB="7045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dk1"/>
                          </a:solidFill>
                          <a:latin typeface="Calibri"/>
                          <a:ea typeface="黑体"/>
                        </a:defRPr>
                      </a:lvl1pPr>
                      <a:lvl2pPr marL="342900" algn="l" defTabSz="685800" rtl="0" eaLnBrk="1" latinLnBrk="0" hangingPunct="1">
                        <a:defRPr sz="1350" kern="1200">
                          <a:solidFill>
                            <a:schemeClr val="dk1"/>
                          </a:solidFill>
                          <a:latin typeface="Calibri"/>
                          <a:ea typeface="黑体"/>
                        </a:defRPr>
                      </a:lvl2pPr>
                      <a:lvl3pPr marL="685800" algn="l" defTabSz="685800" rtl="0" eaLnBrk="1" latinLnBrk="0" hangingPunct="1">
                        <a:defRPr sz="1350" kern="1200">
                          <a:solidFill>
                            <a:schemeClr val="dk1"/>
                          </a:solidFill>
                          <a:latin typeface="Calibri"/>
                          <a:ea typeface="黑体"/>
                        </a:defRPr>
                      </a:lvl3pPr>
                      <a:lvl4pPr marL="1028700" algn="l" defTabSz="685800" rtl="0" eaLnBrk="1" latinLnBrk="0" hangingPunct="1">
                        <a:defRPr sz="1350" kern="1200">
                          <a:solidFill>
                            <a:schemeClr val="dk1"/>
                          </a:solidFill>
                          <a:latin typeface="Calibri"/>
                          <a:ea typeface="黑体"/>
                        </a:defRPr>
                      </a:lvl4pPr>
                      <a:lvl5pPr marL="1371600" algn="l" defTabSz="685800" rtl="0" eaLnBrk="1" latinLnBrk="0" hangingPunct="1">
                        <a:defRPr sz="1350" kern="1200">
                          <a:solidFill>
                            <a:schemeClr val="dk1"/>
                          </a:solidFill>
                          <a:latin typeface="Calibri"/>
                          <a:ea typeface="黑体"/>
                        </a:defRPr>
                      </a:lvl5pPr>
                      <a:lvl6pPr marL="1714500" algn="l" defTabSz="685800" rtl="0" eaLnBrk="1" latinLnBrk="0" hangingPunct="1">
                        <a:defRPr sz="1350" kern="1200">
                          <a:solidFill>
                            <a:schemeClr val="dk1"/>
                          </a:solidFill>
                          <a:latin typeface="Calibri"/>
                          <a:ea typeface="黑体"/>
                        </a:defRPr>
                      </a:lvl6pPr>
                      <a:lvl7pPr marL="2057400" algn="l" defTabSz="685800" rtl="0" eaLnBrk="1" latinLnBrk="0" hangingPunct="1">
                        <a:defRPr sz="1350" kern="1200">
                          <a:solidFill>
                            <a:schemeClr val="dk1"/>
                          </a:solidFill>
                          <a:latin typeface="Calibri"/>
                          <a:ea typeface="黑体"/>
                        </a:defRPr>
                      </a:lvl7pPr>
                      <a:lvl8pPr marL="2400300" algn="l" defTabSz="685800" rtl="0" eaLnBrk="1" latinLnBrk="0" hangingPunct="1">
                        <a:defRPr sz="1350" kern="1200">
                          <a:solidFill>
                            <a:schemeClr val="dk1"/>
                          </a:solidFill>
                          <a:latin typeface="Calibri"/>
                          <a:ea typeface="黑体"/>
                        </a:defRPr>
                      </a:lvl8pPr>
                      <a:lvl9pPr marL="2743200" algn="l" defTabSz="685800" rtl="0" eaLnBrk="1" latinLnBrk="0" hangingPunct="1">
                        <a:defRPr sz="1350" kern="1200">
                          <a:solidFill>
                            <a:schemeClr val="dk1"/>
                          </a:solidFill>
                          <a:latin typeface="Calibri"/>
                          <a:ea typeface="黑体"/>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zh-CN" altLang="en-US" sz="2400" b="1" kern="1200" dirty="0">
                        <a:solidFill>
                          <a:srgbClr val="C00000"/>
                        </a:solidFill>
                        <a:latin typeface="+mj-lt"/>
                        <a:ea typeface="黑体"/>
                        <a:cs typeface="+mn-cs"/>
                      </a:endParaRPr>
                    </a:p>
                  </a:txBody>
                  <a:tcPr marL="140918" marR="140918" marT="70459" marB="7045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dk1"/>
                          </a:solidFill>
                          <a:latin typeface="Calibri"/>
                          <a:ea typeface="黑体"/>
                        </a:defRPr>
                      </a:lvl1pPr>
                      <a:lvl2pPr marL="342900" algn="l" defTabSz="685800" rtl="0" eaLnBrk="1" latinLnBrk="0" hangingPunct="1">
                        <a:defRPr sz="1350" kern="1200">
                          <a:solidFill>
                            <a:schemeClr val="dk1"/>
                          </a:solidFill>
                          <a:latin typeface="Calibri"/>
                          <a:ea typeface="黑体"/>
                        </a:defRPr>
                      </a:lvl2pPr>
                      <a:lvl3pPr marL="685800" algn="l" defTabSz="685800" rtl="0" eaLnBrk="1" latinLnBrk="0" hangingPunct="1">
                        <a:defRPr sz="1350" kern="1200">
                          <a:solidFill>
                            <a:schemeClr val="dk1"/>
                          </a:solidFill>
                          <a:latin typeface="Calibri"/>
                          <a:ea typeface="黑体"/>
                        </a:defRPr>
                      </a:lvl3pPr>
                      <a:lvl4pPr marL="1028700" algn="l" defTabSz="685800" rtl="0" eaLnBrk="1" latinLnBrk="0" hangingPunct="1">
                        <a:defRPr sz="1350" kern="1200">
                          <a:solidFill>
                            <a:schemeClr val="dk1"/>
                          </a:solidFill>
                          <a:latin typeface="Calibri"/>
                          <a:ea typeface="黑体"/>
                        </a:defRPr>
                      </a:lvl4pPr>
                      <a:lvl5pPr marL="1371600" algn="l" defTabSz="685800" rtl="0" eaLnBrk="1" latinLnBrk="0" hangingPunct="1">
                        <a:defRPr sz="1350" kern="1200">
                          <a:solidFill>
                            <a:schemeClr val="dk1"/>
                          </a:solidFill>
                          <a:latin typeface="Calibri"/>
                          <a:ea typeface="黑体"/>
                        </a:defRPr>
                      </a:lvl5pPr>
                      <a:lvl6pPr marL="1714500" algn="l" defTabSz="685800" rtl="0" eaLnBrk="1" latinLnBrk="0" hangingPunct="1">
                        <a:defRPr sz="1350" kern="1200">
                          <a:solidFill>
                            <a:schemeClr val="dk1"/>
                          </a:solidFill>
                          <a:latin typeface="Calibri"/>
                          <a:ea typeface="黑体"/>
                        </a:defRPr>
                      </a:lvl6pPr>
                      <a:lvl7pPr marL="2057400" algn="l" defTabSz="685800" rtl="0" eaLnBrk="1" latinLnBrk="0" hangingPunct="1">
                        <a:defRPr sz="1350" kern="1200">
                          <a:solidFill>
                            <a:schemeClr val="dk1"/>
                          </a:solidFill>
                          <a:latin typeface="Calibri"/>
                          <a:ea typeface="黑体"/>
                        </a:defRPr>
                      </a:lvl7pPr>
                      <a:lvl8pPr marL="2400300" algn="l" defTabSz="685800" rtl="0" eaLnBrk="1" latinLnBrk="0" hangingPunct="1">
                        <a:defRPr sz="1350" kern="1200">
                          <a:solidFill>
                            <a:schemeClr val="dk1"/>
                          </a:solidFill>
                          <a:latin typeface="Calibri"/>
                          <a:ea typeface="黑体"/>
                        </a:defRPr>
                      </a:lvl8pPr>
                      <a:lvl9pPr marL="2743200" algn="l" defTabSz="685800" rtl="0" eaLnBrk="1" latinLnBrk="0" hangingPunct="1">
                        <a:defRPr sz="1350" kern="1200">
                          <a:solidFill>
                            <a:schemeClr val="dk1"/>
                          </a:solidFill>
                          <a:latin typeface="Calibri"/>
                          <a:ea typeface="黑体"/>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zh-CN" altLang="en-US" sz="2400" b="1" kern="1200" dirty="0">
                        <a:solidFill>
                          <a:srgbClr val="C00000"/>
                        </a:solidFill>
                        <a:latin typeface="+mj-lt"/>
                        <a:ea typeface="黑体"/>
                        <a:cs typeface="+mn-cs"/>
                      </a:endParaRPr>
                    </a:p>
                  </a:txBody>
                  <a:tcPr marL="140918" marR="140918" marT="70459" marB="7045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6164930"/>
                  </a:ext>
                </a:extLst>
              </a:tr>
              <a:tr h="571500">
                <a:tc>
                  <a:txBody>
                    <a:bodyPr/>
                    <a:lstStyle>
                      <a:lvl1pPr marL="0" algn="l" defTabSz="685800" rtl="0" eaLnBrk="1" latinLnBrk="0" hangingPunct="1">
                        <a:defRPr sz="1350" kern="1200">
                          <a:solidFill>
                            <a:schemeClr val="dk1"/>
                          </a:solidFill>
                          <a:latin typeface="Calibri"/>
                          <a:ea typeface="黑体"/>
                        </a:defRPr>
                      </a:lvl1pPr>
                      <a:lvl2pPr marL="342900" algn="l" defTabSz="685800" rtl="0" eaLnBrk="1" latinLnBrk="0" hangingPunct="1">
                        <a:defRPr sz="1350" kern="1200">
                          <a:solidFill>
                            <a:schemeClr val="dk1"/>
                          </a:solidFill>
                          <a:latin typeface="Calibri"/>
                          <a:ea typeface="黑体"/>
                        </a:defRPr>
                      </a:lvl2pPr>
                      <a:lvl3pPr marL="685800" algn="l" defTabSz="685800" rtl="0" eaLnBrk="1" latinLnBrk="0" hangingPunct="1">
                        <a:defRPr sz="1350" kern="1200">
                          <a:solidFill>
                            <a:schemeClr val="dk1"/>
                          </a:solidFill>
                          <a:latin typeface="Calibri"/>
                          <a:ea typeface="黑体"/>
                        </a:defRPr>
                      </a:lvl3pPr>
                      <a:lvl4pPr marL="1028700" algn="l" defTabSz="685800" rtl="0" eaLnBrk="1" latinLnBrk="0" hangingPunct="1">
                        <a:defRPr sz="1350" kern="1200">
                          <a:solidFill>
                            <a:schemeClr val="dk1"/>
                          </a:solidFill>
                          <a:latin typeface="Calibri"/>
                          <a:ea typeface="黑体"/>
                        </a:defRPr>
                      </a:lvl4pPr>
                      <a:lvl5pPr marL="1371600" algn="l" defTabSz="685800" rtl="0" eaLnBrk="1" latinLnBrk="0" hangingPunct="1">
                        <a:defRPr sz="1350" kern="1200">
                          <a:solidFill>
                            <a:schemeClr val="dk1"/>
                          </a:solidFill>
                          <a:latin typeface="Calibri"/>
                          <a:ea typeface="黑体"/>
                        </a:defRPr>
                      </a:lvl5pPr>
                      <a:lvl6pPr marL="1714500" algn="l" defTabSz="685800" rtl="0" eaLnBrk="1" latinLnBrk="0" hangingPunct="1">
                        <a:defRPr sz="1350" kern="1200">
                          <a:solidFill>
                            <a:schemeClr val="dk1"/>
                          </a:solidFill>
                          <a:latin typeface="Calibri"/>
                          <a:ea typeface="黑体"/>
                        </a:defRPr>
                      </a:lvl6pPr>
                      <a:lvl7pPr marL="2057400" algn="l" defTabSz="685800" rtl="0" eaLnBrk="1" latinLnBrk="0" hangingPunct="1">
                        <a:defRPr sz="1350" kern="1200">
                          <a:solidFill>
                            <a:schemeClr val="dk1"/>
                          </a:solidFill>
                          <a:latin typeface="Calibri"/>
                          <a:ea typeface="黑体"/>
                        </a:defRPr>
                      </a:lvl7pPr>
                      <a:lvl8pPr marL="2400300" algn="l" defTabSz="685800" rtl="0" eaLnBrk="1" latinLnBrk="0" hangingPunct="1">
                        <a:defRPr sz="1350" kern="1200">
                          <a:solidFill>
                            <a:schemeClr val="dk1"/>
                          </a:solidFill>
                          <a:latin typeface="Calibri"/>
                          <a:ea typeface="黑体"/>
                        </a:defRPr>
                      </a:lvl8pPr>
                      <a:lvl9pPr marL="2743200" algn="l" defTabSz="685800" rtl="0" eaLnBrk="1" latinLnBrk="0" hangingPunct="1">
                        <a:defRPr sz="1350" kern="1200">
                          <a:solidFill>
                            <a:schemeClr val="dk1"/>
                          </a:solidFill>
                          <a:latin typeface="Calibri"/>
                          <a:ea typeface="黑体"/>
                        </a:defRPr>
                      </a:lvl9pPr>
                    </a:lstStyle>
                    <a:p>
                      <a:endParaRPr lang="zh-CN" altLang="en-US" sz="2800" b="0" dirty="0">
                        <a:solidFill>
                          <a:schemeClr val="tx1"/>
                        </a:solidFill>
                        <a:latin typeface="+mn-lt"/>
                      </a:endParaRPr>
                    </a:p>
                  </a:txBody>
                  <a:tcPr marL="140918" marR="140918" marT="70459" marB="704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dk1"/>
                          </a:solidFill>
                          <a:latin typeface="Calibri"/>
                          <a:ea typeface="黑体"/>
                        </a:defRPr>
                      </a:lvl1pPr>
                      <a:lvl2pPr marL="342900" algn="l" defTabSz="685800" rtl="0" eaLnBrk="1" latinLnBrk="0" hangingPunct="1">
                        <a:defRPr sz="1350" kern="1200">
                          <a:solidFill>
                            <a:schemeClr val="dk1"/>
                          </a:solidFill>
                          <a:latin typeface="Calibri"/>
                          <a:ea typeface="黑体"/>
                        </a:defRPr>
                      </a:lvl2pPr>
                      <a:lvl3pPr marL="685800" algn="l" defTabSz="685800" rtl="0" eaLnBrk="1" latinLnBrk="0" hangingPunct="1">
                        <a:defRPr sz="1350" kern="1200">
                          <a:solidFill>
                            <a:schemeClr val="dk1"/>
                          </a:solidFill>
                          <a:latin typeface="Calibri"/>
                          <a:ea typeface="黑体"/>
                        </a:defRPr>
                      </a:lvl3pPr>
                      <a:lvl4pPr marL="1028700" algn="l" defTabSz="685800" rtl="0" eaLnBrk="1" latinLnBrk="0" hangingPunct="1">
                        <a:defRPr sz="1350" kern="1200">
                          <a:solidFill>
                            <a:schemeClr val="dk1"/>
                          </a:solidFill>
                          <a:latin typeface="Calibri"/>
                          <a:ea typeface="黑体"/>
                        </a:defRPr>
                      </a:lvl4pPr>
                      <a:lvl5pPr marL="1371600" algn="l" defTabSz="685800" rtl="0" eaLnBrk="1" latinLnBrk="0" hangingPunct="1">
                        <a:defRPr sz="1350" kern="1200">
                          <a:solidFill>
                            <a:schemeClr val="dk1"/>
                          </a:solidFill>
                          <a:latin typeface="Calibri"/>
                          <a:ea typeface="黑体"/>
                        </a:defRPr>
                      </a:lvl5pPr>
                      <a:lvl6pPr marL="1714500" algn="l" defTabSz="685800" rtl="0" eaLnBrk="1" latinLnBrk="0" hangingPunct="1">
                        <a:defRPr sz="1350" kern="1200">
                          <a:solidFill>
                            <a:schemeClr val="dk1"/>
                          </a:solidFill>
                          <a:latin typeface="Calibri"/>
                          <a:ea typeface="黑体"/>
                        </a:defRPr>
                      </a:lvl6pPr>
                      <a:lvl7pPr marL="2057400" algn="l" defTabSz="685800" rtl="0" eaLnBrk="1" latinLnBrk="0" hangingPunct="1">
                        <a:defRPr sz="1350" kern="1200">
                          <a:solidFill>
                            <a:schemeClr val="dk1"/>
                          </a:solidFill>
                          <a:latin typeface="Calibri"/>
                          <a:ea typeface="黑体"/>
                        </a:defRPr>
                      </a:lvl7pPr>
                      <a:lvl8pPr marL="2400300" algn="l" defTabSz="685800" rtl="0" eaLnBrk="1" latinLnBrk="0" hangingPunct="1">
                        <a:defRPr sz="1350" kern="1200">
                          <a:solidFill>
                            <a:schemeClr val="dk1"/>
                          </a:solidFill>
                          <a:latin typeface="Calibri"/>
                          <a:ea typeface="黑体"/>
                        </a:defRPr>
                      </a:lvl8pPr>
                      <a:lvl9pPr marL="2743200" algn="l" defTabSz="685800" rtl="0" eaLnBrk="1" latinLnBrk="0" hangingPunct="1">
                        <a:defRPr sz="1350" kern="1200">
                          <a:solidFill>
                            <a:schemeClr val="dk1"/>
                          </a:solidFill>
                          <a:latin typeface="Calibri"/>
                          <a:ea typeface="黑体"/>
                        </a:defRPr>
                      </a:lvl9pPr>
                    </a:lstStyle>
                    <a:p>
                      <a:r>
                        <a:rPr lang="en-US" altLang="zh-CN" sz="2800" b="0" dirty="0">
                          <a:solidFill>
                            <a:schemeClr val="tx1"/>
                          </a:solidFill>
                          <a:latin typeface="+mn-lt"/>
                        </a:rPr>
                        <a:t>A</a:t>
                      </a:r>
                      <a:endParaRPr lang="zh-CN" altLang="en-US" sz="2800" b="0" dirty="0">
                        <a:solidFill>
                          <a:schemeClr val="tx1"/>
                        </a:solidFill>
                        <a:latin typeface="+mn-lt"/>
                      </a:endParaRPr>
                    </a:p>
                  </a:txBody>
                  <a:tcPr marL="140918" marR="140918" marT="70459" marB="704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dk1"/>
                          </a:solidFill>
                          <a:latin typeface="Calibri"/>
                          <a:ea typeface="黑体"/>
                        </a:defRPr>
                      </a:lvl1pPr>
                      <a:lvl2pPr marL="342900" algn="l" defTabSz="685800" rtl="0" eaLnBrk="1" latinLnBrk="0" hangingPunct="1">
                        <a:defRPr sz="1350" kern="1200">
                          <a:solidFill>
                            <a:schemeClr val="dk1"/>
                          </a:solidFill>
                          <a:latin typeface="Calibri"/>
                          <a:ea typeface="黑体"/>
                        </a:defRPr>
                      </a:lvl2pPr>
                      <a:lvl3pPr marL="685800" algn="l" defTabSz="685800" rtl="0" eaLnBrk="1" latinLnBrk="0" hangingPunct="1">
                        <a:defRPr sz="1350" kern="1200">
                          <a:solidFill>
                            <a:schemeClr val="dk1"/>
                          </a:solidFill>
                          <a:latin typeface="Calibri"/>
                          <a:ea typeface="黑体"/>
                        </a:defRPr>
                      </a:lvl3pPr>
                      <a:lvl4pPr marL="1028700" algn="l" defTabSz="685800" rtl="0" eaLnBrk="1" latinLnBrk="0" hangingPunct="1">
                        <a:defRPr sz="1350" kern="1200">
                          <a:solidFill>
                            <a:schemeClr val="dk1"/>
                          </a:solidFill>
                          <a:latin typeface="Calibri"/>
                          <a:ea typeface="黑体"/>
                        </a:defRPr>
                      </a:lvl4pPr>
                      <a:lvl5pPr marL="1371600" algn="l" defTabSz="685800" rtl="0" eaLnBrk="1" latinLnBrk="0" hangingPunct="1">
                        <a:defRPr sz="1350" kern="1200">
                          <a:solidFill>
                            <a:schemeClr val="dk1"/>
                          </a:solidFill>
                          <a:latin typeface="Calibri"/>
                          <a:ea typeface="黑体"/>
                        </a:defRPr>
                      </a:lvl5pPr>
                      <a:lvl6pPr marL="1714500" algn="l" defTabSz="685800" rtl="0" eaLnBrk="1" latinLnBrk="0" hangingPunct="1">
                        <a:defRPr sz="1350" kern="1200">
                          <a:solidFill>
                            <a:schemeClr val="dk1"/>
                          </a:solidFill>
                          <a:latin typeface="Calibri"/>
                          <a:ea typeface="黑体"/>
                        </a:defRPr>
                      </a:lvl6pPr>
                      <a:lvl7pPr marL="2057400" algn="l" defTabSz="685800" rtl="0" eaLnBrk="1" latinLnBrk="0" hangingPunct="1">
                        <a:defRPr sz="1350" kern="1200">
                          <a:solidFill>
                            <a:schemeClr val="dk1"/>
                          </a:solidFill>
                          <a:latin typeface="Calibri"/>
                          <a:ea typeface="黑体"/>
                        </a:defRPr>
                      </a:lvl7pPr>
                      <a:lvl8pPr marL="2400300" algn="l" defTabSz="685800" rtl="0" eaLnBrk="1" latinLnBrk="0" hangingPunct="1">
                        <a:defRPr sz="1350" kern="1200">
                          <a:solidFill>
                            <a:schemeClr val="dk1"/>
                          </a:solidFill>
                          <a:latin typeface="Calibri"/>
                          <a:ea typeface="黑体"/>
                        </a:defRPr>
                      </a:lvl8pPr>
                      <a:lvl9pPr marL="2743200" algn="l" defTabSz="685800" rtl="0" eaLnBrk="1" latinLnBrk="0" hangingPunct="1">
                        <a:defRPr sz="1350" kern="1200">
                          <a:solidFill>
                            <a:schemeClr val="dk1"/>
                          </a:solidFill>
                          <a:latin typeface="Calibri"/>
                          <a:ea typeface="黑体"/>
                        </a:defRPr>
                      </a:lvl9pPr>
                    </a:lstStyle>
                    <a:p>
                      <a:r>
                        <a:rPr lang="en-US" altLang="zh-CN" sz="2800" b="0" dirty="0">
                          <a:solidFill>
                            <a:schemeClr val="tx1"/>
                          </a:solidFill>
                          <a:latin typeface="+mn-lt"/>
                        </a:rPr>
                        <a:t>B</a:t>
                      </a:r>
                      <a:endParaRPr lang="zh-CN" altLang="en-US" sz="2800" b="0" dirty="0">
                        <a:solidFill>
                          <a:schemeClr val="tx1"/>
                        </a:solidFill>
                        <a:latin typeface="+mn-lt"/>
                      </a:endParaRPr>
                    </a:p>
                  </a:txBody>
                  <a:tcPr marL="140918" marR="140918" marT="70459" marB="704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dk1"/>
                          </a:solidFill>
                          <a:latin typeface="Calibri"/>
                          <a:ea typeface="黑体"/>
                        </a:defRPr>
                      </a:lvl1pPr>
                      <a:lvl2pPr marL="342900" algn="l" defTabSz="685800" rtl="0" eaLnBrk="1" latinLnBrk="0" hangingPunct="1">
                        <a:defRPr sz="1350" kern="1200">
                          <a:solidFill>
                            <a:schemeClr val="dk1"/>
                          </a:solidFill>
                          <a:latin typeface="Calibri"/>
                          <a:ea typeface="黑体"/>
                        </a:defRPr>
                      </a:lvl2pPr>
                      <a:lvl3pPr marL="685800" algn="l" defTabSz="685800" rtl="0" eaLnBrk="1" latinLnBrk="0" hangingPunct="1">
                        <a:defRPr sz="1350" kern="1200">
                          <a:solidFill>
                            <a:schemeClr val="dk1"/>
                          </a:solidFill>
                          <a:latin typeface="Calibri"/>
                          <a:ea typeface="黑体"/>
                        </a:defRPr>
                      </a:lvl3pPr>
                      <a:lvl4pPr marL="1028700" algn="l" defTabSz="685800" rtl="0" eaLnBrk="1" latinLnBrk="0" hangingPunct="1">
                        <a:defRPr sz="1350" kern="1200">
                          <a:solidFill>
                            <a:schemeClr val="dk1"/>
                          </a:solidFill>
                          <a:latin typeface="Calibri"/>
                          <a:ea typeface="黑体"/>
                        </a:defRPr>
                      </a:lvl4pPr>
                      <a:lvl5pPr marL="1371600" algn="l" defTabSz="685800" rtl="0" eaLnBrk="1" latinLnBrk="0" hangingPunct="1">
                        <a:defRPr sz="1350" kern="1200">
                          <a:solidFill>
                            <a:schemeClr val="dk1"/>
                          </a:solidFill>
                          <a:latin typeface="Calibri"/>
                          <a:ea typeface="黑体"/>
                        </a:defRPr>
                      </a:lvl5pPr>
                      <a:lvl6pPr marL="1714500" algn="l" defTabSz="685800" rtl="0" eaLnBrk="1" latinLnBrk="0" hangingPunct="1">
                        <a:defRPr sz="1350" kern="1200">
                          <a:solidFill>
                            <a:schemeClr val="dk1"/>
                          </a:solidFill>
                          <a:latin typeface="Calibri"/>
                          <a:ea typeface="黑体"/>
                        </a:defRPr>
                      </a:lvl6pPr>
                      <a:lvl7pPr marL="2057400" algn="l" defTabSz="685800" rtl="0" eaLnBrk="1" latinLnBrk="0" hangingPunct="1">
                        <a:defRPr sz="1350" kern="1200">
                          <a:solidFill>
                            <a:schemeClr val="dk1"/>
                          </a:solidFill>
                          <a:latin typeface="Calibri"/>
                          <a:ea typeface="黑体"/>
                        </a:defRPr>
                      </a:lvl7pPr>
                      <a:lvl8pPr marL="2400300" algn="l" defTabSz="685800" rtl="0" eaLnBrk="1" latinLnBrk="0" hangingPunct="1">
                        <a:defRPr sz="1350" kern="1200">
                          <a:solidFill>
                            <a:schemeClr val="dk1"/>
                          </a:solidFill>
                          <a:latin typeface="Calibri"/>
                          <a:ea typeface="黑体"/>
                        </a:defRPr>
                      </a:lvl8pPr>
                      <a:lvl9pPr marL="2743200" algn="l" defTabSz="685800" rtl="0" eaLnBrk="1" latinLnBrk="0" hangingPunct="1">
                        <a:defRPr sz="1350" kern="1200">
                          <a:solidFill>
                            <a:schemeClr val="dk1"/>
                          </a:solidFill>
                          <a:latin typeface="Calibri"/>
                          <a:ea typeface="黑体"/>
                        </a:defRPr>
                      </a:lvl9pPr>
                    </a:lstStyle>
                    <a:p>
                      <a:r>
                        <a:rPr lang="en-US" altLang="zh-CN" sz="2800" b="0" dirty="0">
                          <a:solidFill>
                            <a:schemeClr val="tx1"/>
                          </a:solidFill>
                          <a:latin typeface="+mn-lt"/>
                        </a:rPr>
                        <a:t>C</a:t>
                      </a:r>
                      <a:endParaRPr lang="zh-CN" altLang="en-US" sz="2800" b="0" dirty="0">
                        <a:solidFill>
                          <a:schemeClr val="tx1"/>
                        </a:solidFill>
                        <a:latin typeface="+mn-lt"/>
                      </a:endParaRPr>
                    </a:p>
                  </a:txBody>
                  <a:tcPr marL="140918" marR="140918" marT="70459" marB="704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4994179"/>
                  </a:ext>
                </a:extLst>
              </a:tr>
            </a:tbl>
          </a:graphicData>
        </a:graphic>
      </p:graphicFrame>
      <p:sp>
        <p:nvSpPr>
          <p:cNvPr id="14" name="文本框 13">
            <a:extLst>
              <a:ext uri="{FF2B5EF4-FFF2-40B4-BE49-F238E27FC236}">
                <a16:creationId xmlns:a16="http://schemas.microsoft.com/office/drawing/2014/main" id="{0436CF79-B468-4949-AD29-34C1A7C57699}"/>
              </a:ext>
            </a:extLst>
          </p:cNvPr>
          <p:cNvSpPr txBox="1"/>
          <p:nvPr/>
        </p:nvSpPr>
        <p:spPr>
          <a:xfrm>
            <a:off x="7207101" y="5174342"/>
            <a:ext cx="527492" cy="523220"/>
          </a:xfrm>
          <a:prstGeom prst="rect">
            <a:avLst/>
          </a:prstGeom>
          <a:noFill/>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srgbClr val="7030A0"/>
                </a:solidFill>
                <a:effectLst/>
                <a:uLnTx/>
                <a:uFillTx/>
                <a:latin typeface="+mj-lt"/>
                <a:ea typeface="黑体"/>
                <a:cs typeface="+mn-cs"/>
                <a:sym typeface="Symbol" pitchFamily="18" charset="2"/>
              </a:rPr>
              <a:t>x</a:t>
            </a:r>
            <a:endParaRPr lang="zh-CN" altLang="en-US" sz="2400" b="1" kern="1200" dirty="0">
              <a:solidFill>
                <a:srgbClr val="7030A0"/>
              </a:solidFill>
              <a:latin typeface="+mj-lt"/>
              <a:ea typeface="黑体"/>
              <a:cs typeface="+mn-cs"/>
            </a:endParaRPr>
          </a:p>
        </p:txBody>
      </p:sp>
      <p:sp>
        <p:nvSpPr>
          <p:cNvPr id="15" name="文本框 14">
            <a:extLst>
              <a:ext uri="{FF2B5EF4-FFF2-40B4-BE49-F238E27FC236}">
                <a16:creationId xmlns:a16="http://schemas.microsoft.com/office/drawing/2014/main" id="{9430F0B2-0B3C-4025-B2D6-0E5B017B8724}"/>
              </a:ext>
            </a:extLst>
          </p:cNvPr>
          <p:cNvSpPr txBox="1"/>
          <p:nvPr/>
        </p:nvSpPr>
        <p:spPr>
          <a:xfrm>
            <a:off x="7761767" y="5174342"/>
            <a:ext cx="527492" cy="523220"/>
          </a:xfrm>
          <a:prstGeom prst="rect">
            <a:avLst/>
          </a:prstGeom>
          <a:noFill/>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srgbClr val="7030A0"/>
                </a:solidFill>
                <a:effectLst/>
                <a:uLnTx/>
                <a:uFillTx/>
                <a:latin typeface="+mj-lt"/>
                <a:ea typeface="黑体"/>
                <a:cs typeface="+mn-cs"/>
                <a:sym typeface="Symbol" pitchFamily="18" charset="2"/>
              </a:rPr>
              <a:t>x</a:t>
            </a:r>
            <a:endParaRPr lang="zh-CN" altLang="en-US" sz="2400" b="1" kern="1200" dirty="0">
              <a:solidFill>
                <a:srgbClr val="7030A0"/>
              </a:solidFill>
              <a:latin typeface="+mj-lt"/>
              <a:ea typeface="黑体"/>
              <a:cs typeface="+mn-cs"/>
            </a:endParaRPr>
          </a:p>
        </p:txBody>
      </p:sp>
    </p:spTree>
    <p:extLst>
      <p:ext uri="{BB962C8B-B14F-4D97-AF65-F5344CB8AC3E}">
        <p14:creationId xmlns:p14="http://schemas.microsoft.com/office/powerpoint/2010/main" val="4237693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灯片编号占位符 7"/>
          <p:cNvSpPr>
            <a:spLocks noGrp="1"/>
          </p:cNvSpPr>
          <p:nvPr>
            <p:ph type="sldNum" sz="quarter" idx="12"/>
          </p:nvPr>
        </p:nvSpPr>
        <p:spPr/>
        <p:txBody>
          <a:bodyPr/>
          <a:lstStyle/>
          <a:p>
            <a:pPr>
              <a:defRPr/>
            </a:pPr>
            <a:fld id="{3259D7DD-E1BE-4482-9234-29898EB39847}" type="slidenum">
              <a:rPr lang="en-US" altLang="zh-CN" smtClean="0"/>
              <a:pPr>
                <a:defRPr/>
              </a:pPr>
              <a:t>44</a:t>
            </a:fld>
            <a:endParaRPr lang="en-US" altLang="zh-CN" dirty="0"/>
          </a:p>
        </p:txBody>
      </p:sp>
      <p:sp>
        <p:nvSpPr>
          <p:cNvPr id="2" name="内容占位符 1">
            <a:extLst>
              <a:ext uri="{FF2B5EF4-FFF2-40B4-BE49-F238E27FC236}">
                <a16:creationId xmlns:a16="http://schemas.microsoft.com/office/drawing/2014/main" id="{25C33B47-8D60-4F82-8267-8B215A3E5FE5}"/>
              </a:ext>
            </a:extLst>
          </p:cNvPr>
          <p:cNvSpPr>
            <a:spLocks noGrp="1"/>
          </p:cNvSpPr>
          <p:nvPr>
            <p:ph idx="4294967295"/>
          </p:nvPr>
        </p:nvSpPr>
        <p:spPr>
          <a:xfrm>
            <a:off x="381000" y="1524000"/>
            <a:ext cx="8458200" cy="4351338"/>
          </a:xfrm>
        </p:spPr>
        <p:txBody>
          <a:bodyPr>
            <a:normAutofit/>
          </a:bodyPr>
          <a:lstStyle/>
          <a:p>
            <a:pPr marL="0" indent="-365760">
              <a:buClr>
                <a:schemeClr val="tx1"/>
              </a:buClr>
              <a:buSzPct val="80000"/>
            </a:pPr>
            <a:r>
              <a:rPr lang="en-US" altLang="zh-CN" b="0" dirty="0">
                <a:latin typeface="+mn-lt"/>
                <a:ea typeface="黑体" panose="02010609060101010101" pitchFamily="49" charset="-122"/>
              </a:rPr>
              <a:t>Step1: </a:t>
            </a:r>
            <a:r>
              <a:rPr lang="zh-CN" altLang="en-US" b="0" dirty="0">
                <a:latin typeface="+mn-lt"/>
                <a:ea typeface="黑体" panose="02010609060101010101" pitchFamily="49" charset="-122"/>
              </a:rPr>
              <a:t>确定输入输出并抽象出有限状态机</a:t>
            </a:r>
          </a:p>
          <a:p>
            <a:pPr marL="0" indent="-365760">
              <a:buClr>
                <a:schemeClr val="tx1"/>
              </a:buClr>
              <a:buSzPct val="80000"/>
            </a:pPr>
            <a:r>
              <a:rPr lang="en-US" altLang="zh-CN" b="0" dirty="0">
                <a:latin typeface="+mn-lt"/>
                <a:ea typeface="黑体" panose="02010609060101010101" pitchFamily="49" charset="-122"/>
              </a:rPr>
              <a:t>Step2: </a:t>
            </a:r>
            <a:r>
              <a:rPr lang="zh-CN" altLang="en-US" b="0" dirty="0">
                <a:latin typeface="+mn-lt"/>
                <a:ea typeface="黑体" panose="02010609060101010101" pitchFamily="49" charset="-122"/>
              </a:rPr>
              <a:t>状态化简</a:t>
            </a:r>
          </a:p>
          <a:p>
            <a:pPr marL="0" indent="-365760">
              <a:buClr>
                <a:schemeClr val="tx1"/>
              </a:buClr>
              <a:buSzPct val="80000"/>
            </a:pPr>
            <a:r>
              <a:rPr lang="en-US" altLang="zh-CN" b="0" dirty="0">
                <a:solidFill>
                  <a:srgbClr val="C00000"/>
                </a:solidFill>
                <a:latin typeface="+mn-lt"/>
                <a:ea typeface="黑体" panose="02010609060101010101" pitchFamily="49" charset="-122"/>
              </a:rPr>
              <a:t>Step3: </a:t>
            </a:r>
            <a:r>
              <a:rPr lang="zh-CN" altLang="en-US" b="0" dirty="0">
                <a:solidFill>
                  <a:srgbClr val="C00000"/>
                </a:solidFill>
                <a:latin typeface="+mn-lt"/>
                <a:ea typeface="黑体" panose="02010609060101010101" pitchFamily="49" charset="-122"/>
              </a:rPr>
              <a:t>状态分配</a:t>
            </a:r>
          </a:p>
          <a:p>
            <a:pPr marL="0" indent="-365760">
              <a:buClr>
                <a:schemeClr val="tx1"/>
              </a:buClr>
              <a:buSzPct val="80000"/>
            </a:pPr>
            <a:r>
              <a:rPr lang="en-US" altLang="zh-CN" b="0" dirty="0">
                <a:solidFill>
                  <a:schemeClr val="bg1">
                    <a:lumMod val="75000"/>
                  </a:schemeClr>
                </a:solidFill>
                <a:latin typeface="+mn-lt"/>
                <a:ea typeface="黑体" panose="02010609060101010101" pitchFamily="49" charset="-122"/>
              </a:rPr>
              <a:t>Step4: </a:t>
            </a:r>
            <a:r>
              <a:rPr lang="zh-CN" altLang="en-US" b="0" dirty="0">
                <a:solidFill>
                  <a:schemeClr val="bg1">
                    <a:lumMod val="75000"/>
                  </a:schemeClr>
                </a:solidFill>
                <a:latin typeface="+mn-lt"/>
                <a:ea typeface="黑体" panose="02010609060101010101" pitchFamily="49" charset="-122"/>
              </a:rPr>
              <a:t>确定激励方程和输出方程</a:t>
            </a:r>
          </a:p>
          <a:p>
            <a:pPr marL="0" indent="-365760">
              <a:buClr>
                <a:schemeClr val="tx1"/>
              </a:buClr>
              <a:buSzPct val="80000"/>
            </a:pPr>
            <a:r>
              <a:rPr lang="en-US" altLang="zh-CN" b="0" dirty="0">
                <a:solidFill>
                  <a:schemeClr val="bg1">
                    <a:lumMod val="75000"/>
                  </a:schemeClr>
                </a:solidFill>
                <a:latin typeface="+mn-lt"/>
                <a:ea typeface="黑体" panose="02010609060101010101" pitchFamily="49" charset="-122"/>
              </a:rPr>
              <a:t>Step5: </a:t>
            </a:r>
            <a:r>
              <a:rPr lang="zh-CN" altLang="en-US" b="0" dirty="0">
                <a:solidFill>
                  <a:schemeClr val="bg1">
                    <a:lumMod val="75000"/>
                  </a:schemeClr>
                </a:solidFill>
                <a:latin typeface="+mn-lt"/>
                <a:ea typeface="黑体" panose="02010609060101010101" pitchFamily="49" charset="-122"/>
              </a:rPr>
              <a:t>画出逻辑电路图</a:t>
            </a:r>
          </a:p>
        </p:txBody>
      </p:sp>
      <p:sp>
        <p:nvSpPr>
          <p:cNvPr id="3" name="Title 4">
            <a:extLst>
              <a:ext uri="{FF2B5EF4-FFF2-40B4-BE49-F238E27FC236}">
                <a16:creationId xmlns:a16="http://schemas.microsoft.com/office/drawing/2014/main" id="{340F6E0E-2BEB-075B-B592-EED5FE8B6239}"/>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sz="4000" dirty="0">
                <a:latin typeface="黑体" panose="02010609060101010101" pitchFamily="49" charset="-122"/>
                <a:ea typeface="黑体" panose="02010609060101010101" pitchFamily="49" charset="-122"/>
              </a:rPr>
              <a:t>设计方法</a:t>
            </a:r>
            <a:endParaRPr lang="en-CN" altLang="zh-CN" sz="4000" dirty="0">
              <a:solidFill>
                <a:srgbClr val="0000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9532546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pPr>
              <a:defRPr/>
            </a:pPr>
            <a:fld id="{3A50645F-9A2E-4027-9721-1A221E254747}" type="slidenum">
              <a:rPr lang="en-US" altLang="zh-CN" smtClean="0"/>
              <a:pPr>
                <a:defRPr/>
              </a:pPr>
              <a:t>45</a:t>
            </a:fld>
            <a:endParaRPr lang="en-US" altLang="zh-CN" dirty="0"/>
          </a:p>
        </p:txBody>
      </p:sp>
      <p:sp>
        <p:nvSpPr>
          <p:cNvPr id="3" name="内容占位符 2">
            <a:extLst>
              <a:ext uri="{FF2B5EF4-FFF2-40B4-BE49-F238E27FC236}">
                <a16:creationId xmlns:a16="http://schemas.microsoft.com/office/drawing/2014/main" id="{813311CA-903D-44E3-824A-7B7D06822449}"/>
              </a:ext>
            </a:extLst>
          </p:cNvPr>
          <p:cNvSpPr>
            <a:spLocks noGrp="1"/>
          </p:cNvSpPr>
          <p:nvPr>
            <p:ph idx="4294967295"/>
          </p:nvPr>
        </p:nvSpPr>
        <p:spPr>
          <a:xfrm>
            <a:off x="443345" y="1366837"/>
            <a:ext cx="8229600" cy="3057525"/>
          </a:xfrm>
        </p:spPr>
        <p:txBody>
          <a:bodyPr/>
          <a:lstStyle/>
          <a:p>
            <a:r>
              <a:rPr lang="zh-CN" altLang="en-US" sz="2800" b="0" dirty="0">
                <a:solidFill>
                  <a:srgbClr val="3333FF"/>
                </a:solidFill>
                <a:latin typeface="Arial" panose="020B0604020202020204" pitchFamily="34" charset="0"/>
                <a:cs typeface="Arial" panose="020B0604020202020204" pitchFamily="34" charset="0"/>
              </a:rPr>
              <a:t>状态编码</a:t>
            </a:r>
            <a:r>
              <a:rPr lang="en-US" altLang="zh-CN" sz="2800" b="0" dirty="0">
                <a:solidFill>
                  <a:srgbClr val="3333FF"/>
                </a:solidFill>
                <a:latin typeface="Arial" panose="020B0604020202020204" pitchFamily="34" charset="0"/>
                <a:cs typeface="Arial" panose="020B0604020202020204" pitchFamily="34" charset="0"/>
              </a:rPr>
              <a:t>/</a:t>
            </a:r>
            <a:r>
              <a:rPr lang="zh-CN" altLang="en-US" sz="2800" b="0" dirty="0">
                <a:solidFill>
                  <a:srgbClr val="3333FF"/>
                </a:solidFill>
                <a:latin typeface="Arial" panose="020B0604020202020204" pitchFamily="34" charset="0"/>
                <a:cs typeface="Arial" panose="020B0604020202020204" pitchFamily="34" charset="0"/>
              </a:rPr>
              <a:t>表示</a:t>
            </a:r>
            <a:endParaRPr lang="en-US" altLang="zh-CN" sz="2800" b="0" dirty="0">
              <a:solidFill>
                <a:srgbClr val="3333FF"/>
              </a:solidFill>
              <a:latin typeface="Arial" panose="020B0604020202020204" pitchFamily="34" charset="0"/>
              <a:cs typeface="Arial" panose="020B0604020202020204" pitchFamily="34" charset="0"/>
            </a:endParaRPr>
          </a:p>
          <a:p>
            <a:pPr lvl="1"/>
            <a:r>
              <a:rPr lang="zh-CN" altLang="en-US" sz="2400" b="0" dirty="0">
                <a:latin typeface="Arial" panose="020B0604020202020204" pitchFamily="34" charset="0"/>
                <a:cs typeface="Arial" panose="020B0604020202020204" pitchFamily="34" charset="0"/>
              </a:rPr>
              <a:t>如何编码状态</a:t>
            </a:r>
            <a:r>
              <a:rPr lang="en-US" altLang="zh-CN" sz="2400" b="0" dirty="0">
                <a:latin typeface="Arial" panose="020B0604020202020204" pitchFamily="34" charset="0"/>
                <a:cs typeface="Arial" panose="020B0604020202020204" pitchFamily="34" charset="0"/>
              </a:rPr>
              <a:t>?</a:t>
            </a:r>
            <a:endParaRPr lang="zh-CN" altLang="en-US" b="0"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1B211925-399B-1241-94FA-65707148923A}"/>
              </a:ext>
            </a:extLst>
          </p:cNvPr>
          <p:cNvPicPr>
            <a:picLocks noChangeAspect="1"/>
          </p:cNvPicPr>
          <p:nvPr/>
        </p:nvPicPr>
        <p:blipFill>
          <a:blip r:embed="rId4"/>
          <a:stretch>
            <a:fillRect/>
          </a:stretch>
        </p:blipFill>
        <p:spPr>
          <a:xfrm>
            <a:off x="5101245" y="3180747"/>
            <a:ext cx="3111730" cy="2487230"/>
          </a:xfrm>
          <a:prstGeom prst="rect">
            <a:avLst/>
          </a:prstGeom>
        </p:spPr>
      </p:pic>
      <p:sp>
        <p:nvSpPr>
          <p:cNvPr id="4" name="Title 4">
            <a:extLst>
              <a:ext uri="{FF2B5EF4-FFF2-40B4-BE49-F238E27FC236}">
                <a16:creationId xmlns:a16="http://schemas.microsoft.com/office/drawing/2014/main" id="{07E5F67D-2B44-2ACF-A7D8-DCC046A2C068}"/>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en-US" altLang="zh-CN" sz="4000" dirty="0">
                <a:ea typeface="黑体" panose="02010609060101010101" pitchFamily="49" charset="-122"/>
              </a:rPr>
              <a:t>Step3: </a:t>
            </a:r>
            <a:r>
              <a:rPr lang="zh-CN" altLang="en-US" sz="4000" dirty="0">
                <a:ea typeface="黑体" panose="02010609060101010101" pitchFamily="49" charset="-122"/>
              </a:rPr>
              <a:t>状态分配</a:t>
            </a:r>
            <a:endParaRPr lang="en-CN" altLang="zh-CN" sz="4000" dirty="0">
              <a:solidFill>
                <a:srgbClr val="0000FF"/>
              </a:solidFill>
              <a:latin typeface="Arial" panose="020B0604020202020204" pitchFamily="34" charset="0"/>
              <a:cs typeface="Arial" panose="020B0604020202020204" pitchFamily="34" charset="0"/>
            </a:endParaRPr>
          </a:p>
        </p:txBody>
      </p:sp>
      <p:pic>
        <p:nvPicPr>
          <p:cNvPr id="21" name="图片 20">
            <a:extLst>
              <a:ext uri="{FF2B5EF4-FFF2-40B4-BE49-F238E27FC236}">
                <a16:creationId xmlns:a16="http://schemas.microsoft.com/office/drawing/2014/main" id="{B8236BFC-298B-DFC3-3293-EF18341D5D72}"/>
              </a:ext>
            </a:extLst>
          </p:cNvPr>
          <p:cNvPicPr>
            <a:picLocks noChangeAspect="1"/>
          </p:cNvPicPr>
          <p:nvPr/>
        </p:nvPicPr>
        <p:blipFill>
          <a:blip r:embed="rId5"/>
          <a:stretch>
            <a:fillRect/>
          </a:stretch>
        </p:blipFill>
        <p:spPr>
          <a:xfrm>
            <a:off x="1004455" y="3048000"/>
            <a:ext cx="3323705" cy="2556696"/>
          </a:xfrm>
          <a:prstGeom prst="rect">
            <a:avLst/>
          </a:prstGeom>
        </p:spPr>
      </p:pic>
    </p:spTree>
    <p:custDataLst>
      <p:tags r:id="rId1"/>
    </p:custDataLst>
    <p:extLst>
      <p:ext uri="{BB962C8B-B14F-4D97-AF65-F5344CB8AC3E}">
        <p14:creationId xmlns:p14="http://schemas.microsoft.com/office/powerpoint/2010/main" val="2507039547"/>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3259D7DD-E1BE-4482-9234-29898EB39847}" type="slidenum">
              <a:rPr lang="en-US" altLang="zh-CN" smtClean="0"/>
              <a:pPr>
                <a:defRPr/>
              </a:pPr>
              <a:t>46</a:t>
            </a:fld>
            <a:endParaRPr lang="en-US" altLang="zh-CN" dirty="0"/>
          </a:p>
        </p:txBody>
      </p:sp>
      <p:sp>
        <p:nvSpPr>
          <p:cNvPr id="10" name="Oval 9">
            <a:extLst>
              <a:ext uri="{FF2B5EF4-FFF2-40B4-BE49-F238E27FC236}">
                <a16:creationId xmlns:a16="http://schemas.microsoft.com/office/drawing/2014/main" id="{227E4390-606B-4C17-A0CC-39DCE108AD9E}"/>
              </a:ext>
            </a:extLst>
          </p:cNvPr>
          <p:cNvSpPr/>
          <p:nvPr/>
        </p:nvSpPr>
        <p:spPr>
          <a:xfrm>
            <a:off x="1029051" y="1867638"/>
            <a:ext cx="457200" cy="457200"/>
          </a:xfrm>
          <a:prstGeom prst="ellipse">
            <a:avLst/>
          </a:prstGeom>
          <a:solidFill>
            <a:schemeClr val="bg1"/>
          </a:solidFill>
        </p:spPr>
        <p:style>
          <a:lnRef idx="2">
            <a:schemeClr val="dk1"/>
          </a:lnRef>
          <a:fillRef idx="1">
            <a:schemeClr val="lt1"/>
          </a:fillRef>
          <a:effectRef idx="0">
            <a:schemeClr val="dk1"/>
          </a:effectRef>
          <a:fontRef idx="minor">
            <a:schemeClr val="dk1"/>
          </a:fontRef>
        </p:style>
        <p:txBody>
          <a:bodyPr wrap="square" rtlCol="0" anchor="ctr">
            <a:noAutofit/>
          </a:bodyPr>
          <a:lstStyle/>
          <a:p>
            <a:pPr algn="l"/>
            <a:r>
              <a:rPr lang="en-US" altLang="zh-CN" sz="1800">
                <a:solidFill>
                  <a:schemeClr val="tx1"/>
                </a:solidFill>
                <a:latin typeface="Arial" panose="020B0604020202020204" pitchFamily="34" charset="0"/>
                <a:cs typeface="Arial" panose="020B0604020202020204" pitchFamily="34" charset="0"/>
              </a:rPr>
              <a:t>A</a:t>
            </a:r>
            <a:endParaRPr lang="en-US" sz="1800" dirty="0">
              <a:solidFill>
                <a:schemeClr val="tx1"/>
              </a:solidFill>
              <a:latin typeface="Arial" panose="020B0604020202020204" pitchFamily="34" charset="0"/>
              <a:cs typeface="Arial" panose="020B0604020202020204" pitchFamily="34" charset="0"/>
            </a:endParaRPr>
          </a:p>
        </p:txBody>
      </p:sp>
      <p:sp>
        <p:nvSpPr>
          <p:cNvPr id="12" name="Oval 11">
            <a:extLst>
              <a:ext uri="{FF2B5EF4-FFF2-40B4-BE49-F238E27FC236}">
                <a16:creationId xmlns:a16="http://schemas.microsoft.com/office/drawing/2014/main" id="{CF9FEFAD-3C2C-41C4-9D00-D827798CAA68}"/>
              </a:ext>
            </a:extLst>
          </p:cNvPr>
          <p:cNvSpPr/>
          <p:nvPr/>
        </p:nvSpPr>
        <p:spPr>
          <a:xfrm>
            <a:off x="1029051" y="2611650"/>
            <a:ext cx="457200" cy="457200"/>
          </a:xfrm>
          <a:prstGeom prst="ellipse">
            <a:avLst/>
          </a:prstGeom>
          <a:solidFill>
            <a:schemeClr val="bg1"/>
          </a:solidFill>
        </p:spPr>
        <p:style>
          <a:lnRef idx="2">
            <a:schemeClr val="dk1"/>
          </a:lnRef>
          <a:fillRef idx="1">
            <a:schemeClr val="lt1"/>
          </a:fillRef>
          <a:effectRef idx="0">
            <a:schemeClr val="dk1"/>
          </a:effectRef>
          <a:fontRef idx="minor">
            <a:schemeClr val="dk1"/>
          </a:fontRef>
        </p:style>
        <p:txBody>
          <a:bodyPr wrap="square" rtlCol="0" anchor="ctr">
            <a:noAutofit/>
          </a:bodyPr>
          <a:lstStyle/>
          <a:p>
            <a:pPr algn="l"/>
            <a:r>
              <a:rPr lang="en-US" sz="1800" dirty="0">
                <a:solidFill>
                  <a:schemeClr val="tx1"/>
                </a:solidFill>
                <a:latin typeface="Arial" panose="020B0604020202020204" pitchFamily="34" charset="0"/>
                <a:cs typeface="Arial" panose="020B0604020202020204" pitchFamily="34" charset="0"/>
              </a:rPr>
              <a:t>B</a:t>
            </a:r>
          </a:p>
        </p:txBody>
      </p:sp>
      <p:sp>
        <p:nvSpPr>
          <p:cNvPr id="13" name="Oval 12">
            <a:extLst>
              <a:ext uri="{FF2B5EF4-FFF2-40B4-BE49-F238E27FC236}">
                <a16:creationId xmlns:a16="http://schemas.microsoft.com/office/drawing/2014/main" id="{2C2BD7F9-B3B4-4931-BF64-DFC2BB5774B4}"/>
              </a:ext>
            </a:extLst>
          </p:cNvPr>
          <p:cNvSpPr/>
          <p:nvPr/>
        </p:nvSpPr>
        <p:spPr>
          <a:xfrm>
            <a:off x="1036042" y="3355662"/>
            <a:ext cx="457200" cy="457200"/>
          </a:xfrm>
          <a:prstGeom prst="ellipse">
            <a:avLst/>
          </a:prstGeom>
          <a:solidFill>
            <a:schemeClr val="bg1"/>
          </a:solidFill>
        </p:spPr>
        <p:style>
          <a:lnRef idx="2">
            <a:schemeClr val="dk1"/>
          </a:lnRef>
          <a:fillRef idx="1">
            <a:schemeClr val="lt1"/>
          </a:fillRef>
          <a:effectRef idx="0">
            <a:schemeClr val="dk1"/>
          </a:effectRef>
          <a:fontRef idx="minor">
            <a:schemeClr val="dk1"/>
          </a:fontRef>
        </p:style>
        <p:txBody>
          <a:bodyPr wrap="square" rtlCol="0" anchor="ctr">
            <a:noAutofit/>
          </a:bodyPr>
          <a:lstStyle/>
          <a:p>
            <a:pPr algn="l"/>
            <a:r>
              <a:rPr lang="en-US" sz="1800">
                <a:solidFill>
                  <a:schemeClr val="tx1"/>
                </a:solidFill>
                <a:latin typeface="Arial" panose="020B0604020202020204" pitchFamily="34" charset="0"/>
                <a:cs typeface="Arial" panose="020B0604020202020204" pitchFamily="34" charset="0"/>
              </a:rPr>
              <a:t>C</a:t>
            </a:r>
            <a:endParaRPr lang="en-US" sz="1800" dirty="0">
              <a:solidFill>
                <a:schemeClr val="tx1"/>
              </a:solidFill>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C1DFDF9A-C08F-4AB5-8675-E9270684C6B8}"/>
              </a:ext>
            </a:extLst>
          </p:cNvPr>
          <p:cNvSpPr txBox="1"/>
          <p:nvPr/>
        </p:nvSpPr>
        <p:spPr>
          <a:xfrm>
            <a:off x="2456410" y="1824587"/>
            <a:ext cx="762000" cy="2031325"/>
          </a:xfrm>
          <a:prstGeom prst="rect">
            <a:avLst/>
          </a:prstGeom>
          <a:noFill/>
        </p:spPr>
        <p:txBody>
          <a:bodyPr wrap="square" rtlCol="0">
            <a:spAutoFit/>
          </a:bodyPr>
          <a:lstStyle/>
          <a:p>
            <a:pPr>
              <a:spcAft>
                <a:spcPts val="1200"/>
              </a:spcAft>
            </a:pPr>
            <a:r>
              <a:rPr lang="en-US" sz="2400" dirty="0">
                <a:solidFill>
                  <a:schemeClr val="tx1"/>
                </a:solidFill>
                <a:latin typeface="+mn-lt"/>
              </a:rPr>
              <a:t>00</a:t>
            </a:r>
          </a:p>
          <a:p>
            <a:pPr>
              <a:spcAft>
                <a:spcPts val="1200"/>
              </a:spcAft>
            </a:pPr>
            <a:r>
              <a:rPr lang="en-US" sz="2400" dirty="0">
                <a:solidFill>
                  <a:schemeClr val="tx1"/>
                </a:solidFill>
                <a:latin typeface="+mn-lt"/>
              </a:rPr>
              <a:t>01</a:t>
            </a:r>
          </a:p>
          <a:p>
            <a:pPr>
              <a:spcAft>
                <a:spcPts val="1200"/>
              </a:spcAft>
            </a:pPr>
            <a:r>
              <a:rPr lang="en-US" sz="2400" dirty="0">
                <a:solidFill>
                  <a:schemeClr val="tx1"/>
                </a:solidFill>
                <a:latin typeface="+mn-lt"/>
              </a:rPr>
              <a:t>10</a:t>
            </a:r>
          </a:p>
          <a:p>
            <a:pPr>
              <a:spcAft>
                <a:spcPts val="1200"/>
              </a:spcAft>
            </a:pPr>
            <a:r>
              <a:rPr lang="en-US" sz="2400" dirty="0">
                <a:solidFill>
                  <a:schemeClr val="tx1"/>
                </a:solidFill>
                <a:latin typeface="+mn-lt"/>
              </a:rPr>
              <a:t>11</a:t>
            </a:r>
          </a:p>
        </p:txBody>
      </p:sp>
      <p:sp>
        <p:nvSpPr>
          <p:cNvPr id="14" name="TextBox 13">
            <a:extLst>
              <a:ext uri="{FF2B5EF4-FFF2-40B4-BE49-F238E27FC236}">
                <a16:creationId xmlns:a16="http://schemas.microsoft.com/office/drawing/2014/main" id="{E03C9746-5225-4E0E-9A52-93E7AAA27C1D}"/>
              </a:ext>
            </a:extLst>
          </p:cNvPr>
          <p:cNvSpPr txBox="1"/>
          <p:nvPr/>
        </p:nvSpPr>
        <p:spPr>
          <a:xfrm>
            <a:off x="304800" y="1273136"/>
            <a:ext cx="4534250" cy="523220"/>
          </a:xfrm>
          <a:prstGeom prst="rect">
            <a:avLst/>
          </a:prstGeom>
          <a:noFill/>
        </p:spPr>
        <p:txBody>
          <a:bodyPr wrap="square" rtlCol="0">
            <a:spAutoFit/>
          </a:bodyPr>
          <a:lstStyle/>
          <a:p>
            <a:pPr marL="457200" indent="-457200">
              <a:buFont typeface="Arial" panose="020B0604020202020204" pitchFamily="34" charset="0"/>
              <a:buChar char="•"/>
            </a:pPr>
            <a:r>
              <a:rPr lang="zh-CN" altLang="en-US" sz="2800" dirty="0">
                <a:solidFill>
                  <a:schemeClr val="tx1"/>
                </a:solidFill>
                <a:latin typeface="+mn-ea"/>
                <a:ea typeface="+mn-ea"/>
              </a:rPr>
              <a:t>使用</a:t>
            </a:r>
            <a:r>
              <a:rPr lang="en-US" altLang="zh-CN" sz="2800" dirty="0">
                <a:solidFill>
                  <a:schemeClr val="tx1"/>
                </a:solidFill>
                <a:latin typeface="+mn-ea"/>
                <a:ea typeface="+mn-ea"/>
              </a:rPr>
              <a:t>2</a:t>
            </a:r>
            <a:r>
              <a:rPr lang="zh-CN" altLang="en-US" sz="2800" dirty="0">
                <a:solidFill>
                  <a:schemeClr val="tx1"/>
                </a:solidFill>
                <a:latin typeface="+mn-ea"/>
                <a:ea typeface="+mn-ea"/>
              </a:rPr>
              <a:t>比特编码</a:t>
            </a:r>
            <a:r>
              <a:rPr lang="en-US" altLang="zh-CN" sz="2800" dirty="0">
                <a:solidFill>
                  <a:schemeClr val="tx1"/>
                </a:solidFill>
                <a:latin typeface="+mn-ea"/>
                <a:ea typeface="+mn-ea"/>
              </a:rPr>
              <a:t>3</a:t>
            </a:r>
            <a:r>
              <a:rPr lang="zh-CN" altLang="en-US" sz="2800" dirty="0">
                <a:solidFill>
                  <a:schemeClr val="tx1"/>
                </a:solidFill>
                <a:latin typeface="+mn-ea"/>
                <a:ea typeface="+mn-ea"/>
              </a:rPr>
              <a:t>个状态</a:t>
            </a:r>
            <a:endParaRPr lang="en-US" sz="2800" dirty="0">
              <a:solidFill>
                <a:schemeClr val="tx1"/>
              </a:solidFill>
              <a:latin typeface="+mn-ea"/>
              <a:ea typeface="+mn-ea"/>
            </a:endParaRPr>
          </a:p>
        </p:txBody>
      </p:sp>
      <p:cxnSp>
        <p:nvCxnSpPr>
          <p:cNvPr id="16" name="Straight Connector 15">
            <a:extLst>
              <a:ext uri="{FF2B5EF4-FFF2-40B4-BE49-F238E27FC236}">
                <a16:creationId xmlns:a16="http://schemas.microsoft.com/office/drawing/2014/main" id="{F46A76B5-8EDF-4C6E-BF2E-7410C9A3F413}"/>
              </a:ext>
            </a:extLst>
          </p:cNvPr>
          <p:cNvCxnSpPr>
            <a:stCxn id="10" idx="6"/>
          </p:cNvCxnSpPr>
          <p:nvPr/>
        </p:nvCxnSpPr>
        <p:spPr>
          <a:xfrm>
            <a:off x="1486251" y="2096238"/>
            <a:ext cx="990600" cy="0"/>
          </a:xfrm>
          <a:prstGeom prst="line">
            <a:avLst/>
          </a:prstGeom>
          <a:ln w="38100">
            <a:solidFill>
              <a:srgbClr val="3333FF"/>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62F72AC-A849-430D-8BB2-F405E2B49E5D}"/>
              </a:ext>
            </a:extLst>
          </p:cNvPr>
          <p:cNvCxnSpPr>
            <a:cxnSpLocks/>
          </p:cNvCxnSpPr>
          <p:nvPr/>
        </p:nvCxnSpPr>
        <p:spPr>
          <a:xfrm flipV="1">
            <a:off x="1493242" y="2611650"/>
            <a:ext cx="983609" cy="214940"/>
          </a:xfrm>
          <a:prstGeom prst="line">
            <a:avLst/>
          </a:prstGeom>
          <a:ln w="38100">
            <a:solidFill>
              <a:srgbClr val="3333FF"/>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63601C6-DFA2-4E28-918A-A428D4BD6FF5}"/>
              </a:ext>
            </a:extLst>
          </p:cNvPr>
          <p:cNvCxnSpPr>
            <a:cxnSpLocks/>
          </p:cNvCxnSpPr>
          <p:nvPr/>
        </p:nvCxnSpPr>
        <p:spPr>
          <a:xfrm>
            <a:off x="1493242" y="3584262"/>
            <a:ext cx="1059809" cy="52369"/>
          </a:xfrm>
          <a:prstGeom prst="line">
            <a:avLst/>
          </a:prstGeom>
          <a:ln w="38100">
            <a:solidFill>
              <a:srgbClr val="3333FF"/>
            </a:solidFill>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6D972782-116F-49C7-A4C3-566534930A4F}"/>
              </a:ext>
            </a:extLst>
          </p:cNvPr>
          <p:cNvSpPr/>
          <p:nvPr/>
        </p:nvSpPr>
        <p:spPr>
          <a:xfrm>
            <a:off x="3790427" y="1867638"/>
            <a:ext cx="457200" cy="457200"/>
          </a:xfrm>
          <a:prstGeom prst="ellipse">
            <a:avLst/>
          </a:prstGeom>
          <a:solidFill>
            <a:schemeClr val="bg1"/>
          </a:solidFill>
        </p:spPr>
        <p:style>
          <a:lnRef idx="2">
            <a:schemeClr val="dk1"/>
          </a:lnRef>
          <a:fillRef idx="1">
            <a:schemeClr val="lt1"/>
          </a:fillRef>
          <a:effectRef idx="0">
            <a:schemeClr val="dk1"/>
          </a:effectRef>
          <a:fontRef idx="minor">
            <a:schemeClr val="dk1"/>
          </a:fontRef>
        </p:style>
        <p:txBody>
          <a:bodyPr wrap="square" rtlCol="0" anchor="ctr">
            <a:noAutofit/>
          </a:bodyPr>
          <a:lstStyle/>
          <a:p>
            <a:pPr algn="l"/>
            <a:r>
              <a:rPr lang="en-US" altLang="zh-CN" sz="1800">
                <a:solidFill>
                  <a:schemeClr val="tx1"/>
                </a:solidFill>
                <a:latin typeface="Arial" panose="020B0604020202020204" pitchFamily="34" charset="0"/>
                <a:cs typeface="Arial" panose="020B0604020202020204" pitchFamily="34" charset="0"/>
              </a:rPr>
              <a:t>A</a:t>
            </a:r>
            <a:endParaRPr lang="en-US" sz="1800" dirty="0">
              <a:solidFill>
                <a:schemeClr val="tx1"/>
              </a:solidFill>
              <a:latin typeface="Arial" panose="020B0604020202020204" pitchFamily="34" charset="0"/>
              <a:cs typeface="Arial" panose="020B0604020202020204" pitchFamily="34" charset="0"/>
            </a:endParaRPr>
          </a:p>
        </p:txBody>
      </p:sp>
      <p:sp>
        <p:nvSpPr>
          <p:cNvPr id="23" name="Oval 22">
            <a:extLst>
              <a:ext uri="{FF2B5EF4-FFF2-40B4-BE49-F238E27FC236}">
                <a16:creationId xmlns:a16="http://schemas.microsoft.com/office/drawing/2014/main" id="{70EE4145-F181-4B05-BF88-9A5324EDA68C}"/>
              </a:ext>
            </a:extLst>
          </p:cNvPr>
          <p:cNvSpPr/>
          <p:nvPr/>
        </p:nvSpPr>
        <p:spPr>
          <a:xfrm>
            <a:off x="3790427" y="2611650"/>
            <a:ext cx="457200" cy="457200"/>
          </a:xfrm>
          <a:prstGeom prst="ellipse">
            <a:avLst/>
          </a:prstGeom>
          <a:solidFill>
            <a:schemeClr val="bg1"/>
          </a:solidFill>
        </p:spPr>
        <p:style>
          <a:lnRef idx="2">
            <a:schemeClr val="dk1"/>
          </a:lnRef>
          <a:fillRef idx="1">
            <a:schemeClr val="lt1"/>
          </a:fillRef>
          <a:effectRef idx="0">
            <a:schemeClr val="dk1"/>
          </a:effectRef>
          <a:fontRef idx="minor">
            <a:schemeClr val="dk1"/>
          </a:fontRef>
        </p:style>
        <p:txBody>
          <a:bodyPr wrap="square" rtlCol="0" anchor="ctr">
            <a:noAutofit/>
          </a:bodyPr>
          <a:lstStyle/>
          <a:p>
            <a:pPr algn="l"/>
            <a:r>
              <a:rPr lang="en-US" sz="1800" dirty="0">
                <a:solidFill>
                  <a:schemeClr val="tx1"/>
                </a:solidFill>
                <a:latin typeface="Arial" panose="020B0604020202020204" pitchFamily="34" charset="0"/>
                <a:cs typeface="Arial" panose="020B0604020202020204" pitchFamily="34" charset="0"/>
              </a:rPr>
              <a:t>B</a:t>
            </a:r>
          </a:p>
        </p:txBody>
      </p:sp>
      <p:sp>
        <p:nvSpPr>
          <p:cNvPr id="24" name="Oval 23">
            <a:extLst>
              <a:ext uri="{FF2B5EF4-FFF2-40B4-BE49-F238E27FC236}">
                <a16:creationId xmlns:a16="http://schemas.microsoft.com/office/drawing/2014/main" id="{D0F154A6-DDB8-45DF-B18A-BD00871B3D53}"/>
              </a:ext>
            </a:extLst>
          </p:cNvPr>
          <p:cNvSpPr/>
          <p:nvPr/>
        </p:nvSpPr>
        <p:spPr>
          <a:xfrm>
            <a:off x="3797418" y="3355662"/>
            <a:ext cx="457200" cy="457200"/>
          </a:xfrm>
          <a:prstGeom prst="ellipse">
            <a:avLst/>
          </a:prstGeom>
          <a:solidFill>
            <a:schemeClr val="bg1"/>
          </a:solidFill>
        </p:spPr>
        <p:style>
          <a:lnRef idx="2">
            <a:schemeClr val="dk1"/>
          </a:lnRef>
          <a:fillRef idx="1">
            <a:schemeClr val="lt1"/>
          </a:fillRef>
          <a:effectRef idx="0">
            <a:schemeClr val="dk1"/>
          </a:effectRef>
          <a:fontRef idx="minor">
            <a:schemeClr val="dk1"/>
          </a:fontRef>
        </p:style>
        <p:txBody>
          <a:bodyPr wrap="square" rtlCol="0" anchor="ctr">
            <a:noAutofit/>
          </a:bodyPr>
          <a:lstStyle/>
          <a:p>
            <a:pPr algn="l"/>
            <a:r>
              <a:rPr lang="en-US" sz="1800">
                <a:solidFill>
                  <a:schemeClr val="tx1"/>
                </a:solidFill>
                <a:latin typeface="Arial" panose="020B0604020202020204" pitchFamily="34" charset="0"/>
                <a:cs typeface="Arial" panose="020B0604020202020204" pitchFamily="34" charset="0"/>
              </a:rPr>
              <a:t>C</a:t>
            </a:r>
            <a:endParaRPr lang="en-US" sz="1800" dirty="0">
              <a:solidFill>
                <a:schemeClr val="tx1"/>
              </a:solidFill>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5E1F87AF-9334-4B14-8816-29A73EEDE040}"/>
              </a:ext>
            </a:extLst>
          </p:cNvPr>
          <p:cNvSpPr txBox="1"/>
          <p:nvPr/>
        </p:nvSpPr>
        <p:spPr>
          <a:xfrm>
            <a:off x="5217786" y="1824587"/>
            <a:ext cx="762000" cy="2031325"/>
          </a:xfrm>
          <a:prstGeom prst="rect">
            <a:avLst/>
          </a:prstGeom>
          <a:noFill/>
        </p:spPr>
        <p:txBody>
          <a:bodyPr wrap="square" rtlCol="0">
            <a:spAutoFit/>
          </a:bodyPr>
          <a:lstStyle/>
          <a:p>
            <a:pPr>
              <a:spcAft>
                <a:spcPts val="1200"/>
              </a:spcAft>
            </a:pPr>
            <a:r>
              <a:rPr lang="en-US" sz="2400">
                <a:solidFill>
                  <a:schemeClr val="tx1"/>
                </a:solidFill>
                <a:latin typeface="+mn-lt"/>
              </a:rPr>
              <a:t>00</a:t>
            </a:r>
          </a:p>
          <a:p>
            <a:pPr>
              <a:spcAft>
                <a:spcPts val="1200"/>
              </a:spcAft>
            </a:pPr>
            <a:r>
              <a:rPr lang="en-US" sz="2400">
                <a:solidFill>
                  <a:schemeClr val="tx1"/>
                </a:solidFill>
                <a:latin typeface="+mn-lt"/>
              </a:rPr>
              <a:t>01</a:t>
            </a:r>
          </a:p>
          <a:p>
            <a:pPr>
              <a:spcAft>
                <a:spcPts val="1200"/>
              </a:spcAft>
            </a:pPr>
            <a:r>
              <a:rPr lang="en-US" sz="2400">
                <a:solidFill>
                  <a:schemeClr val="tx1"/>
                </a:solidFill>
                <a:latin typeface="+mn-lt"/>
              </a:rPr>
              <a:t>10</a:t>
            </a:r>
          </a:p>
          <a:p>
            <a:pPr>
              <a:spcAft>
                <a:spcPts val="1200"/>
              </a:spcAft>
            </a:pPr>
            <a:r>
              <a:rPr lang="en-US" sz="2400">
                <a:solidFill>
                  <a:schemeClr val="tx1"/>
                </a:solidFill>
                <a:latin typeface="+mn-lt"/>
              </a:rPr>
              <a:t>11</a:t>
            </a:r>
          </a:p>
        </p:txBody>
      </p:sp>
      <p:cxnSp>
        <p:nvCxnSpPr>
          <p:cNvPr id="26" name="Straight Connector 25">
            <a:extLst>
              <a:ext uri="{FF2B5EF4-FFF2-40B4-BE49-F238E27FC236}">
                <a16:creationId xmlns:a16="http://schemas.microsoft.com/office/drawing/2014/main" id="{6A1D8AE3-24E4-492E-878B-F6AE12E37588}"/>
              </a:ext>
            </a:extLst>
          </p:cNvPr>
          <p:cNvCxnSpPr>
            <a:cxnSpLocks/>
            <a:stCxn id="22" idx="6"/>
          </p:cNvCxnSpPr>
          <p:nvPr/>
        </p:nvCxnSpPr>
        <p:spPr>
          <a:xfrm>
            <a:off x="4247627" y="2096238"/>
            <a:ext cx="990600" cy="42122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D37DB13-E979-4758-AC7C-F8352C881FBA}"/>
              </a:ext>
            </a:extLst>
          </p:cNvPr>
          <p:cNvCxnSpPr>
            <a:cxnSpLocks/>
          </p:cNvCxnSpPr>
          <p:nvPr/>
        </p:nvCxnSpPr>
        <p:spPr>
          <a:xfrm>
            <a:off x="4254618" y="2858238"/>
            <a:ext cx="1041633" cy="82516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4106D4D-B84D-4AB6-A827-19BCE57057FE}"/>
              </a:ext>
            </a:extLst>
          </p:cNvPr>
          <p:cNvCxnSpPr>
            <a:cxnSpLocks/>
          </p:cNvCxnSpPr>
          <p:nvPr/>
        </p:nvCxnSpPr>
        <p:spPr>
          <a:xfrm flipV="1">
            <a:off x="4272095" y="2096238"/>
            <a:ext cx="966132" cy="149221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a16="http://schemas.microsoft.com/office/drawing/2014/main" id="{3A01A3AF-6826-429A-811F-C8B9C3C56311}"/>
              </a:ext>
            </a:extLst>
          </p:cNvPr>
          <p:cNvSpPr/>
          <p:nvPr/>
        </p:nvSpPr>
        <p:spPr>
          <a:xfrm>
            <a:off x="6551803" y="1824588"/>
            <a:ext cx="457200" cy="457200"/>
          </a:xfrm>
          <a:prstGeom prst="ellipse">
            <a:avLst/>
          </a:prstGeom>
          <a:solidFill>
            <a:schemeClr val="bg1"/>
          </a:solidFill>
        </p:spPr>
        <p:style>
          <a:lnRef idx="2">
            <a:schemeClr val="dk1"/>
          </a:lnRef>
          <a:fillRef idx="1">
            <a:schemeClr val="lt1"/>
          </a:fillRef>
          <a:effectRef idx="0">
            <a:schemeClr val="dk1"/>
          </a:effectRef>
          <a:fontRef idx="minor">
            <a:schemeClr val="dk1"/>
          </a:fontRef>
        </p:style>
        <p:txBody>
          <a:bodyPr wrap="square" rtlCol="0" anchor="ctr">
            <a:noAutofit/>
          </a:bodyPr>
          <a:lstStyle/>
          <a:p>
            <a:pPr algn="l"/>
            <a:r>
              <a:rPr lang="en-US" altLang="zh-CN" sz="1800" dirty="0">
                <a:solidFill>
                  <a:schemeClr val="tx1"/>
                </a:solidFill>
                <a:latin typeface="Arial" panose="020B0604020202020204" pitchFamily="34" charset="0"/>
                <a:cs typeface="Arial" panose="020B0604020202020204" pitchFamily="34" charset="0"/>
              </a:rPr>
              <a:t>A</a:t>
            </a:r>
            <a:endParaRPr lang="en-US" sz="1800" dirty="0">
              <a:solidFill>
                <a:schemeClr val="tx1"/>
              </a:solidFill>
              <a:latin typeface="Arial" panose="020B0604020202020204" pitchFamily="34" charset="0"/>
              <a:cs typeface="Arial" panose="020B0604020202020204" pitchFamily="34" charset="0"/>
            </a:endParaRPr>
          </a:p>
        </p:txBody>
      </p:sp>
      <p:sp>
        <p:nvSpPr>
          <p:cNvPr id="35" name="Oval 34">
            <a:extLst>
              <a:ext uri="{FF2B5EF4-FFF2-40B4-BE49-F238E27FC236}">
                <a16:creationId xmlns:a16="http://schemas.microsoft.com/office/drawing/2014/main" id="{B41DEBB3-766F-4DC2-AC91-84A3AC3A2B5C}"/>
              </a:ext>
            </a:extLst>
          </p:cNvPr>
          <p:cNvSpPr/>
          <p:nvPr/>
        </p:nvSpPr>
        <p:spPr>
          <a:xfrm>
            <a:off x="6551803" y="2568600"/>
            <a:ext cx="457200" cy="457200"/>
          </a:xfrm>
          <a:prstGeom prst="ellipse">
            <a:avLst/>
          </a:prstGeom>
          <a:solidFill>
            <a:schemeClr val="bg1"/>
          </a:solidFill>
        </p:spPr>
        <p:style>
          <a:lnRef idx="2">
            <a:schemeClr val="dk1"/>
          </a:lnRef>
          <a:fillRef idx="1">
            <a:schemeClr val="lt1"/>
          </a:fillRef>
          <a:effectRef idx="0">
            <a:schemeClr val="dk1"/>
          </a:effectRef>
          <a:fontRef idx="minor">
            <a:schemeClr val="dk1"/>
          </a:fontRef>
        </p:style>
        <p:txBody>
          <a:bodyPr wrap="square" rtlCol="0" anchor="ctr">
            <a:noAutofit/>
          </a:bodyPr>
          <a:lstStyle/>
          <a:p>
            <a:pPr algn="l"/>
            <a:r>
              <a:rPr lang="en-US" sz="1800">
                <a:solidFill>
                  <a:schemeClr val="tx1"/>
                </a:solidFill>
                <a:latin typeface="Arial" panose="020B0604020202020204" pitchFamily="34" charset="0"/>
                <a:cs typeface="Arial" panose="020B0604020202020204" pitchFamily="34" charset="0"/>
              </a:rPr>
              <a:t>B</a:t>
            </a:r>
            <a:endParaRPr lang="en-US" sz="1800" dirty="0">
              <a:solidFill>
                <a:schemeClr val="tx1"/>
              </a:solidFill>
              <a:latin typeface="Arial" panose="020B0604020202020204" pitchFamily="34" charset="0"/>
              <a:cs typeface="Arial" panose="020B0604020202020204" pitchFamily="34" charset="0"/>
            </a:endParaRPr>
          </a:p>
        </p:txBody>
      </p:sp>
      <p:sp>
        <p:nvSpPr>
          <p:cNvPr id="36" name="Oval 35">
            <a:extLst>
              <a:ext uri="{FF2B5EF4-FFF2-40B4-BE49-F238E27FC236}">
                <a16:creationId xmlns:a16="http://schemas.microsoft.com/office/drawing/2014/main" id="{516B636B-2545-4CF2-B29C-509EB6F33317}"/>
              </a:ext>
            </a:extLst>
          </p:cNvPr>
          <p:cNvSpPr/>
          <p:nvPr/>
        </p:nvSpPr>
        <p:spPr>
          <a:xfrm>
            <a:off x="6558794" y="3312612"/>
            <a:ext cx="457200" cy="457200"/>
          </a:xfrm>
          <a:prstGeom prst="ellipse">
            <a:avLst/>
          </a:prstGeom>
          <a:solidFill>
            <a:schemeClr val="bg1"/>
          </a:solidFill>
        </p:spPr>
        <p:style>
          <a:lnRef idx="2">
            <a:schemeClr val="dk1"/>
          </a:lnRef>
          <a:fillRef idx="1">
            <a:schemeClr val="lt1"/>
          </a:fillRef>
          <a:effectRef idx="0">
            <a:schemeClr val="dk1"/>
          </a:effectRef>
          <a:fontRef idx="minor">
            <a:schemeClr val="dk1"/>
          </a:fontRef>
        </p:style>
        <p:txBody>
          <a:bodyPr wrap="square" rtlCol="0" anchor="ctr">
            <a:noAutofit/>
          </a:bodyPr>
          <a:lstStyle/>
          <a:p>
            <a:pPr algn="l"/>
            <a:r>
              <a:rPr lang="en-US" sz="1800">
                <a:solidFill>
                  <a:schemeClr val="tx1"/>
                </a:solidFill>
                <a:latin typeface="Arial" panose="020B0604020202020204" pitchFamily="34" charset="0"/>
                <a:cs typeface="Arial" panose="020B0604020202020204" pitchFamily="34" charset="0"/>
              </a:rPr>
              <a:t>C</a:t>
            </a:r>
            <a:endParaRPr lang="en-US" sz="1800" dirty="0">
              <a:solidFill>
                <a:schemeClr val="tx1"/>
              </a:solidFill>
              <a:latin typeface="Arial" panose="020B0604020202020204" pitchFamily="34" charset="0"/>
              <a:cs typeface="Arial" panose="020B0604020202020204" pitchFamily="34" charset="0"/>
            </a:endParaRPr>
          </a:p>
        </p:txBody>
      </p:sp>
      <p:sp>
        <p:nvSpPr>
          <p:cNvPr id="37" name="TextBox 36">
            <a:extLst>
              <a:ext uri="{FF2B5EF4-FFF2-40B4-BE49-F238E27FC236}">
                <a16:creationId xmlns:a16="http://schemas.microsoft.com/office/drawing/2014/main" id="{B4A377D9-DD90-44E5-9E1D-4F2DF079185C}"/>
              </a:ext>
            </a:extLst>
          </p:cNvPr>
          <p:cNvSpPr txBox="1"/>
          <p:nvPr/>
        </p:nvSpPr>
        <p:spPr>
          <a:xfrm>
            <a:off x="8013767" y="1781537"/>
            <a:ext cx="762000" cy="2031325"/>
          </a:xfrm>
          <a:prstGeom prst="rect">
            <a:avLst/>
          </a:prstGeom>
          <a:noFill/>
        </p:spPr>
        <p:txBody>
          <a:bodyPr wrap="square" rtlCol="0">
            <a:spAutoFit/>
          </a:bodyPr>
          <a:lstStyle/>
          <a:p>
            <a:pPr>
              <a:spcAft>
                <a:spcPts val="1200"/>
              </a:spcAft>
            </a:pPr>
            <a:r>
              <a:rPr lang="en-US" sz="2400" dirty="0">
                <a:solidFill>
                  <a:schemeClr val="tx1"/>
                </a:solidFill>
                <a:latin typeface="+mn-lt"/>
              </a:rPr>
              <a:t>00</a:t>
            </a:r>
          </a:p>
          <a:p>
            <a:pPr>
              <a:spcAft>
                <a:spcPts val="1200"/>
              </a:spcAft>
            </a:pPr>
            <a:r>
              <a:rPr lang="en-US" sz="2400" dirty="0">
                <a:solidFill>
                  <a:schemeClr val="tx1"/>
                </a:solidFill>
                <a:latin typeface="+mn-lt"/>
              </a:rPr>
              <a:t>01</a:t>
            </a:r>
          </a:p>
          <a:p>
            <a:pPr>
              <a:spcAft>
                <a:spcPts val="1200"/>
              </a:spcAft>
            </a:pPr>
            <a:r>
              <a:rPr lang="en-US" sz="2400" dirty="0">
                <a:solidFill>
                  <a:schemeClr val="tx1"/>
                </a:solidFill>
                <a:latin typeface="+mn-lt"/>
              </a:rPr>
              <a:t>10</a:t>
            </a:r>
          </a:p>
          <a:p>
            <a:pPr>
              <a:spcAft>
                <a:spcPts val="1200"/>
              </a:spcAft>
            </a:pPr>
            <a:r>
              <a:rPr lang="en-US" sz="2400" dirty="0">
                <a:solidFill>
                  <a:schemeClr val="tx1"/>
                </a:solidFill>
                <a:latin typeface="+mn-lt"/>
              </a:rPr>
              <a:t>11</a:t>
            </a:r>
          </a:p>
        </p:txBody>
      </p:sp>
      <p:cxnSp>
        <p:nvCxnSpPr>
          <p:cNvPr id="38" name="Straight Connector 37">
            <a:extLst>
              <a:ext uri="{FF2B5EF4-FFF2-40B4-BE49-F238E27FC236}">
                <a16:creationId xmlns:a16="http://schemas.microsoft.com/office/drawing/2014/main" id="{D44F0AE6-7E80-4837-9ACB-B0CC189280E3}"/>
              </a:ext>
            </a:extLst>
          </p:cNvPr>
          <p:cNvCxnSpPr>
            <a:cxnSpLocks/>
            <a:stCxn id="34" idx="6"/>
          </p:cNvCxnSpPr>
          <p:nvPr/>
        </p:nvCxnSpPr>
        <p:spPr>
          <a:xfrm>
            <a:off x="7009003" y="2053188"/>
            <a:ext cx="990600" cy="1546852"/>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95FF79DA-4ACC-4239-ADF6-CE5853C18301}"/>
              </a:ext>
            </a:extLst>
          </p:cNvPr>
          <p:cNvCxnSpPr>
            <a:cxnSpLocks/>
          </p:cNvCxnSpPr>
          <p:nvPr/>
        </p:nvCxnSpPr>
        <p:spPr>
          <a:xfrm flipV="1">
            <a:off x="7015994" y="2087071"/>
            <a:ext cx="1023457" cy="726758"/>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199B57B7-0F16-4E93-8351-DCDDEB52E2A4}"/>
              </a:ext>
            </a:extLst>
          </p:cNvPr>
          <p:cNvCxnSpPr>
            <a:cxnSpLocks/>
          </p:cNvCxnSpPr>
          <p:nvPr/>
        </p:nvCxnSpPr>
        <p:spPr>
          <a:xfrm flipV="1">
            <a:off x="7015994" y="3040961"/>
            <a:ext cx="1023457" cy="482997"/>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16B86399-B444-41BD-A471-DF44FF5BC78C}"/>
              </a:ext>
            </a:extLst>
          </p:cNvPr>
          <p:cNvSpPr txBox="1"/>
          <p:nvPr/>
        </p:nvSpPr>
        <p:spPr>
          <a:xfrm>
            <a:off x="304800" y="3820180"/>
            <a:ext cx="8229600" cy="523220"/>
          </a:xfrm>
          <a:prstGeom prst="rect">
            <a:avLst/>
          </a:prstGeom>
          <a:noFill/>
        </p:spPr>
        <p:txBody>
          <a:bodyPr wrap="square" rtlCol="0">
            <a:spAutoFit/>
          </a:bodyPr>
          <a:lstStyle/>
          <a:p>
            <a:pPr marL="457200" indent="-457200">
              <a:buFont typeface="Arial" panose="020B0604020202020204" pitchFamily="34" charset="0"/>
              <a:buChar char="•"/>
            </a:pPr>
            <a:r>
              <a:rPr lang="zh-CN" altLang="en-US" sz="2800" dirty="0">
                <a:solidFill>
                  <a:schemeClr val="tx1"/>
                </a:solidFill>
                <a:latin typeface="+mn-ea"/>
                <a:ea typeface="+mn-ea"/>
              </a:rPr>
              <a:t>使用</a:t>
            </a:r>
            <a:r>
              <a:rPr lang="en-US" altLang="zh-CN" sz="2800" dirty="0">
                <a:solidFill>
                  <a:schemeClr val="tx1"/>
                </a:solidFill>
                <a:latin typeface="+mn-ea"/>
                <a:ea typeface="+mn-ea"/>
              </a:rPr>
              <a:t>3</a:t>
            </a:r>
            <a:r>
              <a:rPr lang="zh-CN" altLang="en-US" sz="2800" dirty="0">
                <a:solidFill>
                  <a:schemeClr val="tx1"/>
                </a:solidFill>
                <a:latin typeface="+mn-ea"/>
                <a:ea typeface="+mn-ea"/>
              </a:rPr>
              <a:t>比特进行编码（下图只列出了部分编码</a:t>
            </a:r>
            <a:r>
              <a:rPr lang="zh-CN" altLang="en-US" sz="2800" dirty="0">
                <a:latin typeface="+mn-ea"/>
                <a:ea typeface="+mn-ea"/>
              </a:rPr>
              <a:t>）</a:t>
            </a:r>
            <a:endParaRPr lang="en-US" sz="2800" dirty="0">
              <a:solidFill>
                <a:schemeClr val="tx1"/>
              </a:solidFill>
              <a:latin typeface="+mn-ea"/>
              <a:ea typeface="+mn-ea"/>
            </a:endParaRPr>
          </a:p>
        </p:txBody>
      </p:sp>
      <p:sp>
        <p:nvSpPr>
          <p:cNvPr id="58" name="Oval 57">
            <a:extLst>
              <a:ext uri="{FF2B5EF4-FFF2-40B4-BE49-F238E27FC236}">
                <a16:creationId xmlns:a16="http://schemas.microsoft.com/office/drawing/2014/main" id="{71D9F79D-7A2D-42C6-9309-4C65F938FFCC}"/>
              </a:ext>
            </a:extLst>
          </p:cNvPr>
          <p:cNvSpPr/>
          <p:nvPr/>
        </p:nvSpPr>
        <p:spPr>
          <a:xfrm>
            <a:off x="1080250" y="4635310"/>
            <a:ext cx="457200" cy="457200"/>
          </a:xfrm>
          <a:prstGeom prst="ellipse">
            <a:avLst/>
          </a:prstGeom>
          <a:solidFill>
            <a:schemeClr val="bg1"/>
          </a:solidFill>
        </p:spPr>
        <p:style>
          <a:lnRef idx="2">
            <a:schemeClr val="dk1"/>
          </a:lnRef>
          <a:fillRef idx="1">
            <a:schemeClr val="lt1"/>
          </a:fillRef>
          <a:effectRef idx="0">
            <a:schemeClr val="dk1"/>
          </a:effectRef>
          <a:fontRef idx="minor">
            <a:schemeClr val="dk1"/>
          </a:fontRef>
        </p:style>
        <p:txBody>
          <a:bodyPr wrap="square" rtlCol="0" anchor="ctr">
            <a:noAutofit/>
          </a:bodyPr>
          <a:lstStyle/>
          <a:p>
            <a:pPr algn="l"/>
            <a:r>
              <a:rPr lang="en-US" altLang="zh-CN" sz="1800">
                <a:solidFill>
                  <a:schemeClr val="tx1"/>
                </a:solidFill>
                <a:latin typeface="Arial" panose="020B0604020202020204" pitchFamily="34" charset="0"/>
                <a:cs typeface="Arial" panose="020B0604020202020204" pitchFamily="34" charset="0"/>
              </a:rPr>
              <a:t>A</a:t>
            </a:r>
            <a:endParaRPr lang="en-US" sz="1800" dirty="0">
              <a:solidFill>
                <a:schemeClr val="tx1"/>
              </a:solidFill>
              <a:latin typeface="Arial" panose="020B0604020202020204" pitchFamily="34" charset="0"/>
              <a:cs typeface="Arial" panose="020B0604020202020204" pitchFamily="34" charset="0"/>
            </a:endParaRPr>
          </a:p>
        </p:txBody>
      </p:sp>
      <p:sp>
        <p:nvSpPr>
          <p:cNvPr id="59" name="Oval 58">
            <a:extLst>
              <a:ext uri="{FF2B5EF4-FFF2-40B4-BE49-F238E27FC236}">
                <a16:creationId xmlns:a16="http://schemas.microsoft.com/office/drawing/2014/main" id="{2801C382-C36F-461E-8C4F-4F843040CA69}"/>
              </a:ext>
            </a:extLst>
          </p:cNvPr>
          <p:cNvSpPr/>
          <p:nvPr/>
        </p:nvSpPr>
        <p:spPr>
          <a:xfrm>
            <a:off x="1080250" y="5379322"/>
            <a:ext cx="457200" cy="457200"/>
          </a:xfrm>
          <a:prstGeom prst="ellipse">
            <a:avLst/>
          </a:prstGeom>
          <a:solidFill>
            <a:schemeClr val="bg1"/>
          </a:solidFill>
        </p:spPr>
        <p:style>
          <a:lnRef idx="2">
            <a:schemeClr val="dk1"/>
          </a:lnRef>
          <a:fillRef idx="1">
            <a:schemeClr val="lt1"/>
          </a:fillRef>
          <a:effectRef idx="0">
            <a:schemeClr val="dk1"/>
          </a:effectRef>
          <a:fontRef idx="minor">
            <a:schemeClr val="dk1"/>
          </a:fontRef>
        </p:style>
        <p:txBody>
          <a:bodyPr wrap="square" rtlCol="0" anchor="ctr">
            <a:noAutofit/>
          </a:bodyPr>
          <a:lstStyle/>
          <a:p>
            <a:pPr algn="l"/>
            <a:r>
              <a:rPr lang="en-US" sz="1800">
                <a:solidFill>
                  <a:schemeClr val="tx1"/>
                </a:solidFill>
                <a:latin typeface="Arial" panose="020B0604020202020204" pitchFamily="34" charset="0"/>
                <a:cs typeface="Arial" panose="020B0604020202020204" pitchFamily="34" charset="0"/>
              </a:rPr>
              <a:t>B</a:t>
            </a:r>
            <a:endParaRPr lang="en-US" sz="1800" dirty="0">
              <a:solidFill>
                <a:schemeClr val="tx1"/>
              </a:solidFill>
              <a:latin typeface="Arial" panose="020B0604020202020204" pitchFamily="34" charset="0"/>
              <a:cs typeface="Arial" panose="020B0604020202020204" pitchFamily="34" charset="0"/>
            </a:endParaRPr>
          </a:p>
        </p:txBody>
      </p:sp>
      <p:sp>
        <p:nvSpPr>
          <p:cNvPr id="60" name="Oval 59">
            <a:extLst>
              <a:ext uri="{FF2B5EF4-FFF2-40B4-BE49-F238E27FC236}">
                <a16:creationId xmlns:a16="http://schemas.microsoft.com/office/drawing/2014/main" id="{BA791C46-5FEC-4EA9-9AFC-E18B9E74040E}"/>
              </a:ext>
            </a:extLst>
          </p:cNvPr>
          <p:cNvSpPr/>
          <p:nvPr/>
        </p:nvSpPr>
        <p:spPr>
          <a:xfrm>
            <a:off x="1087241" y="6123334"/>
            <a:ext cx="457200" cy="457200"/>
          </a:xfrm>
          <a:prstGeom prst="ellipse">
            <a:avLst/>
          </a:prstGeom>
          <a:solidFill>
            <a:schemeClr val="bg1"/>
          </a:solidFill>
        </p:spPr>
        <p:style>
          <a:lnRef idx="2">
            <a:schemeClr val="dk1"/>
          </a:lnRef>
          <a:fillRef idx="1">
            <a:schemeClr val="lt1"/>
          </a:fillRef>
          <a:effectRef idx="0">
            <a:schemeClr val="dk1"/>
          </a:effectRef>
          <a:fontRef idx="minor">
            <a:schemeClr val="dk1"/>
          </a:fontRef>
        </p:style>
        <p:txBody>
          <a:bodyPr wrap="square" rtlCol="0" anchor="ctr">
            <a:noAutofit/>
          </a:bodyPr>
          <a:lstStyle/>
          <a:p>
            <a:pPr algn="l"/>
            <a:r>
              <a:rPr lang="en-US" sz="1800">
                <a:solidFill>
                  <a:schemeClr val="tx1"/>
                </a:solidFill>
                <a:latin typeface="Arial" panose="020B0604020202020204" pitchFamily="34" charset="0"/>
                <a:cs typeface="Arial" panose="020B0604020202020204" pitchFamily="34" charset="0"/>
              </a:rPr>
              <a:t>C</a:t>
            </a:r>
            <a:endParaRPr lang="en-US" sz="1800" dirty="0">
              <a:solidFill>
                <a:schemeClr val="tx1"/>
              </a:solidFill>
              <a:latin typeface="Arial" panose="020B0604020202020204" pitchFamily="34" charset="0"/>
              <a:cs typeface="Arial" panose="020B0604020202020204" pitchFamily="34" charset="0"/>
            </a:endParaRPr>
          </a:p>
        </p:txBody>
      </p:sp>
      <p:sp>
        <p:nvSpPr>
          <p:cNvPr id="61" name="TextBox 60">
            <a:extLst>
              <a:ext uri="{FF2B5EF4-FFF2-40B4-BE49-F238E27FC236}">
                <a16:creationId xmlns:a16="http://schemas.microsoft.com/office/drawing/2014/main" id="{EFC105BD-7A78-4940-A54A-30D64FD199F9}"/>
              </a:ext>
            </a:extLst>
          </p:cNvPr>
          <p:cNvSpPr txBox="1"/>
          <p:nvPr/>
        </p:nvSpPr>
        <p:spPr>
          <a:xfrm>
            <a:off x="2895600" y="4294311"/>
            <a:ext cx="983609" cy="2554545"/>
          </a:xfrm>
          <a:prstGeom prst="rect">
            <a:avLst/>
          </a:prstGeom>
          <a:noFill/>
        </p:spPr>
        <p:txBody>
          <a:bodyPr wrap="square" rtlCol="0">
            <a:spAutoFit/>
          </a:bodyPr>
          <a:lstStyle/>
          <a:p>
            <a:pPr>
              <a:spcAft>
                <a:spcPts val="1200"/>
              </a:spcAft>
            </a:pPr>
            <a:r>
              <a:rPr lang="en-US" sz="2400" dirty="0">
                <a:solidFill>
                  <a:schemeClr val="tx1"/>
                </a:solidFill>
                <a:latin typeface="+mn-lt"/>
              </a:rPr>
              <a:t>001</a:t>
            </a:r>
          </a:p>
          <a:p>
            <a:pPr>
              <a:spcAft>
                <a:spcPts val="1200"/>
              </a:spcAft>
            </a:pPr>
            <a:r>
              <a:rPr lang="en-US" sz="2400" dirty="0">
                <a:solidFill>
                  <a:schemeClr val="tx1"/>
                </a:solidFill>
                <a:latin typeface="+mn-lt"/>
              </a:rPr>
              <a:t>010</a:t>
            </a:r>
          </a:p>
          <a:p>
            <a:pPr>
              <a:spcAft>
                <a:spcPts val="1200"/>
              </a:spcAft>
            </a:pPr>
            <a:r>
              <a:rPr lang="en-US" sz="2400" dirty="0">
                <a:solidFill>
                  <a:schemeClr val="tx1"/>
                </a:solidFill>
                <a:latin typeface="+mn-lt"/>
              </a:rPr>
              <a:t>100</a:t>
            </a:r>
          </a:p>
          <a:p>
            <a:pPr>
              <a:spcAft>
                <a:spcPts val="1200"/>
              </a:spcAft>
            </a:pPr>
            <a:r>
              <a:rPr lang="en-US" sz="2400" dirty="0">
                <a:solidFill>
                  <a:schemeClr val="tx1"/>
                </a:solidFill>
                <a:latin typeface="+mn-lt"/>
              </a:rPr>
              <a:t>000</a:t>
            </a:r>
          </a:p>
          <a:p>
            <a:pPr>
              <a:spcAft>
                <a:spcPts val="1200"/>
              </a:spcAft>
            </a:pPr>
            <a:r>
              <a:rPr lang="en-US" sz="2400" dirty="0">
                <a:solidFill>
                  <a:schemeClr val="tx1"/>
                </a:solidFill>
                <a:latin typeface="+mn-lt"/>
              </a:rPr>
              <a:t>111</a:t>
            </a:r>
          </a:p>
        </p:txBody>
      </p:sp>
      <p:cxnSp>
        <p:nvCxnSpPr>
          <p:cNvPr id="62" name="Straight Connector 61">
            <a:extLst>
              <a:ext uri="{FF2B5EF4-FFF2-40B4-BE49-F238E27FC236}">
                <a16:creationId xmlns:a16="http://schemas.microsoft.com/office/drawing/2014/main" id="{102C4C6D-14CB-4A98-ACF7-8333135F9CCD}"/>
              </a:ext>
            </a:extLst>
          </p:cNvPr>
          <p:cNvCxnSpPr>
            <a:cxnSpLocks/>
            <a:stCxn id="58" idx="6"/>
          </p:cNvCxnSpPr>
          <p:nvPr/>
        </p:nvCxnSpPr>
        <p:spPr>
          <a:xfrm>
            <a:off x="1537450" y="4863910"/>
            <a:ext cx="1371600" cy="77340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63929ED6-A207-4003-8AD0-4BFAD4DF340D}"/>
              </a:ext>
            </a:extLst>
          </p:cNvPr>
          <p:cNvCxnSpPr>
            <a:cxnSpLocks/>
          </p:cNvCxnSpPr>
          <p:nvPr/>
        </p:nvCxnSpPr>
        <p:spPr>
          <a:xfrm>
            <a:off x="1544441" y="5642739"/>
            <a:ext cx="1378591" cy="98204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6E69179D-552B-4258-97CF-E190154E8A78}"/>
              </a:ext>
            </a:extLst>
          </p:cNvPr>
          <p:cNvCxnSpPr>
            <a:cxnSpLocks/>
          </p:cNvCxnSpPr>
          <p:nvPr/>
        </p:nvCxnSpPr>
        <p:spPr>
          <a:xfrm flipV="1">
            <a:off x="1537450" y="4596454"/>
            <a:ext cx="1295400" cy="177986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2" name="Title 4">
            <a:extLst>
              <a:ext uri="{FF2B5EF4-FFF2-40B4-BE49-F238E27FC236}">
                <a16:creationId xmlns:a16="http://schemas.microsoft.com/office/drawing/2014/main" id="{3879293E-5160-E40F-664A-9BB5D593DA34}"/>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en-US" altLang="zh-CN" dirty="0">
                <a:ea typeface="黑体" panose="02010609060101010101" pitchFamily="49" charset="-122"/>
              </a:rPr>
              <a:t>Step3: </a:t>
            </a:r>
            <a:r>
              <a:rPr lang="zh-CN" altLang="en-US" dirty="0">
                <a:ea typeface="黑体" panose="02010609060101010101" pitchFamily="49" charset="-122"/>
              </a:rPr>
              <a:t>状态分配</a:t>
            </a:r>
            <a:r>
              <a:rPr lang="zh-CN" altLang="en-US" dirty="0"/>
              <a:t>（三个状态为例）</a:t>
            </a:r>
            <a:endParaRPr lang="en-CN" altLang="zh-CN" sz="4000" dirty="0">
              <a:solidFill>
                <a:srgbClr val="0000FF"/>
              </a:solidFill>
              <a:latin typeface="Arial" panose="020B0604020202020204" pitchFamily="34" charset="0"/>
              <a:cs typeface="Arial" panose="020B0604020202020204" pitchFamily="34" charset="0"/>
            </a:endParaRPr>
          </a:p>
        </p:txBody>
      </p:sp>
      <p:sp>
        <p:nvSpPr>
          <p:cNvPr id="3" name="Oval 47">
            <a:extLst>
              <a:ext uri="{FF2B5EF4-FFF2-40B4-BE49-F238E27FC236}">
                <a16:creationId xmlns:a16="http://schemas.microsoft.com/office/drawing/2014/main" id="{252E0022-7D1E-D16F-50A2-893B5EC38748}"/>
              </a:ext>
            </a:extLst>
          </p:cNvPr>
          <p:cNvSpPr/>
          <p:nvPr/>
        </p:nvSpPr>
        <p:spPr>
          <a:xfrm>
            <a:off x="4737850" y="4610273"/>
            <a:ext cx="457200" cy="457200"/>
          </a:xfrm>
          <a:prstGeom prst="ellipse">
            <a:avLst/>
          </a:prstGeom>
          <a:solidFill>
            <a:schemeClr val="bg1"/>
          </a:solidFill>
        </p:spPr>
        <p:style>
          <a:lnRef idx="2">
            <a:schemeClr val="dk1"/>
          </a:lnRef>
          <a:fillRef idx="1">
            <a:schemeClr val="lt1"/>
          </a:fillRef>
          <a:effectRef idx="0">
            <a:schemeClr val="dk1"/>
          </a:effectRef>
          <a:fontRef idx="minor">
            <a:schemeClr val="dk1"/>
          </a:fontRef>
        </p:style>
        <p:txBody>
          <a:bodyPr wrap="square" rtlCol="0" anchor="ctr">
            <a:noAutofit/>
          </a:bodyPr>
          <a:lstStyle/>
          <a:p>
            <a:pPr algn="l"/>
            <a:r>
              <a:rPr lang="en-US" altLang="zh-CN" sz="1800">
                <a:solidFill>
                  <a:schemeClr val="tx1"/>
                </a:solidFill>
                <a:latin typeface="Arial" panose="020B0604020202020204" pitchFamily="34" charset="0"/>
                <a:cs typeface="Arial" panose="020B0604020202020204" pitchFamily="34" charset="0"/>
              </a:rPr>
              <a:t>A</a:t>
            </a:r>
            <a:endParaRPr lang="en-US" sz="1800" dirty="0">
              <a:solidFill>
                <a:schemeClr val="tx1"/>
              </a:solidFill>
              <a:latin typeface="Arial" panose="020B0604020202020204" pitchFamily="34" charset="0"/>
              <a:cs typeface="Arial" panose="020B0604020202020204" pitchFamily="34" charset="0"/>
            </a:endParaRPr>
          </a:p>
        </p:txBody>
      </p:sp>
      <p:sp>
        <p:nvSpPr>
          <p:cNvPr id="5" name="Oval 48">
            <a:extLst>
              <a:ext uri="{FF2B5EF4-FFF2-40B4-BE49-F238E27FC236}">
                <a16:creationId xmlns:a16="http://schemas.microsoft.com/office/drawing/2014/main" id="{7514C5C7-6EAA-0197-1DC5-2EF6247937DA}"/>
              </a:ext>
            </a:extLst>
          </p:cNvPr>
          <p:cNvSpPr/>
          <p:nvPr/>
        </p:nvSpPr>
        <p:spPr>
          <a:xfrm>
            <a:off x="4737850" y="5354285"/>
            <a:ext cx="457200" cy="457200"/>
          </a:xfrm>
          <a:prstGeom prst="ellipse">
            <a:avLst/>
          </a:prstGeom>
          <a:solidFill>
            <a:schemeClr val="bg1"/>
          </a:solidFill>
        </p:spPr>
        <p:style>
          <a:lnRef idx="2">
            <a:schemeClr val="dk1"/>
          </a:lnRef>
          <a:fillRef idx="1">
            <a:schemeClr val="lt1"/>
          </a:fillRef>
          <a:effectRef idx="0">
            <a:schemeClr val="dk1"/>
          </a:effectRef>
          <a:fontRef idx="minor">
            <a:schemeClr val="dk1"/>
          </a:fontRef>
        </p:style>
        <p:txBody>
          <a:bodyPr wrap="square" rtlCol="0" anchor="ctr">
            <a:noAutofit/>
          </a:bodyPr>
          <a:lstStyle/>
          <a:p>
            <a:pPr algn="l"/>
            <a:r>
              <a:rPr lang="en-US" sz="1800">
                <a:solidFill>
                  <a:schemeClr val="tx1"/>
                </a:solidFill>
                <a:latin typeface="Arial" panose="020B0604020202020204" pitchFamily="34" charset="0"/>
                <a:cs typeface="Arial" panose="020B0604020202020204" pitchFamily="34" charset="0"/>
              </a:rPr>
              <a:t>B</a:t>
            </a:r>
            <a:endParaRPr lang="en-US" sz="1800" dirty="0">
              <a:solidFill>
                <a:schemeClr val="tx1"/>
              </a:solidFill>
              <a:latin typeface="Arial" panose="020B0604020202020204" pitchFamily="34" charset="0"/>
              <a:cs typeface="Arial" panose="020B0604020202020204" pitchFamily="34" charset="0"/>
            </a:endParaRPr>
          </a:p>
        </p:txBody>
      </p:sp>
      <p:sp>
        <p:nvSpPr>
          <p:cNvPr id="6" name="Oval 49">
            <a:extLst>
              <a:ext uri="{FF2B5EF4-FFF2-40B4-BE49-F238E27FC236}">
                <a16:creationId xmlns:a16="http://schemas.microsoft.com/office/drawing/2014/main" id="{5A6D1448-1621-7B7E-58B7-2D7931FB81FA}"/>
              </a:ext>
            </a:extLst>
          </p:cNvPr>
          <p:cNvSpPr/>
          <p:nvPr/>
        </p:nvSpPr>
        <p:spPr>
          <a:xfrm>
            <a:off x="4744841" y="6098297"/>
            <a:ext cx="457200" cy="457200"/>
          </a:xfrm>
          <a:prstGeom prst="ellipse">
            <a:avLst/>
          </a:prstGeom>
          <a:solidFill>
            <a:schemeClr val="bg1"/>
          </a:solidFill>
        </p:spPr>
        <p:style>
          <a:lnRef idx="2">
            <a:schemeClr val="dk1"/>
          </a:lnRef>
          <a:fillRef idx="1">
            <a:schemeClr val="lt1"/>
          </a:fillRef>
          <a:effectRef idx="0">
            <a:schemeClr val="dk1"/>
          </a:effectRef>
          <a:fontRef idx="minor">
            <a:schemeClr val="dk1"/>
          </a:fontRef>
        </p:style>
        <p:txBody>
          <a:bodyPr wrap="square" rtlCol="0" anchor="ctr">
            <a:noAutofit/>
          </a:bodyPr>
          <a:lstStyle/>
          <a:p>
            <a:pPr algn="l"/>
            <a:r>
              <a:rPr lang="en-US" sz="1800">
                <a:solidFill>
                  <a:schemeClr val="tx1"/>
                </a:solidFill>
                <a:latin typeface="Arial" panose="020B0604020202020204" pitchFamily="34" charset="0"/>
                <a:cs typeface="Arial" panose="020B0604020202020204" pitchFamily="34" charset="0"/>
              </a:rPr>
              <a:t>C</a:t>
            </a:r>
            <a:endParaRPr lang="en-US" sz="1800" dirty="0">
              <a:solidFill>
                <a:schemeClr val="tx1"/>
              </a:solidFill>
              <a:latin typeface="Arial" panose="020B0604020202020204" pitchFamily="34" charset="0"/>
              <a:cs typeface="Arial" panose="020B0604020202020204" pitchFamily="34" charset="0"/>
            </a:endParaRPr>
          </a:p>
        </p:txBody>
      </p:sp>
      <p:sp>
        <p:nvSpPr>
          <p:cNvPr id="7" name="TextBox 50">
            <a:extLst>
              <a:ext uri="{FF2B5EF4-FFF2-40B4-BE49-F238E27FC236}">
                <a16:creationId xmlns:a16="http://schemas.microsoft.com/office/drawing/2014/main" id="{90CA0984-BC37-4895-0460-7CB7AC3FC063}"/>
              </a:ext>
            </a:extLst>
          </p:cNvPr>
          <p:cNvSpPr txBox="1"/>
          <p:nvPr/>
        </p:nvSpPr>
        <p:spPr>
          <a:xfrm>
            <a:off x="6470009" y="4305612"/>
            <a:ext cx="983609" cy="2554545"/>
          </a:xfrm>
          <a:prstGeom prst="rect">
            <a:avLst/>
          </a:prstGeom>
          <a:noFill/>
        </p:spPr>
        <p:txBody>
          <a:bodyPr wrap="square" rtlCol="0">
            <a:spAutoFit/>
          </a:bodyPr>
          <a:lstStyle/>
          <a:p>
            <a:pPr>
              <a:spcAft>
                <a:spcPts val="1200"/>
              </a:spcAft>
            </a:pPr>
            <a:r>
              <a:rPr lang="en-US" sz="2400" dirty="0">
                <a:solidFill>
                  <a:schemeClr val="tx1"/>
                </a:solidFill>
                <a:latin typeface="+mn-lt"/>
              </a:rPr>
              <a:t>001</a:t>
            </a:r>
          </a:p>
          <a:p>
            <a:pPr>
              <a:spcAft>
                <a:spcPts val="1200"/>
              </a:spcAft>
            </a:pPr>
            <a:r>
              <a:rPr lang="en-US" sz="2400" dirty="0">
                <a:solidFill>
                  <a:schemeClr val="tx1"/>
                </a:solidFill>
                <a:latin typeface="+mn-lt"/>
              </a:rPr>
              <a:t>010</a:t>
            </a:r>
          </a:p>
          <a:p>
            <a:pPr>
              <a:spcAft>
                <a:spcPts val="1200"/>
              </a:spcAft>
            </a:pPr>
            <a:r>
              <a:rPr lang="en-US" sz="2400" dirty="0">
                <a:solidFill>
                  <a:schemeClr val="tx1"/>
                </a:solidFill>
                <a:latin typeface="+mn-lt"/>
              </a:rPr>
              <a:t>100</a:t>
            </a:r>
          </a:p>
          <a:p>
            <a:pPr>
              <a:spcAft>
                <a:spcPts val="1200"/>
              </a:spcAft>
            </a:pPr>
            <a:r>
              <a:rPr lang="en-US" sz="2400" dirty="0">
                <a:solidFill>
                  <a:schemeClr val="tx1"/>
                </a:solidFill>
                <a:latin typeface="+mn-lt"/>
              </a:rPr>
              <a:t>000</a:t>
            </a:r>
          </a:p>
          <a:p>
            <a:pPr>
              <a:spcAft>
                <a:spcPts val="1200"/>
              </a:spcAft>
            </a:pPr>
            <a:r>
              <a:rPr lang="en-US" sz="2400" dirty="0">
                <a:solidFill>
                  <a:schemeClr val="tx1"/>
                </a:solidFill>
                <a:latin typeface="+mn-lt"/>
              </a:rPr>
              <a:t>111</a:t>
            </a:r>
          </a:p>
        </p:txBody>
      </p:sp>
      <p:cxnSp>
        <p:nvCxnSpPr>
          <p:cNvPr id="8" name="Straight Connector 51">
            <a:extLst>
              <a:ext uri="{FF2B5EF4-FFF2-40B4-BE49-F238E27FC236}">
                <a16:creationId xmlns:a16="http://schemas.microsoft.com/office/drawing/2014/main" id="{5428794D-63C5-B9DC-05A8-4ADA35E350F1}"/>
              </a:ext>
            </a:extLst>
          </p:cNvPr>
          <p:cNvCxnSpPr>
            <a:cxnSpLocks/>
            <a:stCxn id="3" idx="6"/>
          </p:cNvCxnSpPr>
          <p:nvPr/>
        </p:nvCxnSpPr>
        <p:spPr>
          <a:xfrm flipV="1">
            <a:off x="5195050" y="4610273"/>
            <a:ext cx="1295400" cy="228600"/>
          </a:xfrm>
          <a:prstGeom prst="line">
            <a:avLst/>
          </a:prstGeom>
          <a:ln w="38100">
            <a:solidFill>
              <a:srgbClr val="3333FF"/>
            </a:solidFill>
          </a:ln>
        </p:spPr>
        <p:style>
          <a:lnRef idx="1">
            <a:schemeClr val="accent1"/>
          </a:lnRef>
          <a:fillRef idx="0">
            <a:schemeClr val="accent1"/>
          </a:fillRef>
          <a:effectRef idx="0">
            <a:schemeClr val="accent1"/>
          </a:effectRef>
          <a:fontRef idx="minor">
            <a:schemeClr val="tx1"/>
          </a:fontRef>
        </p:style>
      </p:cxnSp>
      <p:cxnSp>
        <p:nvCxnSpPr>
          <p:cNvPr id="9" name="Straight Connector 52">
            <a:extLst>
              <a:ext uri="{FF2B5EF4-FFF2-40B4-BE49-F238E27FC236}">
                <a16:creationId xmlns:a16="http://schemas.microsoft.com/office/drawing/2014/main" id="{DE090085-56DF-6111-E3A9-8CF8909A50B2}"/>
              </a:ext>
            </a:extLst>
          </p:cNvPr>
          <p:cNvCxnSpPr>
            <a:cxnSpLocks/>
          </p:cNvCxnSpPr>
          <p:nvPr/>
        </p:nvCxnSpPr>
        <p:spPr>
          <a:xfrm>
            <a:off x="5202041" y="5569225"/>
            <a:ext cx="1364609" cy="0"/>
          </a:xfrm>
          <a:prstGeom prst="line">
            <a:avLst/>
          </a:prstGeom>
          <a:ln w="38100">
            <a:solidFill>
              <a:srgbClr val="3333FF"/>
            </a:solidFill>
          </a:ln>
        </p:spPr>
        <p:style>
          <a:lnRef idx="1">
            <a:schemeClr val="accent1"/>
          </a:lnRef>
          <a:fillRef idx="0">
            <a:schemeClr val="accent1"/>
          </a:fillRef>
          <a:effectRef idx="0">
            <a:schemeClr val="accent1"/>
          </a:effectRef>
          <a:fontRef idx="minor">
            <a:schemeClr val="tx1"/>
          </a:fontRef>
        </p:style>
      </p:cxnSp>
      <p:cxnSp>
        <p:nvCxnSpPr>
          <p:cNvPr id="15" name="Straight Connector 53">
            <a:extLst>
              <a:ext uri="{FF2B5EF4-FFF2-40B4-BE49-F238E27FC236}">
                <a16:creationId xmlns:a16="http://schemas.microsoft.com/office/drawing/2014/main" id="{7E4BEE03-7D24-9F90-455F-1804C5EA0E5D}"/>
              </a:ext>
            </a:extLst>
          </p:cNvPr>
          <p:cNvCxnSpPr>
            <a:cxnSpLocks/>
          </p:cNvCxnSpPr>
          <p:nvPr/>
        </p:nvCxnSpPr>
        <p:spPr>
          <a:xfrm flipV="1">
            <a:off x="5202041" y="5125685"/>
            <a:ext cx="1288409" cy="1201212"/>
          </a:xfrm>
          <a:prstGeom prst="line">
            <a:avLst/>
          </a:prstGeom>
          <a:ln w="38100">
            <a:solidFill>
              <a:srgbClr val="3333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020060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3259D7DD-E1BE-4482-9234-29898EB39847}" type="slidenum">
              <a:rPr lang="en-US" altLang="zh-CN" smtClean="0"/>
              <a:pPr>
                <a:defRPr/>
              </a:pPr>
              <a:t>47</a:t>
            </a:fld>
            <a:endParaRPr lang="en-US" altLang="zh-CN" dirty="0"/>
          </a:p>
        </p:txBody>
      </p:sp>
      <p:sp>
        <p:nvSpPr>
          <p:cNvPr id="104452" name="Rectangle 3"/>
          <p:cNvSpPr>
            <a:spLocks noGrp="1" noChangeArrowheads="1"/>
          </p:cNvSpPr>
          <p:nvPr>
            <p:ph idx="4294967295"/>
          </p:nvPr>
        </p:nvSpPr>
        <p:spPr>
          <a:xfrm>
            <a:off x="533400" y="1451407"/>
            <a:ext cx="8458200" cy="1977593"/>
          </a:xfrm>
        </p:spPr>
        <p:txBody>
          <a:bodyPr>
            <a:normAutofit/>
          </a:bodyPr>
          <a:lstStyle/>
          <a:p>
            <a:r>
              <a:rPr lang="zh-CN" altLang="en-US" sz="2800" b="0" dirty="0">
                <a:latin typeface="Arial" panose="020B0604020202020204" pitchFamily="34" charset="0"/>
                <a:ea typeface="SimHei" panose="02010609060101010101" pitchFamily="49" charset="-122"/>
                <a:cs typeface="Arial" panose="020B0604020202020204" pitchFamily="34" charset="0"/>
              </a:rPr>
              <a:t>独热编码</a:t>
            </a:r>
            <a:r>
              <a:rPr lang="en-US" altLang="zh-CN" sz="2800" b="0" dirty="0">
                <a:solidFill>
                  <a:srgbClr val="3333FF"/>
                </a:solidFill>
                <a:ea typeface="SimHei" panose="02010609060101010101" pitchFamily="49" charset="-122"/>
              </a:rPr>
              <a:t>(One-hot Encoding)</a:t>
            </a:r>
            <a:endParaRPr lang="en-US" altLang="zh-CN" sz="2800" b="0" dirty="0">
              <a:latin typeface="Arial" panose="020B0604020202020204" pitchFamily="34" charset="0"/>
              <a:ea typeface="SimHei" panose="02010609060101010101" pitchFamily="49" charset="-122"/>
              <a:cs typeface="Arial" panose="020B0604020202020204" pitchFamily="34" charset="0"/>
            </a:endParaRPr>
          </a:p>
          <a:p>
            <a:pPr lvl="1"/>
            <a:r>
              <a:rPr lang="zh-CN" altLang="en-US" sz="2400" b="0" dirty="0">
                <a:latin typeface="Arial" panose="020B0604020202020204" pitchFamily="34" charset="0"/>
                <a:ea typeface="SimHei" panose="02010609060101010101" pitchFamily="49" charset="-122"/>
                <a:cs typeface="Arial" panose="020B0604020202020204" pitchFamily="34" charset="0"/>
              </a:rPr>
              <a:t>引入更多触发器，以便简化次态和输出逻辑</a:t>
            </a:r>
            <a:endParaRPr lang="en-US" altLang="zh-CN" sz="2400" b="0" dirty="0">
              <a:latin typeface="Arial" panose="020B0604020202020204" pitchFamily="34" charset="0"/>
              <a:ea typeface="SimHei" panose="02010609060101010101" pitchFamily="49" charset="-122"/>
              <a:cs typeface="Arial" panose="020B0604020202020204" pitchFamily="34" charset="0"/>
            </a:endParaRPr>
          </a:p>
          <a:p>
            <a:pPr lvl="1"/>
            <a:r>
              <a:rPr lang="en-US" altLang="zh-CN" sz="2400" b="0" dirty="0">
                <a:latin typeface="Arial" panose="020B0604020202020204" pitchFamily="34" charset="0"/>
                <a:ea typeface="SimHei" panose="02010609060101010101" pitchFamily="49" charset="-122"/>
                <a:cs typeface="Arial" panose="020B0604020202020204" pitchFamily="34" charset="0"/>
              </a:rPr>
              <a:t>n</a:t>
            </a:r>
            <a:r>
              <a:rPr lang="zh-CN" altLang="en-US" sz="2400" b="0" dirty="0">
                <a:latin typeface="Arial" panose="020B0604020202020204" pitchFamily="34" charset="0"/>
                <a:ea typeface="SimHei" panose="02010609060101010101" pitchFamily="49" charset="-122"/>
                <a:cs typeface="Arial" panose="020B0604020202020204" pitchFamily="34" charset="0"/>
              </a:rPr>
              <a:t>个状态用</a:t>
            </a:r>
            <a:r>
              <a:rPr lang="en-US" altLang="zh-CN" sz="2400" b="0" dirty="0">
                <a:latin typeface="Arial" panose="020B0604020202020204" pitchFamily="34" charset="0"/>
                <a:ea typeface="SimHei" panose="02010609060101010101" pitchFamily="49" charset="-122"/>
                <a:cs typeface="Arial" panose="020B0604020202020204" pitchFamily="34" charset="0"/>
              </a:rPr>
              <a:t>n</a:t>
            </a:r>
            <a:r>
              <a:rPr lang="zh-CN" altLang="en-US" sz="2400" b="0" dirty="0">
                <a:latin typeface="Arial" panose="020B0604020202020204" pitchFamily="34" charset="0"/>
                <a:ea typeface="SimHei" panose="02010609060101010101" pitchFamily="49" charset="-122"/>
                <a:cs typeface="Arial" panose="020B0604020202020204" pitchFamily="34" charset="0"/>
              </a:rPr>
              <a:t>个触发器进行编码</a:t>
            </a:r>
            <a:endParaRPr lang="en-US" altLang="zh-CN" sz="2400" b="0" dirty="0">
              <a:latin typeface="Arial" panose="020B0604020202020204" pitchFamily="34" charset="0"/>
              <a:ea typeface="SimHei" panose="02010609060101010101" pitchFamily="49" charset="-122"/>
              <a:cs typeface="Arial" panose="020B0604020202020204" pitchFamily="34" charset="0"/>
            </a:endParaRPr>
          </a:p>
          <a:p>
            <a:pPr lvl="1"/>
            <a:r>
              <a:rPr lang="zh-CN" altLang="en-US" sz="2400" b="0" dirty="0">
                <a:latin typeface="Arial" panose="020B0604020202020204" pitchFamily="34" charset="0"/>
                <a:ea typeface="SimHei" panose="02010609060101010101" pitchFamily="49" charset="-122"/>
                <a:cs typeface="Arial" panose="020B0604020202020204" pitchFamily="34" charset="0"/>
              </a:rPr>
              <a:t>每个状态都用一个</a:t>
            </a:r>
            <a:r>
              <a:rPr lang="en-US" altLang="zh-CN" sz="2400" b="0" dirty="0">
                <a:latin typeface="Arial" panose="020B0604020202020204" pitchFamily="34" charset="0"/>
                <a:ea typeface="SimHei" panose="02010609060101010101" pitchFamily="49" charset="-122"/>
                <a:cs typeface="Arial" panose="020B0604020202020204" pitchFamily="34" charset="0"/>
              </a:rPr>
              <a:t>n</a:t>
            </a:r>
            <a:r>
              <a:rPr lang="zh-CN" altLang="en-US" sz="2400" b="0" dirty="0">
                <a:latin typeface="Arial" panose="020B0604020202020204" pitchFamily="34" charset="0"/>
                <a:ea typeface="SimHei" panose="02010609060101010101" pitchFamily="49" charset="-122"/>
                <a:cs typeface="Arial" panose="020B0604020202020204" pitchFamily="34" charset="0"/>
              </a:rPr>
              <a:t>位二进制码表示，其中只有</a:t>
            </a:r>
            <a:r>
              <a:rPr lang="en-US" altLang="zh-CN" sz="2400" b="0" dirty="0">
                <a:latin typeface="Arial" panose="020B0604020202020204" pitchFamily="34" charset="0"/>
                <a:ea typeface="SimHei" panose="02010609060101010101" pitchFamily="49" charset="-122"/>
                <a:cs typeface="Arial" panose="020B0604020202020204" pitchFamily="34" charset="0"/>
              </a:rPr>
              <a:t>1</a:t>
            </a:r>
            <a:r>
              <a:rPr lang="zh-CN" altLang="en-US" sz="2400" b="0" dirty="0">
                <a:latin typeface="Arial" panose="020B0604020202020204" pitchFamily="34" charset="0"/>
                <a:ea typeface="SimHei" panose="02010609060101010101" pitchFamily="49" charset="-122"/>
                <a:cs typeface="Arial" panose="020B0604020202020204" pitchFamily="34" charset="0"/>
              </a:rPr>
              <a:t>位被置</a:t>
            </a:r>
            <a:r>
              <a:rPr lang="en-US" altLang="zh-CN" sz="2400" b="0" dirty="0">
                <a:latin typeface="Arial" panose="020B0604020202020204" pitchFamily="34" charset="0"/>
                <a:ea typeface="SimHei" panose="02010609060101010101" pitchFamily="49" charset="-122"/>
                <a:cs typeface="Arial" panose="020B0604020202020204" pitchFamily="34" charset="0"/>
              </a:rPr>
              <a:t>1</a:t>
            </a:r>
          </a:p>
        </p:txBody>
      </p:sp>
      <p:sp>
        <p:nvSpPr>
          <p:cNvPr id="2" name="Title 4">
            <a:extLst>
              <a:ext uri="{FF2B5EF4-FFF2-40B4-BE49-F238E27FC236}">
                <a16:creationId xmlns:a16="http://schemas.microsoft.com/office/drawing/2014/main" id="{843AD3E6-2833-A6A5-B455-3370B14CE705}"/>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en-US" altLang="zh-CN" sz="4000" dirty="0">
                <a:ea typeface="黑体" panose="02010609060101010101" pitchFamily="49" charset="-122"/>
              </a:rPr>
              <a:t>Step3: </a:t>
            </a:r>
            <a:r>
              <a:rPr lang="zh-CN" altLang="en-US" sz="4000" dirty="0">
                <a:ea typeface="黑体" panose="02010609060101010101" pitchFamily="49" charset="-122"/>
              </a:rPr>
              <a:t>状态分配</a:t>
            </a:r>
            <a:endParaRPr lang="en-CN" altLang="zh-CN" sz="4000" dirty="0">
              <a:solidFill>
                <a:srgbClr val="0000FF"/>
              </a:solidFill>
              <a:latin typeface="Arial" panose="020B0604020202020204" pitchFamily="34" charset="0"/>
              <a:cs typeface="Arial" panose="020B0604020202020204" pitchFamily="34" charset="0"/>
            </a:endParaRPr>
          </a:p>
        </p:txBody>
      </p:sp>
      <p:grpSp>
        <p:nvGrpSpPr>
          <p:cNvPr id="3" name="组合 2">
            <a:extLst>
              <a:ext uri="{FF2B5EF4-FFF2-40B4-BE49-F238E27FC236}">
                <a16:creationId xmlns:a16="http://schemas.microsoft.com/office/drawing/2014/main" id="{CA81C762-86DF-945E-2E4B-2396823DC986}"/>
              </a:ext>
            </a:extLst>
          </p:cNvPr>
          <p:cNvGrpSpPr/>
          <p:nvPr/>
        </p:nvGrpSpPr>
        <p:grpSpPr>
          <a:xfrm>
            <a:off x="3363020" y="3690680"/>
            <a:ext cx="2798959" cy="2554545"/>
            <a:chOff x="5887841" y="2342033"/>
            <a:chExt cx="2798959" cy="2554545"/>
          </a:xfrm>
        </p:grpSpPr>
        <p:sp>
          <p:nvSpPr>
            <p:cNvPr id="5" name="Oval 57">
              <a:extLst>
                <a:ext uri="{FF2B5EF4-FFF2-40B4-BE49-F238E27FC236}">
                  <a16:creationId xmlns:a16="http://schemas.microsoft.com/office/drawing/2014/main" id="{EC266B93-18CA-DFC4-A8E8-DB78F338D751}"/>
                </a:ext>
              </a:extLst>
            </p:cNvPr>
            <p:cNvSpPr/>
            <p:nvPr/>
          </p:nvSpPr>
          <p:spPr>
            <a:xfrm>
              <a:off x="5887841" y="2683032"/>
              <a:ext cx="457200" cy="457200"/>
            </a:xfrm>
            <a:prstGeom prst="ellipse">
              <a:avLst/>
            </a:prstGeom>
            <a:solidFill>
              <a:schemeClr val="bg1"/>
            </a:solidFill>
          </p:spPr>
          <p:style>
            <a:lnRef idx="2">
              <a:schemeClr val="dk1"/>
            </a:lnRef>
            <a:fillRef idx="1">
              <a:schemeClr val="lt1"/>
            </a:fillRef>
            <a:effectRef idx="0">
              <a:schemeClr val="dk1"/>
            </a:effectRef>
            <a:fontRef idx="minor">
              <a:schemeClr val="dk1"/>
            </a:fontRef>
          </p:style>
          <p:txBody>
            <a:bodyPr wrap="square" rtlCol="0" anchor="ctr">
              <a:noAutofit/>
            </a:bodyPr>
            <a:lstStyle/>
            <a:p>
              <a:pPr algn="l"/>
              <a:r>
                <a:rPr lang="en-US" altLang="zh-CN" sz="1800">
                  <a:solidFill>
                    <a:schemeClr val="tx1"/>
                  </a:solidFill>
                  <a:latin typeface="Arial" panose="020B0604020202020204" pitchFamily="34" charset="0"/>
                  <a:cs typeface="Arial" panose="020B0604020202020204" pitchFamily="34" charset="0"/>
                </a:rPr>
                <a:t>A</a:t>
              </a:r>
              <a:endParaRPr lang="en-US" sz="1800" dirty="0">
                <a:solidFill>
                  <a:schemeClr val="tx1"/>
                </a:solidFill>
                <a:latin typeface="Arial" panose="020B0604020202020204" pitchFamily="34" charset="0"/>
                <a:cs typeface="Arial" panose="020B0604020202020204" pitchFamily="34" charset="0"/>
              </a:endParaRPr>
            </a:p>
          </p:txBody>
        </p:sp>
        <p:sp>
          <p:nvSpPr>
            <p:cNvPr id="6" name="Oval 58">
              <a:extLst>
                <a:ext uri="{FF2B5EF4-FFF2-40B4-BE49-F238E27FC236}">
                  <a16:creationId xmlns:a16="http://schemas.microsoft.com/office/drawing/2014/main" id="{67FBAED4-5AFB-326B-713D-CD4F5EE07361}"/>
                </a:ext>
              </a:extLst>
            </p:cNvPr>
            <p:cNvSpPr/>
            <p:nvPr/>
          </p:nvSpPr>
          <p:spPr>
            <a:xfrm>
              <a:off x="5887841" y="3427044"/>
              <a:ext cx="457200" cy="457200"/>
            </a:xfrm>
            <a:prstGeom prst="ellipse">
              <a:avLst/>
            </a:prstGeom>
            <a:solidFill>
              <a:schemeClr val="bg1"/>
            </a:solidFill>
          </p:spPr>
          <p:style>
            <a:lnRef idx="2">
              <a:schemeClr val="dk1"/>
            </a:lnRef>
            <a:fillRef idx="1">
              <a:schemeClr val="lt1"/>
            </a:fillRef>
            <a:effectRef idx="0">
              <a:schemeClr val="dk1"/>
            </a:effectRef>
            <a:fontRef idx="minor">
              <a:schemeClr val="dk1"/>
            </a:fontRef>
          </p:style>
          <p:txBody>
            <a:bodyPr wrap="square" rtlCol="0" anchor="ctr">
              <a:noAutofit/>
            </a:bodyPr>
            <a:lstStyle/>
            <a:p>
              <a:pPr algn="l"/>
              <a:r>
                <a:rPr lang="en-US" sz="1800">
                  <a:solidFill>
                    <a:schemeClr val="tx1"/>
                  </a:solidFill>
                  <a:latin typeface="Arial" panose="020B0604020202020204" pitchFamily="34" charset="0"/>
                  <a:cs typeface="Arial" panose="020B0604020202020204" pitchFamily="34" charset="0"/>
                </a:rPr>
                <a:t>B</a:t>
              </a:r>
              <a:endParaRPr lang="en-US" sz="1800" dirty="0">
                <a:solidFill>
                  <a:schemeClr val="tx1"/>
                </a:solidFill>
                <a:latin typeface="Arial" panose="020B0604020202020204" pitchFamily="34" charset="0"/>
                <a:cs typeface="Arial" panose="020B0604020202020204" pitchFamily="34" charset="0"/>
              </a:endParaRPr>
            </a:p>
          </p:txBody>
        </p:sp>
        <p:sp>
          <p:nvSpPr>
            <p:cNvPr id="7" name="Oval 59">
              <a:extLst>
                <a:ext uri="{FF2B5EF4-FFF2-40B4-BE49-F238E27FC236}">
                  <a16:creationId xmlns:a16="http://schemas.microsoft.com/office/drawing/2014/main" id="{70F32E96-0609-6B6C-E905-E97BB809D7FA}"/>
                </a:ext>
              </a:extLst>
            </p:cNvPr>
            <p:cNvSpPr/>
            <p:nvPr/>
          </p:nvSpPr>
          <p:spPr>
            <a:xfrm>
              <a:off x="5894832" y="4171056"/>
              <a:ext cx="457200" cy="457200"/>
            </a:xfrm>
            <a:prstGeom prst="ellipse">
              <a:avLst/>
            </a:prstGeom>
            <a:solidFill>
              <a:schemeClr val="bg1"/>
            </a:solidFill>
          </p:spPr>
          <p:style>
            <a:lnRef idx="2">
              <a:schemeClr val="dk1"/>
            </a:lnRef>
            <a:fillRef idx="1">
              <a:schemeClr val="lt1"/>
            </a:fillRef>
            <a:effectRef idx="0">
              <a:schemeClr val="dk1"/>
            </a:effectRef>
            <a:fontRef idx="minor">
              <a:schemeClr val="dk1"/>
            </a:fontRef>
          </p:style>
          <p:txBody>
            <a:bodyPr wrap="square" rtlCol="0" anchor="ctr">
              <a:noAutofit/>
            </a:bodyPr>
            <a:lstStyle/>
            <a:p>
              <a:pPr algn="l"/>
              <a:r>
                <a:rPr lang="en-US" sz="1800">
                  <a:solidFill>
                    <a:schemeClr val="tx1"/>
                  </a:solidFill>
                  <a:latin typeface="Arial" panose="020B0604020202020204" pitchFamily="34" charset="0"/>
                  <a:cs typeface="Arial" panose="020B0604020202020204" pitchFamily="34" charset="0"/>
                </a:rPr>
                <a:t>C</a:t>
              </a:r>
              <a:endParaRPr lang="en-US" sz="1800" dirty="0">
                <a:solidFill>
                  <a:schemeClr val="tx1"/>
                </a:solidFill>
                <a:latin typeface="Arial" panose="020B0604020202020204" pitchFamily="34" charset="0"/>
                <a:cs typeface="Arial" panose="020B0604020202020204" pitchFamily="34" charset="0"/>
              </a:endParaRPr>
            </a:p>
          </p:txBody>
        </p:sp>
        <p:sp>
          <p:nvSpPr>
            <p:cNvPr id="8" name="TextBox 60">
              <a:extLst>
                <a:ext uri="{FF2B5EF4-FFF2-40B4-BE49-F238E27FC236}">
                  <a16:creationId xmlns:a16="http://schemas.microsoft.com/office/drawing/2014/main" id="{D5BFF8C2-C6BB-0D87-E1AE-EECB31AA8595}"/>
                </a:ext>
              </a:extLst>
            </p:cNvPr>
            <p:cNvSpPr txBox="1"/>
            <p:nvPr/>
          </p:nvSpPr>
          <p:spPr>
            <a:xfrm>
              <a:off x="7703191" y="2342033"/>
              <a:ext cx="983609" cy="2554545"/>
            </a:xfrm>
            <a:prstGeom prst="rect">
              <a:avLst/>
            </a:prstGeom>
            <a:noFill/>
          </p:spPr>
          <p:txBody>
            <a:bodyPr wrap="square" rtlCol="0">
              <a:spAutoFit/>
            </a:bodyPr>
            <a:lstStyle/>
            <a:p>
              <a:pPr>
                <a:spcAft>
                  <a:spcPts val="1200"/>
                </a:spcAft>
              </a:pPr>
              <a:r>
                <a:rPr lang="en-US" sz="2400" dirty="0">
                  <a:solidFill>
                    <a:schemeClr val="tx1"/>
                  </a:solidFill>
                  <a:latin typeface="+mn-lt"/>
                </a:rPr>
                <a:t>001</a:t>
              </a:r>
            </a:p>
            <a:p>
              <a:pPr>
                <a:spcAft>
                  <a:spcPts val="1200"/>
                </a:spcAft>
              </a:pPr>
              <a:r>
                <a:rPr lang="en-US" sz="2400" dirty="0">
                  <a:solidFill>
                    <a:schemeClr val="tx1"/>
                  </a:solidFill>
                  <a:latin typeface="+mn-lt"/>
                </a:rPr>
                <a:t>010</a:t>
              </a:r>
            </a:p>
            <a:p>
              <a:pPr>
                <a:spcAft>
                  <a:spcPts val="1200"/>
                </a:spcAft>
              </a:pPr>
              <a:r>
                <a:rPr lang="en-US" sz="2400" dirty="0">
                  <a:solidFill>
                    <a:schemeClr val="tx1"/>
                  </a:solidFill>
                  <a:latin typeface="+mn-lt"/>
                </a:rPr>
                <a:t>100</a:t>
              </a:r>
            </a:p>
            <a:p>
              <a:pPr>
                <a:spcAft>
                  <a:spcPts val="1200"/>
                </a:spcAft>
              </a:pPr>
              <a:r>
                <a:rPr lang="en-US" sz="2400" dirty="0">
                  <a:solidFill>
                    <a:schemeClr val="tx1"/>
                  </a:solidFill>
                  <a:latin typeface="+mn-lt"/>
                </a:rPr>
                <a:t>000</a:t>
              </a:r>
            </a:p>
            <a:p>
              <a:pPr>
                <a:spcAft>
                  <a:spcPts val="1200"/>
                </a:spcAft>
              </a:pPr>
              <a:r>
                <a:rPr lang="en-US" sz="2400" dirty="0">
                  <a:solidFill>
                    <a:schemeClr val="tx1"/>
                  </a:solidFill>
                  <a:latin typeface="+mn-lt"/>
                </a:rPr>
                <a:t>111</a:t>
              </a:r>
            </a:p>
          </p:txBody>
        </p:sp>
      </p:grpSp>
    </p:spTree>
    <p:extLst>
      <p:ext uri="{BB962C8B-B14F-4D97-AF65-F5344CB8AC3E}">
        <p14:creationId xmlns:p14="http://schemas.microsoft.com/office/powerpoint/2010/main" val="2479151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pPr>
              <a:defRPr/>
            </a:pPr>
            <a:fld id="{3A50645F-9A2E-4027-9721-1A221E254747}" type="slidenum">
              <a:rPr lang="en-US" altLang="zh-CN" smtClean="0"/>
              <a:pPr>
                <a:defRPr/>
              </a:pPr>
              <a:t>48</a:t>
            </a:fld>
            <a:endParaRPr lang="en-US" altLang="zh-CN" dirty="0"/>
          </a:p>
        </p:txBody>
      </p:sp>
      <p:sp>
        <p:nvSpPr>
          <p:cNvPr id="3" name="内容占位符 2">
            <a:extLst>
              <a:ext uri="{FF2B5EF4-FFF2-40B4-BE49-F238E27FC236}">
                <a16:creationId xmlns:a16="http://schemas.microsoft.com/office/drawing/2014/main" id="{813311CA-903D-44E3-824A-7B7D06822449}"/>
              </a:ext>
            </a:extLst>
          </p:cNvPr>
          <p:cNvSpPr>
            <a:spLocks noGrp="1"/>
          </p:cNvSpPr>
          <p:nvPr>
            <p:ph idx="4294967295"/>
          </p:nvPr>
        </p:nvSpPr>
        <p:spPr>
          <a:xfrm>
            <a:off x="443345" y="1366837"/>
            <a:ext cx="8229600" cy="3057525"/>
          </a:xfrm>
        </p:spPr>
        <p:txBody>
          <a:bodyPr/>
          <a:lstStyle/>
          <a:p>
            <a:r>
              <a:rPr lang="zh-CN" altLang="en-US" sz="2800" b="0" dirty="0">
                <a:solidFill>
                  <a:srgbClr val="3333FF"/>
                </a:solidFill>
                <a:latin typeface="Arial" panose="020B0604020202020204" pitchFamily="34" charset="0"/>
                <a:cs typeface="Arial" panose="020B0604020202020204" pitchFamily="34" charset="0"/>
              </a:rPr>
              <a:t>紧凑型状态编码</a:t>
            </a:r>
            <a:r>
              <a:rPr lang="en-US" altLang="zh-CN" sz="2800" b="0" dirty="0">
                <a:solidFill>
                  <a:srgbClr val="3333FF"/>
                </a:solidFill>
                <a:latin typeface="Arial" panose="020B0604020202020204" pitchFamily="34" charset="0"/>
                <a:cs typeface="Arial" panose="020B0604020202020204" pitchFamily="34" charset="0"/>
              </a:rPr>
              <a:t>/</a:t>
            </a:r>
            <a:r>
              <a:rPr lang="zh-CN" altLang="en-US" sz="2800" b="0" dirty="0">
                <a:solidFill>
                  <a:srgbClr val="3333FF"/>
                </a:solidFill>
                <a:latin typeface="Arial" panose="020B0604020202020204" pitchFamily="34" charset="0"/>
                <a:cs typeface="Arial" panose="020B0604020202020204" pitchFamily="34" charset="0"/>
              </a:rPr>
              <a:t>表示</a:t>
            </a:r>
            <a:endParaRPr lang="en-US" altLang="zh-CN" sz="2800" b="0" dirty="0">
              <a:solidFill>
                <a:srgbClr val="3333FF"/>
              </a:solidFill>
              <a:latin typeface="Arial" panose="020B0604020202020204" pitchFamily="34" charset="0"/>
              <a:cs typeface="Arial" panose="020B0604020202020204" pitchFamily="34" charset="0"/>
            </a:endParaRPr>
          </a:p>
          <a:p>
            <a:pPr lvl="1"/>
            <a:r>
              <a:rPr lang="zh-CN" altLang="en-US" sz="2400" b="0" dirty="0">
                <a:latin typeface="Arial" panose="020B0604020202020204" pitchFamily="34" charset="0"/>
                <a:cs typeface="Arial" panose="020B0604020202020204" pitchFamily="34" charset="0"/>
              </a:rPr>
              <a:t>如何用最少的二进制</a:t>
            </a:r>
            <a:r>
              <a:rPr lang="en-US" altLang="zh-CN" sz="2400" b="0" dirty="0">
                <a:latin typeface="Arial" panose="020B0604020202020204" pitchFamily="34" charset="0"/>
                <a:cs typeface="Arial" panose="020B0604020202020204" pitchFamily="34" charset="0"/>
              </a:rPr>
              <a:t>0/1</a:t>
            </a:r>
            <a:r>
              <a:rPr lang="zh-CN" altLang="en-US" sz="2400" b="0" dirty="0">
                <a:latin typeface="Arial" panose="020B0604020202020204" pitchFamily="34" charset="0"/>
                <a:cs typeface="Arial" panose="020B0604020202020204" pitchFamily="34" charset="0"/>
              </a:rPr>
              <a:t>编码状态（</a:t>
            </a:r>
            <a:r>
              <a:rPr lang="zh-CN" altLang="en-US" sz="2400" dirty="0">
                <a:solidFill>
                  <a:srgbClr val="3333FF"/>
                </a:solidFill>
                <a:latin typeface="Arial" panose="020B0604020202020204" pitchFamily="34" charset="0"/>
                <a:cs typeface="Arial" panose="020B0604020202020204" pitchFamily="34" charset="0"/>
              </a:rPr>
              <a:t>节省</a:t>
            </a:r>
            <a:r>
              <a:rPr lang="en-US" altLang="zh-CN" sz="2400" dirty="0">
                <a:solidFill>
                  <a:srgbClr val="3333FF"/>
                </a:solidFill>
                <a:latin typeface="Arial" panose="020B0604020202020204" pitchFamily="34" charset="0"/>
                <a:cs typeface="Arial" panose="020B0604020202020204" pitchFamily="34" charset="0"/>
              </a:rPr>
              <a:t>DFF</a:t>
            </a:r>
            <a:r>
              <a:rPr lang="zh-CN" altLang="en-US" sz="2400" dirty="0">
                <a:solidFill>
                  <a:srgbClr val="3333FF"/>
                </a:solidFill>
                <a:latin typeface="Arial" panose="020B0604020202020204" pitchFamily="34" charset="0"/>
                <a:cs typeface="Arial" panose="020B0604020202020204" pitchFamily="34" charset="0"/>
              </a:rPr>
              <a:t>数量</a:t>
            </a:r>
            <a:r>
              <a:rPr lang="zh-CN" altLang="en-US" sz="2400" b="0" dirty="0">
                <a:latin typeface="Arial" panose="020B0604020202020204" pitchFamily="34" charset="0"/>
                <a:cs typeface="Arial" panose="020B0604020202020204" pitchFamily="34" charset="0"/>
              </a:rPr>
              <a:t>）</a:t>
            </a:r>
            <a:r>
              <a:rPr lang="en-US" altLang="zh-CN" sz="2400" b="0" dirty="0">
                <a:latin typeface="Arial" panose="020B0604020202020204" pitchFamily="34" charset="0"/>
                <a:cs typeface="Arial" panose="020B0604020202020204" pitchFamily="34" charset="0"/>
              </a:rPr>
              <a:t>?</a:t>
            </a:r>
          </a:p>
          <a:p>
            <a:pPr lvl="1"/>
            <a:r>
              <a:rPr lang="en-US" altLang="zh-CN" sz="2400" b="0" dirty="0">
                <a:latin typeface="Arial" panose="020B0604020202020204" pitchFamily="34" charset="0"/>
                <a:cs typeface="Arial" panose="020B0604020202020204" pitchFamily="34" charset="0"/>
              </a:rPr>
              <a:t>P </a:t>
            </a:r>
            <a:r>
              <a:rPr lang="zh-CN" altLang="en-US" sz="2400" b="0" dirty="0">
                <a:latin typeface="Arial" panose="020B0604020202020204" pitchFamily="34" charset="0"/>
                <a:cs typeface="Arial" panose="020B0604020202020204" pitchFamily="34" charset="0"/>
              </a:rPr>
              <a:t>个状态需要</a:t>
            </a:r>
            <a:r>
              <a:rPr lang="en-US" altLang="zh-CN" sz="2400" b="0" dirty="0">
                <a:latin typeface="Arial" panose="020B0604020202020204" pitchFamily="34" charset="0"/>
                <a:cs typeface="Arial" panose="020B0604020202020204" pitchFamily="34" charset="0"/>
              </a:rPr>
              <a:t>K</a:t>
            </a:r>
            <a:r>
              <a:rPr lang="zh-CN" altLang="en-US" sz="2400" b="0" dirty="0">
                <a:latin typeface="Arial" panose="020B0604020202020204" pitchFamily="34" charset="0"/>
                <a:cs typeface="Arial" panose="020B0604020202020204" pitchFamily="34" charset="0"/>
              </a:rPr>
              <a:t>比特二进制数表示</a:t>
            </a:r>
            <a:endParaRPr lang="en-US" altLang="zh-CN" sz="2400" b="0" dirty="0">
              <a:latin typeface="Arial" panose="020B0604020202020204" pitchFamily="34" charset="0"/>
              <a:cs typeface="Arial" panose="020B0604020202020204" pitchFamily="34" charset="0"/>
            </a:endParaRPr>
          </a:p>
          <a:p>
            <a:pPr lvl="2"/>
            <a:r>
              <a:rPr lang="zh-CN" altLang="en-US" b="0" dirty="0">
                <a:latin typeface="Arial" panose="020B0604020202020204" pitchFamily="34" charset="0"/>
                <a:cs typeface="Arial" panose="020B0604020202020204" pitchFamily="34" charset="0"/>
              </a:rPr>
              <a:t>状态分配方法不唯一</a:t>
            </a:r>
          </a:p>
        </p:txBody>
      </p:sp>
      <p:graphicFrame>
        <p:nvGraphicFramePr>
          <p:cNvPr id="8" name="Object 4">
            <a:extLst>
              <a:ext uri="{FF2B5EF4-FFF2-40B4-BE49-F238E27FC236}">
                <a16:creationId xmlns:a16="http://schemas.microsoft.com/office/drawing/2014/main" id="{0EBD8BF2-45BB-4FFD-9BE1-0A2089A80D9C}"/>
              </a:ext>
            </a:extLst>
          </p:cNvPr>
          <p:cNvGraphicFramePr>
            <a:graphicFrameLocks noChangeAspect="1"/>
          </p:cNvGraphicFramePr>
          <p:nvPr/>
        </p:nvGraphicFramePr>
        <p:xfrm>
          <a:off x="3126220" y="3276600"/>
          <a:ext cx="2863850" cy="631825"/>
        </p:xfrm>
        <a:graphic>
          <a:graphicData uri="http://schemas.openxmlformats.org/presentationml/2006/ole">
            <mc:AlternateContent xmlns:mc="http://schemas.openxmlformats.org/markup-compatibility/2006">
              <mc:Choice xmlns:v="urn:schemas-microsoft-com:vml" Requires="v">
                <p:oleObj name="Equation" r:id="rId4" imgW="863280" imgH="190440" progId="">
                  <p:embed/>
                </p:oleObj>
              </mc:Choice>
              <mc:Fallback>
                <p:oleObj name="Equation" r:id="rId4" imgW="863280" imgH="190440" progId="">
                  <p:embed/>
                  <p:pic>
                    <p:nvPicPr>
                      <p:cNvPr id="8" name="Object 4">
                        <a:extLst>
                          <a:ext uri="{FF2B5EF4-FFF2-40B4-BE49-F238E27FC236}">
                            <a16:creationId xmlns:a16="http://schemas.microsoft.com/office/drawing/2014/main" id="{0EBD8BF2-45BB-4FFD-9BE1-0A2089A80D9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26220" y="3276600"/>
                        <a:ext cx="2863850" cy="631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Title 4">
            <a:extLst>
              <a:ext uri="{FF2B5EF4-FFF2-40B4-BE49-F238E27FC236}">
                <a16:creationId xmlns:a16="http://schemas.microsoft.com/office/drawing/2014/main" id="{07E5F67D-2B44-2ACF-A7D8-DCC046A2C068}"/>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en-US" altLang="zh-CN" sz="4000" dirty="0">
                <a:ea typeface="黑体" panose="02010609060101010101" pitchFamily="49" charset="-122"/>
              </a:rPr>
              <a:t>Step3: </a:t>
            </a:r>
            <a:r>
              <a:rPr lang="zh-CN" altLang="en-US" sz="4000" dirty="0">
                <a:ea typeface="黑体" panose="02010609060101010101" pitchFamily="49" charset="-122"/>
              </a:rPr>
              <a:t>状态分配</a:t>
            </a:r>
            <a:endParaRPr lang="en-CN" altLang="zh-CN" sz="4000" dirty="0">
              <a:solidFill>
                <a:srgbClr val="0000FF"/>
              </a:solidFill>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1975113140"/>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3259D7DD-E1BE-4482-9234-29898EB39847}" type="slidenum">
              <a:rPr lang="en-US" altLang="zh-CN" smtClean="0"/>
              <a:pPr>
                <a:defRPr/>
              </a:pPr>
              <a:t>49</a:t>
            </a:fld>
            <a:endParaRPr lang="en-US" altLang="zh-CN" dirty="0"/>
          </a:p>
        </p:txBody>
      </p:sp>
      <p:sp>
        <p:nvSpPr>
          <p:cNvPr id="2" name="内容占位符 1">
            <a:extLst>
              <a:ext uri="{FF2B5EF4-FFF2-40B4-BE49-F238E27FC236}">
                <a16:creationId xmlns:a16="http://schemas.microsoft.com/office/drawing/2014/main" id="{59E57B17-6B9D-4398-8292-490E1430B2A9}"/>
              </a:ext>
            </a:extLst>
          </p:cNvPr>
          <p:cNvSpPr>
            <a:spLocks noGrp="1"/>
          </p:cNvSpPr>
          <p:nvPr>
            <p:ph idx="4294967295"/>
          </p:nvPr>
        </p:nvSpPr>
        <p:spPr>
          <a:xfrm>
            <a:off x="457200" y="1508231"/>
            <a:ext cx="7886700" cy="4736994"/>
          </a:xfrm>
        </p:spPr>
        <p:txBody>
          <a:bodyPr>
            <a:normAutofit/>
          </a:bodyPr>
          <a:lstStyle/>
          <a:p>
            <a:r>
              <a:rPr lang="zh-CN" altLang="en-US" sz="2800" b="0" dirty="0">
                <a:latin typeface="+mn-lt"/>
              </a:rPr>
              <a:t>独热编码</a:t>
            </a:r>
            <a:endParaRPr lang="en-US" altLang="zh-CN" sz="2800" b="0" dirty="0">
              <a:latin typeface="+mn-lt"/>
            </a:endParaRPr>
          </a:p>
          <a:p>
            <a:r>
              <a:rPr lang="zh-CN" altLang="en-US" sz="2800" b="0" dirty="0"/>
              <a:t>随机编码</a:t>
            </a:r>
            <a:endParaRPr lang="en-US" altLang="zh-CN" sz="2800" b="0" dirty="0"/>
          </a:p>
          <a:p>
            <a:r>
              <a:rPr lang="zh-CN" altLang="en-US" sz="2800" b="0" dirty="0">
                <a:solidFill>
                  <a:srgbClr val="3333FF"/>
                </a:solidFill>
                <a:latin typeface="+mn-lt"/>
              </a:rPr>
              <a:t>顺序编码</a:t>
            </a:r>
            <a:endParaRPr lang="en-US" altLang="zh-CN" sz="2800" b="0" dirty="0">
              <a:solidFill>
                <a:srgbClr val="3333FF"/>
              </a:solidFill>
              <a:latin typeface="+mn-lt"/>
            </a:endParaRPr>
          </a:p>
          <a:p>
            <a:pPr lvl="1"/>
            <a:r>
              <a:rPr lang="en-US" altLang="zh-CN" sz="3000" b="0" dirty="0">
                <a:solidFill>
                  <a:srgbClr val="3333FF"/>
                </a:solidFill>
                <a:latin typeface="+mn-lt"/>
              </a:rPr>
              <a:t> </a:t>
            </a:r>
            <a:r>
              <a:rPr lang="zh-CN" altLang="en-US" sz="2400" b="0" dirty="0">
                <a:solidFill>
                  <a:srgbClr val="3333FF"/>
                </a:solidFill>
                <a:latin typeface="+mn-lt"/>
              </a:rPr>
              <a:t>二进制加法计数顺序</a:t>
            </a:r>
            <a:endParaRPr lang="en-US" altLang="zh-CN" sz="2400" b="0" dirty="0">
              <a:solidFill>
                <a:srgbClr val="3333FF"/>
              </a:solidFill>
              <a:latin typeface="+mn-lt"/>
            </a:endParaRPr>
          </a:p>
          <a:p>
            <a:pPr lvl="1"/>
            <a:r>
              <a:rPr lang="en-US" altLang="zh-CN" sz="2400" b="0" dirty="0">
                <a:latin typeface="+mn-lt"/>
              </a:rPr>
              <a:t> </a:t>
            </a:r>
            <a:r>
              <a:rPr lang="zh-CN" altLang="en-US" sz="2400" b="0" dirty="0">
                <a:latin typeface="+mn-lt"/>
              </a:rPr>
              <a:t>格雷顺序</a:t>
            </a:r>
            <a:endParaRPr lang="en-US" altLang="zh-CN" sz="3000" b="0" dirty="0">
              <a:latin typeface="+mn-lt"/>
            </a:endParaRPr>
          </a:p>
          <a:p>
            <a:r>
              <a:rPr lang="zh-CN" altLang="en-US" sz="2800" b="0" dirty="0">
                <a:latin typeface="+mn-lt"/>
              </a:rPr>
              <a:t>面向输出的编码</a:t>
            </a:r>
          </a:p>
          <a:p>
            <a:r>
              <a:rPr lang="zh-CN" altLang="en-US" sz="2800" b="0" dirty="0">
                <a:latin typeface="+mn-lt"/>
              </a:rPr>
              <a:t>启发式方法</a:t>
            </a:r>
            <a:endParaRPr lang="en-US" altLang="zh-CN" sz="2800" b="0" dirty="0">
              <a:latin typeface="+mn-lt"/>
            </a:endParaRPr>
          </a:p>
          <a:p>
            <a:pPr lvl="1"/>
            <a:r>
              <a:rPr lang="en-US" altLang="zh-CN" sz="3000" b="0" dirty="0">
                <a:latin typeface="+mn-lt"/>
              </a:rPr>
              <a:t> </a:t>
            </a:r>
            <a:r>
              <a:rPr lang="zh-CN" altLang="en-US" sz="2400" b="0" dirty="0">
                <a:latin typeface="+mn-lt"/>
              </a:rPr>
              <a:t>最少位变化</a:t>
            </a:r>
            <a:endParaRPr lang="en-US" altLang="zh-CN" sz="2400" b="0" dirty="0">
              <a:latin typeface="+mn-lt"/>
            </a:endParaRPr>
          </a:p>
          <a:p>
            <a:pPr lvl="1"/>
            <a:r>
              <a:rPr lang="en-US" altLang="zh-CN" sz="2400" b="0" dirty="0">
                <a:latin typeface="+mn-lt"/>
              </a:rPr>
              <a:t> </a:t>
            </a:r>
            <a:r>
              <a:rPr lang="zh-CN" altLang="en-US" sz="2400" b="0" dirty="0">
                <a:solidFill>
                  <a:srgbClr val="3333FF"/>
                </a:solidFill>
                <a:latin typeface="+mn-lt"/>
              </a:rPr>
              <a:t>基于次态和输入</a:t>
            </a:r>
            <a:r>
              <a:rPr lang="en-US" altLang="zh-CN" sz="2400" b="0" dirty="0">
                <a:solidFill>
                  <a:srgbClr val="3333FF"/>
                </a:solidFill>
                <a:latin typeface="+mn-lt"/>
              </a:rPr>
              <a:t>/</a:t>
            </a:r>
            <a:r>
              <a:rPr lang="zh-CN" altLang="en-US" sz="2400" b="0" dirty="0">
                <a:solidFill>
                  <a:srgbClr val="3333FF"/>
                </a:solidFill>
                <a:latin typeface="+mn-lt"/>
              </a:rPr>
              <a:t>输出的准则</a:t>
            </a:r>
          </a:p>
        </p:txBody>
      </p:sp>
      <p:sp>
        <p:nvSpPr>
          <p:cNvPr id="3" name="Title 4">
            <a:extLst>
              <a:ext uri="{FF2B5EF4-FFF2-40B4-BE49-F238E27FC236}">
                <a16:creationId xmlns:a16="http://schemas.microsoft.com/office/drawing/2014/main" id="{E3970A48-98AC-1A4B-F044-CAD021D2B334}"/>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latin typeface="黑体" panose="02010609060101010101" pitchFamily="49" charset="-122"/>
                <a:ea typeface="黑体" panose="02010609060101010101" pitchFamily="49" charset="-122"/>
              </a:rPr>
              <a:t>状态编码方法</a:t>
            </a:r>
            <a:endParaRPr lang="en-CN" altLang="zh-CN" sz="4000" dirty="0">
              <a:solidFill>
                <a:srgbClr val="0000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0433652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a:xfrm>
            <a:off x="6617147" y="6395896"/>
            <a:ext cx="2133600" cy="476250"/>
          </a:xfrm>
        </p:spPr>
        <p:txBody>
          <a:bodyPr/>
          <a:lstStyle/>
          <a:p>
            <a:pPr>
              <a:defRPr/>
            </a:pPr>
            <a:fld id="{E13123CC-A5CC-40BF-912E-9416D5179362}" type="slidenum">
              <a:rPr lang="en-US" altLang="zh-CN" smtClean="0"/>
              <a:pPr>
                <a:defRPr/>
              </a:pPr>
              <a:t>50</a:t>
            </a:fld>
            <a:endParaRPr lang="en-US" altLang="zh-CN" dirty="0"/>
          </a:p>
        </p:txBody>
      </p:sp>
      <p:graphicFrame>
        <p:nvGraphicFramePr>
          <p:cNvPr id="515398" name="Group 326"/>
          <p:cNvGraphicFramePr>
            <a:graphicFrameLocks noGrp="1"/>
          </p:cNvGraphicFramePr>
          <p:nvPr>
            <p:ph idx="4294967295"/>
            <p:extLst>
              <p:ext uri="{D42A27DB-BD31-4B8C-83A1-F6EECF244321}">
                <p14:modId xmlns:p14="http://schemas.microsoft.com/office/powerpoint/2010/main" val="1302788479"/>
              </p:ext>
            </p:extLst>
          </p:nvPr>
        </p:nvGraphicFramePr>
        <p:xfrm>
          <a:off x="308163" y="1524000"/>
          <a:ext cx="4023360" cy="4902203"/>
        </p:xfrm>
        <a:graphic>
          <a:graphicData uri="http://schemas.openxmlformats.org/drawingml/2006/table">
            <a:tbl>
              <a:tblPr/>
              <a:tblGrid>
                <a:gridCol w="109728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tblGrid>
              <a:tr h="120242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mn-lt"/>
                          <a:ea typeface="黑体" panose="02010609060101010101" pitchFamily="49" charset="-122"/>
                        </a:rPr>
                        <a:t>现态</a:t>
                      </a:r>
                      <a:endParaRPr kumimoji="0" lang="en-US" altLang="zh-CN" sz="2000" b="1" i="0" u="none" strike="noStrike" cap="none" normalizeH="0" baseline="0" dirty="0">
                        <a:ln>
                          <a:noFill/>
                        </a:ln>
                        <a:solidFill>
                          <a:schemeClr val="tx1"/>
                        </a:solidFill>
                        <a:effectLst/>
                        <a:latin typeface="+mn-lt"/>
                        <a:ea typeface="黑体" panose="02010609060101010101" pitchFamily="49" charset="-122"/>
                      </a:endParaRPr>
                    </a:p>
                  </a:txBody>
                  <a:tcPr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mn-lt"/>
                          <a:ea typeface="黑体" panose="02010609060101010101" pitchFamily="49" charset="-122"/>
                        </a:rPr>
                        <a:t>次态</a:t>
                      </a:r>
                      <a:endParaRPr kumimoji="0" lang="en-US" altLang="zh-CN" sz="2000" b="1" i="0" u="none" strike="noStrike" cap="none" normalizeH="0" baseline="0" dirty="0">
                        <a:ln>
                          <a:noFill/>
                        </a:ln>
                        <a:solidFill>
                          <a:schemeClr val="tx1"/>
                        </a:solidFill>
                        <a:effectLst/>
                        <a:latin typeface="+mn-lt"/>
                        <a:ea typeface="黑体" panose="02010609060101010101" pitchFamily="49" charset="-122"/>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mn-lt"/>
                          <a:ea typeface="黑体" panose="02010609060101010101" pitchFamily="49" charset="-122"/>
                        </a:rPr>
                        <a:t> </a:t>
                      </a:r>
                      <a:r>
                        <a:rPr kumimoji="0" lang="en-US" altLang="zh-CN" sz="2000" b="1" i="0" u="none" strike="noStrike" cap="none" normalizeH="0" baseline="0" dirty="0">
                          <a:ln>
                            <a:noFill/>
                          </a:ln>
                          <a:solidFill>
                            <a:schemeClr val="tx1"/>
                          </a:solidFill>
                          <a:effectLst/>
                          <a:latin typeface="+mn-lt"/>
                          <a:ea typeface="黑体" panose="02010609060101010101" pitchFamily="49" charset="-122"/>
                        </a:rPr>
                        <a:t>x=0  x=1</a:t>
                      </a:r>
                      <a:endParaRPr kumimoji="0" lang="en-US" altLang="zh-CN" sz="2400" b="1" i="0" u="none" strike="noStrike" cap="none" normalizeH="0" baseline="0" dirty="0">
                        <a:ln>
                          <a:noFill/>
                        </a:ln>
                        <a:solidFill>
                          <a:schemeClr val="tx1"/>
                        </a:solidFill>
                        <a:effectLst/>
                        <a:latin typeface="+mn-lt"/>
                        <a:ea typeface="黑体" panose="02010609060101010101" pitchFamily="49" charset="-122"/>
                      </a:endParaRPr>
                    </a:p>
                  </a:txBody>
                  <a:tcPr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mn-lt"/>
                          <a:ea typeface="+mn-ea"/>
                        </a:rPr>
                        <a:t>输出 </a:t>
                      </a:r>
                      <a:r>
                        <a:rPr kumimoji="0" lang="en-US" altLang="zh-CN" sz="2000" b="1" i="0" u="none" strike="noStrike" cap="none" normalizeH="0" baseline="0" dirty="0">
                          <a:ln>
                            <a:noFill/>
                          </a:ln>
                          <a:solidFill>
                            <a:schemeClr val="tx1"/>
                          </a:solidFill>
                          <a:effectLst/>
                          <a:latin typeface="+mn-lt"/>
                          <a:ea typeface="+mn-ea"/>
                        </a:rPr>
                        <a:t>z</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mn-lt"/>
                          <a:ea typeface="+mn-ea"/>
                        </a:rPr>
                        <a:t> </a:t>
                      </a:r>
                      <a:r>
                        <a:rPr kumimoji="0" lang="en-US" altLang="zh-CN" sz="2000" b="1" i="0" u="none" strike="noStrike" cap="none" normalizeH="0" baseline="0" dirty="0">
                          <a:ln>
                            <a:noFill/>
                          </a:ln>
                          <a:solidFill>
                            <a:schemeClr val="tx1"/>
                          </a:solidFill>
                          <a:effectLst/>
                          <a:latin typeface="+mn-lt"/>
                          <a:ea typeface="+mn-ea"/>
                        </a:rPr>
                        <a:t>x=0  x=1</a:t>
                      </a:r>
                      <a:endParaRPr kumimoji="0" lang="en-US" altLang="zh-CN" sz="2400" b="1" i="0" u="none" strike="noStrike" cap="none" normalizeH="0" baseline="0" dirty="0">
                        <a:ln>
                          <a:noFill/>
                        </a:ln>
                        <a:solidFill>
                          <a:schemeClr val="tx1"/>
                        </a:solidFill>
                        <a:effectLst/>
                        <a:latin typeface="+mn-lt"/>
                        <a:ea typeface="+mn-ea"/>
                      </a:endParaRPr>
                    </a:p>
                  </a:txBody>
                  <a:tcPr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0"/>
                  </a:ext>
                </a:extLst>
              </a:tr>
              <a:tr h="46247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C00000"/>
                          </a:solidFill>
                          <a:effectLst/>
                          <a:latin typeface="Arial" charset="0"/>
                          <a:ea typeface="宋体" pitchFamily="2" charset="-122"/>
                        </a:rPr>
                        <a:t>A*</a:t>
                      </a:r>
                    </a:p>
                  </a:txBody>
                  <a:tcPr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C00000"/>
                          </a:solidFill>
                          <a:effectLst/>
                          <a:latin typeface="Arial" charset="0"/>
                          <a:ea typeface="宋体" pitchFamily="2" charset="-122"/>
                        </a:rPr>
                        <a:t>A</a:t>
                      </a:r>
                    </a:p>
                  </a:txBody>
                  <a:tcPr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ea typeface="宋体" pitchFamily="2" charset="-122"/>
                        </a:rPr>
                        <a:t>B</a:t>
                      </a:r>
                    </a:p>
                  </a:txBody>
                  <a:tcPr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0</a:t>
                      </a:r>
                    </a:p>
                  </a:txBody>
                  <a:tcPr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0</a:t>
                      </a:r>
                    </a:p>
                  </a:txBody>
                  <a:tcPr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247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ea typeface="宋体" pitchFamily="2" charset="-122"/>
                        </a:rPr>
                        <a:t>B</a:t>
                      </a:r>
                    </a:p>
                  </a:txBody>
                  <a:tcPr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ea typeface="宋体" pitchFamily="2" charset="-122"/>
                        </a:rPr>
                        <a:t>B</a:t>
                      </a:r>
                    </a:p>
                  </a:txBody>
                  <a:tcPr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B050"/>
                          </a:solidFill>
                          <a:effectLst/>
                          <a:latin typeface="Arial" charset="0"/>
                          <a:ea typeface="宋体" pitchFamily="2" charset="-122"/>
                        </a:rPr>
                        <a:t>C</a:t>
                      </a:r>
                    </a:p>
                  </a:txBody>
                  <a:tcPr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0</a:t>
                      </a:r>
                    </a:p>
                  </a:txBody>
                  <a:tcPr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0</a:t>
                      </a:r>
                    </a:p>
                  </a:txBody>
                  <a:tcPr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247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B050"/>
                          </a:solidFill>
                          <a:effectLst/>
                          <a:latin typeface="Arial" charset="0"/>
                          <a:ea typeface="宋体" pitchFamily="2" charset="-122"/>
                        </a:rPr>
                        <a:t>C</a:t>
                      </a:r>
                    </a:p>
                  </a:txBody>
                  <a:tcPr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CC9900"/>
                          </a:solidFill>
                          <a:effectLst/>
                          <a:latin typeface="Arial" charset="0"/>
                          <a:ea typeface="宋体" pitchFamily="2" charset="-122"/>
                        </a:rPr>
                        <a:t>D</a:t>
                      </a:r>
                    </a:p>
                  </a:txBody>
                  <a:tcPr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E</a:t>
                      </a:r>
                    </a:p>
                  </a:txBody>
                  <a:tcPr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0</a:t>
                      </a:r>
                    </a:p>
                  </a:txBody>
                  <a:tcPr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0</a:t>
                      </a:r>
                    </a:p>
                  </a:txBody>
                  <a:tcPr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6247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CC9900"/>
                          </a:solidFill>
                          <a:effectLst/>
                          <a:latin typeface="Arial" charset="0"/>
                          <a:ea typeface="宋体" pitchFamily="2" charset="-122"/>
                        </a:rPr>
                        <a:t>D</a:t>
                      </a:r>
                    </a:p>
                  </a:txBody>
                  <a:tcPr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F</a:t>
                      </a:r>
                    </a:p>
                  </a:txBody>
                  <a:tcPr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G</a:t>
                      </a:r>
                    </a:p>
                  </a:txBody>
                  <a:tcPr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1</a:t>
                      </a:r>
                    </a:p>
                  </a:txBody>
                  <a:tcPr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0</a:t>
                      </a:r>
                    </a:p>
                  </a:txBody>
                  <a:tcPr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6247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E</a:t>
                      </a:r>
                    </a:p>
                  </a:txBody>
                  <a:tcPr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B050"/>
                          </a:solidFill>
                          <a:effectLst/>
                          <a:latin typeface="Arial" charset="0"/>
                          <a:ea typeface="宋体" pitchFamily="2" charset="-122"/>
                        </a:rPr>
                        <a:t>C</a:t>
                      </a:r>
                    </a:p>
                  </a:txBody>
                  <a:tcPr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ea typeface="宋体" pitchFamily="2" charset="-122"/>
                        </a:rPr>
                        <a:t>B</a:t>
                      </a:r>
                    </a:p>
                  </a:txBody>
                  <a:tcPr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0</a:t>
                      </a:r>
                    </a:p>
                  </a:txBody>
                  <a:tcPr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1</a:t>
                      </a:r>
                    </a:p>
                  </a:txBody>
                  <a:tcPr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6247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F</a:t>
                      </a:r>
                    </a:p>
                  </a:txBody>
                  <a:tcPr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CC9900"/>
                          </a:solidFill>
                          <a:effectLst/>
                          <a:latin typeface="Arial" charset="0"/>
                          <a:ea typeface="宋体" pitchFamily="2" charset="-122"/>
                        </a:rPr>
                        <a:t>D</a:t>
                      </a:r>
                    </a:p>
                  </a:txBody>
                  <a:tcPr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H</a:t>
                      </a:r>
                    </a:p>
                  </a:txBody>
                  <a:tcPr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1</a:t>
                      </a:r>
                    </a:p>
                  </a:txBody>
                  <a:tcPr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0</a:t>
                      </a:r>
                    </a:p>
                  </a:txBody>
                  <a:tcPr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6247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G</a:t>
                      </a:r>
                    </a:p>
                  </a:txBody>
                  <a:tcPr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ea typeface="宋体" pitchFamily="2" charset="-122"/>
                        </a:rPr>
                        <a:t>B</a:t>
                      </a:r>
                    </a:p>
                  </a:txBody>
                  <a:tcPr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B050"/>
                          </a:solidFill>
                          <a:effectLst/>
                          <a:latin typeface="Arial" charset="0"/>
                          <a:ea typeface="宋体" pitchFamily="2" charset="-122"/>
                        </a:rPr>
                        <a:t>C</a:t>
                      </a:r>
                    </a:p>
                  </a:txBody>
                  <a:tcPr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0</a:t>
                      </a:r>
                    </a:p>
                  </a:txBody>
                  <a:tcPr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1</a:t>
                      </a:r>
                    </a:p>
                  </a:txBody>
                  <a:tcPr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6247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H</a:t>
                      </a:r>
                    </a:p>
                  </a:txBody>
                  <a:tcPr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F</a:t>
                      </a:r>
                    </a:p>
                  </a:txBody>
                  <a:tcPr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G</a:t>
                      </a:r>
                    </a:p>
                  </a:txBody>
                  <a:tcPr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0</a:t>
                      </a:r>
                    </a:p>
                  </a:txBody>
                  <a:tcPr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0</a:t>
                      </a:r>
                    </a:p>
                  </a:txBody>
                  <a:tcPr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graphicFrame>
        <p:nvGraphicFramePr>
          <p:cNvPr id="515393" name="Group 321"/>
          <p:cNvGraphicFramePr>
            <a:graphicFrameLocks noGrp="1"/>
          </p:cNvGraphicFramePr>
          <p:nvPr>
            <p:extLst>
              <p:ext uri="{D42A27DB-BD31-4B8C-83A1-F6EECF244321}">
                <p14:modId xmlns:p14="http://schemas.microsoft.com/office/powerpoint/2010/main" val="1213804844"/>
              </p:ext>
            </p:extLst>
          </p:nvPr>
        </p:nvGraphicFramePr>
        <p:xfrm>
          <a:off x="4495800" y="1519093"/>
          <a:ext cx="4389120" cy="4902203"/>
        </p:xfrm>
        <a:graphic>
          <a:graphicData uri="http://schemas.openxmlformats.org/drawingml/2006/table">
            <a:tbl>
              <a:tblPr/>
              <a:tblGrid>
                <a:gridCol w="109728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tblGrid>
              <a:tr h="12033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mn-lt"/>
                          <a:ea typeface="黑体" panose="02010609060101010101" pitchFamily="49" charset="-122"/>
                        </a:rPr>
                        <a:t>现态</a:t>
                      </a:r>
                      <a:br>
                        <a:rPr kumimoji="0" lang="en-US" altLang="zh-CN" sz="1800" b="1" i="0" u="none" strike="noStrike" cap="none" normalizeH="0" baseline="0" dirty="0">
                          <a:ln>
                            <a:noFill/>
                          </a:ln>
                          <a:solidFill>
                            <a:schemeClr val="tx1"/>
                          </a:solidFill>
                          <a:effectLst/>
                          <a:latin typeface="+mn-lt"/>
                          <a:ea typeface="黑体" panose="02010609060101010101" pitchFamily="49" charset="-122"/>
                        </a:rPr>
                      </a:br>
                      <a:r>
                        <a:rPr kumimoji="0" lang="en-US" altLang="zh-CN" sz="2000" b="1" i="0" u="none" strike="noStrike" cap="none" normalizeH="0" baseline="0" dirty="0">
                          <a:ln>
                            <a:noFill/>
                          </a:ln>
                          <a:solidFill>
                            <a:schemeClr val="tx1"/>
                          </a:solidFill>
                          <a:effectLst/>
                          <a:latin typeface="+mn-lt"/>
                          <a:ea typeface="黑体" panose="02010609060101010101" pitchFamily="49" charset="-122"/>
                        </a:rPr>
                        <a:t>Q</a:t>
                      </a:r>
                      <a:r>
                        <a:rPr kumimoji="0" lang="en-US" altLang="zh-CN" sz="2000" b="1" i="0" u="none" strike="noStrike" cap="none" normalizeH="0" baseline="-25000" dirty="0">
                          <a:ln>
                            <a:noFill/>
                          </a:ln>
                          <a:solidFill>
                            <a:schemeClr val="tx1"/>
                          </a:solidFill>
                          <a:effectLst/>
                          <a:latin typeface="+mn-lt"/>
                          <a:ea typeface="黑体" panose="02010609060101010101" pitchFamily="49" charset="-122"/>
                        </a:rPr>
                        <a:t>1</a:t>
                      </a:r>
                      <a:r>
                        <a:rPr kumimoji="0" lang="en-US" altLang="zh-CN" sz="2000" b="1" i="0" u="none" strike="noStrike" cap="none" normalizeH="0" baseline="0" dirty="0">
                          <a:ln>
                            <a:noFill/>
                          </a:ln>
                          <a:solidFill>
                            <a:schemeClr val="tx1"/>
                          </a:solidFill>
                          <a:effectLst/>
                          <a:latin typeface="+mn-lt"/>
                          <a:ea typeface="黑体" panose="02010609060101010101" pitchFamily="49" charset="-122"/>
                        </a:rPr>
                        <a:t>Q</a:t>
                      </a:r>
                      <a:r>
                        <a:rPr kumimoji="0" lang="en-US" altLang="zh-CN" sz="2000" b="1" i="0" u="none" strike="noStrike" cap="none" normalizeH="0" baseline="-25000" dirty="0">
                          <a:ln>
                            <a:noFill/>
                          </a:ln>
                          <a:solidFill>
                            <a:schemeClr val="tx1"/>
                          </a:solidFill>
                          <a:effectLst/>
                          <a:latin typeface="+mn-lt"/>
                          <a:ea typeface="黑体" panose="02010609060101010101" pitchFamily="49" charset="-122"/>
                        </a:rPr>
                        <a:t>2</a:t>
                      </a:r>
                      <a:r>
                        <a:rPr kumimoji="0" lang="en-US" altLang="zh-CN" sz="2000" b="1" i="0" u="none" strike="noStrike" cap="none" normalizeH="0" baseline="0" dirty="0">
                          <a:ln>
                            <a:noFill/>
                          </a:ln>
                          <a:solidFill>
                            <a:schemeClr val="tx1"/>
                          </a:solidFill>
                          <a:effectLst/>
                          <a:latin typeface="+mn-lt"/>
                          <a:ea typeface="黑体" panose="02010609060101010101" pitchFamily="49" charset="-122"/>
                        </a:rPr>
                        <a:t>Q</a:t>
                      </a:r>
                      <a:r>
                        <a:rPr kumimoji="0" lang="en-US" altLang="zh-CN" sz="2000" b="1" i="0" u="none" strike="noStrike" cap="none" normalizeH="0" baseline="-25000" dirty="0">
                          <a:ln>
                            <a:noFill/>
                          </a:ln>
                          <a:solidFill>
                            <a:schemeClr val="tx1"/>
                          </a:solidFill>
                          <a:effectLst/>
                          <a:latin typeface="+mn-lt"/>
                          <a:ea typeface="黑体" panose="02010609060101010101" pitchFamily="49" charset="-122"/>
                        </a:rPr>
                        <a:t>3</a:t>
                      </a:r>
                      <a:endParaRPr kumimoji="0" lang="en-US" altLang="zh-CN" sz="2400" b="1" i="0" u="none" strike="noStrike" cap="none" normalizeH="0" baseline="-25000" dirty="0">
                        <a:ln>
                          <a:noFill/>
                        </a:ln>
                        <a:solidFill>
                          <a:schemeClr val="tx1"/>
                        </a:solidFill>
                        <a:effectLst/>
                        <a:latin typeface="+mn-lt"/>
                        <a:ea typeface="黑体" panose="02010609060101010101" pitchFamily="49"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mn-lt"/>
                          <a:ea typeface="黑体" panose="02010609060101010101" pitchFamily="49" charset="-122"/>
                        </a:rPr>
                        <a:t>次态</a:t>
                      </a:r>
                      <a:r>
                        <a:rPr kumimoji="0" lang="en-US" altLang="zh-CN" sz="2000" b="1" i="0" u="none" strike="noStrike" cap="none" normalizeH="0" baseline="0" dirty="0">
                          <a:ln>
                            <a:noFill/>
                          </a:ln>
                          <a:solidFill>
                            <a:schemeClr val="tx1"/>
                          </a:solidFill>
                          <a:effectLst/>
                          <a:latin typeface="+mn-lt"/>
                          <a:ea typeface="黑体" panose="02010609060101010101" pitchFamily="49" charset="-122"/>
                        </a:rPr>
                        <a:t>Q</a:t>
                      </a:r>
                      <a:r>
                        <a:rPr kumimoji="0" lang="en-US" altLang="zh-CN" sz="2000" b="1" i="0" u="none" strike="noStrike" cap="none" normalizeH="0" baseline="30000" dirty="0">
                          <a:ln>
                            <a:noFill/>
                          </a:ln>
                          <a:solidFill>
                            <a:schemeClr val="tx1"/>
                          </a:solidFill>
                          <a:effectLst/>
                          <a:latin typeface="+mn-lt"/>
                          <a:ea typeface="黑体" panose="02010609060101010101" pitchFamily="49" charset="-122"/>
                        </a:rPr>
                        <a:t>+</a:t>
                      </a:r>
                      <a:r>
                        <a:rPr kumimoji="0" lang="en-US" altLang="zh-CN" sz="2000" b="1" i="0" u="none" strike="noStrike" cap="none" normalizeH="0" baseline="-25000" dirty="0">
                          <a:ln>
                            <a:noFill/>
                          </a:ln>
                          <a:solidFill>
                            <a:schemeClr val="tx1"/>
                          </a:solidFill>
                          <a:effectLst/>
                          <a:latin typeface="+mn-lt"/>
                          <a:ea typeface="黑体" panose="02010609060101010101" pitchFamily="49" charset="-122"/>
                        </a:rPr>
                        <a:t>1</a:t>
                      </a:r>
                      <a:r>
                        <a:rPr kumimoji="0" lang="en-US" altLang="zh-CN" sz="2000" b="1" i="0" u="none" strike="noStrike" cap="none" normalizeH="0" baseline="0" dirty="0">
                          <a:ln>
                            <a:noFill/>
                          </a:ln>
                          <a:solidFill>
                            <a:schemeClr val="tx1"/>
                          </a:solidFill>
                          <a:effectLst/>
                          <a:latin typeface="+mn-lt"/>
                          <a:ea typeface="黑体" panose="02010609060101010101" pitchFamily="49" charset="-122"/>
                        </a:rPr>
                        <a:t>Q</a:t>
                      </a:r>
                      <a:r>
                        <a:rPr kumimoji="0" lang="en-US" altLang="zh-CN" sz="2000" b="1" i="0" u="none" strike="noStrike" cap="none" normalizeH="0" baseline="30000" dirty="0">
                          <a:ln>
                            <a:noFill/>
                          </a:ln>
                          <a:solidFill>
                            <a:schemeClr val="tx1"/>
                          </a:solidFill>
                          <a:effectLst/>
                          <a:latin typeface="+mn-lt"/>
                          <a:ea typeface="黑体" panose="02010609060101010101" pitchFamily="49" charset="-122"/>
                        </a:rPr>
                        <a:t>+</a:t>
                      </a:r>
                      <a:r>
                        <a:rPr kumimoji="0" lang="en-US" altLang="zh-CN" sz="2000" b="1" i="0" u="none" strike="noStrike" cap="none" normalizeH="0" baseline="-25000" dirty="0">
                          <a:ln>
                            <a:noFill/>
                          </a:ln>
                          <a:solidFill>
                            <a:schemeClr val="tx1"/>
                          </a:solidFill>
                          <a:effectLst/>
                          <a:latin typeface="+mn-lt"/>
                          <a:ea typeface="黑体" panose="02010609060101010101" pitchFamily="49" charset="-122"/>
                        </a:rPr>
                        <a:t>2</a:t>
                      </a:r>
                      <a:r>
                        <a:rPr kumimoji="0" lang="en-US" altLang="zh-CN" sz="2000" b="1" i="0" u="none" strike="noStrike" cap="none" normalizeH="0" baseline="0" dirty="0">
                          <a:ln>
                            <a:noFill/>
                          </a:ln>
                          <a:solidFill>
                            <a:schemeClr val="tx1"/>
                          </a:solidFill>
                          <a:effectLst/>
                          <a:latin typeface="+mn-lt"/>
                          <a:ea typeface="黑体" panose="02010609060101010101" pitchFamily="49" charset="-122"/>
                        </a:rPr>
                        <a:t>Q</a:t>
                      </a:r>
                      <a:r>
                        <a:rPr kumimoji="0" lang="en-US" altLang="zh-CN" sz="2000" b="1" i="0" u="none" strike="noStrike" cap="none" normalizeH="0" baseline="30000" dirty="0">
                          <a:ln>
                            <a:noFill/>
                          </a:ln>
                          <a:solidFill>
                            <a:schemeClr val="tx1"/>
                          </a:solidFill>
                          <a:effectLst/>
                          <a:latin typeface="+mn-lt"/>
                          <a:ea typeface="黑体" panose="02010609060101010101" pitchFamily="49" charset="-122"/>
                        </a:rPr>
                        <a:t>+</a:t>
                      </a:r>
                      <a:r>
                        <a:rPr kumimoji="0" lang="en-US" altLang="zh-CN" sz="2000" b="1" i="0" u="none" strike="noStrike" cap="none" normalizeH="0" baseline="-25000" dirty="0">
                          <a:ln>
                            <a:noFill/>
                          </a:ln>
                          <a:solidFill>
                            <a:schemeClr val="tx1"/>
                          </a:solidFill>
                          <a:effectLst/>
                          <a:latin typeface="+mn-lt"/>
                          <a:ea typeface="黑体" panose="02010609060101010101" pitchFamily="49" charset="-122"/>
                        </a:rPr>
                        <a:t>3</a:t>
                      </a:r>
                      <a:endParaRPr kumimoji="0" lang="en-US" altLang="zh-CN" sz="2000" b="1" i="0" u="none" strike="noStrike" cap="none" normalizeH="0" baseline="0" dirty="0">
                        <a:ln>
                          <a:noFill/>
                        </a:ln>
                        <a:solidFill>
                          <a:schemeClr val="tx1"/>
                        </a:solidFill>
                        <a:effectLst/>
                        <a:latin typeface="+mn-lt"/>
                        <a:ea typeface="黑体" panose="02010609060101010101" pitchFamily="49" charset="-122"/>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mn-lt"/>
                          <a:ea typeface="黑体" panose="02010609060101010101" pitchFamily="49" charset="-122"/>
                        </a:rPr>
                        <a:t>x=0   x=1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mn-lt"/>
                          <a:ea typeface="黑体" panose="02010609060101010101" pitchFamily="49" charset="-122"/>
                        </a:rPr>
                        <a:t>输出</a:t>
                      </a:r>
                      <a:br>
                        <a:rPr kumimoji="0" lang="en-US" altLang="zh-CN" sz="2000" b="1" i="0" u="none" strike="noStrike" cap="none" normalizeH="0" baseline="0" dirty="0">
                          <a:ln>
                            <a:noFill/>
                          </a:ln>
                          <a:solidFill>
                            <a:schemeClr val="tx1"/>
                          </a:solidFill>
                          <a:effectLst/>
                          <a:latin typeface="+mn-lt"/>
                          <a:ea typeface="黑体" panose="02010609060101010101" pitchFamily="49" charset="-122"/>
                        </a:rPr>
                      </a:br>
                      <a:r>
                        <a:rPr kumimoji="0" lang="en-US" altLang="zh-CN" sz="2000" b="1" i="0" u="none" strike="noStrike" cap="none" normalizeH="0" baseline="0" dirty="0">
                          <a:ln>
                            <a:noFill/>
                          </a:ln>
                          <a:solidFill>
                            <a:schemeClr val="tx1"/>
                          </a:solidFill>
                          <a:effectLst/>
                          <a:latin typeface="+mn-lt"/>
                          <a:ea typeface="黑体" panose="02010609060101010101" pitchFamily="49" charset="-122"/>
                        </a:rPr>
                        <a:t>z</a:t>
                      </a:r>
                      <a:br>
                        <a:rPr kumimoji="0" lang="en-US" altLang="zh-CN" sz="2000" b="1" i="0" u="none" strike="noStrike" cap="none" normalizeH="0" baseline="0" dirty="0">
                          <a:ln>
                            <a:noFill/>
                          </a:ln>
                          <a:solidFill>
                            <a:schemeClr val="tx1"/>
                          </a:solidFill>
                          <a:effectLst/>
                          <a:latin typeface="+mn-lt"/>
                          <a:ea typeface="黑体" panose="02010609060101010101" pitchFamily="49" charset="-122"/>
                        </a:rPr>
                      </a:br>
                      <a:r>
                        <a:rPr kumimoji="0" lang="en-US" altLang="zh-CN" sz="2000" b="1" i="0" u="none" strike="noStrike" cap="none" normalizeH="0" baseline="0" dirty="0">
                          <a:ln>
                            <a:noFill/>
                          </a:ln>
                          <a:solidFill>
                            <a:schemeClr val="tx1"/>
                          </a:solidFill>
                          <a:effectLst/>
                          <a:latin typeface="+mn-lt"/>
                          <a:ea typeface="黑体" panose="02010609060101010101" pitchFamily="49" charset="-122"/>
                        </a:rPr>
                        <a:t>x=0 x=1</a:t>
                      </a:r>
                      <a:endParaRPr kumimoji="0" lang="en-US" altLang="zh-CN" sz="2400" b="1" i="0" u="none" strike="noStrike" cap="none" normalizeH="0" baseline="0" dirty="0">
                        <a:ln>
                          <a:noFill/>
                        </a:ln>
                        <a:solidFill>
                          <a:schemeClr val="tx1"/>
                        </a:solidFill>
                        <a:effectLst/>
                        <a:latin typeface="+mn-lt"/>
                        <a:ea typeface="黑体" panose="02010609060101010101" pitchFamily="49"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0"/>
                  </a:ext>
                </a:extLst>
              </a:tr>
              <a:tr h="46196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C00000"/>
                          </a:solidFill>
                          <a:effectLst/>
                          <a:latin typeface="Arial" charset="0"/>
                          <a:ea typeface="宋体" pitchFamily="2" charset="-122"/>
                        </a:rPr>
                        <a:t>000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C00000"/>
                          </a:solidFill>
                          <a:effectLst/>
                          <a:latin typeface="Arial" charset="0"/>
                          <a:ea typeface="宋体" pitchFamily="2" charset="-122"/>
                        </a:rPr>
                        <a:t>000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ea typeface="宋体" pitchFamily="2" charset="-122"/>
                        </a:rPr>
                        <a:t>001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35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ea typeface="宋体" pitchFamily="2" charset="-122"/>
                        </a:rPr>
                        <a:t>001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ea typeface="宋体" pitchFamily="2" charset="-122"/>
                        </a:rPr>
                        <a:t>001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B050"/>
                          </a:solidFill>
                          <a:effectLst/>
                          <a:latin typeface="Arial" charset="0"/>
                          <a:ea typeface="宋体" pitchFamily="2" charset="-122"/>
                        </a:rPr>
                        <a:t>010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196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B050"/>
                          </a:solidFill>
                          <a:effectLst/>
                          <a:latin typeface="Arial" charset="0"/>
                          <a:ea typeface="宋体" pitchFamily="2" charset="-122"/>
                        </a:rPr>
                        <a:t>010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CC9900"/>
                          </a:solidFill>
                          <a:effectLst/>
                          <a:latin typeface="Arial" charset="0"/>
                          <a:ea typeface="宋体" pitchFamily="2" charset="-122"/>
                        </a:rPr>
                        <a:t>011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6196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CC9900"/>
                          </a:solidFill>
                          <a:effectLst/>
                          <a:latin typeface="Arial" charset="0"/>
                          <a:ea typeface="宋体" pitchFamily="2" charset="-122"/>
                        </a:rPr>
                        <a:t>011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101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110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6196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100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B050"/>
                          </a:solidFill>
                          <a:effectLst/>
                          <a:latin typeface="Arial" charset="0"/>
                          <a:ea typeface="宋体" pitchFamily="2" charset="-122"/>
                        </a:rPr>
                        <a:t>010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ea typeface="宋体" pitchFamily="2" charset="-122"/>
                        </a:rPr>
                        <a:t>001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635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101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CC9900"/>
                          </a:solidFill>
                          <a:effectLst/>
                          <a:latin typeface="Arial" charset="0"/>
                          <a:ea typeface="宋体" pitchFamily="2" charset="-122"/>
                        </a:rPr>
                        <a:t>011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111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6196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110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ea typeface="宋体" pitchFamily="2" charset="-122"/>
                        </a:rPr>
                        <a:t>001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B050"/>
                          </a:solidFill>
                          <a:effectLst/>
                          <a:latin typeface="Arial" charset="0"/>
                          <a:ea typeface="宋体" pitchFamily="2" charset="-122"/>
                        </a:rPr>
                        <a:t>010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6196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111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101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110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4" name="Title 4">
            <a:extLst>
              <a:ext uri="{FF2B5EF4-FFF2-40B4-BE49-F238E27FC236}">
                <a16:creationId xmlns:a16="http://schemas.microsoft.com/office/drawing/2014/main" id="{BEA936FC-361E-53C9-C1F7-780A6BC48D3C}"/>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latin typeface="Arial" panose="020B0604020202020204" pitchFamily="34" charset="0"/>
                <a:cs typeface="Arial" panose="020B0604020202020204" pitchFamily="34" charset="0"/>
              </a:rPr>
              <a:t>顺序编码</a:t>
            </a:r>
            <a:endParaRPr lang="en-CN" altLang="zh-CN" sz="4000" dirty="0">
              <a:solidFill>
                <a:srgbClr val="0000FF"/>
              </a:solidFill>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670940689"/>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pPr>
              <a:defRPr/>
            </a:pPr>
            <a:fld id="{3259D7DD-E1BE-4482-9234-29898EB39847}" type="slidenum">
              <a:rPr lang="en-US" altLang="zh-CN" smtClean="0"/>
              <a:pPr>
                <a:defRPr/>
              </a:pPr>
              <a:t>51</a:t>
            </a:fld>
            <a:endParaRPr lang="en-US" altLang="zh-CN" dirty="0"/>
          </a:p>
        </p:txBody>
      </p:sp>
      <p:sp>
        <p:nvSpPr>
          <p:cNvPr id="90115" name="Rectangle 6"/>
          <p:cNvSpPr>
            <a:spLocks noGrp="1" noChangeArrowheads="1"/>
          </p:cNvSpPr>
          <p:nvPr>
            <p:ph idx="4294967295"/>
          </p:nvPr>
        </p:nvSpPr>
        <p:spPr>
          <a:xfrm>
            <a:off x="533400" y="1365249"/>
            <a:ext cx="8458199" cy="2673351"/>
          </a:xfrm>
        </p:spPr>
        <p:txBody>
          <a:bodyPr>
            <a:normAutofit/>
          </a:bodyPr>
          <a:lstStyle/>
          <a:p>
            <a:r>
              <a:rPr lang="zh-CN" altLang="en-US" sz="2800" b="0" dirty="0">
                <a:cs typeface="Times New Roman" panose="02020603050405020304" pitchFamily="18" charset="0"/>
              </a:rPr>
              <a:t>根据优先级定义进行编码</a:t>
            </a:r>
          </a:p>
          <a:p>
            <a:pPr lvl="1"/>
            <a:r>
              <a:rPr lang="zh-CN" altLang="en-US" sz="2400" b="0" dirty="0">
                <a:cs typeface="Times New Roman" panose="02020603050405020304" pitchFamily="18" charset="0"/>
              </a:rPr>
              <a:t>最高优先级 → 中等优先级 → 最低优先级</a:t>
            </a:r>
          </a:p>
          <a:p>
            <a:r>
              <a:rPr lang="zh-CN" altLang="en-US" sz="2800" b="0" dirty="0">
                <a:cs typeface="Times New Roman" panose="02020603050405020304" pitchFamily="18" charset="0"/>
              </a:rPr>
              <a:t>为了方便化简状态转移和输出函数！</a:t>
            </a:r>
            <a:endParaRPr lang="en-US" altLang="zh-CN" sz="2800" b="0" dirty="0">
              <a:cs typeface="Times New Roman" panose="02020603050405020304" pitchFamily="18" charset="0"/>
            </a:endParaRPr>
          </a:p>
          <a:p>
            <a:pPr lvl="1"/>
            <a:r>
              <a:rPr lang="zh-CN" altLang="en-US" sz="2400" b="0" dirty="0">
                <a:cs typeface="Times New Roman" panose="02020603050405020304" pitchFamily="18" charset="0"/>
              </a:rPr>
              <a:t>卡诺图中，相同</a:t>
            </a:r>
            <a:r>
              <a:rPr lang="zh-CN" altLang="en-CN" sz="2400" b="0" dirty="0">
                <a:cs typeface="Times New Roman" panose="02020603050405020304" pitchFamily="18" charset="0"/>
              </a:rPr>
              <a:t>次态</a:t>
            </a:r>
            <a:r>
              <a:rPr lang="en-US" altLang="zh-CN" sz="2400" b="0" dirty="0">
                <a:cs typeface="Times New Roman" panose="02020603050405020304" pitchFamily="18" charset="0"/>
              </a:rPr>
              <a:t>/</a:t>
            </a:r>
            <a:r>
              <a:rPr lang="zh-CN" altLang="en-US" sz="2400" b="0" dirty="0">
                <a:cs typeface="Times New Roman" panose="02020603050405020304" pitchFamily="18" charset="0"/>
              </a:rPr>
              <a:t>输出的状态编码相近（</a:t>
            </a:r>
            <a:r>
              <a:rPr lang="en-US" altLang="zh-CN" sz="2400" b="0" dirty="0">
                <a:cs typeface="Times New Roman" panose="02020603050405020304" pitchFamily="18" charset="0"/>
              </a:rPr>
              <a:t>k-map</a:t>
            </a:r>
            <a:r>
              <a:rPr lang="zh-CN" altLang="en-US" sz="2400" b="0" dirty="0">
                <a:cs typeface="Times New Roman" panose="02020603050405020304" pitchFamily="18" charset="0"/>
              </a:rPr>
              <a:t>相邻）</a:t>
            </a:r>
            <a:endParaRPr lang="en-US" altLang="zh-CN" sz="2400" b="0" dirty="0">
              <a:cs typeface="Times New Roman" panose="02020603050405020304" pitchFamily="18" charset="0"/>
            </a:endParaRPr>
          </a:p>
        </p:txBody>
      </p:sp>
      <p:graphicFrame>
        <p:nvGraphicFramePr>
          <p:cNvPr id="7" name="Group 66">
            <a:extLst>
              <a:ext uri="{FF2B5EF4-FFF2-40B4-BE49-F238E27FC236}">
                <a16:creationId xmlns:a16="http://schemas.microsoft.com/office/drawing/2014/main" id="{59692DC1-B10B-184E-B7B3-E1F6FDF08736}"/>
              </a:ext>
            </a:extLst>
          </p:cNvPr>
          <p:cNvGraphicFramePr>
            <a:graphicFrameLocks noGrp="1"/>
          </p:cNvGraphicFramePr>
          <p:nvPr>
            <p:extLst>
              <p:ext uri="{D42A27DB-BD31-4B8C-83A1-F6EECF244321}">
                <p14:modId xmlns:p14="http://schemas.microsoft.com/office/powerpoint/2010/main" val="2213818214"/>
              </p:ext>
            </p:extLst>
          </p:nvPr>
        </p:nvGraphicFramePr>
        <p:xfrm>
          <a:off x="1103906" y="4116819"/>
          <a:ext cx="3098800" cy="1841501"/>
        </p:xfrm>
        <a:graphic>
          <a:graphicData uri="http://schemas.openxmlformats.org/drawingml/2006/table">
            <a:tbl>
              <a:tblPr/>
              <a:tblGrid>
                <a:gridCol w="619125">
                  <a:extLst>
                    <a:ext uri="{9D8B030D-6E8A-4147-A177-3AD203B41FA5}">
                      <a16:colId xmlns:a16="http://schemas.microsoft.com/office/drawing/2014/main" val="20000"/>
                    </a:ext>
                  </a:extLst>
                </a:gridCol>
                <a:gridCol w="620713">
                  <a:extLst>
                    <a:ext uri="{9D8B030D-6E8A-4147-A177-3AD203B41FA5}">
                      <a16:colId xmlns:a16="http://schemas.microsoft.com/office/drawing/2014/main" val="20001"/>
                    </a:ext>
                  </a:extLst>
                </a:gridCol>
                <a:gridCol w="619125">
                  <a:extLst>
                    <a:ext uri="{9D8B030D-6E8A-4147-A177-3AD203B41FA5}">
                      <a16:colId xmlns:a16="http://schemas.microsoft.com/office/drawing/2014/main" val="20002"/>
                    </a:ext>
                  </a:extLst>
                </a:gridCol>
                <a:gridCol w="620712">
                  <a:extLst>
                    <a:ext uri="{9D8B030D-6E8A-4147-A177-3AD203B41FA5}">
                      <a16:colId xmlns:a16="http://schemas.microsoft.com/office/drawing/2014/main" val="20003"/>
                    </a:ext>
                  </a:extLst>
                </a:gridCol>
                <a:gridCol w="619125">
                  <a:extLst>
                    <a:ext uri="{9D8B030D-6E8A-4147-A177-3AD203B41FA5}">
                      <a16:colId xmlns:a16="http://schemas.microsoft.com/office/drawing/2014/main" val="20004"/>
                    </a:ext>
                  </a:extLst>
                </a:gridCol>
              </a:tblGrid>
              <a:tr h="614363">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zh-CN" altLang="zh-CN" sz="2800" b="0" i="0" u="none" strike="noStrike" cap="none" normalizeH="0" baseline="0">
                        <a:ln>
                          <a:noFill/>
                        </a:ln>
                        <a:solidFill>
                          <a:schemeClr val="tx1"/>
                        </a:solidFill>
                        <a:effectLst/>
                        <a:latin typeface="Arial"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12775">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H</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14363">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8" name="Text Box 92">
            <a:extLst>
              <a:ext uri="{FF2B5EF4-FFF2-40B4-BE49-F238E27FC236}">
                <a16:creationId xmlns:a16="http://schemas.microsoft.com/office/drawing/2014/main" id="{85058192-FCCA-0648-89DC-543B6152AE89}"/>
              </a:ext>
            </a:extLst>
          </p:cNvPr>
          <p:cNvSpPr txBox="1">
            <a:spLocks noChangeArrowheads="1"/>
          </p:cNvSpPr>
          <p:nvPr/>
        </p:nvSpPr>
        <p:spPr bwMode="auto">
          <a:xfrm>
            <a:off x="2424675" y="3429000"/>
            <a:ext cx="1063625" cy="519112"/>
          </a:xfrm>
          <a:prstGeom prst="rect">
            <a:avLst/>
          </a:prstGeom>
          <a:noFill/>
          <a:ln w="9525">
            <a:noFill/>
            <a:miter lim="800000"/>
            <a:headEnd/>
            <a:tailEnd/>
          </a:ln>
        </p:spPr>
        <p:txBody>
          <a:bodyPr>
            <a:spAutoFit/>
          </a:bodyPr>
          <a:lstStyle/>
          <a:p>
            <a:pPr algn="l">
              <a:spcBef>
                <a:spcPct val="50000"/>
              </a:spcBef>
            </a:pPr>
            <a:r>
              <a:rPr lang="en-US" altLang="zh-CN" sz="2800" b="0" dirty="0">
                <a:solidFill>
                  <a:schemeClr val="tx1"/>
                </a:solidFill>
                <a:latin typeface="Arial" charset="0"/>
              </a:rPr>
              <a:t>Q</a:t>
            </a:r>
            <a:r>
              <a:rPr lang="en-US" altLang="zh-CN" sz="2800" b="0" baseline="-25000" dirty="0">
                <a:solidFill>
                  <a:schemeClr val="tx1"/>
                </a:solidFill>
                <a:latin typeface="Arial" charset="0"/>
              </a:rPr>
              <a:t>2</a:t>
            </a:r>
            <a:r>
              <a:rPr lang="en-US" altLang="zh-CN" sz="2800" b="0" dirty="0">
                <a:solidFill>
                  <a:schemeClr val="tx1"/>
                </a:solidFill>
                <a:latin typeface="Arial" charset="0"/>
              </a:rPr>
              <a:t>Q</a:t>
            </a:r>
            <a:r>
              <a:rPr lang="en-US" altLang="zh-CN" sz="2800" b="0" baseline="-25000" dirty="0">
                <a:solidFill>
                  <a:schemeClr val="tx1"/>
                </a:solidFill>
                <a:latin typeface="Arial" charset="0"/>
              </a:rPr>
              <a:t>3</a:t>
            </a:r>
          </a:p>
        </p:txBody>
      </p:sp>
      <p:sp>
        <p:nvSpPr>
          <p:cNvPr id="9" name="Text Box 93">
            <a:extLst>
              <a:ext uri="{FF2B5EF4-FFF2-40B4-BE49-F238E27FC236}">
                <a16:creationId xmlns:a16="http://schemas.microsoft.com/office/drawing/2014/main" id="{D067D508-FC62-A241-926E-B41556B9B3E3}"/>
              </a:ext>
            </a:extLst>
          </p:cNvPr>
          <p:cNvSpPr txBox="1">
            <a:spLocks noChangeArrowheads="1"/>
          </p:cNvSpPr>
          <p:nvPr/>
        </p:nvSpPr>
        <p:spPr bwMode="auto">
          <a:xfrm>
            <a:off x="337079" y="5053029"/>
            <a:ext cx="682625" cy="519113"/>
          </a:xfrm>
          <a:prstGeom prst="rect">
            <a:avLst/>
          </a:prstGeom>
          <a:noFill/>
          <a:ln w="9525">
            <a:noFill/>
            <a:miter lim="800000"/>
            <a:headEnd/>
            <a:tailEnd/>
          </a:ln>
        </p:spPr>
        <p:txBody>
          <a:bodyPr>
            <a:spAutoFit/>
          </a:bodyPr>
          <a:lstStyle/>
          <a:p>
            <a:pPr algn="l">
              <a:spcBef>
                <a:spcPct val="50000"/>
              </a:spcBef>
            </a:pPr>
            <a:r>
              <a:rPr lang="en-US" altLang="zh-CN" sz="2800" b="0">
                <a:solidFill>
                  <a:schemeClr val="tx1"/>
                </a:solidFill>
                <a:latin typeface="Arial" charset="0"/>
              </a:rPr>
              <a:t>Q</a:t>
            </a:r>
            <a:r>
              <a:rPr lang="en-US" altLang="zh-CN" sz="2800" b="0" baseline="-25000">
                <a:solidFill>
                  <a:schemeClr val="tx1"/>
                </a:solidFill>
                <a:latin typeface="Arial" charset="0"/>
              </a:rPr>
              <a:t>1</a:t>
            </a:r>
          </a:p>
        </p:txBody>
      </p:sp>
      <p:sp>
        <p:nvSpPr>
          <p:cNvPr id="3" name="文本框 2">
            <a:extLst>
              <a:ext uri="{FF2B5EF4-FFF2-40B4-BE49-F238E27FC236}">
                <a16:creationId xmlns:a16="http://schemas.microsoft.com/office/drawing/2014/main" id="{A25E46E0-1729-6641-86DB-D8F8EB8CAA11}"/>
              </a:ext>
            </a:extLst>
          </p:cNvPr>
          <p:cNvSpPr txBox="1"/>
          <p:nvPr/>
        </p:nvSpPr>
        <p:spPr>
          <a:xfrm>
            <a:off x="4286908" y="4850560"/>
            <a:ext cx="492443" cy="461665"/>
          </a:xfrm>
          <a:prstGeom prst="rect">
            <a:avLst/>
          </a:prstGeom>
          <a:noFill/>
        </p:spPr>
        <p:txBody>
          <a:bodyPr wrap="none" rtlCol="0">
            <a:spAutoFit/>
          </a:bodyPr>
          <a:lstStyle/>
          <a:p>
            <a:r>
              <a:rPr kumimoji="1" lang="en-US" altLang="zh-CN" sz="2400" b="1" dirty="0"/>
              <a:t>→</a:t>
            </a:r>
            <a:endParaRPr kumimoji="1" lang="zh-CN" altLang="en-US" sz="2400" b="1" dirty="0"/>
          </a:p>
        </p:txBody>
      </p:sp>
      <p:sp>
        <p:nvSpPr>
          <p:cNvPr id="4" name="文本框 3">
            <a:extLst>
              <a:ext uri="{FF2B5EF4-FFF2-40B4-BE49-F238E27FC236}">
                <a16:creationId xmlns:a16="http://schemas.microsoft.com/office/drawing/2014/main" id="{9F890F02-EF43-8B4A-A470-41F098AAC2ED}"/>
              </a:ext>
            </a:extLst>
          </p:cNvPr>
          <p:cNvSpPr txBox="1"/>
          <p:nvPr/>
        </p:nvSpPr>
        <p:spPr>
          <a:xfrm>
            <a:off x="4712161" y="4468741"/>
            <a:ext cx="4190250" cy="461665"/>
          </a:xfrm>
          <a:prstGeom prst="rect">
            <a:avLst/>
          </a:prstGeom>
          <a:noFill/>
        </p:spPr>
        <p:txBody>
          <a:bodyPr wrap="none" rtlCol="0">
            <a:spAutoFit/>
          </a:bodyPr>
          <a:lstStyle/>
          <a:p>
            <a:r>
              <a:rPr kumimoji="1" lang="en-US" altLang="zh-CN" sz="2400" dirty="0">
                <a:solidFill>
                  <a:schemeClr val="tx1"/>
                </a:solidFill>
                <a:latin typeface="+mn-lt"/>
              </a:rPr>
              <a:t>A:</a:t>
            </a:r>
            <a:r>
              <a:rPr kumimoji="1" lang="zh-CN" altLang="en-US" sz="2400" dirty="0">
                <a:solidFill>
                  <a:schemeClr val="tx1"/>
                </a:solidFill>
                <a:latin typeface="+mn-lt"/>
              </a:rPr>
              <a:t> </a:t>
            </a:r>
            <a:r>
              <a:rPr kumimoji="1" lang="en-US" altLang="zh-CN" sz="2400" dirty="0">
                <a:solidFill>
                  <a:schemeClr val="tx1"/>
                </a:solidFill>
                <a:latin typeface="+mn-lt"/>
              </a:rPr>
              <a:t>000,</a:t>
            </a:r>
            <a:r>
              <a:rPr kumimoji="1" lang="zh-CN" altLang="en-US" sz="2400" dirty="0">
                <a:solidFill>
                  <a:schemeClr val="tx1"/>
                </a:solidFill>
                <a:latin typeface="+mn-lt"/>
              </a:rPr>
              <a:t> </a:t>
            </a:r>
            <a:r>
              <a:rPr kumimoji="1" lang="en-US" altLang="zh-CN" sz="2400" dirty="0">
                <a:solidFill>
                  <a:schemeClr val="tx1"/>
                </a:solidFill>
                <a:latin typeface="+mn-lt"/>
              </a:rPr>
              <a:t>B:001,</a:t>
            </a:r>
            <a:r>
              <a:rPr kumimoji="1" lang="zh-CN" altLang="en-US" sz="2400" dirty="0">
                <a:solidFill>
                  <a:schemeClr val="tx1"/>
                </a:solidFill>
                <a:latin typeface="+mn-lt"/>
              </a:rPr>
              <a:t> </a:t>
            </a:r>
            <a:r>
              <a:rPr kumimoji="1" lang="en-US" altLang="zh-CN" sz="2400" dirty="0">
                <a:solidFill>
                  <a:schemeClr val="tx1"/>
                </a:solidFill>
                <a:latin typeface="+mn-lt"/>
              </a:rPr>
              <a:t>C:</a:t>
            </a:r>
            <a:r>
              <a:rPr kumimoji="1" lang="zh-CN" altLang="en-US" sz="2400" dirty="0">
                <a:solidFill>
                  <a:schemeClr val="tx1"/>
                </a:solidFill>
                <a:latin typeface="+mn-lt"/>
              </a:rPr>
              <a:t> </a:t>
            </a:r>
            <a:r>
              <a:rPr kumimoji="1" lang="en-US" altLang="zh-CN" sz="2400" dirty="0">
                <a:solidFill>
                  <a:schemeClr val="tx1"/>
                </a:solidFill>
                <a:latin typeface="+mn-lt"/>
              </a:rPr>
              <a:t>011,</a:t>
            </a:r>
            <a:r>
              <a:rPr kumimoji="1" lang="zh-CN" altLang="en-US" sz="2400" dirty="0">
                <a:solidFill>
                  <a:schemeClr val="tx1"/>
                </a:solidFill>
                <a:latin typeface="+mn-lt"/>
              </a:rPr>
              <a:t> </a:t>
            </a:r>
            <a:r>
              <a:rPr kumimoji="1" lang="en-US" altLang="zh-CN" sz="2400" dirty="0">
                <a:solidFill>
                  <a:schemeClr val="tx1"/>
                </a:solidFill>
                <a:latin typeface="+mn-lt"/>
              </a:rPr>
              <a:t>D:110</a:t>
            </a:r>
            <a:endParaRPr kumimoji="1" lang="zh-CN" altLang="en-US" sz="2400" dirty="0">
              <a:solidFill>
                <a:schemeClr val="tx1"/>
              </a:solidFill>
              <a:latin typeface="+mn-lt"/>
            </a:endParaRPr>
          </a:p>
        </p:txBody>
      </p:sp>
      <p:sp>
        <p:nvSpPr>
          <p:cNvPr id="12" name="文本框 11">
            <a:extLst>
              <a:ext uri="{FF2B5EF4-FFF2-40B4-BE49-F238E27FC236}">
                <a16:creationId xmlns:a16="http://schemas.microsoft.com/office/drawing/2014/main" id="{F8C9C476-3EBA-BF4B-9F9A-8F611179F294}"/>
              </a:ext>
            </a:extLst>
          </p:cNvPr>
          <p:cNvSpPr txBox="1"/>
          <p:nvPr/>
        </p:nvSpPr>
        <p:spPr>
          <a:xfrm>
            <a:off x="4693650" y="5134761"/>
            <a:ext cx="4153381" cy="461665"/>
          </a:xfrm>
          <a:prstGeom prst="rect">
            <a:avLst/>
          </a:prstGeom>
          <a:noFill/>
        </p:spPr>
        <p:txBody>
          <a:bodyPr wrap="none" rtlCol="0">
            <a:spAutoFit/>
          </a:bodyPr>
          <a:lstStyle/>
          <a:p>
            <a:r>
              <a:rPr kumimoji="1" lang="en-US" altLang="zh-CN" sz="2400" dirty="0">
                <a:solidFill>
                  <a:schemeClr val="tx1"/>
                </a:solidFill>
                <a:latin typeface="+mn-lt"/>
              </a:rPr>
              <a:t>E:</a:t>
            </a:r>
            <a:r>
              <a:rPr kumimoji="1" lang="zh-CN" altLang="en-US" sz="2400" dirty="0">
                <a:solidFill>
                  <a:schemeClr val="tx1"/>
                </a:solidFill>
                <a:latin typeface="+mn-lt"/>
              </a:rPr>
              <a:t> </a:t>
            </a:r>
            <a:r>
              <a:rPr kumimoji="1" lang="en-US" altLang="zh-CN" sz="2400" dirty="0">
                <a:solidFill>
                  <a:schemeClr val="tx1"/>
                </a:solidFill>
                <a:latin typeface="+mn-lt"/>
              </a:rPr>
              <a:t>100,</a:t>
            </a:r>
            <a:r>
              <a:rPr kumimoji="1" lang="zh-CN" altLang="en-US" sz="2400" dirty="0">
                <a:solidFill>
                  <a:schemeClr val="tx1"/>
                </a:solidFill>
                <a:latin typeface="+mn-lt"/>
              </a:rPr>
              <a:t> </a:t>
            </a:r>
            <a:r>
              <a:rPr kumimoji="1" lang="en-US" altLang="zh-CN" sz="2400" dirty="0">
                <a:solidFill>
                  <a:schemeClr val="tx1"/>
                </a:solidFill>
                <a:latin typeface="+mn-lt"/>
              </a:rPr>
              <a:t>F:111,</a:t>
            </a:r>
            <a:r>
              <a:rPr kumimoji="1" lang="zh-CN" altLang="en-US" sz="2400" dirty="0">
                <a:solidFill>
                  <a:schemeClr val="tx1"/>
                </a:solidFill>
                <a:latin typeface="+mn-lt"/>
              </a:rPr>
              <a:t> </a:t>
            </a:r>
            <a:r>
              <a:rPr kumimoji="1" lang="en-US" altLang="zh-CN" sz="2400" dirty="0">
                <a:solidFill>
                  <a:schemeClr val="tx1"/>
                </a:solidFill>
                <a:latin typeface="+mn-lt"/>
              </a:rPr>
              <a:t>G:</a:t>
            </a:r>
            <a:r>
              <a:rPr kumimoji="1" lang="zh-CN" altLang="en-US" sz="2400" dirty="0">
                <a:solidFill>
                  <a:schemeClr val="tx1"/>
                </a:solidFill>
                <a:latin typeface="+mn-lt"/>
              </a:rPr>
              <a:t> </a:t>
            </a:r>
            <a:r>
              <a:rPr kumimoji="1" lang="en-US" altLang="zh-CN" sz="2400" dirty="0">
                <a:solidFill>
                  <a:schemeClr val="tx1"/>
                </a:solidFill>
                <a:latin typeface="+mn-lt"/>
              </a:rPr>
              <a:t>101,</a:t>
            </a:r>
            <a:r>
              <a:rPr kumimoji="1" lang="zh-CN" altLang="en-US" sz="2400" dirty="0">
                <a:solidFill>
                  <a:schemeClr val="tx1"/>
                </a:solidFill>
                <a:latin typeface="+mn-lt"/>
              </a:rPr>
              <a:t> </a:t>
            </a:r>
            <a:r>
              <a:rPr kumimoji="1" lang="en-US" altLang="zh-CN" sz="2400" dirty="0">
                <a:solidFill>
                  <a:schemeClr val="tx1"/>
                </a:solidFill>
                <a:latin typeface="+mn-lt"/>
              </a:rPr>
              <a:t>H:010</a:t>
            </a:r>
            <a:endParaRPr kumimoji="1" lang="zh-CN" altLang="en-US" sz="2400" dirty="0">
              <a:solidFill>
                <a:schemeClr val="tx1"/>
              </a:solidFill>
              <a:latin typeface="+mn-lt"/>
            </a:endParaRPr>
          </a:p>
        </p:txBody>
      </p:sp>
      <p:sp>
        <p:nvSpPr>
          <p:cNvPr id="6" name="Title 4">
            <a:extLst>
              <a:ext uri="{FF2B5EF4-FFF2-40B4-BE49-F238E27FC236}">
                <a16:creationId xmlns:a16="http://schemas.microsoft.com/office/drawing/2014/main" id="{10149A08-9CCC-1CE4-B718-9107FFA89E0D}"/>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latin typeface="黑体" panose="02010609060101010101" pitchFamily="49" charset="-122"/>
                <a:ea typeface="黑体" panose="02010609060101010101" pitchFamily="49" charset="-122"/>
              </a:rPr>
              <a:t>基于次态和输入</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输出的准则</a:t>
            </a:r>
            <a:endParaRPr lang="en-CN" altLang="zh-CN" sz="4000" dirty="0">
              <a:solidFill>
                <a:srgbClr val="0000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969317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011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011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pPr>
              <a:defRPr/>
            </a:pPr>
            <a:fld id="{3259D7DD-E1BE-4482-9234-29898EB39847}" type="slidenum">
              <a:rPr lang="en-US" altLang="zh-CN" smtClean="0"/>
              <a:pPr>
                <a:defRPr/>
              </a:pPr>
              <a:t>52</a:t>
            </a:fld>
            <a:endParaRPr lang="en-US" altLang="zh-CN" dirty="0"/>
          </a:p>
        </p:txBody>
      </p:sp>
      <p:sp>
        <p:nvSpPr>
          <p:cNvPr id="90115" name="Rectangle 6"/>
          <p:cNvSpPr>
            <a:spLocks noGrp="1" noChangeArrowheads="1"/>
          </p:cNvSpPr>
          <p:nvPr>
            <p:ph idx="4294967295"/>
          </p:nvPr>
        </p:nvSpPr>
        <p:spPr>
          <a:xfrm>
            <a:off x="455141" y="1212774"/>
            <a:ext cx="8458200" cy="1438275"/>
          </a:xfrm>
        </p:spPr>
        <p:txBody>
          <a:bodyPr>
            <a:normAutofit/>
          </a:bodyPr>
          <a:lstStyle/>
          <a:p>
            <a:r>
              <a:rPr lang="zh-CN" altLang="en-US" sz="2800" b="0" dirty="0">
                <a:latin typeface="Arial" panose="020B0604020202020204" pitchFamily="34" charset="0"/>
                <a:cs typeface="Arial" panose="020B0604020202020204" pitchFamily="34" charset="0"/>
              </a:rPr>
              <a:t>最高优先级</a:t>
            </a:r>
            <a:r>
              <a:rPr lang="en-US" altLang="zh-CN" sz="2800" b="0" dirty="0">
                <a:latin typeface="Arial" panose="020B0604020202020204" pitchFamily="34" charset="0"/>
                <a:cs typeface="Arial" panose="020B0604020202020204" pitchFamily="34" charset="0"/>
              </a:rPr>
              <a:t>:</a:t>
            </a:r>
            <a:r>
              <a:rPr lang="zh-CN" altLang="en-US" sz="2800" b="0" dirty="0">
                <a:latin typeface="Arial" panose="020B0604020202020204" pitchFamily="34" charset="0"/>
                <a:cs typeface="Arial" panose="020B0604020202020204" pitchFamily="34" charset="0"/>
              </a:rPr>
              <a:t>为了简化状态表</a:t>
            </a:r>
            <a:endParaRPr lang="en-US" altLang="zh-CN" sz="2800" b="0" dirty="0">
              <a:latin typeface="Arial" panose="020B0604020202020204" pitchFamily="34" charset="0"/>
              <a:cs typeface="Arial" panose="020B0604020202020204" pitchFamily="34" charset="0"/>
            </a:endParaRPr>
          </a:p>
          <a:p>
            <a:pPr lvl="1">
              <a:spcBef>
                <a:spcPts val="0"/>
              </a:spcBef>
            </a:pPr>
            <a:r>
              <a:rPr lang="zh-CN" altLang="en-US" sz="2400" b="0" dirty="0">
                <a:latin typeface="Arial" panose="020B0604020202020204" pitchFamily="34" charset="0"/>
                <a:cs typeface="Arial" panose="020B0604020202020204" pitchFamily="34" charset="0"/>
              </a:rPr>
              <a:t>输入相同的情况下，</a:t>
            </a:r>
            <a:r>
              <a:rPr lang="zh-CN" altLang="en-US" sz="2400" b="0" dirty="0">
                <a:solidFill>
                  <a:srgbClr val="3333FF"/>
                </a:solidFill>
                <a:latin typeface="Arial" panose="020B0604020202020204" pitchFamily="34" charset="0"/>
                <a:cs typeface="Arial" panose="020B0604020202020204" pitchFamily="34" charset="0"/>
              </a:rPr>
              <a:t>次态相同</a:t>
            </a:r>
            <a:r>
              <a:rPr lang="zh-CN" altLang="en-US" sz="2400" b="0" dirty="0">
                <a:latin typeface="Arial" panose="020B0604020202020204" pitchFamily="34" charset="0"/>
                <a:cs typeface="Arial" panose="020B0604020202020204" pitchFamily="34" charset="0"/>
              </a:rPr>
              <a:t>的状态应该具有</a:t>
            </a:r>
            <a:r>
              <a:rPr lang="zh-CN" altLang="en-US" sz="2400" b="0" dirty="0">
                <a:solidFill>
                  <a:srgbClr val="3333FF"/>
                </a:solidFill>
                <a:latin typeface="Arial" panose="020B0604020202020204" pitchFamily="34" charset="0"/>
                <a:cs typeface="Arial" panose="020B0604020202020204" pitchFamily="34" charset="0"/>
              </a:rPr>
              <a:t>相邻</a:t>
            </a:r>
            <a:r>
              <a:rPr lang="zh-CN" altLang="en-US" sz="2400" b="0" dirty="0">
                <a:latin typeface="Arial" panose="020B0604020202020204" pitchFamily="34" charset="0"/>
                <a:cs typeface="Arial" panose="020B0604020202020204" pitchFamily="34" charset="0"/>
              </a:rPr>
              <a:t>的状态编码（需要考虑不同输入情况）</a:t>
            </a:r>
          </a:p>
        </p:txBody>
      </p:sp>
      <p:sp>
        <p:nvSpPr>
          <p:cNvPr id="51" name="Right Arrow 50">
            <a:extLst>
              <a:ext uri="{FF2B5EF4-FFF2-40B4-BE49-F238E27FC236}">
                <a16:creationId xmlns:a16="http://schemas.microsoft.com/office/drawing/2014/main" id="{1EBBA374-7810-724E-841B-4B684ACF1160}"/>
              </a:ext>
            </a:extLst>
          </p:cNvPr>
          <p:cNvSpPr/>
          <p:nvPr/>
        </p:nvSpPr>
        <p:spPr>
          <a:xfrm>
            <a:off x="3977778" y="4513367"/>
            <a:ext cx="724184" cy="508359"/>
          </a:xfrm>
          <a:prstGeom prst="rightArrow">
            <a:avLst/>
          </a:prstGeom>
          <a:noFill/>
          <a:ln w="28575"/>
        </p:spPr>
        <p:style>
          <a:lnRef idx="2">
            <a:schemeClr val="dk1"/>
          </a:lnRef>
          <a:fillRef idx="1">
            <a:schemeClr val="lt1"/>
          </a:fillRef>
          <a:effectRef idx="0">
            <a:schemeClr val="dk1"/>
          </a:effectRef>
          <a:fontRef idx="minor">
            <a:schemeClr val="dk1"/>
          </a:fontRef>
        </p:style>
        <p:txBody>
          <a:bodyPr wrap="square" rtlCol="0" anchor="ctr">
            <a:noAutofit/>
          </a:bodyPr>
          <a:lstStyle/>
          <a:p>
            <a:pPr algn="l"/>
            <a:endParaRPr lang="en-CN" sz="1800" dirty="0">
              <a:solidFill>
                <a:schemeClr val="tx1"/>
              </a:solidFill>
              <a:latin typeface="Arial" panose="020B0604020202020204" pitchFamily="34" charset="0"/>
              <a:cs typeface="Arial" panose="020B0604020202020204" pitchFamily="34" charset="0"/>
            </a:endParaRPr>
          </a:p>
        </p:txBody>
      </p:sp>
      <mc:AlternateContent xmlns:mc="http://schemas.openxmlformats.org/markup-compatibility/2006" xmlns:p14="http://schemas.microsoft.com/office/powerpoint/2010/main">
        <mc:Choice Requires="p14">
          <p:contentPart p14:bwMode="auto" r:id="rId3">
            <p14:nvContentPartPr>
              <p14:cNvPr id="6" name="Ink 5"/>
              <p14:cNvContentPartPr/>
              <p14:nvPr/>
            </p14:nvContentPartPr>
            <p14:xfrm>
              <a:off x="9509760" y="2217600"/>
              <a:ext cx="300" cy="240"/>
            </p14:xfrm>
          </p:contentPart>
        </mc:Choice>
        <mc:Fallback xmlns="">
          <p:pic>
            <p:nvPicPr>
              <p:cNvPr id="6" name="Ink 5"/>
              <p:cNvPicPr/>
              <p:nvPr/>
            </p:nvPicPr>
            <p:blipFill>
              <a:blip r:embed="rId7"/>
              <a:stretch>
                <a:fillRect/>
              </a:stretch>
            </p:blipFill>
            <p:spPr>
              <a:xfrm>
                <a:off x="9499860" y="2209680"/>
                <a:ext cx="20100" cy="16080"/>
              </a:xfrm>
              <a:prstGeom prst="rect">
                <a:avLst/>
              </a:prstGeom>
            </p:spPr>
          </p:pic>
        </mc:Fallback>
      </mc:AlternateContent>
      <p:sp>
        <p:nvSpPr>
          <p:cNvPr id="3" name="Rectangle 2"/>
          <p:cNvSpPr/>
          <p:nvPr/>
        </p:nvSpPr>
        <p:spPr>
          <a:xfrm>
            <a:off x="455141" y="2438400"/>
            <a:ext cx="5793259" cy="461665"/>
          </a:xfrm>
          <a:prstGeom prst="rect">
            <a:avLst/>
          </a:prstGeom>
        </p:spPr>
        <p:txBody>
          <a:bodyPr wrap="square">
            <a:spAutoFit/>
          </a:bodyPr>
          <a:lstStyle/>
          <a:p>
            <a:pPr algn="l">
              <a:spcBef>
                <a:spcPct val="50000"/>
              </a:spcBef>
            </a:pPr>
            <a:r>
              <a:rPr lang="zh-CN" altLang="en-US" sz="2400" dirty="0">
                <a:solidFill>
                  <a:srgbClr val="000000"/>
                </a:solidFill>
                <a:latin typeface="+mj-ea"/>
                <a:ea typeface="+mj-ea"/>
              </a:rPr>
              <a:t>规则</a:t>
            </a:r>
            <a:r>
              <a:rPr lang="en-US" altLang="zh-CN" sz="2400" dirty="0">
                <a:solidFill>
                  <a:srgbClr val="000000"/>
                </a:solidFill>
                <a:latin typeface="Arial" charset="0"/>
              </a:rPr>
              <a:t>I: (</a:t>
            </a:r>
            <a:r>
              <a:rPr lang="en-US" altLang="zh-CN" sz="2400" dirty="0">
                <a:solidFill>
                  <a:srgbClr val="FF0000"/>
                </a:solidFill>
                <a:latin typeface="Arial" charset="0"/>
              </a:rPr>
              <a:t>B,G</a:t>
            </a:r>
            <a:r>
              <a:rPr lang="en-US" altLang="zh-CN" sz="2400" dirty="0">
                <a:solidFill>
                  <a:srgbClr val="000000"/>
                </a:solidFill>
                <a:latin typeface="Arial" charset="0"/>
              </a:rPr>
              <a:t>)</a:t>
            </a:r>
            <a:r>
              <a:rPr lang="zh-CN" altLang="en-US" sz="2400" dirty="0">
                <a:solidFill>
                  <a:srgbClr val="000000"/>
                </a:solidFill>
                <a:latin typeface="Arial" charset="0"/>
              </a:rPr>
              <a:t>*</a:t>
            </a:r>
            <a:r>
              <a:rPr lang="en-US" altLang="zh-CN" sz="2400" dirty="0">
                <a:solidFill>
                  <a:srgbClr val="000000"/>
                </a:solidFill>
                <a:latin typeface="Arial" charset="0"/>
              </a:rPr>
              <a:t>2, (</a:t>
            </a:r>
            <a:r>
              <a:rPr lang="en-US" altLang="zh-CN" sz="2400" dirty="0">
                <a:solidFill>
                  <a:srgbClr val="9999FF">
                    <a:lumMod val="75000"/>
                  </a:srgbClr>
                </a:solidFill>
                <a:latin typeface="Arial" charset="0"/>
              </a:rPr>
              <a:t>C,F</a:t>
            </a:r>
            <a:r>
              <a:rPr lang="en-US" altLang="zh-CN" sz="2400" dirty="0">
                <a:solidFill>
                  <a:srgbClr val="000000"/>
                </a:solidFill>
                <a:latin typeface="Arial" charset="0"/>
              </a:rPr>
              <a:t>), (</a:t>
            </a:r>
            <a:r>
              <a:rPr lang="en-US" altLang="zh-CN" sz="2400" dirty="0">
                <a:solidFill>
                  <a:srgbClr val="CC9900"/>
                </a:solidFill>
                <a:latin typeface="Arial" charset="0"/>
              </a:rPr>
              <a:t>D,H</a:t>
            </a:r>
            <a:r>
              <a:rPr lang="en-US" altLang="zh-CN" sz="2400" dirty="0">
                <a:solidFill>
                  <a:srgbClr val="000000"/>
                </a:solidFill>
                <a:latin typeface="Arial" charset="0"/>
              </a:rPr>
              <a:t>)</a:t>
            </a:r>
            <a:r>
              <a:rPr lang="zh-CN" altLang="en-US" sz="2400" dirty="0">
                <a:solidFill>
                  <a:srgbClr val="000000"/>
                </a:solidFill>
                <a:latin typeface="Arial" charset="0"/>
              </a:rPr>
              <a:t>*</a:t>
            </a:r>
            <a:r>
              <a:rPr lang="en-US" altLang="zh-CN" sz="2400" dirty="0">
                <a:solidFill>
                  <a:srgbClr val="000000"/>
                </a:solidFill>
                <a:latin typeface="Arial" charset="0"/>
              </a:rPr>
              <a:t>2, (</a:t>
            </a:r>
            <a:r>
              <a:rPr lang="en-US" altLang="zh-CN" sz="2400" dirty="0">
                <a:solidFill>
                  <a:srgbClr val="669999"/>
                </a:solidFill>
                <a:latin typeface="Arial" charset="0"/>
              </a:rPr>
              <a:t>A,E</a:t>
            </a:r>
            <a:r>
              <a:rPr lang="en-US" altLang="zh-CN" sz="2400" dirty="0">
                <a:solidFill>
                  <a:srgbClr val="000000"/>
                </a:solidFill>
                <a:latin typeface="Arial" charset="0"/>
              </a:rPr>
              <a:t>)</a:t>
            </a:r>
          </a:p>
        </p:txBody>
      </p:sp>
      <p:sp>
        <p:nvSpPr>
          <p:cNvPr id="12" name="Title 4">
            <a:extLst>
              <a:ext uri="{FF2B5EF4-FFF2-40B4-BE49-F238E27FC236}">
                <a16:creationId xmlns:a16="http://schemas.microsoft.com/office/drawing/2014/main" id="{4FA53214-CD5F-6052-56A4-3AC968B53208}"/>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latin typeface="黑体" panose="02010609060101010101" pitchFamily="49" charset="-122"/>
                <a:ea typeface="黑体" panose="02010609060101010101" pitchFamily="49" charset="-122"/>
              </a:rPr>
              <a:t>基于次态和输入</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输出的准则</a:t>
            </a:r>
            <a:endParaRPr lang="en-CN" altLang="zh-CN" sz="4000" dirty="0">
              <a:solidFill>
                <a:srgbClr val="0000FF"/>
              </a:solidFill>
              <a:latin typeface="Arial" panose="020B0604020202020204" pitchFamily="34" charset="0"/>
              <a:cs typeface="Arial" panose="020B0604020202020204" pitchFamily="34" charset="0"/>
            </a:endParaRPr>
          </a:p>
        </p:txBody>
      </p:sp>
      <p:graphicFrame>
        <p:nvGraphicFramePr>
          <p:cNvPr id="2" name="Group 244">
            <a:extLst>
              <a:ext uri="{FF2B5EF4-FFF2-40B4-BE49-F238E27FC236}">
                <a16:creationId xmlns:a16="http://schemas.microsoft.com/office/drawing/2014/main" id="{75073C01-B29D-D045-9FD7-7D4B2B8C481B}"/>
              </a:ext>
            </a:extLst>
          </p:cNvPr>
          <p:cNvGraphicFramePr>
            <a:graphicFrameLocks/>
          </p:cNvGraphicFramePr>
          <p:nvPr>
            <p:extLst>
              <p:ext uri="{D42A27DB-BD31-4B8C-83A1-F6EECF244321}">
                <p14:modId xmlns:p14="http://schemas.microsoft.com/office/powerpoint/2010/main" val="734693983"/>
              </p:ext>
            </p:extLst>
          </p:nvPr>
        </p:nvGraphicFramePr>
        <p:xfrm>
          <a:off x="515145" y="3036431"/>
          <a:ext cx="3086400" cy="3654563"/>
        </p:xfrm>
        <a:graphic>
          <a:graphicData uri="http://schemas.openxmlformats.org/drawingml/2006/table">
            <a:tbl>
              <a:tblPr/>
              <a:tblGrid>
                <a:gridCol w="8890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588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495600">
                  <a:extLst>
                    <a:ext uri="{9D8B030D-6E8A-4147-A177-3AD203B41FA5}">
                      <a16:colId xmlns:a16="http://schemas.microsoft.com/office/drawing/2014/main" val="20004"/>
                    </a:ext>
                  </a:extLst>
                </a:gridCol>
              </a:tblGrid>
              <a:tr h="716963">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1800" b="0" i="0" u="none" strike="noStrike" cap="none" normalizeH="0" baseline="0" dirty="0">
                          <a:ln>
                            <a:noFill/>
                          </a:ln>
                          <a:solidFill>
                            <a:schemeClr val="tx1"/>
                          </a:solidFill>
                          <a:effectLst/>
                          <a:latin typeface="+mn-lt"/>
                          <a:ea typeface="+mn-ea"/>
                        </a:rPr>
                        <a:t>现态</a:t>
                      </a:r>
                      <a:endParaRPr kumimoji="0" lang="en-US" altLang="zh-CN" sz="1800" b="0" i="0" u="none" strike="noStrike" cap="none" normalizeH="0" baseline="0" dirty="0">
                        <a:ln>
                          <a:noFill/>
                        </a:ln>
                        <a:solidFill>
                          <a:schemeClr val="tx1"/>
                        </a:solidFill>
                        <a:effectLst/>
                        <a:latin typeface="+mn-lt"/>
                        <a:ea typeface="+mn-ea"/>
                      </a:endParaRPr>
                    </a:p>
                  </a:txBody>
                  <a:tcPr marL="0" marR="0" marT="0" marB="0"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gridSpan="2">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1800" b="0" i="0" u="none" strike="noStrike" cap="none" normalizeH="0" baseline="0" dirty="0">
                          <a:ln>
                            <a:noFill/>
                          </a:ln>
                          <a:solidFill>
                            <a:schemeClr val="tx1"/>
                          </a:solidFill>
                          <a:effectLst/>
                          <a:latin typeface="+mn-lt"/>
                          <a:ea typeface="+mn-ea"/>
                        </a:rPr>
                        <a:t>次态</a:t>
                      </a:r>
                      <a:endParaRPr kumimoji="0" lang="en-US" altLang="zh-CN" sz="1800" b="0" i="0" u="none" strike="noStrike" cap="none" normalizeH="0" baseline="0" dirty="0">
                        <a:ln>
                          <a:noFill/>
                        </a:ln>
                        <a:solidFill>
                          <a:schemeClr val="tx1"/>
                        </a:solidFill>
                        <a:effectLst/>
                        <a:latin typeface="+mn-lt"/>
                        <a:ea typeface="+mn-ea"/>
                      </a:endParaRPr>
                    </a:p>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mn-ea"/>
                        </a:rPr>
                        <a:t>x=0 x=1</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tc gridSpan="2">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1800" b="0" i="0" u="none" strike="noStrike" cap="none" normalizeH="0" baseline="0" dirty="0">
                          <a:ln>
                            <a:noFill/>
                          </a:ln>
                          <a:solidFill>
                            <a:schemeClr val="tx1"/>
                          </a:solidFill>
                          <a:effectLst/>
                          <a:latin typeface="+mn-lt"/>
                          <a:ea typeface="+mn-ea"/>
                        </a:rPr>
                        <a:t>输出</a:t>
                      </a:r>
                      <a:endParaRPr kumimoji="0" lang="en-US" altLang="zh-CN" sz="1800" b="0" i="0" u="none" strike="noStrike" cap="none" normalizeH="0" baseline="0" dirty="0">
                        <a:ln>
                          <a:noFill/>
                        </a:ln>
                        <a:solidFill>
                          <a:schemeClr val="tx1"/>
                        </a:solidFill>
                        <a:effectLst/>
                        <a:latin typeface="+mn-lt"/>
                        <a:ea typeface="+mn-ea"/>
                      </a:endParaRPr>
                    </a:p>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mn-ea"/>
                        </a:rPr>
                        <a:t>x=0 x=1</a:t>
                      </a:r>
                    </a:p>
                  </a:txBody>
                  <a:tcPr marL="0" marR="0" marT="0" marB="0"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extLst>
                  <a:ext uri="{0D108BD9-81ED-4DB2-BD59-A6C34878D82A}">
                    <a16:rowId xmlns:a16="http://schemas.microsoft.com/office/drawing/2014/main" val="10000"/>
                  </a:ext>
                </a:extLst>
              </a:tr>
              <a:tr h="36720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669999"/>
                          </a:solidFill>
                          <a:effectLst/>
                          <a:latin typeface="+mn-lt"/>
                          <a:ea typeface="宋体" pitchFamily="2" charset="-122"/>
                        </a:rPr>
                        <a:t>A*</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669999"/>
                          </a:solidFill>
                          <a:effectLst/>
                          <a:latin typeface="+mn-lt"/>
                          <a:ea typeface="宋体" pitchFamily="2" charset="-122"/>
                        </a:rPr>
                        <a:t>B</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36720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FF0000"/>
                          </a:solidFill>
                          <a:effectLst/>
                          <a:latin typeface="+mn-lt"/>
                          <a:ea typeface="宋体" pitchFamily="2" charset="-122"/>
                        </a:rPr>
                        <a:t>B</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BBB59">
                        <a:lumMod val="60000"/>
                        <a:lumOff val="4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FF0000"/>
                          </a:solidFill>
                          <a:effectLst/>
                          <a:latin typeface="+mn-lt"/>
                          <a:ea typeface="宋体" pitchFamily="2" charset="-122"/>
                        </a:rPr>
                        <a:t>B</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BBB59">
                        <a:lumMod val="60000"/>
                        <a:lumOff val="4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FF0000"/>
                          </a:solidFill>
                          <a:effectLst/>
                          <a:latin typeface="+mn-lt"/>
                          <a:ea typeface="宋体" pitchFamily="2" charset="-122"/>
                        </a:rPr>
                        <a:t>C</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BBB59">
                        <a:lumMod val="60000"/>
                        <a:lumOff val="4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36720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3333FF"/>
                          </a:solidFill>
                          <a:effectLst/>
                          <a:latin typeface="+mn-lt"/>
                          <a:ea typeface="宋体" pitchFamily="2" charset="-122"/>
                        </a:rPr>
                        <a:t>C</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3333FF"/>
                          </a:solidFill>
                          <a:effectLst/>
                          <a:latin typeface="+mn-lt"/>
                          <a:ea typeface="宋体" pitchFamily="2" charset="-122"/>
                        </a:rPr>
                        <a:t>D</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E</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36720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1" u="none" strike="noStrike" cap="none" normalizeH="0" baseline="0" dirty="0">
                          <a:ln>
                            <a:noFill/>
                          </a:ln>
                          <a:solidFill>
                            <a:srgbClr val="CC9900"/>
                          </a:solidFill>
                          <a:effectLst/>
                          <a:latin typeface="+mn-lt"/>
                          <a:ea typeface="宋体" pitchFamily="2" charset="-122"/>
                        </a:rPr>
                        <a:t>D</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BACC6">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CC9900"/>
                          </a:solidFill>
                          <a:effectLst/>
                          <a:latin typeface="+mn-lt"/>
                          <a:ea typeface="宋体" pitchFamily="2" charset="-122"/>
                        </a:rPr>
                        <a:t>F</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BACC6">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CC9900"/>
                          </a:solidFill>
                          <a:effectLst/>
                          <a:latin typeface="+mn-lt"/>
                          <a:ea typeface="宋体" pitchFamily="2" charset="-122"/>
                        </a:rPr>
                        <a:t>G</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BACC6">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1</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r h="36720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669999"/>
                          </a:solidFill>
                          <a:effectLst/>
                          <a:latin typeface="+mn-lt"/>
                          <a:ea typeface="宋体" pitchFamily="2" charset="-122"/>
                        </a:rPr>
                        <a:t>E</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C</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669999"/>
                          </a:solidFill>
                          <a:effectLst/>
                          <a:latin typeface="+mn-lt"/>
                          <a:ea typeface="宋体" pitchFamily="2" charset="-122"/>
                        </a:rPr>
                        <a:t>B</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1</a:t>
                      </a: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5"/>
                  </a:ext>
                </a:extLst>
              </a:tr>
              <a:tr h="36720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3333FF"/>
                          </a:solidFill>
                          <a:effectLst/>
                          <a:latin typeface="+mn-lt"/>
                          <a:ea typeface="宋体" pitchFamily="2" charset="-122"/>
                        </a:rPr>
                        <a:t>F</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3333FF"/>
                          </a:solidFill>
                          <a:effectLst/>
                          <a:latin typeface="+mn-lt"/>
                          <a:ea typeface="宋体" pitchFamily="2" charset="-122"/>
                        </a:rPr>
                        <a:t>D</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H</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1</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6"/>
                  </a:ext>
                </a:extLst>
              </a:tr>
              <a:tr h="36720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FF0000"/>
                          </a:solidFill>
                          <a:effectLst/>
                          <a:latin typeface="+mn-lt"/>
                          <a:ea typeface="宋体" pitchFamily="2" charset="-122"/>
                        </a:rPr>
                        <a:t>G</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BBB59">
                        <a:lumMod val="60000"/>
                        <a:lumOff val="4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FF0000"/>
                          </a:solidFill>
                          <a:effectLst/>
                          <a:latin typeface="+mn-lt"/>
                          <a:ea typeface="宋体" pitchFamily="2" charset="-122"/>
                        </a:rPr>
                        <a:t>B</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BBB59">
                        <a:lumMod val="60000"/>
                        <a:lumOff val="4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FF0000"/>
                          </a:solidFill>
                          <a:effectLst/>
                          <a:latin typeface="+mn-lt"/>
                          <a:ea typeface="宋体" pitchFamily="2" charset="-122"/>
                        </a:rPr>
                        <a:t>C</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BBB59">
                        <a:lumMod val="60000"/>
                        <a:lumOff val="4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1</a:t>
                      </a: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7"/>
                  </a:ext>
                </a:extLst>
              </a:tr>
              <a:tr h="36720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1" u="none" strike="noStrike" cap="none" normalizeH="0" baseline="0" dirty="0">
                          <a:ln>
                            <a:noFill/>
                          </a:ln>
                          <a:solidFill>
                            <a:srgbClr val="CC9900"/>
                          </a:solidFill>
                          <a:effectLst/>
                          <a:latin typeface="+mn-lt"/>
                          <a:ea typeface="宋体" pitchFamily="2" charset="-122"/>
                        </a:rPr>
                        <a:t>H</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4BACC6">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CC9900"/>
                          </a:solidFill>
                          <a:effectLst/>
                          <a:latin typeface="+mn-lt"/>
                          <a:ea typeface="宋体" pitchFamily="2" charset="-122"/>
                        </a:rPr>
                        <a:t>F</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4BACC6">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CC9900"/>
                          </a:solidFill>
                          <a:effectLst/>
                          <a:latin typeface="+mn-lt"/>
                          <a:ea typeface="宋体" pitchFamily="2" charset="-122"/>
                        </a:rPr>
                        <a:t>G</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4BACC6">
                        <a:lumMod val="40000"/>
                        <a:lumOff val="60000"/>
                      </a:srgb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8"/>
                  </a:ext>
                </a:extLst>
              </a:tr>
            </a:tbl>
          </a:graphicData>
        </a:graphic>
      </p:graphicFrame>
      <p:graphicFrame>
        <p:nvGraphicFramePr>
          <p:cNvPr id="4" name="Group 244">
            <a:extLst>
              <a:ext uri="{FF2B5EF4-FFF2-40B4-BE49-F238E27FC236}">
                <a16:creationId xmlns:a16="http://schemas.microsoft.com/office/drawing/2014/main" id="{5E88F222-A532-ED46-A535-AA722CB0ED3E}"/>
              </a:ext>
            </a:extLst>
          </p:cNvPr>
          <p:cNvGraphicFramePr>
            <a:graphicFrameLocks/>
          </p:cNvGraphicFramePr>
          <p:nvPr>
            <p:extLst>
              <p:ext uri="{D42A27DB-BD31-4B8C-83A1-F6EECF244321}">
                <p14:modId xmlns:p14="http://schemas.microsoft.com/office/powerpoint/2010/main" val="3271289485"/>
              </p:ext>
            </p:extLst>
          </p:nvPr>
        </p:nvGraphicFramePr>
        <p:xfrm>
          <a:off x="5105400" y="3013913"/>
          <a:ext cx="3086400" cy="3677760"/>
        </p:xfrm>
        <a:graphic>
          <a:graphicData uri="http://schemas.openxmlformats.org/drawingml/2006/table">
            <a:tbl>
              <a:tblPr/>
              <a:tblGrid>
                <a:gridCol w="8890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588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495600">
                  <a:extLst>
                    <a:ext uri="{9D8B030D-6E8A-4147-A177-3AD203B41FA5}">
                      <a16:colId xmlns:a16="http://schemas.microsoft.com/office/drawing/2014/main" val="20004"/>
                    </a:ext>
                  </a:extLst>
                </a:gridCol>
              </a:tblGrid>
              <a:tr h="799764">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1800" b="0" i="0" u="none" strike="noStrike" kern="1200" cap="none" normalizeH="0" baseline="0" dirty="0">
                          <a:ln>
                            <a:noFill/>
                          </a:ln>
                          <a:solidFill>
                            <a:schemeClr val="tx1"/>
                          </a:solidFill>
                          <a:effectLst/>
                          <a:latin typeface="Calibri"/>
                          <a:ea typeface="黑体"/>
                          <a:cs typeface="+mn-cs"/>
                        </a:rPr>
                        <a:t>现态</a:t>
                      </a:r>
                      <a:r>
                        <a:rPr kumimoji="0" lang="en-US" altLang="zh-CN" sz="1800" b="0" i="0" u="none" strike="noStrike" cap="none" normalizeH="0" baseline="0" dirty="0">
                          <a:ln>
                            <a:noFill/>
                          </a:ln>
                          <a:solidFill>
                            <a:schemeClr val="tx1"/>
                          </a:solidFill>
                          <a:effectLst/>
                          <a:latin typeface="+mn-lt"/>
                          <a:ea typeface="+mn-ea"/>
                        </a:rPr>
                        <a:t>Q</a:t>
                      </a:r>
                      <a:r>
                        <a:rPr kumimoji="0" lang="en-US" altLang="zh-CN" sz="1800" b="0" i="0" u="none" strike="noStrike" cap="none" normalizeH="0" baseline="-25000" dirty="0">
                          <a:ln>
                            <a:noFill/>
                          </a:ln>
                          <a:solidFill>
                            <a:schemeClr val="tx1"/>
                          </a:solidFill>
                          <a:effectLst/>
                          <a:latin typeface="+mn-lt"/>
                          <a:ea typeface="+mn-ea"/>
                        </a:rPr>
                        <a:t>1</a:t>
                      </a:r>
                      <a:r>
                        <a:rPr kumimoji="0" lang="en-US" altLang="zh-CN" sz="1800" b="0" i="0" u="none" strike="noStrike" cap="none" normalizeH="0" baseline="0" dirty="0">
                          <a:ln>
                            <a:noFill/>
                          </a:ln>
                          <a:solidFill>
                            <a:schemeClr val="tx1"/>
                          </a:solidFill>
                          <a:effectLst/>
                          <a:latin typeface="+mn-lt"/>
                          <a:ea typeface="+mn-ea"/>
                        </a:rPr>
                        <a:t>Q</a:t>
                      </a:r>
                      <a:r>
                        <a:rPr kumimoji="0" lang="en-US" altLang="zh-CN" sz="1800" b="0" i="0" u="none" strike="noStrike" cap="none" normalizeH="0" baseline="-25000" dirty="0">
                          <a:ln>
                            <a:noFill/>
                          </a:ln>
                          <a:solidFill>
                            <a:schemeClr val="tx1"/>
                          </a:solidFill>
                          <a:effectLst/>
                          <a:latin typeface="+mn-lt"/>
                          <a:ea typeface="+mn-ea"/>
                        </a:rPr>
                        <a:t>2</a:t>
                      </a:r>
                      <a:r>
                        <a:rPr kumimoji="0" lang="en-US" altLang="zh-CN" sz="1800" b="0" i="0" u="none" strike="noStrike" cap="none" normalizeH="0" baseline="0" dirty="0">
                          <a:ln>
                            <a:noFill/>
                          </a:ln>
                          <a:solidFill>
                            <a:schemeClr val="tx1"/>
                          </a:solidFill>
                          <a:effectLst/>
                          <a:latin typeface="+mn-lt"/>
                          <a:ea typeface="+mn-ea"/>
                        </a:rPr>
                        <a:t>Q</a:t>
                      </a:r>
                      <a:r>
                        <a:rPr kumimoji="0" lang="en-US" altLang="zh-CN" sz="1800" b="0" i="0" u="none" strike="noStrike" cap="none" normalizeH="0" baseline="-25000" dirty="0">
                          <a:ln>
                            <a:noFill/>
                          </a:ln>
                          <a:solidFill>
                            <a:schemeClr val="tx1"/>
                          </a:solidFill>
                          <a:effectLst/>
                          <a:latin typeface="+mn-lt"/>
                          <a:ea typeface="+mn-ea"/>
                        </a:rPr>
                        <a:t>3</a:t>
                      </a:r>
                      <a:endParaRPr kumimoji="0" lang="en-US" altLang="zh-CN" sz="1800" b="0" i="0" u="none" strike="noStrike" cap="none" normalizeH="0" baseline="0" dirty="0">
                        <a:ln>
                          <a:noFill/>
                        </a:ln>
                        <a:solidFill>
                          <a:schemeClr val="tx1"/>
                        </a:solidFill>
                        <a:effectLst/>
                        <a:latin typeface="+mn-lt"/>
                        <a:ea typeface="+mn-ea"/>
                      </a:endParaRPr>
                    </a:p>
                  </a:txBody>
                  <a:tcPr marL="0" marR="0" marT="0" marB="0"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gridSpan="2">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1800" b="0" i="0" u="none" strike="noStrike" kern="1200" cap="none" normalizeH="0" baseline="0" dirty="0">
                          <a:ln>
                            <a:noFill/>
                          </a:ln>
                          <a:solidFill>
                            <a:schemeClr val="tx1"/>
                          </a:solidFill>
                          <a:effectLst/>
                          <a:latin typeface="Calibri"/>
                          <a:ea typeface="黑体"/>
                          <a:cs typeface="+mn-cs"/>
                        </a:rPr>
                        <a:t>次态</a:t>
                      </a:r>
                      <a:endParaRPr kumimoji="0" lang="en-US" altLang="zh-CN" sz="1800" b="0" i="0" u="none" strike="noStrike" kern="1200" cap="none" normalizeH="0" baseline="0" dirty="0">
                        <a:ln>
                          <a:noFill/>
                        </a:ln>
                        <a:solidFill>
                          <a:schemeClr val="tx1"/>
                        </a:solidFill>
                        <a:effectLst/>
                        <a:latin typeface="Calibri"/>
                        <a:ea typeface="黑体"/>
                        <a:cs typeface="+mn-cs"/>
                      </a:endParaRPr>
                    </a:p>
                    <a:p>
                      <a:pPr marL="0" marR="0" lvl="0" indent="0" algn="ctr" defTabSz="914400" rtl="0" eaLnBrk="1" fontAlgn="base" latinLnBrk="0" hangingPunct="1">
                        <a:lnSpc>
                          <a:spcPct val="100000"/>
                        </a:lnSpc>
                        <a:spcBef>
                          <a:spcPct val="0"/>
                        </a:spcBef>
                        <a:spcAft>
                          <a:spcPct val="0"/>
                        </a:spcAft>
                        <a:buClr>
                          <a:srgbClr val="009999"/>
                        </a:buClr>
                        <a:buSzPct val="80000"/>
                        <a:buFont typeface="Wingdings" pitchFamily="2" charset="2"/>
                        <a:buNone/>
                        <a:tabLst/>
                        <a:defRPr/>
                      </a:pPr>
                      <a:r>
                        <a:rPr kumimoji="0" lang="en-US" altLang="zh-CN" sz="1800" b="0" i="0" u="none" strike="noStrike" kern="1200" cap="none" spc="0" normalizeH="0" baseline="0" noProof="0" dirty="0">
                          <a:ln>
                            <a:noFill/>
                          </a:ln>
                          <a:solidFill>
                            <a:srgbClr val="000000"/>
                          </a:solidFill>
                          <a:effectLst/>
                          <a:uLnTx/>
                          <a:uFillTx/>
                          <a:latin typeface="Arial" panose="020B0604020202020204"/>
                          <a:ea typeface="黑体" panose="02010609060101010101" pitchFamily="49" charset="-122"/>
                          <a:cs typeface="+mn-cs"/>
                        </a:rPr>
                        <a:t>Q</a:t>
                      </a:r>
                      <a:r>
                        <a:rPr kumimoji="0" lang="en-US" altLang="zh-CN" sz="1800" b="0" i="0" u="none" strike="noStrike" kern="1200" cap="none" spc="0" normalizeH="0" baseline="30000" noProof="0" dirty="0">
                          <a:ln>
                            <a:noFill/>
                          </a:ln>
                          <a:solidFill>
                            <a:srgbClr val="000000"/>
                          </a:solidFill>
                          <a:effectLst/>
                          <a:uLnTx/>
                          <a:uFillTx/>
                          <a:latin typeface="Arial" panose="020B0604020202020204"/>
                          <a:ea typeface="黑体" panose="02010609060101010101" pitchFamily="49" charset="-122"/>
                          <a:cs typeface="+mn-cs"/>
                        </a:rPr>
                        <a:t>+</a:t>
                      </a:r>
                      <a:r>
                        <a:rPr kumimoji="0" lang="en-US" altLang="zh-CN" sz="1800" b="0" i="0" u="none" strike="noStrike" kern="1200" cap="none" spc="0" normalizeH="0" baseline="-25000" noProof="0" dirty="0">
                          <a:ln>
                            <a:noFill/>
                          </a:ln>
                          <a:solidFill>
                            <a:srgbClr val="000000"/>
                          </a:solidFill>
                          <a:effectLst/>
                          <a:uLnTx/>
                          <a:uFillTx/>
                          <a:latin typeface="Arial" panose="020B0604020202020204"/>
                          <a:ea typeface="黑体" panose="02010609060101010101" pitchFamily="49" charset="-122"/>
                          <a:cs typeface="+mn-cs"/>
                        </a:rPr>
                        <a:t>1</a:t>
                      </a:r>
                      <a:r>
                        <a:rPr kumimoji="0" lang="en-US" altLang="zh-CN" sz="1800" b="0" i="0" u="none" strike="noStrike" kern="1200" cap="none" spc="0" normalizeH="0" baseline="0" noProof="0" dirty="0">
                          <a:ln>
                            <a:noFill/>
                          </a:ln>
                          <a:solidFill>
                            <a:srgbClr val="000000"/>
                          </a:solidFill>
                          <a:effectLst/>
                          <a:uLnTx/>
                          <a:uFillTx/>
                          <a:latin typeface="Arial" panose="020B0604020202020204"/>
                          <a:ea typeface="黑体" panose="02010609060101010101" pitchFamily="49" charset="-122"/>
                          <a:cs typeface="+mn-cs"/>
                        </a:rPr>
                        <a:t>Q</a:t>
                      </a:r>
                      <a:r>
                        <a:rPr kumimoji="0" lang="en-US" altLang="zh-CN" sz="1800" b="0" i="0" u="none" strike="noStrike" kern="1200" cap="none" spc="0" normalizeH="0" baseline="30000" noProof="0" dirty="0">
                          <a:ln>
                            <a:noFill/>
                          </a:ln>
                          <a:solidFill>
                            <a:srgbClr val="000000"/>
                          </a:solidFill>
                          <a:effectLst/>
                          <a:uLnTx/>
                          <a:uFillTx/>
                          <a:latin typeface="Arial" panose="020B0604020202020204"/>
                          <a:ea typeface="黑体" panose="02010609060101010101" pitchFamily="49" charset="-122"/>
                          <a:cs typeface="+mn-cs"/>
                        </a:rPr>
                        <a:t>+</a:t>
                      </a:r>
                      <a:r>
                        <a:rPr kumimoji="0" lang="en-US" altLang="zh-CN" sz="1800" b="0" i="0" u="none" strike="noStrike" kern="1200" cap="none" spc="0" normalizeH="0" baseline="-25000" noProof="0" dirty="0">
                          <a:ln>
                            <a:noFill/>
                          </a:ln>
                          <a:solidFill>
                            <a:srgbClr val="000000"/>
                          </a:solidFill>
                          <a:effectLst/>
                          <a:uLnTx/>
                          <a:uFillTx/>
                          <a:latin typeface="Arial" panose="020B0604020202020204"/>
                          <a:ea typeface="黑体" panose="02010609060101010101" pitchFamily="49" charset="-122"/>
                          <a:cs typeface="+mn-cs"/>
                        </a:rPr>
                        <a:t>2</a:t>
                      </a:r>
                      <a:r>
                        <a:rPr kumimoji="0" lang="en-US" altLang="zh-CN" sz="1800" b="0" i="0" u="none" strike="noStrike" kern="1200" cap="none" spc="0" normalizeH="0" baseline="0" noProof="0" dirty="0">
                          <a:ln>
                            <a:noFill/>
                          </a:ln>
                          <a:solidFill>
                            <a:srgbClr val="000000"/>
                          </a:solidFill>
                          <a:effectLst/>
                          <a:uLnTx/>
                          <a:uFillTx/>
                          <a:latin typeface="Arial" panose="020B0604020202020204"/>
                          <a:ea typeface="黑体" panose="02010609060101010101" pitchFamily="49" charset="-122"/>
                          <a:cs typeface="+mn-cs"/>
                        </a:rPr>
                        <a:t>Q</a:t>
                      </a:r>
                      <a:r>
                        <a:rPr kumimoji="0" lang="en-US" altLang="zh-CN" sz="1800" b="0" i="0" u="none" strike="noStrike" kern="1200" cap="none" spc="0" normalizeH="0" baseline="30000" noProof="0" dirty="0">
                          <a:ln>
                            <a:noFill/>
                          </a:ln>
                          <a:solidFill>
                            <a:srgbClr val="000000"/>
                          </a:solidFill>
                          <a:effectLst/>
                          <a:uLnTx/>
                          <a:uFillTx/>
                          <a:latin typeface="Arial" panose="020B0604020202020204"/>
                          <a:ea typeface="黑体" panose="02010609060101010101" pitchFamily="49" charset="-122"/>
                          <a:cs typeface="+mn-cs"/>
                        </a:rPr>
                        <a:t>+</a:t>
                      </a:r>
                      <a:r>
                        <a:rPr kumimoji="0" lang="en-US" altLang="zh-CN" sz="1800" b="0" i="0" u="none" strike="noStrike" kern="1200" cap="none" spc="0" normalizeH="0" baseline="-25000" noProof="0" dirty="0">
                          <a:ln>
                            <a:noFill/>
                          </a:ln>
                          <a:solidFill>
                            <a:srgbClr val="000000"/>
                          </a:solidFill>
                          <a:effectLst/>
                          <a:uLnTx/>
                          <a:uFillTx/>
                          <a:latin typeface="Arial" panose="020B0604020202020204"/>
                          <a:ea typeface="黑体" panose="02010609060101010101" pitchFamily="49" charset="-122"/>
                          <a:cs typeface="+mn-cs"/>
                        </a:rPr>
                        <a:t>3</a:t>
                      </a:r>
                      <a:endParaRPr kumimoji="0" lang="en-US" altLang="zh-CN" sz="1800" b="0" i="0" u="none" strike="noStrike" cap="none" normalizeH="0" baseline="0" dirty="0">
                        <a:ln>
                          <a:noFill/>
                        </a:ln>
                        <a:solidFill>
                          <a:schemeClr val="tx1"/>
                        </a:solidFill>
                        <a:effectLst/>
                        <a:latin typeface="+mn-lt"/>
                        <a:ea typeface="+mn-ea"/>
                      </a:endParaRPr>
                    </a:p>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x=0 x=1</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tc gridSpan="2">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1800" b="0" i="0" u="none" strike="noStrike" kern="1200" cap="none" normalizeH="0" baseline="0" dirty="0">
                          <a:ln>
                            <a:noFill/>
                          </a:ln>
                          <a:solidFill>
                            <a:schemeClr val="tx1"/>
                          </a:solidFill>
                          <a:effectLst/>
                          <a:latin typeface="Calibri"/>
                          <a:ea typeface="黑体"/>
                          <a:cs typeface="+mn-cs"/>
                        </a:rPr>
                        <a:t>输出</a:t>
                      </a:r>
                      <a:endParaRPr kumimoji="0" lang="en-US" altLang="zh-CN" sz="1800" b="0" i="0" u="none" strike="noStrike" kern="1200" cap="none" normalizeH="0" baseline="0" dirty="0">
                        <a:ln>
                          <a:noFill/>
                        </a:ln>
                        <a:solidFill>
                          <a:schemeClr val="tx1"/>
                        </a:solidFill>
                        <a:effectLst/>
                        <a:latin typeface="Calibri"/>
                        <a:ea typeface="黑体"/>
                        <a:cs typeface="+mn-cs"/>
                      </a:endParaRPr>
                    </a:p>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z</a:t>
                      </a:r>
                    </a:p>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x=0 x=1</a:t>
                      </a:r>
                    </a:p>
                  </a:txBody>
                  <a:tcPr marL="0" marR="0" marT="0" marB="0"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extLst>
                  <a:ext uri="{0D108BD9-81ED-4DB2-BD59-A6C34878D82A}">
                    <a16:rowId xmlns:a16="http://schemas.microsoft.com/office/drawing/2014/main" val="10000"/>
                  </a:ext>
                </a:extLst>
              </a:tr>
              <a:tr h="35685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000</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a:t>
                      </a:r>
                      <a:r>
                        <a:rPr kumimoji="0" lang="en-US" altLang="zh-CN" sz="2000" b="0" i="0" u="none" strike="noStrike" cap="none" normalizeH="0" baseline="0" dirty="0">
                          <a:ln>
                            <a:noFill/>
                          </a:ln>
                          <a:solidFill>
                            <a:srgbClr val="3333FF"/>
                          </a:solidFill>
                          <a:effectLst/>
                          <a:latin typeface="Arial" charset="0"/>
                          <a:ea typeface="宋体" pitchFamily="2" charset="-122"/>
                        </a:rPr>
                        <a:t>0</a:t>
                      </a:r>
                      <a:r>
                        <a:rPr kumimoji="0" lang="en-US" altLang="zh-CN" sz="2000" b="0" i="0" u="none" strike="noStrike" cap="none" normalizeH="0" baseline="0" dirty="0">
                          <a:ln>
                            <a:noFill/>
                          </a:ln>
                          <a:solidFill>
                            <a:srgbClr val="00B050"/>
                          </a:solidFill>
                          <a:effectLst/>
                          <a:latin typeface="Arial" charset="0"/>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a:t>
                      </a:r>
                      <a:r>
                        <a:rPr kumimoji="0" lang="en-US" altLang="zh-CN" sz="2000" b="0" i="0" u="none" strike="noStrike" cap="none" normalizeH="0" baseline="0" dirty="0">
                          <a:ln>
                            <a:noFill/>
                          </a:ln>
                          <a:solidFill>
                            <a:srgbClr val="3333FF"/>
                          </a:solidFill>
                          <a:effectLst/>
                          <a:latin typeface="Arial" charset="0"/>
                          <a:ea typeface="宋体" pitchFamily="2" charset="-122"/>
                        </a:rPr>
                        <a:t>0</a:t>
                      </a:r>
                      <a:r>
                        <a:rPr kumimoji="0" lang="en-US" altLang="zh-CN" sz="2000" b="0" i="0" u="none" strike="noStrike" cap="none" normalizeH="0" baseline="0" dirty="0">
                          <a:ln>
                            <a:noFill/>
                          </a:ln>
                          <a:solidFill>
                            <a:srgbClr val="00B050"/>
                          </a:solidFill>
                          <a:effectLst/>
                          <a:latin typeface="Arial" charset="0"/>
                          <a:ea typeface="宋体" pitchFamily="2" charset="-122"/>
                        </a:rPr>
                        <a:t>1</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35685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001</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a:t>
                      </a:r>
                      <a:r>
                        <a:rPr kumimoji="0" lang="en-US" altLang="zh-CN" sz="2000" b="0" i="0" u="none" strike="noStrike" cap="none" normalizeH="0" baseline="0" dirty="0">
                          <a:ln>
                            <a:noFill/>
                          </a:ln>
                          <a:solidFill>
                            <a:srgbClr val="3333FF"/>
                          </a:solidFill>
                          <a:effectLst/>
                          <a:latin typeface="Arial" charset="0"/>
                          <a:ea typeface="宋体" pitchFamily="2" charset="-122"/>
                        </a:rPr>
                        <a:t>0</a:t>
                      </a:r>
                      <a:r>
                        <a:rPr kumimoji="0" lang="en-US" altLang="zh-CN" sz="2000" b="0" i="0" u="none" strike="noStrike" cap="none" normalizeH="0" baseline="0" dirty="0">
                          <a:ln>
                            <a:noFill/>
                          </a:ln>
                          <a:solidFill>
                            <a:srgbClr val="00B050"/>
                          </a:solidFill>
                          <a:effectLst/>
                          <a:latin typeface="Arial" charset="0"/>
                          <a:ea typeface="宋体" pitchFamily="2" charset="-122"/>
                        </a:rPr>
                        <a:t>1</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a:t>
                      </a:r>
                      <a:r>
                        <a:rPr kumimoji="0" lang="en-US" altLang="zh-CN" sz="2000" b="0" i="0" u="none" strike="noStrike" cap="none" normalizeH="0" baseline="0" dirty="0">
                          <a:ln>
                            <a:noFill/>
                          </a:ln>
                          <a:solidFill>
                            <a:srgbClr val="3333FF"/>
                          </a:solidFill>
                          <a:effectLst/>
                          <a:latin typeface="Arial" charset="0"/>
                          <a:ea typeface="宋体" pitchFamily="2" charset="-122"/>
                        </a:rPr>
                        <a:t>1</a:t>
                      </a:r>
                      <a:r>
                        <a:rPr kumimoji="0" lang="en-US" altLang="zh-CN" sz="2000" b="0" i="0" u="none" strike="noStrike" cap="none" normalizeH="0" baseline="0" dirty="0">
                          <a:ln>
                            <a:noFill/>
                          </a:ln>
                          <a:solidFill>
                            <a:srgbClr val="00B050"/>
                          </a:solidFill>
                          <a:effectLst/>
                          <a:latin typeface="Arial" charset="0"/>
                          <a:ea typeface="宋体" pitchFamily="2" charset="-122"/>
                        </a:rPr>
                        <a:t>1</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35685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011</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1</a:t>
                      </a:r>
                      <a:r>
                        <a:rPr kumimoji="0" lang="en-US" altLang="zh-CN" sz="2000" b="0" i="0" u="none" strike="noStrike" cap="none" normalizeH="0" baseline="0" dirty="0">
                          <a:ln>
                            <a:noFill/>
                          </a:ln>
                          <a:solidFill>
                            <a:srgbClr val="3333FF"/>
                          </a:solidFill>
                          <a:effectLst/>
                          <a:latin typeface="Arial" charset="0"/>
                          <a:ea typeface="宋体" pitchFamily="2" charset="-122"/>
                        </a:rPr>
                        <a:t>1</a:t>
                      </a:r>
                      <a:r>
                        <a:rPr kumimoji="0" lang="en-US" altLang="zh-CN" sz="2000" b="0" i="0" u="none" strike="noStrike" cap="none" normalizeH="0" baseline="0" dirty="0">
                          <a:ln>
                            <a:noFill/>
                          </a:ln>
                          <a:solidFill>
                            <a:srgbClr val="00B050"/>
                          </a:solidFill>
                          <a:effectLst/>
                          <a:latin typeface="Arial" charset="0"/>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1</a:t>
                      </a:r>
                      <a:r>
                        <a:rPr kumimoji="0" lang="en-US" altLang="zh-CN" sz="2000" b="0" i="0" u="none" strike="noStrike" cap="none" normalizeH="0" baseline="0" dirty="0">
                          <a:ln>
                            <a:noFill/>
                          </a:ln>
                          <a:solidFill>
                            <a:srgbClr val="3333FF"/>
                          </a:solidFill>
                          <a:effectLst/>
                          <a:latin typeface="Arial" charset="0"/>
                          <a:ea typeface="宋体" pitchFamily="2" charset="-122"/>
                        </a:rPr>
                        <a:t>0</a:t>
                      </a:r>
                      <a:r>
                        <a:rPr kumimoji="0" lang="en-US" altLang="zh-CN" sz="2000" b="0" i="0" u="none" strike="noStrike" cap="none" normalizeH="0" baseline="0" dirty="0">
                          <a:ln>
                            <a:noFill/>
                          </a:ln>
                          <a:solidFill>
                            <a:srgbClr val="00B050"/>
                          </a:solidFill>
                          <a:effectLst/>
                          <a:latin typeface="Arial" charset="0"/>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35685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110</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1</a:t>
                      </a:r>
                      <a:r>
                        <a:rPr kumimoji="0" lang="en-US" altLang="zh-CN" sz="2000" b="0" i="0" u="none" strike="noStrike" cap="none" normalizeH="0" baseline="0" dirty="0">
                          <a:ln>
                            <a:noFill/>
                          </a:ln>
                          <a:solidFill>
                            <a:srgbClr val="3333FF"/>
                          </a:solidFill>
                          <a:effectLst/>
                          <a:latin typeface="Arial" charset="0"/>
                          <a:ea typeface="宋体" pitchFamily="2" charset="-122"/>
                        </a:rPr>
                        <a:t>1</a:t>
                      </a:r>
                      <a:r>
                        <a:rPr kumimoji="0" lang="en-US" altLang="zh-CN" sz="2000" b="0" i="0" u="none" strike="noStrike" cap="none" normalizeH="0" baseline="0" dirty="0">
                          <a:ln>
                            <a:noFill/>
                          </a:ln>
                          <a:solidFill>
                            <a:srgbClr val="00B050"/>
                          </a:solidFill>
                          <a:effectLst/>
                          <a:latin typeface="Arial" charset="0"/>
                          <a:ea typeface="宋体" pitchFamily="2" charset="-122"/>
                        </a:rPr>
                        <a:t>1</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1</a:t>
                      </a:r>
                      <a:r>
                        <a:rPr kumimoji="0" lang="en-US" altLang="zh-CN" sz="2000" b="0" i="0" u="none" strike="noStrike" cap="none" normalizeH="0" baseline="0" dirty="0">
                          <a:ln>
                            <a:noFill/>
                          </a:ln>
                          <a:solidFill>
                            <a:srgbClr val="3333FF"/>
                          </a:solidFill>
                          <a:effectLst/>
                          <a:latin typeface="Arial" charset="0"/>
                          <a:ea typeface="宋体" pitchFamily="2" charset="-122"/>
                        </a:rPr>
                        <a:t>0</a:t>
                      </a:r>
                      <a:r>
                        <a:rPr kumimoji="0" lang="en-US" altLang="zh-CN" sz="2000" b="0" i="0" u="none" strike="noStrike" cap="none" normalizeH="0" baseline="0" dirty="0">
                          <a:ln>
                            <a:noFill/>
                          </a:ln>
                          <a:solidFill>
                            <a:srgbClr val="00B050"/>
                          </a:solidFill>
                          <a:effectLst/>
                          <a:latin typeface="Arial" charset="0"/>
                          <a:ea typeface="宋体" pitchFamily="2" charset="-122"/>
                        </a:rPr>
                        <a:t>1</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1</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r h="35685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100</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a:t>
                      </a:r>
                      <a:r>
                        <a:rPr kumimoji="0" lang="en-US" altLang="zh-CN" sz="2000" b="0" i="0" u="none" strike="noStrike" cap="none" normalizeH="0" baseline="0" dirty="0">
                          <a:ln>
                            <a:noFill/>
                          </a:ln>
                          <a:solidFill>
                            <a:srgbClr val="3333FF"/>
                          </a:solidFill>
                          <a:effectLst/>
                          <a:latin typeface="Arial" charset="0"/>
                          <a:ea typeface="宋体" pitchFamily="2" charset="-122"/>
                        </a:rPr>
                        <a:t>1</a:t>
                      </a:r>
                      <a:r>
                        <a:rPr kumimoji="0" lang="en-US" altLang="zh-CN" sz="2000" b="0" i="0" u="none" strike="noStrike" cap="none" normalizeH="0" baseline="0" dirty="0">
                          <a:ln>
                            <a:noFill/>
                          </a:ln>
                          <a:solidFill>
                            <a:srgbClr val="00B050"/>
                          </a:solidFill>
                          <a:effectLst/>
                          <a:latin typeface="Arial" charset="0"/>
                          <a:ea typeface="宋体" pitchFamily="2" charset="-122"/>
                        </a:rPr>
                        <a:t>1</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a:t>
                      </a:r>
                      <a:r>
                        <a:rPr kumimoji="0" lang="en-US" altLang="zh-CN" sz="2000" b="0" i="0" u="none" strike="noStrike" cap="none" normalizeH="0" baseline="0" dirty="0">
                          <a:ln>
                            <a:noFill/>
                          </a:ln>
                          <a:solidFill>
                            <a:srgbClr val="3333FF"/>
                          </a:solidFill>
                          <a:effectLst/>
                          <a:latin typeface="Arial" charset="0"/>
                          <a:ea typeface="宋体" pitchFamily="2" charset="-122"/>
                        </a:rPr>
                        <a:t>0</a:t>
                      </a:r>
                      <a:r>
                        <a:rPr kumimoji="0" lang="en-US" altLang="zh-CN" sz="2000" b="0" i="0" u="none" strike="noStrike" cap="none" normalizeH="0" baseline="0" dirty="0">
                          <a:ln>
                            <a:noFill/>
                          </a:ln>
                          <a:solidFill>
                            <a:srgbClr val="00B050"/>
                          </a:solidFill>
                          <a:effectLst/>
                          <a:latin typeface="Arial" charset="0"/>
                          <a:ea typeface="宋体" pitchFamily="2" charset="-122"/>
                        </a:rPr>
                        <a:t>1</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1</a:t>
                      </a: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5"/>
                  </a:ext>
                </a:extLst>
              </a:tr>
              <a:tr h="35685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111</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1</a:t>
                      </a:r>
                      <a:r>
                        <a:rPr kumimoji="0" lang="en-US" altLang="zh-CN" sz="2000" b="0" i="0" u="none" strike="noStrike" cap="none" normalizeH="0" baseline="0" dirty="0">
                          <a:ln>
                            <a:noFill/>
                          </a:ln>
                          <a:solidFill>
                            <a:srgbClr val="3333FF"/>
                          </a:solidFill>
                          <a:effectLst/>
                          <a:latin typeface="Arial" charset="0"/>
                          <a:ea typeface="宋体" pitchFamily="2" charset="-122"/>
                        </a:rPr>
                        <a:t>1</a:t>
                      </a:r>
                      <a:r>
                        <a:rPr kumimoji="0" lang="en-US" altLang="zh-CN" sz="2000" b="0" i="0" u="none" strike="noStrike" cap="none" normalizeH="0" baseline="0" dirty="0">
                          <a:ln>
                            <a:noFill/>
                          </a:ln>
                          <a:solidFill>
                            <a:srgbClr val="00B050"/>
                          </a:solidFill>
                          <a:effectLst/>
                          <a:latin typeface="Arial" charset="0"/>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a:t>
                      </a:r>
                      <a:r>
                        <a:rPr kumimoji="0" lang="en-US" altLang="zh-CN" sz="2000" b="0" i="0" u="none" strike="noStrike" cap="none" normalizeH="0" baseline="0" dirty="0">
                          <a:ln>
                            <a:noFill/>
                          </a:ln>
                          <a:solidFill>
                            <a:srgbClr val="3333FF"/>
                          </a:solidFill>
                          <a:effectLst/>
                          <a:latin typeface="Arial" charset="0"/>
                          <a:ea typeface="宋体" pitchFamily="2" charset="-122"/>
                        </a:rPr>
                        <a:t>1</a:t>
                      </a:r>
                      <a:r>
                        <a:rPr kumimoji="0" lang="en-US" altLang="zh-CN" sz="2000" b="0" i="0" u="none" strike="noStrike" cap="none" normalizeH="0" baseline="0" dirty="0">
                          <a:ln>
                            <a:noFill/>
                          </a:ln>
                          <a:solidFill>
                            <a:srgbClr val="00B050"/>
                          </a:solidFill>
                          <a:effectLst/>
                          <a:latin typeface="Arial" charset="0"/>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1</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6"/>
                  </a:ext>
                </a:extLst>
              </a:tr>
              <a:tr h="35685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101</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a:t>
                      </a:r>
                      <a:r>
                        <a:rPr kumimoji="0" lang="en-US" altLang="zh-CN" sz="2000" b="0" i="0" u="none" strike="noStrike" cap="none" normalizeH="0" baseline="0" dirty="0">
                          <a:ln>
                            <a:noFill/>
                          </a:ln>
                          <a:solidFill>
                            <a:srgbClr val="3333FF"/>
                          </a:solidFill>
                          <a:effectLst/>
                          <a:latin typeface="Arial" charset="0"/>
                          <a:ea typeface="宋体" pitchFamily="2" charset="-122"/>
                        </a:rPr>
                        <a:t>0</a:t>
                      </a:r>
                      <a:r>
                        <a:rPr kumimoji="0" lang="en-US" altLang="zh-CN" sz="2000" b="0" i="0" u="none" strike="noStrike" cap="none" normalizeH="0" baseline="0" dirty="0">
                          <a:ln>
                            <a:noFill/>
                          </a:ln>
                          <a:solidFill>
                            <a:srgbClr val="00B050"/>
                          </a:solidFill>
                          <a:effectLst/>
                          <a:latin typeface="Arial" charset="0"/>
                          <a:ea typeface="宋体" pitchFamily="2" charset="-122"/>
                        </a:rPr>
                        <a:t>1</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a:t>
                      </a:r>
                      <a:r>
                        <a:rPr kumimoji="0" lang="en-US" altLang="zh-CN" sz="2000" b="0" i="0" u="none" strike="noStrike" cap="none" normalizeH="0" baseline="0" dirty="0">
                          <a:ln>
                            <a:noFill/>
                          </a:ln>
                          <a:solidFill>
                            <a:srgbClr val="3333FF"/>
                          </a:solidFill>
                          <a:effectLst/>
                          <a:latin typeface="Arial" charset="0"/>
                          <a:ea typeface="宋体" pitchFamily="2" charset="-122"/>
                        </a:rPr>
                        <a:t>1</a:t>
                      </a:r>
                      <a:r>
                        <a:rPr kumimoji="0" lang="en-US" altLang="zh-CN" sz="2000" b="0" i="0" u="none" strike="noStrike" cap="none" normalizeH="0" baseline="0" dirty="0">
                          <a:ln>
                            <a:noFill/>
                          </a:ln>
                          <a:solidFill>
                            <a:srgbClr val="00B050"/>
                          </a:solidFill>
                          <a:effectLst/>
                          <a:latin typeface="Arial" charset="0"/>
                          <a:ea typeface="宋体" pitchFamily="2" charset="-122"/>
                        </a:rPr>
                        <a:t>1</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1</a:t>
                      </a: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7"/>
                  </a:ext>
                </a:extLst>
              </a:tr>
              <a:tr h="35685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010</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1</a:t>
                      </a:r>
                      <a:r>
                        <a:rPr kumimoji="0" lang="en-US" altLang="zh-CN" sz="2000" b="0" i="0" u="none" strike="noStrike" cap="none" normalizeH="0" baseline="0" dirty="0">
                          <a:ln>
                            <a:noFill/>
                          </a:ln>
                          <a:solidFill>
                            <a:srgbClr val="3333FF"/>
                          </a:solidFill>
                          <a:effectLst/>
                          <a:latin typeface="Arial" charset="0"/>
                          <a:ea typeface="宋体" pitchFamily="2" charset="-122"/>
                        </a:rPr>
                        <a:t>1</a:t>
                      </a:r>
                      <a:r>
                        <a:rPr kumimoji="0" lang="en-US" altLang="zh-CN" sz="2000" b="0" i="0" u="none" strike="noStrike" cap="none" normalizeH="0" baseline="0" dirty="0">
                          <a:ln>
                            <a:noFill/>
                          </a:ln>
                          <a:solidFill>
                            <a:srgbClr val="00B050"/>
                          </a:solidFill>
                          <a:effectLst/>
                          <a:latin typeface="Arial" charset="0"/>
                          <a:ea typeface="宋体" pitchFamily="2" charset="-122"/>
                        </a:rPr>
                        <a:t>1</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1</a:t>
                      </a:r>
                      <a:r>
                        <a:rPr kumimoji="0" lang="en-US" altLang="zh-CN" sz="2000" b="0" i="0" u="none" strike="noStrike" cap="none" normalizeH="0" baseline="0" dirty="0">
                          <a:ln>
                            <a:noFill/>
                          </a:ln>
                          <a:solidFill>
                            <a:srgbClr val="3333FF"/>
                          </a:solidFill>
                          <a:effectLst/>
                          <a:latin typeface="Arial" charset="0"/>
                          <a:ea typeface="宋体" pitchFamily="2" charset="-122"/>
                        </a:rPr>
                        <a:t>0</a:t>
                      </a:r>
                      <a:r>
                        <a:rPr kumimoji="0" lang="en-US" altLang="zh-CN" sz="2000" b="0" i="0" u="none" strike="noStrike" cap="none" normalizeH="0" baseline="0" dirty="0">
                          <a:ln>
                            <a:noFill/>
                          </a:ln>
                          <a:solidFill>
                            <a:srgbClr val="00B050"/>
                          </a:solidFill>
                          <a:effectLst/>
                          <a:latin typeface="Arial" charset="0"/>
                          <a:ea typeface="宋体" pitchFamily="2" charset="-122"/>
                        </a:rPr>
                        <a:t>1</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40293905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1"/>
                                        </p:tgtEl>
                                        <p:attrNameLst>
                                          <p:attrName>style.visibility</p:attrName>
                                        </p:attrNameLst>
                                      </p:cBhvr>
                                      <p:to>
                                        <p:strVal val="visible"/>
                                      </p:to>
                                    </p:set>
                                    <p:animEffect transition="in" filter="fade">
                                      <p:cBhvr>
                                        <p:cTn id="10"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pPr>
              <a:defRPr/>
            </a:pPr>
            <a:fld id="{3259D7DD-E1BE-4482-9234-29898EB39847}" type="slidenum">
              <a:rPr lang="en-US" altLang="zh-CN" smtClean="0"/>
              <a:pPr>
                <a:defRPr/>
              </a:pPr>
              <a:t>53</a:t>
            </a:fld>
            <a:endParaRPr lang="en-US" altLang="zh-CN" dirty="0"/>
          </a:p>
        </p:txBody>
      </p:sp>
      <p:sp>
        <p:nvSpPr>
          <p:cNvPr id="90115" name="Rectangle 6"/>
          <p:cNvSpPr>
            <a:spLocks noGrp="1" noChangeArrowheads="1"/>
          </p:cNvSpPr>
          <p:nvPr>
            <p:ph idx="4294967295"/>
          </p:nvPr>
        </p:nvSpPr>
        <p:spPr>
          <a:xfrm>
            <a:off x="457200" y="1371600"/>
            <a:ext cx="7886700" cy="4351338"/>
          </a:xfrm>
        </p:spPr>
        <p:txBody>
          <a:bodyPr/>
          <a:lstStyle/>
          <a:p>
            <a:pPr>
              <a:spcBef>
                <a:spcPts val="0"/>
              </a:spcBef>
            </a:pPr>
            <a:r>
              <a:rPr lang="zh-CN" altLang="en-US" sz="2800" b="0" dirty="0">
                <a:latin typeface="+mn-lt"/>
              </a:rPr>
              <a:t>中等优先级</a:t>
            </a:r>
          </a:p>
          <a:p>
            <a:pPr lvl="1"/>
            <a:r>
              <a:rPr lang="zh-CN" altLang="en-US" sz="2400" b="0" dirty="0">
                <a:solidFill>
                  <a:srgbClr val="3333FF"/>
                </a:solidFill>
                <a:latin typeface="+mn-lt"/>
              </a:rPr>
              <a:t>同一</a:t>
            </a:r>
            <a:r>
              <a:rPr lang="zh-CN" altLang="en-US" sz="2400" b="0" dirty="0">
                <a:latin typeface="+mn-lt"/>
              </a:rPr>
              <a:t>状态的次态应该具有</a:t>
            </a:r>
            <a:r>
              <a:rPr lang="zh-CN" altLang="en-US" sz="2400" b="0" dirty="0">
                <a:solidFill>
                  <a:srgbClr val="3333FF"/>
                </a:solidFill>
                <a:latin typeface="+mn-lt"/>
              </a:rPr>
              <a:t>相邻</a:t>
            </a:r>
            <a:r>
              <a:rPr lang="zh-CN" altLang="en-US" sz="2400" b="0" dirty="0">
                <a:latin typeface="+mn-lt"/>
              </a:rPr>
              <a:t>的状态编码</a:t>
            </a:r>
            <a:endParaRPr lang="en-US" altLang="zh-CN" sz="2400" b="0" dirty="0">
              <a:latin typeface="+mn-lt"/>
            </a:endParaRPr>
          </a:p>
        </p:txBody>
      </p:sp>
      <p:sp>
        <p:nvSpPr>
          <p:cNvPr id="2" name="矩形 1">
            <a:extLst>
              <a:ext uri="{FF2B5EF4-FFF2-40B4-BE49-F238E27FC236}">
                <a16:creationId xmlns:a16="http://schemas.microsoft.com/office/drawing/2014/main" id="{7B9E345F-7449-FA42-8996-22280F32444E}"/>
              </a:ext>
            </a:extLst>
          </p:cNvPr>
          <p:cNvSpPr/>
          <p:nvPr/>
        </p:nvSpPr>
        <p:spPr>
          <a:xfrm>
            <a:off x="4191000" y="3075594"/>
            <a:ext cx="4572000" cy="1938992"/>
          </a:xfrm>
          <a:prstGeom prst="rect">
            <a:avLst/>
          </a:prstGeom>
        </p:spPr>
        <p:txBody>
          <a:bodyPr>
            <a:spAutoFit/>
          </a:bodyPr>
          <a:lstStyle/>
          <a:p>
            <a:pPr algn="l">
              <a:spcBef>
                <a:spcPct val="50000"/>
              </a:spcBef>
            </a:pPr>
            <a:r>
              <a:rPr lang="zh-CN" altLang="en-US" sz="2400" b="0" dirty="0">
                <a:solidFill>
                  <a:schemeClr val="tx1"/>
                </a:solidFill>
                <a:latin typeface="Arial" panose="020B0604020202020204" pitchFamily="34" charset="0"/>
                <a:ea typeface="+mn-ea"/>
                <a:cs typeface="Arial" panose="020B0604020202020204" pitchFamily="34" charset="0"/>
              </a:rPr>
              <a:t>规则</a:t>
            </a:r>
            <a:r>
              <a:rPr lang="en-US" altLang="zh-CN" sz="2400" b="0" dirty="0">
                <a:solidFill>
                  <a:schemeClr val="tx1"/>
                </a:solidFill>
                <a:latin typeface="Arial" panose="020B0604020202020204" pitchFamily="34" charset="0"/>
                <a:ea typeface="+mn-ea"/>
                <a:cs typeface="Arial" panose="020B0604020202020204" pitchFamily="34" charset="0"/>
              </a:rPr>
              <a:t>2:</a:t>
            </a:r>
          </a:p>
          <a:p>
            <a:pPr algn="l">
              <a:spcBef>
                <a:spcPct val="50000"/>
              </a:spcBef>
            </a:pPr>
            <a:r>
              <a:rPr lang="en-US" altLang="zh-CN" sz="2400" b="0" dirty="0">
                <a:solidFill>
                  <a:schemeClr val="tx1"/>
                </a:solidFill>
                <a:latin typeface="Arial" panose="020B0604020202020204" pitchFamily="34" charset="0"/>
                <a:ea typeface="+mn-ea"/>
                <a:cs typeface="Arial" panose="020B0604020202020204" pitchFamily="34" charset="0"/>
              </a:rPr>
              <a:t>(A,B): A&amp;B </a:t>
            </a:r>
            <a:r>
              <a:rPr lang="zh-CN" altLang="en-US" sz="2400" b="0" dirty="0">
                <a:solidFill>
                  <a:schemeClr val="tx1"/>
                </a:solidFill>
                <a:latin typeface="Arial" panose="020B0604020202020204" pitchFamily="34" charset="0"/>
                <a:ea typeface="+mn-ea"/>
                <a:cs typeface="Arial" panose="020B0604020202020204" pitchFamily="34" charset="0"/>
              </a:rPr>
              <a:t>一起，是同一状态</a:t>
            </a:r>
            <a:r>
              <a:rPr lang="en-US" altLang="zh-CN" sz="2400" b="0" dirty="0">
                <a:solidFill>
                  <a:schemeClr val="tx1"/>
                </a:solidFill>
                <a:latin typeface="Arial" panose="020B0604020202020204" pitchFamily="34" charset="0"/>
                <a:ea typeface="+mn-ea"/>
                <a:cs typeface="Arial" panose="020B0604020202020204" pitchFamily="34" charset="0"/>
              </a:rPr>
              <a:t> (A)</a:t>
            </a:r>
            <a:r>
              <a:rPr lang="zh-CN" altLang="en-US" sz="2400" b="0" dirty="0">
                <a:solidFill>
                  <a:schemeClr val="tx1"/>
                </a:solidFill>
                <a:latin typeface="Arial" panose="020B0604020202020204" pitchFamily="34" charset="0"/>
                <a:ea typeface="+mn-ea"/>
                <a:cs typeface="Arial" panose="020B0604020202020204" pitchFamily="34" charset="0"/>
              </a:rPr>
              <a:t>的次态</a:t>
            </a:r>
            <a:endParaRPr lang="en-US" altLang="zh-CN" sz="2400" b="0" dirty="0">
              <a:solidFill>
                <a:schemeClr val="tx1"/>
              </a:solidFill>
              <a:latin typeface="Arial" panose="020B0604020202020204" pitchFamily="34" charset="0"/>
              <a:ea typeface="+mn-ea"/>
              <a:cs typeface="Arial" panose="020B0604020202020204" pitchFamily="34" charset="0"/>
            </a:endParaRPr>
          </a:p>
          <a:p>
            <a:pPr algn="l">
              <a:spcBef>
                <a:spcPct val="50000"/>
              </a:spcBef>
            </a:pPr>
            <a:r>
              <a:rPr lang="en-US" altLang="zh-CN" sz="2400" b="0" dirty="0">
                <a:solidFill>
                  <a:schemeClr val="tx1"/>
                </a:solidFill>
                <a:latin typeface="Arial" panose="020B0604020202020204" pitchFamily="34" charset="0"/>
                <a:cs typeface="Arial" panose="020B0604020202020204" pitchFamily="34" charset="0"/>
              </a:rPr>
              <a:t>(</a:t>
            </a:r>
            <a:r>
              <a:rPr lang="en-US" altLang="zh-CN" sz="2400" b="0" dirty="0">
                <a:solidFill>
                  <a:srgbClr val="FF0000"/>
                </a:solidFill>
                <a:latin typeface="Arial" panose="020B0604020202020204" pitchFamily="34" charset="0"/>
                <a:cs typeface="Arial" panose="020B0604020202020204" pitchFamily="34" charset="0"/>
              </a:rPr>
              <a:t>B,C</a:t>
            </a:r>
            <a:r>
              <a:rPr lang="en-US" altLang="zh-CN" sz="2400" b="0" dirty="0">
                <a:solidFill>
                  <a:schemeClr val="tx1"/>
                </a:solidFill>
                <a:latin typeface="Arial" panose="020B0604020202020204" pitchFamily="34" charset="0"/>
                <a:cs typeface="Arial" panose="020B0604020202020204" pitchFamily="34" charset="0"/>
              </a:rPr>
              <a:t>)</a:t>
            </a:r>
            <a:r>
              <a:rPr lang="zh-CN" altLang="en-US" sz="2400" b="0" dirty="0">
                <a:solidFill>
                  <a:schemeClr val="tx1"/>
                </a:solidFill>
                <a:latin typeface="Arial" panose="020B0604020202020204" pitchFamily="34" charset="0"/>
                <a:cs typeface="Arial" panose="020B0604020202020204" pitchFamily="34" charset="0"/>
              </a:rPr>
              <a:t>*</a:t>
            </a:r>
            <a:r>
              <a:rPr lang="en-US" altLang="zh-CN" sz="2400" b="0" dirty="0">
                <a:solidFill>
                  <a:schemeClr val="tx1"/>
                </a:solidFill>
                <a:latin typeface="Arial" panose="020B0604020202020204" pitchFamily="34" charset="0"/>
                <a:cs typeface="Arial" panose="020B0604020202020204" pitchFamily="34" charset="0"/>
              </a:rPr>
              <a:t>3, (D,E), (</a:t>
            </a:r>
            <a:r>
              <a:rPr lang="en-US" altLang="zh-CN" sz="2400" b="0" dirty="0">
                <a:solidFill>
                  <a:srgbClr val="3333FF"/>
                </a:solidFill>
                <a:latin typeface="Arial" panose="020B0604020202020204" pitchFamily="34" charset="0"/>
                <a:cs typeface="Arial" panose="020B0604020202020204" pitchFamily="34" charset="0"/>
              </a:rPr>
              <a:t>F,G</a:t>
            </a:r>
            <a:r>
              <a:rPr lang="en-US" altLang="zh-CN" sz="2400" b="0" dirty="0">
                <a:solidFill>
                  <a:schemeClr val="tx1"/>
                </a:solidFill>
                <a:latin typeface="Arial" panose="020B0604020202020204" pitchFamily="34" charset="0"/>
                <a:cs typeface="Arial" panose="020B0604020202020204" pitchFamily="34" charset="0"/>
              </a:rPr>
              <a:t>)</a:t>
            </a:r>
            <a:r>
              <a:rPr lang="zh-CN" altLang="en-US" sz="2400" b="0" dirty="0">
                <a:solidFill>
                  <a:schemeClr val="tx1"/>
                </a:solidFill>
                <a:latin typeface="Arial" panose="020B0604020202020204" pitchFamily="34" charset="0"/>
                <a:cs typeface="Arial" panose="020B0604020202020204" pitchFamily="34" charset="0"/>
              </a:rPr>
              <a:t>*</a:t>
            </a:r>
            <a:r>
              <a:rPr lang="en-US" altLang="zh-CN" sz="2400" b="0" dirty="0">
                <a:solidFill>
                  <a:schemeClr val="tx1"/>
                </a:solidFill>
                <a:latin typeface="Arial" panose="020B0604020202020204" pitchFamily="34" charset="0"/>
                <a:cs typeface="Arial" panose="020B0604020202020204" pitchFamily="34" charset="0"/>
              </a:rPr>
              <a:t>2, (D,H)</a:t>
            </a:r>
          </a:p>
        </p:txBody>
      </p:sp>
      <p:graphicFrame>
        <p:nvGraphicFramePr>
          <p:cNvPr id="8" name="Group 244">
            <a:extLst>
              <a:ext uri="{FF2B5EF4-FFF2-40B4-BE49-F238E27FC236}">
                <a16:creationId xmlns:a16="http://schemas.microsoft.com/office/drawing/2014/main" id="{4D60EB6B-1A7E-4E42-B5E6-609E5E8ED58A}"/>
              </a:ext>
            </a:extLst>
          </p:cNvPr>
          <p:cNvGraphicFramePr>
            <a:graphicFrameLocks/>
          </p:cNvGraphicFramePr>
          <p:nvPr>
            <p:extLst>
              <p:ext uri="{D42A27DB-BD31-4B8C-83A1-F6EECF244321}">
                <p14:modId xmlns:p14="http://schemas.microsoft.com/office/powerpoint/2010/main" val="2527205407"/>
              </p:ext>
            </p:extLst>
          </p:nvPr>
        </p:nvGraphicFramePr>
        <p:xfrm>
          <a:off x="685500" y="2743200"/>
          <a:ext cx="3086400" cy="3654563"/>
        </p:xfrm>
        <a:graphic>
          <a:graphicData uri="http://schemas.openxmlformats.org/drawingml/2006/table">
            <a:tbl>
              <a:tblPr/>
              <a:tblGrid>
                <a:gridCol w="8890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588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495600">
                  <a:extLst>
                    <a:ext uri="{9D8B030D-6E8A-4147-A177-3AD203B41FA5}">
                      <a16:colId xmlns:a16="http://schemas.microsoft.com/office/drawing/2014/main" val="20004"/>
                    </a:ext>
                  </a:extLst>
                </a:gridCol>
              </a:tblGrid>
              <a:tr h="716963">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1800" b="0" i="0" u="none" strike="noStrike" cap="none" normalizeH="0" baseline="0">
                          <a:ln>
                            <a:noFill/>
                          </a:ln>
                          <a:solidFill>
                            <a:schemeClr val="tx1"/>
                          </a:solidFill>
                          <a:effectLst/>
                          <a:latin typeface="+mn-lt"/>
                          <a:ea typeface="黑体" panose="02010609060101010101" pitchFamily="49" charset="-122"/>
                        </a:rPr>
                        <a:t>现态</a:t>
                      </a:r>
                      <a:endParaRPr kumimoji="0" lang="en-US" altLang="zh-CN" sz="1800" b="0" i="0" u="none" strike="noStrike" cap="none" normalizeH="0" baseline="0" dirty="0">
                        <a:ln>
                          <a:noFill/>
                        </a:ln>
                        <a:solidFill>
                          <a:schemeClr val="tx1"/>
                        </a:solidFill>
                        <a:effectLst/>
                        <a:latin typeface="+mn-lt"/>
                        <a:ea typeface="黑体" panose="02010609060101010101" pitchFamily="49" charset="-122"/>
                      </a:endParaRPr>
                    </a:p>
                  </a:txBody>
                  <a:tcPr marL="0" marR="0" marT="0" marB="0"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1800" b="0" i="0" u="none" strike="noStrike" cap="none" normalizeH="0" baseline="0">
                          <a:ln>
                            <a:noFill/>
                          </a:ln>
                          <a:solidFill>
                            <a:schemeClr val="tx1"/>
                          </a:solidFill>
                          <a:effectLst/>
                          <a:latin typeface="+mn-lt"/>
                          <a:ea typeface="黑体" panose="02010609060101010101" pitchFamily="49" charset="-122"/>
                        </a:rPr>
                        <a:t>次态</a:t>
                      </a:r>
                      <a:endParaRPr kumimoji="0" lang="en-US" altLang="zh-CN" sz="1800" b="0" i="0" u="none" strike="noStrike" cap="none" normalizeH="0" baseline="0">
                        <a:ln>
                          <a:noFill/>
                        </a:ln>
                        <a:solidFill>
                          <a:schemeClr val="tx1"/>
                        </a:solidFill>
                        <a:effectLst/>
                        <a:latin typeface="+mn-lt"/>
                        <a:ea typeface="黑体" panose="02010609060101010101" pitchFamily="49" charset="-122"/>
                      </a:endParaRPr>
                    </a:p>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黑体" panose="02010609060101010101" pitchFamily="49" charset="-122"/>
                        </a:rPr>
                        <a:t>x</a:t>
                      </a:r>
                      <a:r>
                        <a:rPr kumimoji="0" lang="en-US" altLang="zh-CN" sz="2000" b="0" i="0" u="none" strike="noStrike" cap="none" normalizeH="0" baseline="0" dirty="0">
                          <a:ln>
                            <a:noFill/>
                          </a:ln>
                          <a:solidFill>
                            <a:schemeClr val="tx1"/>
                          </a:solidFill>
                          <a:effectLst/>
                          <a:latin typeface="+mn-lt"/>
                          <a:ea typeface="黑体" panose="02010609060101010101" pitchFamily="49" charset="-122"/>
                        </a:rPr>
                        <a:t>=0 x=1</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1800" b="0" i="0" u="none" strike="noStrike" cap="none" normalizeH="0" baseline="0" dirty="0">
                          <a:ln>
                            <a:noFill/>
                          </a:ln>
                          <a:solidFill>
                            <a:schemeClr val="tx1"/>
                          </a:solidFill>
                          <a:effectLst/>
                          <a:latin typeface="+mn-lt"/>
                          <a:ea typeface="黑体" panose="02010609060101010101" pitchFamily="49" charset="-122"/>
                        </a:rPr>
                        <a:t>输出</a:t>
                      </a:r>
                      <a:endParaRPr kumimoji="0" lang="en-US" altLang="zh-CN" sz="1800" b="0" i="0" u="none" strike="noStrike" cap="none" normalizeH="0" baseline="0" dirty="0">
                        <a:ln>
                          <a:noFill/>
                        </a:ln>
                        <a:solidFill>
                          <a:schemeClr val="tx1"/>
                        </a:solidFill>
                        <a:effectLst/>
                        <a:latin typeface="+mn-lt"/>
                        <a:ea typeface="黑体" panose="02010609060101010101" pitchFamily="49" charset="-122"/>
                      </a:endParaRPr>
                    </a:p>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黑体" panose="02010609060101010101" pitchFamily="49" charset="-122"/>
                        </a:rPr>
                        <a:t>x=0 x=1</a:t>
                      </a:r>
                    </a:p>
                  </a:txBody>
                  <a:tcPr marL="0" marR="0" marT="0" marB="0"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0"/>
                  </a:ext>
                </a:extLst>
              </a:tr>
              <a:tr h="36720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A*</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B</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720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B</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FF0000"/>
                          </a:solidFill>
                          <a:effectLst/>
                          <a:latin typeface="+mn-lt"/>
                          <a:ea typeface="宋体" pitchFamily="2" charset="-122"/>
                        </a:rPr>
                        <a:t>B</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FF0000"/>
                          </a:solidFill>
                          <a:effectLst/>
                          <a:latin typeface="+mn-lt"/>
                          <a:ea typeface="宋体" pitchFamily="2" charset="-122"/>
                        </a:rPr>
                        <a:t>C</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720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C</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D</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E</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720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1" u="none" strike="noStrike" cap="none" normalizeH="0" baseline="0" dirty="0">
                          <a:ln>
                            <a:noFill/>
                          </a:ln>
                          <a:solidFill>
                            <a:schemeClr val="tx1"/>
                          </a:solidFill>
                          <a:effectLst/>
                          <a:latin typeface="+mn-lt"/>
                          <a:ea typeface="宋体" pitchFamily="2" charset="-122"/>
                        </a:rPr>
                        <a:t>D</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kern="1200" cap="none" normalizeH="0" baseline="0" dirty="0">
                          <a:ln>
                            <a:noFill/>
                          </a:ln>
                          <a:solidFill>
                            <a:srgbClr val="3333FF"/>
                          </a:solidFill>
                          <a:effectLst/>
                          <a:latin typeface="+mn-lt"/>
                          <a:ea typeface="宋体" pitchFamily="2" charset="-122"/>
                          <a:cs typeface="+mn-cs"/>
                        </a:rPr>
                        <a:t>F</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kern="1200" cap="none" normalizeH="0" baseline="0" dirty="0">
                          <a:ln>
                            <a:noFill/>
                          </a:ln>
                          <a:solidFill>
                            <a:srgbClr val="3333FF"/>
                          </a:solidFill>
                          <a:effectLst/>
                          <a:latin typeface="+mn-lt"/>
                          <a:ea typeface="宋体" pitchFamily="2" charset="-122"/>
                          <a:cs typeface="+mn-cs"/>
                        </a:rPr>
                        <a:t>G</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1</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720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E</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kern="1200" cap="none" normalizeH="0" baseline="0" dirty="0">
                          <a:ln>
                            <a:noFill/>
                          </a:ln>
                          <a:solidFill>
                            <a:srgbClr val="FF0000"/>
                          </a:solidFill>
                          <a:effectLst/>
                          <a:latin typeface="+mn-lt"/>
                          <a:ea typeface="宋体" pitchFamily="2" charset="-122"/>
                          <a:cs typeface="+mn-cs"/>
                        </a:rPr>
                        <a:t>C</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kern="1200" cap="none" normalizeH="0" baseline="0" dirty="0">
                          <a:ln>
                            <a:noFill/>
                          </a:ln>
                          <a:solidFill>
                            <a:srgbClr val="FF0000"/>
                          </a:solidFill>
                          <a:effectLst/>
                          <a:latin typeface="+mn-lt"/>
                          <a:ea typeface="宋体" pitchFamily="2" charset="-122"/>
                          <a:cs typeface="+mn-cs"/>
                        </a:rPr>
                        <a:t>B</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1</a:t>
                      </a: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720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F</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D</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H</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1</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6720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G</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kern="1200" cap="none" normalizeH="0" baseline="0" dirty="0">
                          <a:ln>
                            <a:noFill/>
                          </a:ln>
                          <a:solidFill>
                            <a:srgbClr val="FF0000"/>
                          </a:solidFill>
                          <a:effectLst/>
                          <a:latin typeface="+mn-lt"/>
                          <a:ea typeface="宋体" pitchFamily="2" charset="-122"/>
                          <a:cs typeface="+mn-cs"/>
                        </a:rPr>
                        <a:t>B</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kern="1200" cap="none" normalizeH="0" baseline="0" dirty="0">
                          <a:ln>
                            <a:noFill/>
                          </a:ln>
                          <a:solidFill>
                            <a:srgbClr val="FF0000"/>
                          </a:solidFill>
                          <a:effectLst/>
                          <a:latin typeface="+mn-lt"/>
                          <a:ea typeface="宋体" pitchFamily="2" charset="-122"/>
                          <a:cs typeface="+mn-cs"/>
                        </a:rPr>
                        <a:t>C</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1</a:t>
                      </a: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6720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1" u="none" strike="noStrike" cap="none" normalizeH="0" baseline="0" dirty="0">
                          <a:ln>
                            <a:noFill/>
                          </a:ln>
                          <a:solidFill>
                            <a:schemeClr val="tx1"/>
                          </a:solidFill>
                          <a:effectLst/>
                          <a:latin typeface="+mn-lt"/>
                          <a:ea typeface="宋体" pitchFamily="2" charset="-122"/>
                        </a:rPr>
                        <a:t>H</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3333FF"/>
                          </a:solidFill>
                          <a:effectLst/>
                          <a:latin typeface="+mn-lt"/>
                          <a:ea typeface="宋体" pitchFamily="2" charset="-122"/>
                        </a:rPr>
                        <a:t>F</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3333FF"/>
                          </a:solidFill>
                          <a:effectLst/>
                          <a:latin typeface="+mn-lt"/>
                          <a:ea typeface="宋体" pitchFamily="2" charset="-122"/>
                        </a:rPr>
                        <a:t>G</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4" name="Title 4">
            <a:extLst>
              <a:ext uri="{FF2B5EF4-FFF2-40B4-BE49-F238E27FC236}">
                <a16:creationId xmlns:a16="http://schemas.microsoft.com/office/drawing/2014/main" id="{32AED96F-68A0-100C-CE63-59C12FF00155}"/>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latin typeface="黑体" panose="02010609060101010101" pitchFamily="49" charset="-122"/>
                <a:ea typeface="黑体" panose="02010609060101010101" pitchFamily="49" charset="-122"/>
              </a:rPr>
              <a:t>基于次态和输入</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输出的准则</a:t>
            </a:r>
            <a:endParaRPr lang="en-CN" altLang="zh-CN" sz="4000" dirty="0">
              <a:solidFill>
                <a:srgbClr val="0000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13301978"/>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pPr>
              <a:defRPr/>
            </a:pPr>
            <a:fld id="{3259D7DD-E1BE-4482-9234-29898EB39847}" type="slidenum">
              <a:rPr lang="en-US" altLang="zh-CN" smtClean="0"/>
              <a:pPr>
                <a:defRPr/>
              </a:pPr>
              <a:t>54</a:t>
            </a:fld>
            <a:endParaRPr lang="en-US" altLang="zh-CN" dirty="0"/>
          </a:p>
        </p:txBody>
      </p:sp>
      <p:sp>
        <p:nvSpPr>
          <p:cNvPr id="90115" name="Rectangle 6"/>
          <p:cNvSpPr>
            <a:spLocks noGrp="1" noChangeArrowheads="1"/>
          </p:cNvSpPr>
          <p:nvPr>
            <p:ph idx="4294967295"/>
          </p:nvPr>
        </p:nvSpPr>
        <p:spPr>
          <a:xfrm>
            <a:off x="457200" y="1371600"/>
            <a:ext cx="7886700" cy="4351338"/>
          </a:xfrm>
        </p:spPr>
        <p:txBody>
          <a:bodyPr/>
          <a:lstStyle/>
          <a:p>
            <a:r>
              <a:rPr lang="zh-CN" altLang="en-US" sz="2800" b="0" dirty="0">
                <a:latin typeface="+mn-lt"/>
              </a:rPr>
              <a:t>最低优先级</a:t>
            </a:r>
          </a:p>
          <a:p>
            <a:pPr lvl="1"/>
            <a:r>
              <a:rPr lang="zh-CN" altLang="en-US" sz="2400" b="0" dirty="0">
                <a:latin typeface="+mn-lt"/>
              </a:rPr>
              <a:t>具有</a:t>
            </a:r>
            <a:r>
              <a:rPr lang="zh-CN" altLang="en-US" sz="2400" b="0" dirty="0">
                <a:solidFill>
                  <a:srgbClr val="3333FF"/>
                </a:solidFill>
                <a:latin typeface="+mn-lt"/>
              </a:rPr>
              <a:t>相同输出</a:t>
            </a:r>
            <a:r>
              <a:rPr lang="zh-CN" altLang="en-US" sz="2400" b="0" dirty="0">
                <a:latin typeface="+mn-lt"/>
              </a:rPr>
              <a:t>的状态应具有</a:t>
            </a:r>
            <a:r>
              <a:rPr lang="zh-CN" altLang="en-US" sz="2400" b="0" dirty="0">
                <a:solidFill>
                  <a:srgbClr val="3333FF"/>
                </a:solidFill>
                <a:latin typeface="+mn-lt"/>
              </a:rPr>
              <a:t>相邻</a:t>
            </a:r>
            <a:r>
              <a:rPr lang="zh-CN" altLang="en-US" sz="2400" b="0" dirty="0">
                <a:latin typeface="+mn-lt"/>
              </a:rPr>
              <a:t>的状态编码</a:t>
            </a:r>
            <a:r>
              <a:rPr lang="en-US" altLang="zh-CN" sz="2400" b="0" dirty="0">
                <a:latin typeface="+mn-lt"/>
              </a:rPr>
              <a:t>.</a:t>
            </a:r>
          </a:p>
        </p:txBody>
      </p:sp>
      <p:sp>
        <p:nvSpPr>
          <p:cNvPr id="2" name="矩形 1">
            <a:extLst>
              <a:ext uri="{FF2B5EF4-FFF2-40B4-BE49-F238E27FC236}">
                <a16:creationId xmlns:a16="http://schemas.microsoft.com/office/drawing/2014/main" id="{7B9E345F-7449-FA42-8996-22280F32444E}"/>
              </a:ext>
            </a:extLst>
          </p:cNvPr>
          <p:cNvSpPr/>
          <p:nvPr/>
        </p:nvSpPr>
        <p:spPr>
          <a:xfrm>
            <a:off x="4398505" y="3352800"/>
            <a:ext cx="4572000" cy="1569660"/>
          </a:xfrm>
          <a:prstGeom prst="rect">
            <a:avLst/>
          </a:prstGeom>
        </p:spPr>
        <p:txBody>
          <a:bodyPr>
            <a:spAutoFit/>
          </a:bodyPr>
          <a:lstStyle/>
          <a:p>
            <a:pPr algn="l">
              <a:spcBef>
                <a:spcPct val="50000"/>
              </a:spcBef>
            </a:pPr>
            <a:r>
              <a:rPr lang="zh-CN" altLang="en-US" sz="2400" b="0" dirty="0">
                <a:solidFill>
                  <a:schemeClr val="tx1"/>
                </a:solidFill>
                <a:latin typeface="Arial" panose="020B0604020202020204" pitchFamily="34" charset="0"/>
                <a:ea typeface="SimHei" panose="02010609060101010101" pitchFamily="49" charset="-122"/>
                <a:cs typeface="Arial" panose="020B0604020202020204" pitchFamily="34" charset="0"/>
              </a:rPr>
              <a:t>规则</a:t>
            </a:r>
            <a:r>
              <a:rPr lang="en-US" altLang="zh-CN" sz="2400" b="0" dirty="0">
                <a:solidFill>
                  <a:schemeClr val="tx1"/>
                </a:solidFill>
                <a:latin typeface="Arial" panose="020B0604020202020204" pitchFamily="34" charset="0"/>
                <a:ea typeface="SimHei" panose="02010609060101010101" pitchFamily="49" charset="-122"/>
                <a:cs typeface="Arial" panose="020B0604020202020204" pitchFamily="34" charset="0"/>
              </a:rPr>
              <a:t>3:</a:t>
            </a:r>
          </a:p>
          <a:p>
            <a:pPr algn="l">
              <a:spcBef>
                <a:spcPct val="50000"/>
              </a:spcBef>
            </a:pPr>
            <a:r>
              <a:rPr lang="en-US" altLang="zh-CN" sz="2400" b="0" dirty="0">
                <a:solidFill>
                  <a:schemeClr val="tx1"/>
                </a:solidFill>
                <a:latin typeface="Arial" panose="020B0604020202020204" pitchFamily="34" charset="0"/>
                <a:ea typeface="SimHei" panose="02010609060101010101" pitchFamily="49" charset="-122"/>
                <a:cs typeface="Arial" panose="020B0604020202020204" pitchFamily="34" charset="0"/>
              </a:rPr>
              <a:t>(D,F): </a:t>
            </a:r>
            <a:r>
              <a:rPr lang="zh-CN" altLang="en-US" sz="2400" b="0" dirty="0">
                <a:solidFill>
                  <a:schemeClr val="tx1"/>
                </a:solidFill>
                <a:latin typeface="Arial" panose="020B0604020202020204" pitchFamily="34" charset="0"/>
                <a:ea typeface="SimHei" panose="02010609060101010101" pitchFamily="49" charset="-122"/>
                <a:cs typeface="Arial" panose="020B0604020202020204" pitchFamily="34" charset="0"/>
              </a:rPr>
              <a:t>状态</a:t>
            </a:r>
            <a:r>
              <a:rPr lang="en-US" altLang="zh-CN" sz="2400" b="0" dirty="0">
                <a:solidFill>
                  <a:schemeClr val="tx1"/>
                </a:solidFill>
                <a:latin typeface="Arial" panose="020B0604020202020204" pitchFamily="34" charset="0"/>
                <a:ea typeface="SimHei" panose="02010609060101010101" pitchFamily="49" charset="-122"/>
                <a:cs typeface="Arial" panose="020B0604020202020204" pitchFamily="34" charset="0"/>
              </a:rPr>
              <a:t>D</a:t>
            </a:r>
            <a:r>
              <a:rPr lang="zh-CN" altLang="en-US" sz="2400" b="0" dirty="0">
                <a:solidFill>
                  <a:schemeClr val="tx1"/>
                </a:solidFill>
                <a:latin typeface="Arial" panose="020B0604020202020204" pitchFamily="34" charset="0"/>
                <a:ea typeface="SimHei" panose="02010609060101010101" pitchFamily="49" charset="-122"/>
                <a:cs typeface="Arial" panose="020B0604020202020204" pitchFamily="34" charset="0"/>
              </a:rPr>
              <a:t>和</a:t>
            </a:r>
            <a:r>
              <a:rPr lang="en-US" altLang="zh-CN" sz="2400" b="0" dirty="0">
                <a:solidFill>
                  <a:schemeClr val="tx1"/>
                </a:solidFill>
                <a:latin typeface="Arial" panose="020B0604020202020204" pitchFamily="34" charset="0"/>
                <a:ea typeface="SimHei" panose="02010609060101010101" pitchFamily="49" charset="-122"/>
                <a:cs typeface="Arial" panose="020B0604020202020204" pitchFamily="34" charset="0"/>
              </a:rPr>
              <a:t>F</a:t>
            </a:r>
            <a:r>
              <a:rPr lang="zh-CN" altLang="en-US" sz="2400" b="0" dirty="0">
                <a:solidFill>
                  <a:schemeClr val="tx1"/>
                </a:solidFill>
                <a:latin typeface="Arial" panose="020B0604020202020204" pitchFamily="34" charset="0"/>
                <a:ea typeface="SimHei" panose="02010609060101010101" pitchFamily="49" charset="-122"/>
                <a:cs typeface="Arial" panose="020B0604020202020204" pitchFamily="34" charset="0"/>
              </a:rPr>
              <a:t>有相同输出</a:t>
            </a:r>
            <a:endParaRPr lang="en-US" altLang="zh-CN" sz="2400" b="0" dirty="0">
              <a:solidFill>
                <a:schemeClr val="tx1"/>
              </a:solidFill>
              <a:latin typeface="Arial" panose="020B0604020202020204" pitchFamily="34" charset="0"/>
              <a:ea typeface="SimHei" panose="02010609060101010101" pitchFamily="49" charset="-122"/>
              <a:cs typeface="Arial" panose="020B0604020202020204" pitchFamily="34" charset="0"/>
            </a:endParaRPr>
          </a:p>
          <a:p>
            <a:pPr algn="l">
              <a:spcBef>
                <a:spcPct val="50000"/>
              </a:spcBef>
            </a:pPr>
            <a:r>
              <a:rPr lang="en-US" altLang="zh-CN" sz="2400" b="0" dirty="0">
                <a:solidFill>
                  <a:schemeClr val="tx1"/>
                </a:solidFill>
                <a:latin typeface="Arial" panose="020B0604020202020204" pitchFamily="34" charset="0"/>
                <a:ea typeface="SimHei" panose="02010609060101010101" pitchFamily="49" charset="-122"/>
                <a:cs typeface="Arial" panose="020B0604020202020204" pitchFamily="34" charset="0"/>
              </a:rPr>
              <a:t>(E,G): </a:t>
            </a:r>
            <a:r>
              <a:rPr lang="zh-CN" altLang="en-US" sz="2400" b="0" dirty="0">
                <a:solidFill>
                  <a:schemeClr val="tx1"/>
                </a:solidFill>
                <a:latin typeface="Arial" panose="020B0604020202020204" pitchFamily="34" charset="0"/>
                <a:ea typeface="SimHei" panose="02010609060101010101" pitchFamily="49" charset="-122"/>
                <a:cs typeface="Arial" panose="020B0604020202020204" pitchFamily="34" charset="0"/>
              </a:rPr>
              <a:t>状态</a:t>
            </a:r>
            <a:r>
              <a:rPr lang="en-US" altLang="zh-CN" sz="2400" b="0" dirty="0">
                <a:solidFill>
                  <a:schemeClr val="tx1"/>
                </a:solidFill>
                <a:latin typeface="Arial" panose="020B0604020202020204" pitchFamily="34" charset="0"/>
                <a:ea typeface="SimHei" panose="02010609060101010101" pitchFamily="49" charset="-122"/>
                <a:cs typeface="Arial" panose="020B0604020202020204" pitchFamily="34" charset="0"/>
              </a:rPr>
              <a:t>E</a:t>
            </a:r>
            <a:r>
              <a:rPr lang="zh-CN" altLang="en-US" sz="2400" b="0" dirty="0">
                <a:solidFill>
                  <a:schemeClr val="tx1"/>
                </a:solidFill>
                <a:latin typeface="Arial" panose="020B0604020202020204" pitchFamily="34" charset="0"/>
                <a:ea typeface="SimHei" panose="02010609060101010101" pitchFamily="49" charset="-122"/>
                <a:cs typeface="Arial" panose="020B0604020202020204" pitchFamily="34" charset="0"/>
              </a:rPr>
              <a:t>和</a:t>
            </a:r>
            <a:r>
              <a:rPr lang="en-US" altLang="zh-CN" sz="2400" b="0" dirty="0">
                <a:solidFill>
                  <a:schemeClr val="tx1"/>
                </a:solidFill>
                <a:latin typeface="Arial" panose="020B0604020202020204" pitchFamily="34" charset="0"/>
                <a:ea typeface="SimHei" panose="02010609060101010101" pitchFamily="49" charset="-122"/>
                <a:cs typeface="Arial" panose="020B0604020202020204" pitchFamily="34" charset="0"/>
              </a:rPr>
              <a:t>G</a:t>
            </a:r>
            <a:r>
              <a:rPr lang="zh-CN" altLang="en-US" sz="2400" b="0" dirty="0">
                <a:solidFill>
                  <a:schemeClr val="tx1"/>
                </a:solidFill>
                <a:latin typeface="Arial" panose="020B0604020202020204" pitchFamily="34" charset="0"/>
                <a:ea typeface="SimHei" panose="02010609060101010101" pitchFamily="49" charset="-122"/>
                <a:cs typeface="Arial" panose="020B0604020202020204" pitchFamily="34" charset="0"/>
              </a:rPr>
              <a:t>有相同输出</a:t>
            </a:r>
            <a:endParaRPr lang="en-US" altLang="zh-CN" sz="2400" b="0" dirty="0">
              <a:solidFill>
                <a:schemeClr val="tx1"/>
              </a:solidFill>
              <a:latin typeface="Arial" panose="020B0604020202020204" pitchFamily="34" charset="0"/>
              <a:ea typeface="SimHei" panose="02010609060101010101" pitchFamily="49" charset="-122"/>
              <a:cs typeface="Arial" panose="020B0604020202020204" pitchFamily="34" charset="0"/>
            </a:endParaRPr>
          </a:p>
        </p:txBody>
      </p:sp>
      <p:graphicFrame>
        <p:nvGraphicFramePr>
          <p:cNvPr id="9" name="Group 244">
            <a:extLst>
              <a:ext uri="{FF2B5EF4-FFF2-40B4-BE49-F238E27FC236}">
                <a16:creationId xmlns:a16="http://schemas.microsoft.com/office/drawing/2014/main" id="{84759FCE-5F56-2C46-A9AC-0F729F944AFD}"/>
              </a:ext>
            </a:extLst>
          </p:cNvPr>
          <p:cNvGraphicFramePr>
            <a:graphicFrameLocks/>
          </p:cNvGraphicFramePr>
          <p:nvPr>
            <p:extLst>
              <p:ext uri="{D42A27DB-BD31-4B8C-83A1-F6EECF244321}">
                <p14:modId xmlns:p14="http://schemas.microsoft.com/office/powerpoint/2010/main" val="2105716306"/>
              </p:ext>
            </p:extLst>
          </p:nvPr>
        </p:nvGraphicFramePr>
        <p:xfrm>
          <a:off x="888116" y="2667000"/>
          <a:ext cx="3086400" cy="3654563"/>
        </p:xfrm>
        <a:graphic>
          <a:graphicData uri="http://schemas.openxmlformats.org/drawingml/2006/table">
            <a:tbl>
              <a:tblPr/>
              <a:tblGrid>
                <a:gridCol w="8890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588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495600">
                  <a:extLst>
                    <a:ext uri="{9D8B030D-6E8A-4147-A177-3AD203B41FA5}">
                      <a16:colId xmlns:a16="http://schemas.microsoft.com/office/drawing/2014/main" val="20004"/>
                    </a:ext>
                  </a:extLst>
                </a:gridCol>
              </a:tblGrid>
              <a:tr h="716963">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1800" b="0" i="0" u="none" strike="noStrike" cap="none" normalizeH="0" baseline="0">
                          <a:ln>
                            <a:noFill/>
                          </a:ln>
                          <a:solidFill>
                            <a:schemeClr val="tx1"/>
                          </a:solidFill>
                          <a:effectLst/>
                          <a:latin typeface="+mn-lt"/>
                          <a:ea typeface="黑体" panose="02010609060101010101" pitchFamily="49" charset="-122"/>
                        </a:rPr>
                        <a:t>现态</a:t>
                      </a:r>
                      <a:endParaRPr kumimoji="0" lang="en-US" altLang="zh-CN" sz="1800" b="0" i="0" u="none" strike="noStrike" cap="none" normalizeH="0" baseline="0" dirty="0">
                        <a:ln>
                          <a:noFill/>
                        </a:ln>
                        <a:solidFill>
                          <a:schemeClr val="tx1"/>
                        </a:solidFill>
                        <a:effectLst/>
                        <a:latin typeface="+mn-lt"/>
                        <a:ea typeface="黑体" panose="02010609060101010101" pitchFamily="49" charset="-122"/>
                      </a:endParaRPr>
                    </a:p>
                  </a:txBody>
                  <a:tcPr marL="0" marR="0" marT="0" marB="0"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1800" b="0" i="0" u="none" strike="noStrike" cap="none" normalizeH="0" baseline="0">
                          <a:ln>
                            <a:noFill/>
                          </a:ln>
                          <a:solidFill>
                            <a:schemeClr val="tx1"/>
                          </a:solidFill>
                          <a:effectLst/>
                          <a:latin typeface="+mn-lt"/>
                          <a:ea typeface="黑体" panose="02010609060101010101" pitchFamily="49" charset="-122"/>
                        </a:rPr>
                        <a:t>次态</a:t>
                      </a:r>
                      <a:endParaRPr kumimoji="0" lang="en-US" altLang="zh-CN" sz="1800" b="0" i="0" u="none" strike="noStrike" cap="none" normalizeH="0" baseline="0">
                        <a:ln>
                          <a:noFill/>
                        </a:ln>
                        <a:solidFill>
                          <a:schemeClr val="tx1"/>
                        </a:solidFill>
                        <a:effectLst/>
                        <a:latin typeface="+mn-lt"/>
                        <a:ea typeface="黑体" panose="02010609060101010101" pitchFamily="49" charset="-122"/>
                      </a:endParaRPr>
                    </a:p>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黑体" panose="02010609060101010101" pitchFamily="49" charset="-122"/>
                        </a:rPr>
                        <a:t>x</a:t>
                      </a:r>
                      <a:r>
                        <a:rPr kumimoji="0" lang="en-US" altLang="zh-CN" sz="2000" b="0" i="0" u="none" strike="noStrike" cap="none" normalizeH="0" baseline="0" dirty="0">
                          <a:ln>
                            <a:noFill/>
                          </a:ln>
                          <a:solidFill>
                            <a:schemeClr val="tx1"/>
                          </a:solidFill>
                          <a:effectLst/>
                          <a:latin typeface="+mn-lt"/>
                          <a:ea typeface="黑体" panose="02010609060101010101" pitchFamily="49" charset="-122"/>
                        </a:rPr>
                        <a:t>=0 x=1</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1800" b="0" i="0" u="none" strike="noStrike" cap="none" normalizeH="0" baseline="0">
                          <a:ln>
                            <a:noFill/>
                          </a:ln>
                          <a:solidFill>
                            <a:schemeClr val="tx1"/>
                          </a:solidFill>
                          <a:effectLst/>
                          <a:latin typeface="+mn-lt"/>
                          <a:ea typeface="黑体" panose="02010609060101010101" pitchFamily="49" charset="-122"/>
                        </a:rPr>
                        <a:t>输出</a:t>
                      </a:r>
                      <a:endParaRPr kumimoji="0" lang="en-US" altLang="zh-CN" sz="1800" b="0" i="0" u="none" strike="noStrike" cap="none" normalizeH="0" baseline="0">
                        <a:ln>
                          <a:noFill/>
                        </a:ln>
                        <a:solidFill>
                          <a:schemeClr val="tx1"/>
                        </a:solidFill>
                        <a:effectLst/>
                        <a:latin typeface="+mn-lt"/>
                        <a:ea typeface="黑体" panose="02010609060101010101" pitchFamily="49" charset="-122"/>
                      </a:endParaRPr>
                    </a:p>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黑体" panose="02010609060101010101" pitchFamily="49" charset="-122"/>
                        </a:rPr>
                        <a:t>x</a:t>
                      </a:r>
                      <a:r>
                        <a:rPr kumimoji="0" lang="en-US" altLang="zh-CN" sz="2000" b="0" i="0" u="none" strike="noStrike" cap="none" normalizeH="0" baseline="0" dirty="0">
                          <a:ln>
                            <a:noFill/>
                          </a:ln>
                          <a:solidFill>
                            <a:schemeClr val="tx1"/>
                          </a:solidFill>
                          <a:effectLst/>
                          <a:latin typeface="+mn-lt"/>
                          <a:ea typeface="黑体" panose="02010609060101010101" pitchFamily="49" charset="-122"/>
                        </a:rPr>
                        <a:t>=0 x=1</a:t>
                      </a:r>
                    </a:p>
                  </a:txBody>
                  <a:tcPr marL="0" marR="0" marT="0" marB="0"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0"/>
                  </a:ext>
                </a:extLst>
              </a:tr>
              <a:tr h="36720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A*</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B</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720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B</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B</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C</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720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C</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D</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E</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720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1" u="none" strike="noStrike" cap="none" normalizeH="0" baseline="0" dirty="0">
                          <a:ln>
                            <a:noFill/>
                          </a:ln>
                          <a:solidFill>
                            <a:srgbClr val="FF0000"/>
                          </a:solidFill>
                          <a:effectLst/>
                          <a:latin typeface="+mn-lt"/>
                          <a:ea typeface="宋体" pitchFamily="2" charset="-122"/>
                        </a:rPr>
                        <a:t>D</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F</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G</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FF0000"/>
                          </a:solidFill>
                          <a:effectLst/>
                          <a:latin typeface="+mn-lt"/>
                          <a:ea typeface="宋体" pitchFamily="2" charset="-122"/>
                        </a:rPr>
                        <a:t>1</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FF0000"/>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720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3333FF"/>
                          </a:solidFill>
                          <a:effectLst/>
                          <a:latin typeface="+mn-lt"/>
                          <a:ea typeface="宋体" pitchFamily="2" charset="-122"/>
                        </a:rPr>
                        <a:t>E</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C</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B</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3333FF"/>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3333FF"/>
                          </a:solidFill>
                          <a:effectLst/>
                          <a:latin typeface="+mn-lt"/>
                          <a:ea typeface="宋体" pitchFamily="2" charset="-122"/>
                        </a:rPr>
                        <a:t>1</a:t>
                      </a: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720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FF0000"/>
                          </a:solidFill>
                          <a:effectLst/>
                          <a:latin typeface="+mn-lt"/>
                          <a:ea typeface="宋体" pitchFamily="2" charset="-122"/>
                        </a:rPr>
                        <a:t>F</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D</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H</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FF0000"/>
                          </a:solidFill>
                          <a:effectLst/>
                          <a:latin typeface="+mn-lt"/>
                          <a:ea typeface="宋体" pitchFamily="2" charset="-122"/>
                        </a:rPr>
                        <a:t>1</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FF0000"/>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6720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3333FF"/>
                          </a:solidFill>
                          <a:effectLst/>
                          <a:latin typeface="+mn-lt"/>
                          <a:ea typeface="宋体" pitchFamily="2" charset="-122"/>
                        </a:rPr>
                        <a:t>G</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B</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C</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3333FF"/>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3333FF"/>
                          </a:solidFill>
                          <a:effectLst/>
                          <a:latin typeface="+mn-lt"/>
                          <a:ea typeface="宋体" pitchFamily="2" charset="-122"/>
                        </a:rPr>
                        <a:t>1</a:t>
                      </a: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6720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1" u="none" strike="noStrike" cap="none" normalizeH="0" baseline="0" dirty="0">
                          <a:ln>
                            <a:noFill/>
                          </a:ln>
                          <a:solidFill>
                            <a:schemeClr val="tx1"/>
                          </a:solidFill>
                          <a:effectLst/>
                          <a:latin typeface="+mn-lt"/>
                          <a:ea typeface="宋体" pitchFamily="2" charset="-122"/>
                        </a:rPr>
                        <a:t>H</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F</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G</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4" name="Title 4">
            <a:extLst>
              <a:ext uri="{FF2B5EF4-FFF2-40B4-BE49-F238E27FC236}">
                <a16:creationId xmlns:a16="http://schemas.microsoft.com/office/drawing/2014/main" id="{45468294-42B1-7281-93F0-F8B8AB4108E2}"/>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latin typeface="黑体" panose="02010609060101010101" pitchFamily="49" charset="-122"/>
                <a:ea typeface="黑体" panose="02010609060101010101" pitchFamily="49" charset="-122"/>
              </a:rPr>
              <a:t>基于次态和输入</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输出的准则</a:t>
            </a:r>
            <a:endParaRPr lang="en-CN" altLang="zh-CN" sz="4000" dirty="0">
              <a:solidFill>
                <a:srgbClr val="0000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29260304"/>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pPr>
              <a:defRPr/>
            </a:pPr>
            <a:fld id="{3259D7DD-E1BE-4482-9234-29898EB39847}" type="slidenum">
              <a:rPr lang="en-US" altLang="zh-CN" smtClean="0"/>
              <a:pPr>
                <a:defRPr/>
              </a:pPr>
              <a:t>55</a:t>
            </a:fld>
            <a:endParaRPr lang="en-US" altLang="zh-CN" dirty="0"/>
          </a:p>
        </p:txBody>
      </p:sp>
      <p:sp>
        <p:nvSpPr>
          <p:cNvPr id="90115" name="Rectangle 6"/>
          <p:cNvSpPr>
            <a:spLocks noGrp="1" noChangeArrowheads="1"/>
          </p:cNvSpPr>
          <p:nvPr>
            <p:ph idx="4294967295"/>
          </p:nvPr>
        </p:nvSpPr>
        <p:spPr>
          <a:xfrm>
            <a:off x="533400" y="1606078"/>
            <a:ext cx="7886700" cy="4566121"/>
          </a:xfrm>
        </p:spPr>
        <p:txBody>
          <a:bodyPr>
            <a:normAutofit/>
          </a:bodyPr>
          <a:lstStyle/>
          <a:p>
            <a:r>
              <a:rPr lang="zh-CN" altLang="en-US" sz="2800" b="0" dirty="0">
                <a:latin typeface="+mn-lt"/>
              </a:rPr>
              <a:t>最高优先级</a:t>
            </a:r>
          </a:p>
          <a:p>
            <a:pPr lvl="1"/>
            <a:r>
              <a:rPr lang="zh-CN" altLang="en-US" sz="2400" b="0" dirty="0"/>
              <a:t>输入相同的情况下，</a:t>
            </a:r>
            <a:r>
              <a:rPr lang="zh-CN" altLang="en-US" sz="2400" b="0" dirty="0">
                <a:solidFill>
                  <a:srgbClr val="3333FF"/>
                </a:solidFill>
              </a:rPr>
              <a:t>次态相同</a:t>
            </a:r>
            <a:r>
              <a:rPr lang="zh-CN" altLang="en-US" sz="2400" b="0" dirty="0"/>
              <a:t>的状态应该具有</a:t>
            </a:r>
            <a:r>
              <a:rPr lang="zh-CN" altLang="en-US" sz="2400" b="0" dirty="0">
                <a:solidFill>
                  <a:srgbClr val="3333FF"/>
                </a:solidFill>
              </a:rPr>
              <a:t>相邻</a:t>
            </a:r>
            <a:r>
              <a:rPr lang="zh-CN" altLang="en-US" sz="2400" b="0" dirty="0"/>
              <a:t>的状态编码</a:t>
            </a:r>
            <a:endParaRPr lang="en-US" altLang="zh-CN" sz="2400" b="0" dirty="0"/>
          </a:p>
          <a:p>
            <a:r>
              <a:rPr lang="zh-CN" altLang="en-US" sz="2800" b="0" dirty="0"/>
              <a:t>中等优先级</a:t>
            </a:r>
            <a:endParaRPr lang="en-US" altLang="zh-CN" sz="2800" b="0" dirty="0"/>
          </a:p>
          <a:p>
            <a:pPr lvl="1"/>
            <a:r>
              <a:rPr lang="zh-CN" altLang="en-US" sz="2400" b="0" dirty="0">
                <a:solidFill>
                  <a:srgbClr val="3333FF"/>
                </a:solidFill>
              </a:rPr>
              <a:t>同一</a:t>
            </a:r>
            <a:r>
              <a:rPr lang="zh-CN" altLang="en-US" sz="2400" b="0" dirty="0"/>
              <a:t>状态的次态应该具有</a:t>
            </a:r>
            <a:r>
              <a:rPr lang="zh-CN" altLang="en-US" sz="2400" b="0" dirty="0">
                <a:solidFill>
                  <a:srgbClr val="3333FF"/>
                </a:solidFill>
              </a:rPr>
              <a:t>相邻</a:t>
            </a:r>
            <a:r>
              <a:rPr lang="zh-CN" altLang="en-US" sz="2400" b="0" dirty="0"/>
              <a:t>的状态编码</a:t>
            </a:r>
            <a:endParaRPr lang="en-US" altLang="zh-CN" sz="2400" b="0" dirty="0"/>
          </a:p>
          <a:p>
            <a:r>
              <a:rPr lang="zh-CN" altLang="en-US" sz="2800" b="0" dirty="0"/>
              <a:t>最低优先级</a:t>
            </a:r>
            <a:endParaRPr lang="en-US" altLang="zh-CN" sz="2800" b="0" dirty="0"/>
          </a:p>
          <a:p>
            <a:pPr lvl="1"/>
            <a:r>
              <a:rPr lang="zh-CN" altLang="en-US" sz="2400" b="0" dirty="0"/>
              <a:t>具有</a:t>
            </a:r>
            <a:r>
              <a:rPr lang="zh-CN" altLang="en-US" sz="2400" b="0" dirty="0">
                <a:solidFill>
                  <a:srgbClr val="3333FF"/>
                </a:solidFill>
              </a:rPr>
              <a:t>相同输出</a:t>
            </a:r>
            <a:r>
              <a:rPr lang="zh-CN" altLang="en-US" sz="2400" b="0" dirty="0"/>
              <a:t>的状态应具有相邻的状态编码</a:t>
            </a:r>
            <a:endParaRPr lang="en-US" altLang="zh-CN" sz="2400" b="0" dirty="0"/>
          </a:p>
          <a:p>
            <a:r>
              <a:rPr lang="zh-CN" altLang="en-US" sz="2800" b="0" dirty="0"/>
              <a:t>初始状态分配</a:t>
            </a:r>
            <a:endParaRPr lang="en-US" altLang="zh-CN" sz="2800" b="0" dirty="0">
              <a:latin typeface="+mn-lt"/>
            </a:endParaRPr>
          </a:p>
        </p:txBody>
      </p:sp>
      <p:sp>
        <p:nvSpPr>
          <p:cNvPr id="2" name="Title 4">
            <a:extLst>
              <a:ext uri="{FF2B5EF4-FFF2-40B4-BE49-F238E27FC236}">
                <a16:creationId xmlns:a16="http://schemas.microsoft.com/office/drawing/2014/main" id="{F3F4554D-653E-16F9-8512-5DA0E7D6031A}"/>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latin typeface="黑体" panose="02010609060101010101" pitchFamily="49" charset="-122"/>
                <a:ea typeface="黑体" panose="02010609060101010101" pitchFamily="49" charset="-122"/>
              </a:rPr>
              <a:t>基于次态和输入</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输出的准则</a:t>
            </a:r>
            <a:endParaRPr lang="en-CN" altLang="zh-CN" sz="4000" dirty="0">
              <a:solidFill>
                <a:srgbClr val="0000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90491096"/>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 name="灯片编号占位符 16"/>
          <p:cNvSpPr>
            <a:spLocks noGrp="1"/>
          </p:cNvSpPr>
          <p:nvPr>
            <p:ph type="sldNum" sz="quarter" idx="12"/>
          </p:nvPr>
        </p:nvSpPr>
        <p:spPr/>
        <p:txBody>
          <a:bodyPr/>
          <a:lstStyle/>
          <a:p>
            <a:pPr>
              <a:defRPr/>
            </a:pPr>
            <a:fld id="{E13123CC-A5CC-40BF-912E-9416D5179362}" type="slidenum">
              <a:rPr lang="en-US" altLang="zh-CN" smtClean="0"/>
              <a:pPr>
                <a:defRPr/>
              </a:pPr>
              <a:t>56</a:t>
            </a:fld>
            <a:endParaRPr lang="en-US" altLang="zh-CN" dirty="0"/>
          </a:p>
        </p:txBody>
      </p:sp>
      <p:sp>
        <p:nvSpPr>
          <p:cNvPr id="29" name="Text Box 64">
            <a:extLst>
              <a:ext uri="{FF2B5EF4-FFF2-40B4-BE49-F238E27FC236}">
                <a16:creationId xmlns:a16="http://schemas.microsoft.com/office/drawing/2014/main" id="{8B5FB802-5E71-4721-B7E7-5550AD65D0CC}"/>
              </a:ext>
            </a:extLst>
          </p:cNvPr>
          <p:cNvSpPr txBox="1">
            <a:spLocks noChangeArrowheads="1"/>
          </p:cNvSpPr>
          <p:nvPr/>
        </p:nvSpPr>
        <p:spPr bwMode="auto">
          <a:xfrm>
            <a:off x="4267200" y="2512552"/>
            <a:ext cx="4876800" cy="830997"/>
          </a:xfrm>
          <a:prstGeom prst="rect">
            <a:avLst/>
          </a:prstGeom>
          <a:noFill/>
          <a:ln w="9525">
            <a:noFill/>
            <a:miter lim="800000"/>
            <a:headEnd/>
            <a:tailEnd/>
          </a:ln>
        </p:spPr>
        <p:txBody>
          <a:bodyPr wrap="square">
            <a:spAutoFit/>
          </a:bodyPr>
          <a:lstStyle/>
          <a:p>
            <a:pPr algn="l">
              <a:spcBef>
                <a:spcPct val="50000"/>
              </a:spcBef>
            </a:pPr>
            <a:r>
              <a:rPr lang="en-US" altLang="zh-CN" sz="2400" b="0" dirty="0">
                <a:solidFill>
                  <a:srgbClr val="000000"/>
                </a:solidFill>
                <a:latin typeface="Arial" charset="0"/>
              </a:rPr>
              <a:t>Rule II: </a:t>
            </a:r>
            <a:endParaRPr lang="en-US" altLang="zh-CN" sz="2400" dirty="0">
              <a:solidFill>
                <a:srgbClr val="000000"/>
              </a:solidFill>
            </a:endParaRPr>
          </a:p>
          <a:p>
            <a:pPr algn="l">
              <a:spcBef>
                <a:spcPts val="0"/>
              </a:spcBef>
            </a:pPr>
            <a:r>
              <a:rPr lang="en-US" altLang="zh-CN" sz="2400" b="0" dirty="0">
                <a:solidFill>
                  <a:srgbClr val="000000"/>
                </a:solidFill>
                <a:latin typeface="Arial" charset="0"/>
              </a:rPr>
              <a:t>(A,B), (</a:t>
            </a:r>
            <a:r>
              <a:rPr lang="en-US" altLang="zh-CN" sz="2400" b="0" dirty="0">
                <a:solidFill>
                  <a:srgbClr val="00B050"/>
                </a:solidFill>
                <a:latin typeface="Arial" charset="0"/>
              </a:rPr>
              <a:t>B,C</a:t>
            </a:r>
            <a:r>
              <a:rPr lang="en-US" altLang="zh-CN" sz="2400" b="0" dirty="0">
                <a:solidFill>
                  <a:srgbClr val="000000"/>
                </a:solidFill>
                <a:latin typeface="Arial" charset="0"/>
              </a:rPr>
              <a:t>)</a:t>
            </a:r>
            <a:r>
              <a:rPr lang="zh-CN" altLang="en-US" sz="2400" b="0" dirty="0">
                <a:solidFill>
                  <a:srgbClr val="000000"/>
                </a:solidFill>
                <a:latin typeface="Arial" charset="0"/>
              </a:rPr>
              <a:t>*</a:t>
            </a:r>
            <a:r>
              <a:rPr lang="en-US" altLang="zh-CN" sz="2400" b="0" dirty="0">
                <a:solidFill>
                  <a:srgbClr val="000000"/>
                </a:solidFill>
                <a:latin typeface="Arial" charset="0"/>
              </a:rPr>
              <a:t>3, (D,E), (</a:t>
            </a:r>
            <a:r>
              <a:rPr lang="en-US" altLang="zh-CN" sz="2400" b="0" dirty="0">
                <a:solidFill>
                  <a:srgbClr val="7030A0"/>
                </a:solidFill>
                <a:latin typeface="Arial" charset="0"/>
              </a:rPr>
              <a:t>F,G</a:t>
            </a:r>
            <a:r>
              <a:rPr lang="en-US" altLang="zh-CN" sz="2400" b="0" dirty="0">
                <a:solidFill>
                  <a:srgbClr val="000000"/>
                </a:solidFill>
                <a:latin typeface="Arial" charset="0"/>
              </a:rPr>
              <a:t>)</a:t>
            </a:r>
            <a:r>
              <a:rPr lang="zh-CN" altLang="en-US" sz="2400" b="0" dirty="0">
                <a:solidFill>
                  <a:srgbClr val="000000"/>
                </a:solidFill>
                <a:latin typeface="Arial" charset="0"/>
              </a:rPr>
              <a:t>*</a:t>
            </a:r>
            <a:r>
              <a:rPr lang="en-US" altLang="zh-CN" sz="2400" b="0" dirty="0">
                <a:solidFill>
                  <a:srgbClr val="000000"/>
                </a:solidFill>
                <a:latin typeface="Arial" charset="0"/>
              </a:rPr>
              <a:t>2, (D,H)</a:t>
            </a:r>
          </a:p>
        </p:txBody>
      </p:sp>
      <p:sp>
        <p:nvSpPr>
          <p:cNvPr id="30" name="Text Box 65">
            <a:extLst>
              <a:ext uri="{FF2B5EF4-FFF2-40B4-BE49-F238E27FC236}">
                <a16:creationId xmlns:a16="http://schemas.microsoft.com/office/drawing/2014/main" id="{3BEF4AFA-2F69-4F71-B452-D9DBAB08856E}"/>
              </a:ext>
            </a:extLst>
          </p:cNvPr>
          <p:cNvSpPr txBox="1">
            <a:spLocks noChangeArrowheads="1"/>
          </p:cNvSpPr>
          <p:nvPr/>
        </p:nvSpPr>
        <p:spPr bwMode="auto">
          <a:xfrm>
            <a:off x="4273550" y="3335685"/>
            <a:ext cx="4438650" cy="461665"/>
          </a:xfrm>
          <a:prstGeom prst="rect">
            <a:avLst/>
          </a:prstGeom>
          <a:noFill/>
          <a:ln w="9525">
            <a:noFill/>
            <a:miter lim="800000"/>
            <a:headEnd/>
            <a:tailEnd/>
          </a:ln>
        </p:spPr>
        <p:txBody>
          <a:bodyPr>
            <a:spAutoFit/>
          </a:bodyPr>
          <a:lstStyle/>
          <a:p>
            <a:pPr algn="l">
              <a:spcBef>
                <a:spcPct val="50000"/>
              </a:spcBef>
            </a:pPr>
            <a:r>
              <a:rPr lang="en-US" altLang="zh-CN" sz="2400" b="0" dirty="0">
                <a:solidFill>
                  <a:srgbClr val="000000"/>
                </a:solidFill>
                <a:latin typeface="Arial" charset="0"/>
              </a:rPr>
              <a:t>Rule III: (D,F), (E,G)</a:t>
            </a:r>
          </a:p>
        </p:txBody>
      </p:sp>
      <p:graphicFrame>
        <p:nvGraphicFramePr>
          <p:cNvPr id="31" name="Group 66">
            <a:extLst>
              <a:ext uri="{FF2B5EF4-FFF2-40B4-BE49-F238E27FC236}">
                <a16:creationId xmlns:a16="http://schemas.microsoft.com/office/drawing/2014/main" id="{34B1D6B6-B259-4CA7-AB4F-E7611674A152}"/>
              </a:ext>
            </a:extLst>
          </p:cNvPr>
          <p:cNvGraphicFramePr>
            <a:graphicFrameLocks noGrp="1"/>
          </p:cNvGraphicFramePr>
          <p:nvPr>
            <p:extLst>
              <p:ext uri="{D42A27DB-BD31-4B8C-83A1-F6EECF244321}">
                <p14:modId xmlns:p14="http://schemas.microsoft.com/office/powerpoint/2010/main" val="1634728193"/>
              </p:ext>
            </p:extLst>
          </p:nvPr>
        </p:nvGraphicFramePr>
        <p:xfrm>
          <a:off x="5511800" y="4411853"/>
          <a:ext cx="3098800" cy="1841501"/>
        </p:xfrm>
        <a:graphic>
          <a:graphicData uri="http://schemas.openxmlformats.org/drawingml/2006/table">
            <a:tbl>
              <a:tblPr/>
              <a:tblGrid>
                <a:gridCol w="619125">
                  <a:extLst>
                    <a:ext uri="{9D8B030D-6E8A-4147-A177-3AD203B41FA5}">
                      <a16:colId xmlns:a16="http://schemas.microsoft.com/office/drawing/2014/main" val="20000"/>
                    </a:ext>
                  </a:extLst>
                </a:gridCol>
                <a:gridCol w="620713">
                  <a:extLst>
                    <a:ext uri="{9D8B030D-6E8A-4147-A177-3AD203B41FA5}">
                      <a16:colId xmlns:a16="http://schemas.microsoft.com/office/drawing/2014/main" val="20001"/>
                    </a:ext>
                  </a:extLst>
                </a:gridCol>
                <a:gridCol w="619125">
                  <a:extLst>
                    <a:ext uri="{9D8B030D-6E8A-4147-A177-3AD203B41FA5}">
                      <a16:colId xmlns:a16="http://schemas.microsoft.com/office/drawing/2014/main" val="20002"/>
                    </a:ext>
                  </a:extLst>
                </a:gridCol>
                <a:gridCol w="620712">
                  <a:extLst>
                    <a:ext uri="{9D8B030D-6E8A-4147-A177-3AD203B41FA5}">
                      <a16:colId xmlns:a16="http://schemas.microsoft.com/office/drawing/2014/main" val="20003"/>
                    </a:ext>
                  </a:extLst>
                </a:gridCol>
                <a:gridCol w="619125">
                  <a:extLst>
                    <a:ext uri="{9D8B030D-6E8A-4147-A177-3AD203B41FA5}">
                      <a16:colId xmlns:a16="http://schemas.microsoft.com/office/drawing/2014/main" val="20004"/>
                    </a:ext>
                  </a:extLst>
                </a:gridCol>
              </a:tblGrid>
              <a:tr h="614363">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zh-CN" altLang="zh-CN" sz="2800" b="0" i="0" u="none" strike="noStrike" cap="none" normalizeH="0" baseline="0">
                        <a:ln>
                          <a:noFill/>
                        </a:ln>
                        <a:solidFill>
                          <a:schemeClr val="tx1"/>
                        </a:solidFill>
                        <a:effectLst/>
                        <a:latin typeface="Arial" charset="0"/>
                        <a:ea typeface="宋体" charset="-12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00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01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11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10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12775">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0</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B</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C</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H</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14363">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1</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G</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D</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32" name="Text Box 92">
            <a:extLst>
              <a:ext uri="{FF2B5EF4-FFF2-40B4-BE49-F238E27FC236}">
                <a16:creationId xmlns:a16="http://schemas.microsoft.com/office/drawing/2014/main" id="{0F30DEB8-7EF6-4BCA-B52A-7C430DDBA4BC}"/>
              </a:ext>
            </a:extLst>
          </p:cNvPr>
          <p:cNvSpPr txBox="1">
            <a:spLocks noChangeArrowheads="1"/>
          </p:cNvSpPr>
          <p:nvPr/>
        </p:nvSpPr>
        <p:spPr bwMode="auto">
          <a:xfrm>
            <a:off x="6632575" y="3876866"/>
            <a:ext cx="1063625" cy="519112"/>
          </a:xfrm>
          <a:prstGeom prst="rect">
            <a:avLst/>
          </a:prstGeom>
          <a:noFill/>
          <a:ln w="9525">
            <a:noFill/>
            <a:miter lim="800000"/>
            <a:headEnd/>
            <a:tailEnd/>
          </a:ln>
        </p:spPr>
        <p:txBody>
          <a:bodyPr>
            <a:spAutoFit/>
          </a:bodyPr>
          <a:lstStyle/>
          <a:p>
            <a:pPr algn="l">
              <a:spcBef>
                <a:spcPct val="50000"/>
              </a:spcBef>
            </a:pPr>
            <a:r>
              <a:rPr lang="en-US" altLang="zh-CN" sz="2800" b="0" dirty="0">
                <a:solidFill>
                  <a:srgbClr val="000000"/>
                </a:solidFill>
                <a:latin typeface="Arial" charset="0"/>
              </a:rPr>
              <a:t>Q</a:t>
            </a:r>
            <a:r>
              <a:rPr lang="en-US" altLang="zh-CN" sz="2800" b="0" baseline="-25000" dirty="0">
                <a:solidFill>
                  <a:srgbClr val="000000"/>
                </a:solidFill>
                <a:latin typeface="Arial" charset="0"/>
              </a:rPr>
              <a:t>2</a:t>
            </a:r>
            <a:r>
              <a:rPr lang="en-US" altLang="zh-CN" sz="2800" b="0" dirty="0">
                <a:solidFill>
                  <a:srgbClr val="000000"/>
                </a:solidFill>
                <a:latin typeface="Arial" charset="0"/>
              </a:rPr>
              <a:t>Q</a:t>
            </a:r>
            <a:r>
              <a:rPr lang="en-US" altLang="zh-CN" sz="2800" b="0" baseline="-25000" dirty="0">
                <a:solidFill>
                  <a:srgbClr val="000000"/>
                </a:solidFill>
                <a:latin typeface="Arial" charset="0"/>
              </a:rPr>
              <a:t>3</a:t>
            </a:r>
          </a:p>
        </p:txBody>
      </p:sp>
      <p:sp>
        <p:nvSpPr>
          <p:cNvPr id="33" name="Text Box 93">
            <a:extLst>
              <a:ext uri="{FF2B5EF4-FFF2-40B4-BE49-F238E27FC236}">
                <a16:creationId xmlns:a16="http://schemas.microsoft.com/office/drawing/2014/main" id="{B31CCBED-BE09-4CBF-BAEF-C27C7D00C963}"/>
              </a:ext>
            </a:extLst>
          </p:cNvPr>
          <p:cNvSpPr txBox="1">
            <a:spLocks noChangeArrowheads="1"/>
          </p:cNvSpPr>
          <p:nvPr/>
        </p:nvSpPr>
        <p:spPr bwMode="auto">
          <a:xfrm>
            <a:off x="4905375" y="5113528"/>
            <a:ext cx="682625" cy="519113"/>
          </a:xfrm>
          <a:prstGeom prst="rect">
            <a:avLst/>
          </a:prstGeom>
          <a:noFill/>
          <a:ln w="9525">
            <a:noFill/>
            <a:miter lim="800000"/>
            <a:headEnd/>
            <a:tailEnd/>
          </a:ln>
        </p:spPr>
        <p:txBody>
          <a:bodyPr>
            <a:spAutoFit/>
          </a:bodyPr>
          <a:lstStyle/>
          <a:p>
            <a:pPr algn="l">
              <a:spcBef>
                <a:spcPct val="50000"/>
              </a:spcBef>
            </a:pPr>
            <a:r>
              <a:rPr lang="en-US" altLang="zh-CN" sz="2800" b="0" dirty="0">
                <a:solidFill>
                  <a:srgbClr val="000000"/>
                </a:solidFill>
                <a:latin typeface="Arial" charset="0"/>
              </a:rPr>
              <a:t>Q</a:t>
            </a:r>
            <a:r>
              <a:rPr lang="en-US" altLang="zh-CN" sz="2800" b="0" baseline="-25000" dirty="0">
                <a:solidFill>
                  <a:srgbClr val="000000"/>
                </a:solidFill>
                <a:latin typeface="Arial" charset="0"/>
              </a:rPr>
              <a:t>1</a:t>
            </a:r>
          </a:p>
        </p:txBody>
      </p:sp>
      <p:sp>
        <p:nvSpPr>
          <p:cNvPr id="34" name="矩形 33">
            <a:extLst>
              <a:ext uri="{FF2B5EF4-FFF2-40B4-BE49-F238E27FC236}">
                <a16:creationId xmlns:a16="http://schemas.microsoft.com/office/drawing/2014/main" id="{8DCC41F4-F61E-4A92-A9E2-EB42D8B473C7}"/>
              </a:ext>
            </a:extLst>
          </p:cNvPr>
          <p:cNvSpPr/>
          <p:nvPr/>
        </p:nvSpPr>
        <p:spPr>
          <a:xfrm>
            <a:off x="533400" y="1373252"/>
            <a:ext cx="3048000" cy="954107"/>
          </a:xfrm>
          <a:prstGeom prst="rect">
            <a:avLst/>
          </a:prstGeom>
        </p:spPr>
        <p:txBody>
          <a:bodyPr wrap="square">
            <a:spAutoFit/>
          </a:bodyPr>
          <a:lstStyle/>
          <a:p>
            <a:r>
              <a:rPr lang="zh-CN" altLang="en-US" sz="2800" dirty="0">
                <a:solidFill>
                  <a:srgbClr val="3333FF"/>
                </a:solidFill>
                <a:latin typeface="黑体" panose="02010609060101010101" pitchFamily="49" charset="-122"/>
                <a:ea typeface="黑体" panose="02010609060101010101" pitchFamily="49" charset="-122"/>
              </a:rPr>
              <a:t>按照优先级的顺序依次满足</a:t>
            </a:r>
          </a:p>
        </p:txBody>
      </p:sp>
      <p:sp>
        <p:nvSpPr>
          <p:cNvPr id="35" name="椭圆 34">
            <a:extLst>
              <a:ext uri="{FF2B5EF4-FFF2-40B4-BE49-F238E27FC236}">
                <a16:creationId xmlns:a16="http://schemas.microsoft.com/office/drawing/2014/main" id="{CCA97223-FE14-479C-AD99-37500D47BFD8}"/>
              </a:ext>
            </a:extLst>
          </p:cNvPr>
          <p:cNvSpPr/>
          <p:nvPr/>
        </p:nvSpPr>
        <p:spPr bwMode="auto">
          <a:xfrm>
            <a:off x="4267200" y="2032358"/>
            <a:ext cx="1244600" cy="488057"/>
          </a:xfrm>
          <a:prstGeom prst="ellipse">
            <a:avLst/>
          </a:prstGeom>
          <a:noFill/>
          <a:ln w="381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6" name="椭圆 35">
            <a:extLst>
              <a:ext uri="{FF2B5EF4-FFF2-40B4-BE49-F238E27FC236}">
                <a16:creationId xmlns:a16="http://schemas.microsoft.com/office/drawing/2014/main" id="{BF20DD5F-BFB4-4E75-AA14-74DF1D7E0F15}"/>
              </a:ext>
            </a:extLst>
          </p:cNvPr>
          <p:cNvSpPr/>
          <p:nvPr/>
        </p:nvSpPr>
        <p:spPr bwMode="auto">
          <a:xfrm rot="5400000">
            <a:off x="6344416" y="5379855"/>
            <a:ext cx="1244600" cy="488057"/>
          </a:xfrm>
          <a:prstGeom prst="ellipse">
            <a:avLst/>
          </a:prstGeom>
          <a:noFill/>
          <a:ln w="381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cxnSp>
        <p:nvCxnSpPr>
          <p:cNvPr id="37" name="肘形连接符 3">
            <a:extLst>
              <a:ext uri="{FF2B5EF4-FFF2-40B4-BE49-F238E27FC236}">
                <a16:creationId xmlns:a16="http://schemas.microsoft.com/office/drawing/2014/main" id="{A6BD32A7-F7EF-4EA7-A0EB-7A444FE25383}"/>
              </a:ext>
            </a:extLst>
          </p:cNvPr>
          <p:cNvCxnSpPr>
            <a:stCxn id="35" idx="2"/>
            <a:endCxn id="36" idx="4"/>
          </p:cNvCxnSpPr>
          <p:nvPr/>
        </p:nvCxnSpPr>
        <p:spPr bwMode="auto">
          <a:xfrm rot="10800000" flipH="1" flipV="1">
            <a:off x="4267200" y="2276386"/>
            <a:ext cx="2455488" cy="3347497"/>
          </a:xfrm>
          <a:prstGeom prst="bentConnector3">
            <a:avLst>
              <a:gd name="adj1" fmla="val -9310"/>
            </a:avLst>
          </a:prstGeom>
          <a:noFill/>
          <a:ln w="28575" cap="flat" cmpd="sng" algn="ctr">
            <a:solidFill>
              <a:srgbClr val="C00000"/>
            </a:solidFill>
            <a:prstDash val="dashDot"/>
            <a:round/>
            <a:headEnd type="none" w="med" len="med"/>
            <a:tailEnd type="triangle"/>
          </a:ln>
          <a:effectLst/>
        </p:spPr>
      </p:cxnSp>
      <p:sp>
        <p:nvSpPr>
          <p:cNvPr id="40" name="Text Box 63">
            <a:extLst>
              <a:ext uri="{FF2B5EF4-FFF2-40B4-BE49-F238E27FC236}">
                <a16:creationId xmlns:a16="http://schemas.microsoft.com/office/drawing/2014/main" id="{814666F5-CA2A-45B3-BD01-B90A69192473}"/>
              </a:ext>
            </a:extLst>
          </p:cNvPr>
          <p:cNvSpPr txBox="1">
            <a:spLocks noChangeArrowheads="1"/>
          </p:cNvSpPr>
          <p:nvPr/>
        </p:nvSpPr>
        <p:spPr bwMode="auto">
          <a:xfrm>
            <a:off x="4273550" y="1689418"/>
            <a:ext cx="4438650" cy="830997"/>
          </a:xfrm>
          <a:prstGeom prst="rect">
            <a:avLst/>
          </a:prstGeom>
          <a:noFill/>
          <a:ln w="9525">
            <a:noFill/>
            <a:miter lim="800000"/>
            <a:headEnd/>
            <a:tailEnd/>
          </a:ln>
        </p:spPr>
        <p:txBody>
          <a:bodyPr>
            <a:spAutoFit/>
          </a:bodyPr>
          <a:lstStyle/>
          <a:p>
            <a:pPr algn="l">
              <a:spcBef>
                <a:spcPct val="50000"/>
              </a:spcBef>
            </a:pPr>
            <a:r>
              <a:rPr lang="en-US" altLang="zh-CN" sz="2400" b="0" dirty="0">
                <a:solidFill>
                  <a:srgbClr val="000000"/>
                </a:solidFill>
                <a:latin typeface="Arial" charset="0"/>
              </a:rPr>
              <a:t>Rule I: </a:t>
            </a:r>
          </a:p>
          <a:p>
            <a:pPr algn="l">
              <a:spcBef>
                <a:spcPts val="0"/>
              </a:spcBef>
            </a:pPr>
            <a:r>
              <a:rPr lang="en-US" altLang="zh-CN" sz="2400" b="0" dirty="0">
                <a:solidFill>
                  <a:srgbClr val="000000"/>
                </a:solidFill>
                <a:latin typeface="Arial" charset="0"/>
              </a:rPr>
              <a:t>(</a:t>
            </a:r>
            <a:r>
              <a:rPr lang="en-US" altLang="zh-CN" sz="2400" b="0" dirty="0">
                <a:solidFill>
                  <a:srgbClr val="FF0000"/>
                </a:solidFill>
                <a:latin typeface="Arial" charset="0"/>
              </a:rPr>
              <a:t>B,G</a:t>
            </a:r>
            <a:r>
              <a:rPr lang="en-US" altLang="zh-CN" sz="2400" b="0" dirty="0">
                <a:solidFill>
                  <a:srgbClr val="000000"/>
                </a:solidFill>
                <a:latin typeface="Arial" charset="0"/>
              </a:rPr>
              <a:t>)</a:t>
            </a:r>
            <a:r>
              <a:rPr lang="zh-CN" altLang="en-US" sz="2400" b="0" dirty="0">
                <a:solidFill>
                  <a:srgbClr val="000000"/>
                </a:solidFill>
                <a:latin typeface="Arial" charset="0"/>
              </a:rPr>
              <a:t>*</a:t>
            </a:r>
            <a:r>
              <a:rPr lang="en-US" altLang="zh-CN" sz="2400" b="0" dirty="0">
                <a:solidFill>
                  <a:srgbClr val="000000"/>
                </a:solidFill>
                <a:latin typeface="Arial" charset="0"/>
              </a:rPr>
              <a:t>2, (</a:t>
            </a:r>
            <a:r>
              <a:rPr lang="en-US" altLang="zh-CN" sz="2400" b="0" dirty="0">
                <a:solidFill>
                  <a:srgbClr val="9999FF">
                    <a:lumMod val="75000"/>
                  </a:srgbClr>
                </a:solidFill>
                <a:latin typeface="Arial" charset="0"/>
              </a:rPr>
              <a:t>C,F</a:t>
            </a:r>
            <a:r>
              <a:rPr lang="en-US" altLang="zh-CN" sz="2400" b="0" dirty="0">
                <a:solidFill>
                  <a:srgbClr val="000000"/>
                </a:solidFill>
                <a:latin typeface="Arial" charset="0"/>
              </a:rPr>
              <a:t>), (</a:t>
            </a:r>
            <a:r>
              <a:rPr lang="en-US" altLang="zh-CN" sz="2400" b="0" dirty="0">
                <a:solidFill>
                  <a:srgbClr val="CC9900"/>
                </a:solidFill>
                <a:latin typeface="Arial" charset="0"/>
              </a:rPr>
              <a:t>D,H</a:t>
            </a:r>
            <a:r>
              <a:rPr lang="en-US" altLang="zh-CN" sz="2400" b="0" dirty="0">
                <a:solidFill>
                  <a:srgbClr val="000000"/>
                </a:solidFill>
                <a:latin typeface="Arial" charset="0"/>
              </a:rPr>
              <a:t>)</a:t>
            </a:r>
            <a:r>
              <a:rPr lang="zh-CN" altLang="en-US" sz="2400" b="0" dirty="0">
                <a:solidFill>
                  <a:srgbClr val="000000"/>
                </a:solidFill>
                <a:latin typeface="Arial" charset="0"/>
              </a:rPr>
              <a:t>*</a:t>
            </a:r>
            <a:r>
              <a:rPr lang="en-US" altLang="zh-CN" sz="2400" b="0" dirty="0">
                <a:solidFill>
                  <a:srgbClr val="000000"/>
                </a:solidFill>
                <a:latin typeface="Arial" charset="0"/>
              </a:rPr>
              <a:t>2, (</a:t>
            </a:r>
            <a:r>
              <a:rPr lang="en-US" altLang="zh-CN" sz="2400" b="0" dirty="0">
                <a:solidFill>
                  <a:srgbClr val="669999"/>
                </a:solidFill>
                <a:latin typeface="Arial" charset="0"/>
              </a:rPr>
              <a:t>A,E</a:t>
            </a:r>
            <a:r>
              <a:rPr lang="en-US" altLang="zh-CN" sz="2400" b="0" dirty="0">
                <a:solidFill>
                  <a:srgbClr val="000000"/>
                </a:solidFill>
                <a:latin typeface="Arial" charset="0"/>
              </a:rPr>
              <a:t>)</a:t>
            </a:r>
          </a:p>
        </p:txBody>
      </p:sp>
      <p:graphicFrame>
        <p:nvGraphicFramePr>
          <p:cNvPr id="15" name="Group 244">
            <a:extLst>
              <a:ext uri="{FF2B5EF4-FFF2-40B4-BE49-F238E27FC236}">
                <a16:creationId xmlns:a16="http://schemas.microsoft.com/office/drawing/2014/main" id="{7487D55C-B4CA-534D-A4CC-FDA45677D517}"/>
              </a:ext>
            </a:extLst>
          </p:cNvPr>
          <p:cNvGraphicFramePr>
            <a:graphicFrameLocks/>
          </p:cNvGraphicFramePr>
          <p:nvPr>
            <p:extLst>
              <p:ext uri="{D42A27DB-BD31-4B8C-83A1-F6EECF244321}">
                <p14:modId xmlns:p14="http://schemas.microsoft.com/office/powerpoint/2010/main" val="1386336667"/>
              </p:ext>
            </p:extLst>
          </p:nvPr>
        </p:nvGraphicFramePr>
        <p:xfrm>
          <a:off x="613456" y="2598791"/>
          <a:ext cx="3165685" cy="3802009"/>
        </p:xfrm>
        <a:graphic>
          <a:graphicData uri="http://schemas.openxmlformats.org/drawingml/2006/table">
            <a:tbl>
              <a:tblPr/>
              <a:tblGrid>
                <a:gridCol w="911837">
                  <a:extLst>
                    <a:ext uri="{9D8B030D-6E8A-4147-A177-3AD203B41FA5}">
                      <a16:colId xmlns:a16="http://schemas.microsoft.com/office/drawing/2014/main" val="20000"/>
                    </a:ext>
                  </a:extLst>
                </a:gridCol>
                <a:gridCol w="547102">
                  <a:extLst>
                    <a:ext uri="{9D8B030D-6E8A-4147-A177-3AD203B41FA5}">
                      <a16:colId xmlns:a16="http://schemas.microsoft.com/office/drawing/2014/main" val="20001"/>
                    </a:ext>
                  </a:extLst>
                </a:gridCol>
                <a:gridCol w="573155">
                  <a:extLst>
                    <a:ext uri="{9D8B030D-6E8A-4147-A177-3AD203B41FA5}">
                      <a16:colId xmlns:a16="http://schemas.microsoft.com/office/drawing/2014/main" val="20002"/>
                    </a:ext>
                  </a:extLst>
                </a:gridCol>
                <a:gridCol w="625260">
                  <a:extLst>
                    <a:ext uri="{9D8B030D-6E8A-4147-A177-3AD203B41FA5}">
                      <a16:colId xmlns:a16="http://schemas.microsoft.com/office/drawing/2014/main" val="20003"/>
                    </a:ext>
                  </a:extLst>
                </a:gridCol>
                <a:gridCol w="508331">
                  <a:extLst>
                    <a:ext uri="{9D8B030D-6E8A-4147-A177-3AD203B41FA5}">
                      <a16:colId xmlns:a16="http://schemas.microsoft.com/office/drawing/2014/main" val="20004"/>
                    </a:ext>
                  </a:extLst>
                </a:gridCol>
              </a:tblGrid>
              <a:tr h="745889">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1800" b="0" i="0" u="none" strike="noStrike" cap="none" normalizeH="0" baseline="0">
                          <a:ln>
                            <a:noFill/>
                          </a:ln>
                          <a:solidFill>
                            <a:schemeClr val="tx1"/>
                          </a:solidFill>
                          <a:effectLst/>
                          <a:latin typeface="+mn-lt"/>
                          <a:ea typeface="黑体" panose="02010609060101010101" pitchFamily="49" charset="-122"/>
                        </a:rPr>
                        <a:t>现态</a:t>
                      </a:r>
                      <a:endParaRPr kumimoji="0" lang="en-US" altLang="zh-CN" sz="1800" b="0" i="0" u="none" strike="noStrike" cap="none" normalizeH="0" baseline="0" dirty="0">
                        <a:ln>
                          <a:noFill/>
                        </a:ln>
                        <a:solidFill>
                          <a:schemeClr val="tx1"/>
                        </a:solidFill>
                        <a:effectLst/>
                        <a:latin typeface="+mn-lt"/>
                        <a:ea typeface="黑体" panose="02010609060101010101" pitchFamily="49" charset="-122"/>
                      </a:endParaRPr>
                    </a:p>
                  </a:txBody>
                  <a:tcPr marL="0" marR="0" marT="0" marB="0"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1800" b="0" i="0" u="none" strike="noStrike" cap="none" normalizeH="0" baseline="0">
                          <a:ln>
                            <a:noFill/>
                          </a:ln>
                          <a:solidFill>
                            <a:schemeClr val="tx1"/>
                          </a:solidFill>
                          <a:effectLst/>
                          <a:latin typeface="+mn-lt"/>
                          <a:ea typeface="黑体" panose="02010609060101010101" pitchFamily="49" charset="-122"/>
                        </a:rPr>
                        <a:t>次态</a:t>
                      </a:r>
                      <a:endParaRPr kumimoji="0" lang="en-US" altLang="zh-CN" sz="1800" b="0" i="0" u="none" strike="noStrike" cap="none" normalizeH="0" baseline="0">
                        <a:ln>
                          <a:noFill/>
                        </a:ln>
                        <a:solidFill>
                          <a:schemeClr val="tx1"/>
                        </a:solidFill>
                        <a:effectLst/>
                        <a:latin typeface="+mn-lt"/>
                        <a:ea typeface="黑体" panose="02010609060101010101" pitchFamily="49" charset="-122"/>
                      </a:endParaRPr>
                    </a:p>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黑体" panose="02010609060101010101" pitchFamily="49" charset="-122"/>
                        </a:rPr>
                        <a:t>x</a:t>
                      </a:r>
                      <a:r>
                        <a:rPr kumimoji="0" lang="en-US" altLang="zh-CN" sz="2000" b="0" i="0" u="none" strike="noStrike" cap="none" normalizeH="0" baseline="0" dirty="0">
                          <a:ln>
                            <a:noFill/>
                          </a:ln>
                          <a:solidFill>
                            <a:schemeClr val="tx1"/>
                          </a:solidFill>
                          <a:effectLst/>
                          <a:latin typeface="+mn-lt"/>
                          <a:ea typeface="黑体" panose="02010609060101010101" pitchFamily="49" charset="-122"/>
                        </a:rPr>
                        <a:t>=0 x=1</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1800" b="0" i="0" u="none" strike="noStrike" cap="none" normalizeH="0" baseline="0">
                          <a:ln>
                            <a:noFill/>
                          </a:ln>
                          <a:solidFill>
                            <a:schemeClr val="tx1"/>
                          </a:solidFill>
                          <a:effectLst/>
                          <a:latin typeface="+mn-lt"/>
                          <a:ea typeface="黑体" panose="02010609060101010101" pitchFamily="49" charset="-122"/>
                        </a:rPr>
                        <a:t>输出</a:t>
                      </a:r>
                      <a:endParaRPr kumimoji="0" lang="en-US" altLang="zh-CN" sz="1800" b="0" i="0" u="none" strike="noStrike" cap="none" normalizeH="0" baseline="0">
                        <a:ln>
                          <a:noFill/>
                        </a:ln>
                        <a:solidFill>
                          <a:schemeClr val="tx1"/>
                        </a:solidFill>
                        <a:effectLst/>
                        <a:latin typeface="+mn-lt"/>
                        <a:ea typeface="黑体" panose="02010609060101010101" pitchFamily="49" charset="-122"/>
                      </a:endParaRPr>
                    </a:p>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黑体" panose="02010609060101010101" pitchFamily="49" charset="-122"/>
                        </a:rPr>
                        <a:t>x</a:t>
                      </a:r>
                      <a:r>
                        <a:rPr kumimoji="0" lang="en-US" altLang="zh-CN" sz="2000" b="0" i="0" u="none" strike="noStrike" cap="none" normalizeH="0" baseline="0" dirty="0">
                          <a:ln>
                            <a:noFill/>
                          </a:ln>
                          <a:solidFill>
                            <a:schemeClr val="tx1"/>
                          </a:solidFill>
                          <a:effectLst/>
                          <a:latin typeface="+mn-lt"/>
                          <a:ea typeface="黑体" panose="02010609060101010101" pitchFamily="49" charset="-122"/>
                        </a:rPr>
                        <a:t>=0 x=1</a:t>
                      </a:r>
                    </a:p>
                  </a:txBody>
                  <a:tcPr marL="0" marR="0" marT="0" marB="0"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0"/>
                  </a:ext>
                </a:extLst>
              </a:tr>
              <a:tr h="382015">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669999"/>
                          </a:solidFill>
                          <a:effectLst/>
                          <a:latin typeface="+mn-lt"/>
                          <a:ea typeface="宋体" pitchFamily="2" charset="-122"/>
                        </a:rPr>
                        <a:t>A*</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669999"/>
                          </a:solidFill>
                          <a:effectLst/>
                          <a:latin typeface="+mn-lt"/>
                          <a:ea typeface="宋体" pitchFamily="2" charset="-122"/>
                        </a:rPr>
                        <a:t>B</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2015">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FF0000"/>
                          </a:solidFill>
                          <a:effectLst/>
                          <a:latin typeface="+mn-lt"/>
                          <a:ea typeface="宋体" pitchFamily="2" charset="-122"/>
                        </a:rPr>
                        <a:t>B</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FF0000"/>
                          </a:solidFill>
                          <a:effectLst/>
                          <a:latin typeface="+mn-lt"/>
                          <a:ea typeface="宋体" pitchFamily="2" charset="-122"/>
                        </a:rPr>
                        <a:t>B</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FF0000"/>
                          </a:solidFill>
                          <a:effectLst/>
                          <a:latin typeface="+mn-lt"/>
                          <a:ea typeface="宋体" pitchFamily="2" charset="-122"/>
                        </a:rPr>
                        <a:t>C</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2015">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0066CC"/>
                          </a:solidFill>
                          <a:effectLst/>
                          <a:latin typeface="+mn-lt"/>
                          <a:ea typeface="宋体" pitchFamily="2" charset="-122"/>
                        </a:rPr>
                        <a:t>C</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0066CC"/>
                          </a:solidFill>
                          <a:effectLst/>
                          <a:latin typeface="+mn-lt"/>
                          <a:ea typeface="宋体" pitchFamily="2" charset="-122"/>
                        </a:rPr>
                        <a:t>D</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E</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2015">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1" u="none" strike="noStrike" cap="none" normalizeH="0" baseline="0" dirty="0">
                          <a:ln>
                            <a:noFill/>
                          </a:ln>
                          <a:solidFill>
                            <a:srgbClr val="CC9900"/>
                          </a:solidFill>
                          <a:effectLst/>
                          <a:latin typeface="+mn-lt"/>
                          <a:ea typeface="宋体" pitchFamily="2" charset="-122"/>
                        </a:rPr>
                        <a:t>D</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CC9900"/>
                          </a:solidFill>
                          <a:effectLst/>
                          <a:latin typeface="+mn-lt"/>
                          <a:ea typeface="宋体" pitchFamily="2" charset="-122"/>
                        </a:rPr>
                        <a:t>F</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CC9900"/>
                          </a:solidFill>
                          <a:effectLst/>
                          <a:latin typeface="+mn-lt"/>
                          <a:ea typeface="宋体" pitchFamily="2" charset="-122"/>
                        </a:rPr>
                        <a:t>G</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1</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2015">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669999"/>
                          </a:solidFill>
                          <a:effectLst/>
                          <a:latin typeface="+mn-lt"/>
                          <a:ea typeface="宋体" pitchFamily="2" charset="-122"/>
                        </a:rPr>
                        <a:t>E</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C</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669999"/>
                          </a:solidFill>
                          <a:effectLst/>
                          <a:latin typeface="+mn-lt"/>
                          <a:ea typeface="宋体" pitchFamily="2" charset="-122"/>
                        </a:rPr>
                        <a:t>B</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1</a:t>
                      </a: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2015">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0066CC"/>
                          </a:solidFill>
                          <a:effectLst/>
                          <a:latin typeface="+mn-lt"/>
                          <a:ea typeface="宋体" pitchFamily="2" charset="-122"/>
                        </a:rPr>
                        <a:t>F</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0066CC"/>
                          </a:solidFill>
                          <a:effectLst/>
                          <a:latin typeface="+mn-lt"/>
                          <a:ea typeface="宋体" pitchFamily="2" charset="-122"/>
                        </a:rPr>
                        <a:t>D</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H</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1</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82015">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FF0000"/>
                          </a:solidFill>
                          <a:effectLst/>
                          <a:latin typeface="+mn-lt"/>
                          <a:ea typeface="宋体" pitchFamily="2" charset="-122"/>
                        </a:rPr>
                        <a:t>G</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FF0000"/>
                          </a:solidFill>
                          <a:effectLst/>
                          <a:latin typeface="+mn-lt"/>
                          <a:ea typeface="宋体" pitchFamily="2" charset="-122"/>
                        </a:rPr>
                        <a:t>B</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FF0000"/>
                          </a:solidFill>
                          <a:effectLst/>
                          <a:latin typeface="+mn-lt"/>
                          <a:ea typeface="宋体" pitchFamily="2" charset="-122"/>
                        </a:rPr>
                        <a:t>C</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1</a:t>
                      </a: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82015">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1" u="none" strike="noStrike" cap="none" normalizeH="0" baseline="0" dirty="0">
                          <a:ln>
                            <a:noFill/>
                          </a:ln>
                          <a:solidFill>
                            <a:srgbClr val="CC9900"/>
                          </a:solidFill>
                          <a:effectLst/>
                          <a:latin typeface="+mn-lt"/>
                          <a:ea typeface="宋体" pitchFamily="2" charset="-122"/>
                        </a:rPr>
                        <a:t>H</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CC9900"/>
                          </a:solidFill>
                          <a:effectLst/>
                          <a:latin typeface="+mn-lt"/>
                          <a:ea typeface="宋体" pitchFamily="2" charset="-122"/>
                        </a:rPr>
                        <a:t>F</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CC9900"/>
                          </a:solidFill>
                          <a:effectLst/>
                          <a:latin typeface="+mn-lt"/>
                          <a:ea typeface="宋体" pitchFamily="2" charset="-122"/>
                        </a:rPr>
                        <a:t>G</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3" name="Title 4">
            <a:extLst>
              <a:ext uri="{FF2B5EF4-FFF2-40B4-BE49-F238E27FC236}">
                <a16:creationId xmlns:a16="http://schemas.microsoft.com/office/drawing/2014/main" id="{C1BF8B44-FA70-D8C3-7478-5D219DC1690D}"/>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sz="4000" dirty="0">
                <a:latin typeface="黑体" panose="02010609060101010101" pitchFamily="49" charset="-122"/>
                <a:ea typeface="黑体" panose="02010609060101010101" pitchFamily="49" charset="-122"/>
              </a:rPr>
              <a:t>按照准则得到的结果</a:t>
            </a:r>
            <a:endParaRPr lang="en-CN" altLang="zh-CN" sz="4000" dirty="0">
              <a:solidFill>
                <a:srgbClr val="0000FF"/>
              </a:solidFill>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3398447618"/>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 name="灯片编号占位符 16"/>
          <p:cNvSpPr>
            <a:spLocks noGrp="1"/>
          </p:cNvSpPr>
          <p:nvPr>
            <p:ph type="sldNum" sz="quarter" idx="12"/>
          </p:nvPr>
        </p:nvSpPr>
        <p:spPr/>
        <p:txBody>
          <a:bodyPr/>
          <a:lstStyle/>
          <a:p>
            <a:pPr>
              <a:defRPr/>
            </a:pPr>
            <a:fld id="{E13123CC-A5CC-40BF-912E-9416D5179362}" type="slidenum">
              <a:rPr lang="en-US" altLang="zh-CN" smtClean="0"/>
              <a:pPr>
                <a:defRPr/>
              </a:pPr>
              <a:t>57</a:t>
            </a:fld>
            <a:endParaRPr lang="en-US" altLang="zh-CN" dirty="0"/>
          </a:p>
        </p:txBody>
      </p:sp>
      <p:graphicFrame>
        <p:nvGraphicFramePr>
          <p:cNvPr id="517367" name="Group 247"/>
          <p:cNvGraphicFramePr>
            <a:graphicFrameLocks noGrp="1"/>
          </p:cNvGraphicFramePr>
          <p:nvPr>
            <p:ph sz="half" idx="4294967295"/>
            <p:extLst>
              <p:ext uri="{D42A27DB-BD31-4B8C-83A1-F6EECF244321}">
                <p14:modId xmlns:p14="http://schemas.microsoft.com/office/powerpoint/2010/main" val="2962058160"/>
              </p:ext>
            </p:extLst>
          </p:nvPr>
        </p:nvGraphicFramePr>
        <p:xfrm>
          <a:off x="4652387" y="1372639"/>
          <a:ext cx="4297680" cy="4846320"/>
        </p:xfrm>
        <a:graphic>
          <a:graphicData uri="http://schemas.openxmlformats.org/drawingml/2006/table">
            <a:tbl>
              <a:tblPr/>
              <a:tblGrid>
                <a:gridCol w="137160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640080">
                  <a:extLst>
                    <a:ext uri="{9D8B030D-6E8A-4147-A177-3AD203B41FA5}">
                      <a16:colId xmlns:a16="http://schemas.microsoft.com/office/drawing/2014/main" val="20004"/>
                    </a:ext>
                  </a:extLst>
                </a:gridCol>
              </a:tblGrid>
              <a:tr h="7143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mn-lt"/>
                          <a:ea typeface="+mn-ea"/>
                        </a:rPr>
                        <a:t>现态</a:t>
                      </a:r>
                      <a:r>
                        <a:rPr kumimoji="0" lang="en-US" altLang="zh-CN" sz="2400" b="0" i="0" u="none" strike="noStrike" cap="none" normalizeH="0" baseline="0" dirty="0">
                          <a:ln>
                            <a:noFill/>
                          </a:ln>
                          <a:solidFill>
                            <a:schemeClr val="tx1"/>
                          </a:solidFill>
                          <a:effectLst/>
                          <a:latin typeface="+mn-lt"/>
                          <a:ea typeface="+mn-ea"/>
                        </a:rPr>
                        <a:t>Q</a:t>
                      </a:r>
                      <a:r>
                        <a:rPr kumimoji="0" lang="en-US" altLang="zh-CN" sz="2400" b="0" i="0" u="none" strike="noStrike" cap="none" normalizeH="0" baseline="-25000" dirty="0">
                          <a:ln>
                            <a:noFill/>
                          </a:ln>
                          <a:solidFill>
                            <a:schemeClr val="tx1"/>
                          </a:solidFill>
                          <a:effectLst/>
                          <a:latin typeface="+mn-lt"/>
                          <a:ea typeface="+mn-ea"/>
                        </a:rPr>
                        <a:t>1</a:t>
                      </a:r>
                      <a:r>
                        <a:rPr kumimoji="0" lang="en-US" altLang="zh-CN" sz="2400" b="0" i="0" u="none" strike="noStrike" cap="none" normalizeH="0" baseline="0" dirty="0">
                          <a:ln>
                            <a:noFill/>
                          </a:ln>
                          <a:solidFill>
                            <a:schemeClr val="tx1"/>
                          </a:solidFill>
                          <a:effectLst/>
                          <a:latin typeface="+mn-lt"/>
                          <a:ea typeface="+mn-ea"/>
                        </a:rPr>
                        <a:t>Q</a:t>
                      </a:r>
                      <a:r>
                        <a:rPr kumimoji="0" lang="en-US" altLang="zh-CN" sz="2400" b="0" i="0" u="none" strike="noStrike" cap="none" normalizeH="0" baseline="-25000" dirty="0">
                          <a:ln>
                            <a:noFill/>
                          </a:ln>
                          <a:solidFill>
                            <a:schemeClr val="tx1"/>
                          </a:solidFill>
                          <a:effectLst/>
                          <a:latin typeface="+mn-lt"/>
                          <a:ea typeface="+mn-ea"/>
                        </a:rPr>
                        <a:t>2</a:t>
                      </a:r>
                      <a:r>
                        <a:rPr kumimoji="0" lang="en-US" altLang="zh-CN" sz="2400" b="0" i="0" u="none" strike="noStrike" cap="none" normalizeH="0" baseline="0" dirty="0">
                          <a:ln>
                            <a:noFill/>
                          </a:ln>
                          <a:solidFill>
                            <a:schemeClr val="tx1"/>
                          </a:solidFill>
                          <a:effectLst/>
                          <a:latin typeface="+mn-lt"/>
                          <a:ea typeface="+mn-ea"/>
                        </a:rPr>
                        <a:t>Q</a:t>
                      </a:r>
                      <a:r>
                        <a:rPr kumimoji="0" lang="en-US" altLang="zh-CN" sz="2400" b="0" i="0" u="none" strike="noStrike" cap="none" normalizeH="0" baseline="-25000" dirty="0">
                          <a:ln>
                            <a:noFill/>
                          </a:ln>
                          <a:solidFill>
                            <a:schemeClr val="tx1"/>
                          </a:solidFill>
                          <a:effectLst/>
                          <a:latin typeface="+mn-lt"/>
                          <a:ea typeface="+mn-ea"/>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0" i="0" u="none" strike="noStrike" cap="none" normalizeH="0" baseline="0">
                          <a:ln>
                            <a:noFill/>
                          </a:ln>
                          <a:solidFill>
                            <a:schemeClr val="tx1"/>
                          </a:solidFill>
                          <a:effectLst/>
                          <a:latin typeface="+mn-lt"/>
                          <a:ea typeface="+mn-ea"/>
                        </a:rPr>
                        <a:t>次态 </a:t>
                      </a:r>
                      <a:endParaRPr kumimoji="0" lang="en-US" altLang="zh-CN" sz="2400" b="0" i="0" u="none" strike="noStrike" cap="none" normalizeH="0" baseline="0" dirty="0">
                        <a:ln>
                          <a:noFill/>
                        </a:ln>
                        <a:solidFill>
                          <a:schemeClr val="tx1"/>
                        </a:solidFill>
                        <a:effectLst/>
                        <a:latin typeface="+mn-lt"/>
                        <a:ea typeface="+mn-ea"/>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mn-lt"/>
                          <a:ea typeface="+mn-ea"/>
                        </a:rPr>
                        <a:t>Q</a:t>
                      </a:r>
                      <a:r>
                        <a:rPr kumimoji="0" lang="en-US" altLang="zh-CN" sz="2400" b="0" i="0" u="none" strike="noStrike" cap="none" normalizeH="0" baseline="30000" dirty="0">
                          <a:ln>
                            <a:noFill/>
                          </a:ln>
                          <a:solidFill>
                            <a:schemeClr val="tx1"/>
                          </a:solidFill>
                          <a:effectLst/>
                          <a:latin typeface="+mn-lt"/>
                          <a:ea typeface="+mn-ea"/>
                        </a:rPr>
                        <a:t>+</a:t>
                      </a:r>
                      <a:r>
                        <a:rPr kumimoji="0" lang="en-US" altLang="zh-CN" sz="2400" b="0" i="0" u="none" strike="noStrike" cap="none" normalizeH="0" baseline="-25000" dirty="0">
                          <a:ln>
                            <a:noFill/>
                          </a:ln>
                          <a:solidFill>
                            <a:schemeClr val="tx1"/>
                          </a:solidFill>
                          <a:effectLst/>
                          <a:latin typeface="+mn-lt"/>
                          <a:ea typeface="+mn-ea"/>
                        </a:rPr>
                        <a:t>1</a:t>
                      </a:r>
                      <a:r>
                        <a:rPr kumimoji="0" lang="en-US" altLang="zh-CN" sz="2400" b="0" i="0" u="none" strike="noStrike" cap="none" normalizeH="0" baseline="0" dirty="0">
                          <a:ln>
                            <a:noFill/>
                          </a:ln>
                          <a:solidFill>
                            <a:schemeClr val="tx1"/>
                          </a:solidFill>
                          <a:effectLst/>
                          <a:latin typeface="+mn-lt"/>
                          <a:ea typeface="+mn-ea"/>
                        </a:rPr>
                        <a:t>Q</a:t>
                      </a:r>
                      <a:r>
                        <a:rPr kumimoji="0" lang="en-US" altLang="zh-CN" sz="2400" b="0" i="0" u="none" strike="noStrike" cap="none" normalizeH="0" baseline="30000" dirty="0">
                          <a:ln>
                            <a:noFill/>
                          </a:ln>
                          <a:solidFill>
                            <a:schemeClr val="tx1"/>
                          </a:solidFill>
                          <a:effectLst/>
                          <a:latin typeface="+mn-lt"/>
                          <a:ea typeface="+mn-ea"/>
                        </a:rPr>
                        <a:t>+</a:t>
                      </a:r>
                      <a:r>
                        <a:rPr kumimoji="0" lang="en-US" altLang="zh-CN" sz="2400" b="0" i="0" u="none" strike="noStrike" cap="none" normalizeH="0" baseline="-25000" dirty="0">
                          <a:ln>
                            <a:noFill/>
                          </a:ln>
                          <a:solidFill>
                            <a:schemeClr val="tx1"/>
                          </a:solidFill>
                          <a:effectLst/>
                          <a:latin typeface="+mn-lt"/>
                          <a:ea typeface="+mn-ea"/>
                        </a:rPr>
                        <a:t>2</a:t>
                      </a:r>
                      <a:r>
                        <a:rPr kumimoji="0" lang="en-US" altLang="zh-CN" sz="2400" b="0" i="0" u="none" strike="noStrike" cap="none" normalizeH="0" baseline="0" dirty="0">
                          <a:ln>
                            <a:noFill/>
                          </a:ln>
                          <a:solidFill>
                            <a:schemeClr val="tx1"/>
                          </a:solidFill>
                          <a:effectLst/>
                          <a:latin typeface="+mn-lt"/>
                          <a:ea typeface="+mn-ea"/>
                        </a:rPr>
                        <a:t>Q</a:t>
                      </a:r>
                      <a:r>
                        <a:rPr kumimoji="0" lang="en-US" altLang="zh-CN" sz="2400" b="0" i="0" u="none" strike="noStrike" cap="none" normalizeH="0" baseline="30000" dirty="0">
                          <a:ln>
                            <a:noFill/>
                          </a:ln>
                          <a:solidFill>
                            <a:schemeClr val="tx1"/>
                          </a:solidFill>
                          <a:effectLst/>
                          <a:latin typeface="+mn-lt"/>
                          <a:ea typeface="+mn-ea"/>
                        </a:rPr>
                        <a:t>+</a:t>
                      </a:r>
                      <a:r>
                        <a:rPr kumimoji="0" lang="en-US" altLang="zh-CN" sz="2400" b="0" i="0" u="none" strike="noStrike" cap="none" normalizeH="0" baseline="-25000" dirty="0">
                          <a:ln>
                            <a:noFill/>
                          </a:ln>
                          <a:solidFill>
                            <a:schemeClr val="tx1"/>
                          </a:solidFill>
                          <a:effectLst/>
                          <a:latin typeface="+mn-lt"/>
                          <a:ea typeface="+mn-ea"/>
                        </a:rPr>
                        <a:t>3</a:t>
                      </a:r>
                      <a:endParaRPr kumimoji="0" lang="en-US" altLang="zh-CN" sz="2400" b="0" i="0" u="none" strike="noStrike" cap="none" normalizeH="0" baseline="0" dirty="0">
                        <a:ln>
                          <a:noFill/>
                        </a:ln>
                        <a:solidFill>
                          <a:schemeClr val="tx1"/>
                        </a:solidFill>
                        <a:effectLst/>
                        <a:latin typeface="+mn-lt"/>
                        <a:ea typeface="+mn-ea"/>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mn-lt"/>
                          <a:ea typeface="+mn-ea"/>
                        </a:rPr>
                        <a:t>x=</a:t>
                      </a:r>
                      <a:r>
                        <a:rPr kumimoji="0" lang="en-US" altLang="zh-CN" sz="2400" b="0" i="0" u="none" strike="noStrike" cap="none" normalizeH="0" baseline="0">
                          <a:ln>
                            <a:noFill/>
                          </a:ln>
                          <a:solidFill>
                            <a:schemeClr val="tx1"/>
                          </a:solidFill>
                          <a:effectLst/>
                          <a:latin typeface="+mn-lt"/>
                          <a:ea typeface="+mn-ea"/>
                        </a:rPr>
                        <a:t>0   x</a:t>
                      </a:r>
                      <a:r>
                        <a:rPr kumimoji="0" lang="en-US" altLang="zh-CN" sz="2400" b="0" i="0" u="none" strike="noStrike" cap="none" normalizeH="0" baseline="0" dirty="0">
                          <a:ln>
                            <a:noFill/>
                          </a:ln>
                          <a:solidFill>
                            <a:schemeClr val="tx1"/>
                          </a:solidFill>
                          <a:effectLst/>
                          <a:latin typeface="+mn-lt"/>
                          <a:ea typeface="+mn-ea"/>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mn-lt"/>
                          <a:ea typeface="+mn-ea"/>
                        </a:rPr>
                        <a:t>输出</a:t>
                      </a:r>
                      <a:endParaRPr kumimoji="0" lang="en-US" altLang="zh-CN" sz="2400" b="0" i="0" u="none" strike="noStrike" cap="none" normalizeH="0" baseline="0" dirty="0">
                        <a:ln>
                          <a:noFill/>
                        </a:ln>
                        <a:solidFill>
                          <a:schemeClr val="tx1"/>
                        </a:solidFill>
                        <a:effectLst/>
                        <a:latin typeface="+mn-lt"/>
                        <a:ea typeface="+mn-ea"/>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mn-lt"/>
                          <a:ea typeface="+mn-ea"/>
                        </a:rPr>
                        <a:t>z</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mn-lt"/>
                          <a:ea typeface="+mn-ea"/>
                        </a:rPr>
                        <a:t>x=0 x=1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endParaRPr lang="zh-CN" altLang="en-US"/>
                    </a:p>
                  </a:txBody>
                  <a:tcPr/>
                </a:tc>
                <a:extLst>
                  <a:ext uri="{0D108BD9-81ED-4DB2-BD59-A6C34878D82A}">
                    <a16:rowId xmlns:a16="http://schemas.microsoft.com/office/drawing/2014/main" val="10000"/>
                  </a:ext>
                </a:extLst>
              </a:tr>
              <a:tr h="36671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000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0</a:t>
                      </a:r>
                      <a:r>
                        <a:rPr kumimoji="0" lang="en-US" altLang="zh-CN" sz="2400" b="0" i="0" u="none" strike="noStrike" cap="none" normalizeH="0" baseline="0" dirty="0">
                          <a:ln>
                            <a:noFill/>
                          </a:ln>
                          <a:solidFill>
                            <a:srgbClr val="3333FF"/>
                          </a:solidFill>
                          <a:effectLst/>
                          <a:latin typeface="+mn-lt"/>
                          <a:ea typeface="宋体" pitchFamily="2" charset="-122"/>
                        </a:rPr>
                        <a:t>0</a:t>
                      </a:r>
                      <a:r>
                        <a:rPr kumimoji="0" lang="en-US" altLang="zh-CN" sz="2400" b="0" i="0" u="none" strike="noStrike" cap="none" normalizeH="0" baseline="0" dirty="0">
                          <a:ln>
                            <a:noFill/>
                          </a:ln>
                          <a:solidFill>
                            <a:srgbClr val="00B050"/>
                          </a:solidFill>
                          <a:effectLst/>
                          <a:latin typeface="+mn-lt"/>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0</a:t>
                      </a:r>
                      <a:r>
                        <a:rPr kumimoji="0" lang="en-US" altLang="zh-CN" sz="2400" b="0" i="0" u="none" strike="noStrike" cap="none" normalizeH="0" baseline="0" dirty="0">
                          <a:ln>
                            <a:noFill/>
                          </a:ln>
                          <a:solidFill>
                            <a:srgbClr val="3333FF"/>
                          </a:solidFill>
                          <a:effectLst/>
                          <a:latin typeface="+mn-lt"/>
                          <a:ea typeface="宋体" pitchFamily="2" charset="-122"/>
                        </a:rPr>
                        <a:t>0</a:t>
                      </a:r>
                      <a:r>
                        <a:rPr kumimoji="0" lang="en-US" altLang="zh-CN" sz="2400" b="0" i="0" u="none" strike="noStrike" cap="none" normalizeH="0" baseline="0" dirty="0">
                          <a:ln>
                            <a:noFill/>
                          </a:ln>
                          <a:solidFill>
                            <a:srgbClr val="00B050"/>
                          </a:solidFill>
                          <a:effectLst/>
                          <a:latin typeface="+mn-lt"/>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6671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001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0</a:t>
                      </a:r>
                      <a:r>
                        <a:rPr kumimoji="0" lang="en-US" altLang="zh-CN" sz="2400" b="0" i="0" u="none" strike="noStrike" cap="none" normalizeH="0" baseline="0" dirty="0">
                          <a:ln>
                            <a:noFill/>
                          </a:ln>
                          <a:solidFill>
                            <a:srgbClr val="3333FF"/>
                          </a:solidFill>
                          <a:effectLst/>
                          <a:latin typeface="+mn-lt"/>
                          <a:ea typeface="宋体" pitchFamily="2" charset="-122"/>
                        </a:rPr>
                        <a:t>0</a:t>
                      </a:r>
                      <a:r>
                        <a:rPr kumimoji="0" lang="en-US" altLang="zh-CN" sz="2400" b="0" i="0" u="none" strike="noStrike" cap="none" normalizeH="0" baseline="0" dirty="0">
                          <a:ln>
                            <a:noFill/>
                          </a:ln>
                          <a:solidFill>
                            <a:srgbClr val="00B050"/>
                          </a:solidFill>
                          <a:effectLst/>
                          <a:latin typeface="+mn-lt"/>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0</a:t>
                      </a:r>
                      <a:r>
                        <a:rPr kumimoji="0" lang="en-US" altLang="zh-CN" sz="2400" b="0" i="0" u="none" strike="noStrike" cap="none" normalizeH="0" baseline="0" dirty="0">
                          <a:ln>
                            <a:noFill/>
                          </a:ln>
                          <a:solidFill>
                            <a:srgbClr val="3333FF"/>
                          </a:solidFill>
                          <a:effectLst/>
                          <a:latin typeface="+mn-lt"/>
                          <a:ea typeface="宋体" pitchFamily="2" charset="-122"/>
                        </a:rPr>
                        <a:t>1</a:t>
                      </a:r>
                      <a:r>
                        <a:rPr kumimoji="0" lang="en-US" altLang="zh-CN" sz="2400" b="0" i="0" u="none" strike="noStrike" cap="none" normalizeH="0" baseline="0" dirty="0">
                          <a:ln>
                            <a:noFill/>
                          </a:ln>
                          <a:solidFill>
                            <a:srgbClr val="00B050"/>
                          </a:solidFill>
                          <a:effectLst/>
                          <a:latin typeface="+mn-lt"/>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6671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011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1</a:t>
                      </a:r>
                      <a:r>
                        <a:rPr kumimoji="0" lang="en-US" altLang="zh-CN" sz="2400" b="0" i="0" u="none" strike="noStrike" cap="none" normalizeH="0" baseline="0" dirty="0">
                          <a:ln>
                            <a:noFill/>
                          </a:ln>
                          <a:solidFill>
                            <a:srgbClr val="3333FF"/>
                          </a:solidFill>
                          <a:effectLst/>
                          <a:latin typeface="+mn-lt"/>
                          <a:ea typeface="宋体" pitchFamily="2" charset="-122"/>
                        </a:rPr>
                        <a:t>1</a:t>
                      </a:r>
                      <a:r>
                        <a:rPr kumimoji="0" lang="en-US" altLang="zh-CN" sz="2400" b="0" i="0" u="none" strike="noStrike" cap="none" normalizeH="0" baseline="0" dirty="0">
                          <a:ln>
                            <a:noFill/>
                          </a:ln>
                          <a:solidFill>
                            <a:srgbClr val="00B050"/>
                          </a:solidFill>
                          <a:effectLst/>
                          <a:latin typeface="+mn-lt"/>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1</a:t>
                      </a:r>
                      <a:r>
                        <a:rPr kumimoji="0" lang="en-US" altLang="zh-CN" sz="2400" b="0" i="0" u="none" strike="noStrike" cap="none" normalizeH="0" baseline="0" dirty="0">
                          <a:ln>
                            <a:noFill/>
                          </a:ln>
                          <a:solidFill>
                            <a:srgbClr val="3333FF"/>
                          </a:solidFill>
                          <a:effectLst/>
                          <a:latin typeface="+mn-lt"/>
                          <a:ea typeface="宋体" pitchFamily="2" charset="-122"/>
                        </a:rPr>
                        <a:t>0</a:t>
                      </a:r>
                      <a:r>
                        <a:rPr kumimoji="0" lang="en-US" altLang="zh-CN" sz="2400" b="0" i="0" u="none" strike="noStrike" cap="none" normalizeH="0" baseline="0" dirty="0">
                          <a:ln>
                            <a:noFill/>
                          </a:ln>
                          <a:solidFill>
                            <a:srgbClr val="00B050"/>
                          </a:solidFill>
                          <a:effectLst/>
                          <a:latin typeface="+mn-lt"/>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365125">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110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1</a:t>
                      </a:r>
                      <a:r>
                        <a:rPr kumimoji="0" lang="en-US" altLang="zh-CN" sz="2400" b="0" i="0" u="none" strike="noStrike" cap="none" normalizeH="0" baseline="0" dirty="0">
                          <a:ln>
                            <a:noFill/>
                          </a:ln>
                          <a:solidFill>
                            <a:srgbClr val="3333FF"/>
                          </a:solidFill>
                          <a:effectLst/>
                          <a:latin typeface="+mn-lt"/>
                          <a:ea typeface="宋体" pitchFamily="2" charset="-122"/>
                        </a:rPr>
                        <a:t>1</a:t>
                      </a:r>
                      <a:r>
                        <a:rPr kumimoji="0" lang="en-US" altLang="zh-CN" sz="2400" b="0" i="0" u="none" strike="noStrike" cap="none" normalizeH="0" baseline="0" dirty="0">
                          <a:ln>
                            <a:noFill/>
                          </a:ln>
                          <a:solidFill>
                            <a:srgbClr val="00B050"/>
                          </a:solidFill>
                          <a:effectLst/>
                          <a:latin typeface="+mn-lt"/>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1</a:t>
                      </a:r>
                      <a:r>
                        <a:rPr kumimoji="0" lang="en-US" altLang="zh-CN" sz="2400" b="0" i="0" u="none" strike="noStrike" cap="none" normalizeH="0" baseline="0" dirty="0">
                          <a:ln>
                            <a:noFill/>
                          </a:ln>
                          <a:solidFill>
                            <a:srgbClr val="3333FF"/>
                          </a:solidFill>
                          <a:effectLst/>
                          <a:latin typeface="+mn-lt"/>
                          <a:ea typeface="宋体" pitchFamily="2" charset="-122"/>
                        </a:rPr>
                        <a:t>0</a:t>
                      </a:r>
                      <a:r>
                        <a:rPr kumimoji="0" lang="en-US" altLang="zh-CN" sz="2400" b="0" i="0" u="none" strike="noStrike" cap="none" normalizeH="0" baseline="0" dirty="0">
                          <a:ln>
                            <a:noFill/>
                          </a:ln>
                          <a:solidFill>
                            <a:srgbClr val="00B050"/>
                          </a:solidFill>
                          <a:effectLst/>
                          <a:latin typeface="+mn-lt"/>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mn-lt"/>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36671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mn-lt"/>
                          <a:ea typeface="宋体" pitchFamily="2" charset="-122"/>
                        </a:rPr>
                        <a:t>100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0</a:t>
                      </a:r>
                      <a:r>
                        <a:rPr kumimoji="0" lang="en-US" altLang="zh-CN" sz="2400" b="0" i="0" u="none" strike="noStrike" cap="none" normalizeH="0" baseline="0" dirty="0">
                          <a:ln>
                            <a:noFill/>
                          </a:ln>
                          <a:solidFill>
                            <a:srgbClr val="3333FF"/>
                          </a:solidFill>
                          <a:effectLst/>
                          <a:latin typeface="+mn-lt"/>
                          <a:ea typeface="宋体" pitchFamily="2" charset="-122"/>
                        </a:rPr>
                        <a:t>1</a:t>
                      </a:r>
                      <a:r>
                        <a:rPr kumimoji="0" lang="en-US" altLang="zh-CN" sz="2400" b="0" i="0" u="none" strike="noStrike" cap="none" normalizeH="0" baseline="0" dirty="0">
                          <a:ln>
                            <a:noFill/>
                          </a:ln>
                          <a:solidFill>
                            <a:srgbClr val="00B050"/>
                          </a:solidFill>
                          <a:effectLst/>
                          <a:latin typeface="+mn-lt"/>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0</a:t>
                      </a:r>
                      <a:r>
                        <a:rPr kumimoji="0" lang="en-US" altLang="zh-CN" sz="2400" b="0" i="0" u="none" strike="noStrike" cap="none" normalizeH="0" baseline="0" dirty="0">
                          <a:ln>
                            <a:noFill/>
                          </a:ln>
                          <a:solidFill>
                            <a:srgbClr val="3333FF"/>
                          </a:solidFill>
                          <a:effectLst/>
                          <a:latin typeface="+mn-lt"/>
                          <a:ea typeface="宋体" pitchFamily="2" charset="-122"/>
                        </a:rPr>
                        <a:t>0</a:t>
                      </a:r>
                      <a:r>
                        <a:rPr kumimoji="0" lang="en-US" altLang="zh-CN" sz="2400" b="0" i="0" u="none" strike="noStrike" cap="none" normalizeH="0" baseline="0" dirty="0">
                          <a:ln>
                            <a:noFill/>
                          </a:ln>
                          <a:solidFill>
                            <a:srgbClr val="00B050"/>
                          </a:solidFill>
                          <a:effectLst/>
                          <a:latin typeface="+mn-lt"/>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36671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111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1</a:t>
                      </a:r>
                      <a:r>
                        <a:rPr kumimoji="0" lang="en-US" altLang="zh-CN" sz="2400" b="0" i="0" u="none" strike="noStrike" cap="none" normalizeH="0" baseline="0" dirty="0">
                          <a:ln>
                            <a:noFill/>
                          </a:ln>
                          <a:solidFill>
                            <a:srgbClr val="3333FF"/>
                          </a:solidFill>
                          <a:effectLst/>
                          <a:latin typeface="+mn-lt"/>
                          <a:ea typeface="宋体" pitchFamily="2" charset="-122"/>
                        </a:rPr>
                        <a:t>1</a:t>
                      </a:r>
                      <a:r>
                        <a:rPr kumimoji="0" lang="en-US" altLang="zh-CN" sz="2400" b="0" i="0" u="none" strike="noStrike" cap="none" normalizeH="0" baseline="0" dirty="0">
                          <a:ln>
                            <a:noFill/>
                          </a:ln>
                          <a:solidFill>
                            <a:srgbClr val="00B050"/>
                          </a:solidFill>
                          <a:effectLst/>
                          <a:latin typeface="+mn-lt"/>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0</a:t>
                      </a:r>
                      <a:r>
                        <a:rPr kumimoji="0" lang="en-US" altLang="zh-CN" sz="2400" b="0" i="0" u="none" strike="noStrike" cap="none" normalizeH="0" baseline="0" dirty="0">
                          <a:ln>
                            <a:noFill/>
                          </a:ln>
                          <a:solidFill>
                            <a:srgbClr val="3333FF"/>
                          </a:solidFill>
                          <a:effectLst/>
                          <a:latin typeface="+mn-lt"/>
                          <a:ea typeface="宋体" pitchFamily="2" charset="-122"/>
                        </a:rPr>
                        <a:t>1</a:t>
                      </a:r>
                      <a:r>
                        <a:rPr kumimoji="0" lang="en-US" altLang="zh-CN" sz="2400" b="0" i="0" u="none" strike="noStrike" cap="none" normalizeH="0" baseline="0" dirty="0">
                          <a:ln>
                            <a:noFill/>
                          </a:ln>
                          <a:solidFill>
                            <a:srgbClr val="00B050"/>
                          </a:solidFill>
                          <a:effectLst/>
                          <a:latin typeface="+mn-lt"/>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mn-lt"/>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36671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101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0</a:t>
                      </a:r>
                      <a:r>
                        <a:rPr kumimoji="0" lang="en-US" altLang="zh-CN" sz="2400" b="0" i="0" u="none" strike="noStrike" cap="none" normalizeH="0" baseline="0" dirty="0">
                          <a:ln>
                            <a:noFill/>
                          </a:ln>
                          <a:solidFill>
                            <a:srgbClr val="3333FF"/>
                          </a:solidFill>
                          <a:effectLst/>
                          <a:latin typeface="+mn-lt"/>
                          <a:ea typeface="宋体" pitchFamily="2" charset="-122"/>
                        </a:rPr>
                        <a:t>0</a:t>
                      </a:r>
                      <a:r>
                        <a:rPr kumimoji="0" lang="en-US" altLang="zh-CN" sz="2400" b="0" i="0" u="none" strike="noStrike" cap="none" normalizeH="0" baseline="0" dirty="0">
                          <a:ln>
                            <a:noFill/>
                          </a:ln>
                          <a:solidFill>
                            <a:srgbClr val="00B050"/>
                          </a:solidFill>
                          <a:effectLst/>
                          <a:latin typeface="+mn-lt"/>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0</a:t>
                      </a:r>
                      <a:r>
                        <a:rPr kumimoji="0" lang="en-US" altLang="zh-CN" sz="2400" b="0" i="0" u="none" strike="noStrike" cap="none" normalizeH="0" baseline="0" dirty="0">
                          <a:ln>
                            <a:noFill/>
                          </a:ln>
                          <a:solidFill>
                            <a:srgbClr val="3333FF"/>
                          </a:solidFill>
                          <a:effectLst/>
                          <a:latin typeface="+mn-lt"/>
                          <a:ea typeface="宋体" pitchFamily="2" charset="-122"/>
                        </a:rPr>
                        <a:t>1</a:t>
                      </a:r>
                      <a:r>
                        <a:rPr kumimoji="0" lang="en-US" altLang="zh-CN" sz="2400" b="0" i="0" u="none" strike="noStrike" cap="none" normalizeH="0" baseline="0" dirty="0">
                          <a:ln>
                            <a:noFill/>
                          </a:ln>
                          <a:solidFill>
                            <a:srgbClr val="00B050"/>
                          </a:solidFill>
                          <a:effectLst/>
                          <a:latin typeface="+mn-lt"/>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r h="36671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010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1</a:t>
                      </a:r>
                      <a:r>
                        <a:rPr kumimoji="0" lang="en-US" altLang="zh-CN" sz="2400" b="0" i="0" u="none" strike="noStrike" cap="none" normalizeH="0" baseline="0" dirty="0">
                          <a:ln>
                            <a:noFill/>
                          </a:ln>
                          <a:solidFill>
                            <a:srgbClr val="3333FF"/>
                          </a:solidFill>
                          <a:effectLst/>
                          <a:latin typeface="+mn-lt"/>
                          <a:ea typeface="宋体" pitchFamily="2" charset="-122"/>
                        </a:rPr>
                        <a:t>1</a:t>
                      </a:r>
                      <a:r>
                        <a:rPr kumimoji="0" lang="en-US" altLang="zh-CN" sz="2400" b="0" i="0" u="none" strike="noStrike" cap="none" normalizeH="0" baseline="0" dirty="0">
                          <a:ln>
                            <a:noFill/>
                          </a:ln>
                          <a:solidFill>
                            <a:srgbClr val="00B050"/>
                          </a:solidFill>
                          <a:effectLst/>
                          <a:latin typeface="+mn-lt"/>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1</a:t>
                      </a:r>
                      <a:r>
                        <a:rPr kumimoji="0" lang="en-US" altLang="zh-CN" sz="2400" b="0" i="0" u="none" strike="noStrike" cap="none" normalizeH="0" baseline="0" dirty="0">
                          <a:ln>
                            <a:noFill/>
                          </a:ln>
                          <a:solidFill>
                            <a:srgbClr val="3333FF"/>
                          </a:solidFill>
                          <a:effectLst/>
                          <a:latin typeface="+mn-lt"/>
                          <a:ea typeface="宋体" pitchFamily="2" charset="-122"/>
                        </a:rPr>
                        <a:t>0</a:t>
                      </a:r>
                      <a:r>
                        <a:rPr kumimoji="0" lang="en-US" altLang="zh-CN" sz="2400" b="0" i="0" u="none" strike="noStrike" cap="none" normalizeH="0" baseline="0" dirty="0">
                          <a:ln>
                            <a:noFill/>
                          </a:ln>
                          <a:solidFill>
                            <a:srgbClr val="00B050"/>
                          </a:solidFill>
                          <a:effectLst/>
                          <a:latin typeface="+mn-lt"/>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8"/>
                  </a:ext>
                </a:extLst>
              </a:tr>
            </a:tbl>
          </a:graphicData>
        </a:graphic>
      </p:graphicFrame>
      <p:graphicFrame>
        <p:nvGraphicFramePr>
          <p:cNvPr id="517369" name="Group 249"/>
          <p:cNvGraphicFramePr>
            <a:graphicFrameLocks noGrp="1"/>
          </p:cNvGraphicFramePr>
          <p:nvPr>
            <p:extLst>
              <p:ext uri="{D42A27DB-BD31-4B8C-83A1-F6EECF244321}">
                <p14:modId xmlns:p14="http://schemas.microsoft.com/office/powerpoint/2010/main" val="761895111"/>
              </p:ext>
            </p:extLst>
          </p:nvPr>
        </p:nvGraphicFramePr>
        <p:xfrm>
          <a:off x="152400" y="1737360"/>
          <a:ext cx="4023360" cy="4480560"/>
        </p:xfrm>
        <a:graphic>
          <a:graphicData uri="http://schemas.openxmlformats.org/drawingml/2006/table">
            <a:tbl>
              <a:tblPr/>
              <a:tblGrid>
                <a:gridCol w="128016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640080">
                  <a:extLst>
                    <a:ext uri="{9D8B030D-6E8A-4147-A177-3AD203B41FA5}">
                      <a16:colId xmlns:a16="http://schemas.microsoft.com/office/drawing/2014/main" val="20004"/>
                    </a:ext>
                  </a:extLst>
                </a:gridCol>
              </a:tblGrid>
              <a:tr h="81121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2400" b="0" i="0" u="none" strike="noStrike" cap="none" normalizeH="0" baseline="0" dirty="0">
                          <a:ln>
                            <a:noFill/>
                          </a:ln>
                          <a:solidFill>
                            <a:schemeClr val="tx1"/>
                          </a:solidFill>
                          <a:effectLst/>
                          <a:latin typeface="+mn-lt"/>
                          <a:ea typeface="黑体" panose="02010609060101010101" pitchFamily="49" charset="-122"/>
                        </a:rPr>
                        <a:t>现态</a:t>
                      </a:r>
                      <a:endParaRPr kumimoji="0" lang="en-US" altLang="zh-CN" sz="2400" b="0" i="0" u="none" strike="noStrike" cap="none" normalizeH="0" baseline="0" dirty="0">
                        <a:ln>
                          <a:noFill/>
                        </a:ln>
                        <a:solidFill>
                          <a:schemeClr val="tx1"/>
                        </a:solidFill>
                        <a:effectLst/>
                        <a:latin typeface="+mn-lt"/>
                        <a:ea typeface="黑体" panose="02010609060101010101"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2400" b="0" i="0" u="none" strike="noStrike" cap="none" normalizeH="0" baseline="0" dirty="0">
                          <a:ln>
                            <a:noFill/>
                          </a:ln>
                          <a:solidFill>
                            <a:schemeClr val="tx1"/>
                          </a:solidFill>
                          <a:effectLst/>
                          <a:latin typeface="+mn-lt"/>
                          <a:ea typeface="黑体" panose="02010609060101010101" pitchFamily="49" charset="-122"/>
                        </a:rPr>
                        <a:t>次态</a:t>
                      </a:r>
                      <a:r>
                        <a:rPr kumimoji="0" lang="en-US" altLang="zh-CN" sz="2400" b="0" i="0" u="none" strike="noStrike" cap="none" normalizeH="0" baseline="0" dirty="0">
                          <a:ln>
                            <a:noFill/>
                          </a:ln>
                          <a:solidFill>
                            <a:schemeClr val="tx1"/>
                          </a:solidFill>
                          <a:effectLst/>
                          <a:latin typeface="+mn-lt"/>
                          <a:ea typeface="黑体" panose="02010609060101010101" pitchFamily="49" charset="-122"/>
                        </a:rPr>
                        <a:t> </a:t>
                      </a:r>
                    </a:p>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黑体" panose="02010609060101010101" pitchFamily="49" charset="-122"/>
                        </a:rPr>
                        <a:t>x=0  x=1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2400" b="0" i="0" u="none" strike="noStrike" cap="none" normalizeH="0" baseline="0" dirty="0">
                          <a:ln>
                            <a:noFill/>
                          </a:ln>
                          <a:solidFill>
                            <a:schemeClr val="tx1"/>
                          </a:solidFill>
                          <a:effectLst/>
                          <a:latin typeface="+mn-lt"/>
                          <a:ea typeface="黑体" panose="02010609060101010101" pitchFamily="49" charset="-122"/>
                        </a:rPr>
                        <a:t>输出</a:t>
                      </a:r>
                      <a:r>
                        <a:rPr kumimoji="0" lang="en-US" altLang="zh-CN" sz="2400" b="0" i="0" u="none" strike="noStrike" cap="none" normalizeH="0" baseline="0" dirty="0">
                          <a:ln>
                            <a:noFill/>
                          </a:ln>
                          <a:solidFill>
                            <a:schemeClr val="tx1"/>
                          </a:solidFill>
                          <a:effectLst/>
                          <a:latin typeface="+mn-lt"/>
                          <a:ea typeface="黑体" panose="02010609060101010101" pitchFamily="49" charset="-122"/>
                        </a:rPr>
                        <a:t> </a:t>
                      </a:r>
                    </a:p>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黑体" panose="02010609060101010101" pitchFamily="49" charset="-122"/>
                        </a:rPr>
                        <a:t>x=0 x=1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0"/>
                  </a:ext>
                </a:extLst>
              </a:tr>
              <a:tr h="384175">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A 000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4175">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B 001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4175">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C 011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4175">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D 110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mn-lt"/>
                          <a:ea typeface="宋体" pitchFamily="2" charset="-122"/>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mn-lt"/>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4175">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E 100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mn-lt"/>
                          <a:ea typeface="宋体" pitchFamily="2" charset="-122"/>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576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F 111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mn-lt"/>
                          <a:ea typeface="宋体" pitchFamily="2" charset="-122"/>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H</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mn-lt"/>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84175">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G 101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mn-lt"/>
                          <a:ea typeface="宋体" pitchFamily="2" charset="-12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84175">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H 010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mn-lt"/>
                          <a:ea typeface="宋体" pitchFamily="2" charset="-122"/>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5" name="Title 4">
            <a:extLst>
              <a:ext uri="{FF2B5EF4-FFF2-40B4-BE49-F238E27FC236}">
                <a16:creationId xmlns:a16="http://schemas.microsoft.com/office/drawing/2014/main" id="{B4B68070-C859-17D8-A58A-1C42A738D0E2}"/>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sz="4000" dirty="0">
                <a:latin typeface="黑体" panose="02010609060101010101" pitchFamily="49" charset="-122"/>
                <a:ea typeface="黑体" panose="02010609060101010101" pitchFamily="49" charset="-122"/>
              </a:rPr>
              <a:t>按照准则得到的结果</a:t>
            </a:r>
            <a:endParaRPr lang="en-CN" altLang="zh-CN" sz="4000" dirty="0">
              <a:solidFill>
                <a:srgbClr val="0000FF"/>
              </a:solidFill>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1073383307"/>
      </p:ext>
    </p:ext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 name="灯片编号占位符 16"/>
          <p:cNvSpPr>
            <a:spLocks noGrp="1"/>
          </p:cNvSpPr>
          <p:nvPr>
            <p:ph type="sldNum" sz="quarter" idx="12"/>
          </p:nvPr>
        </p:nvSpPr>
        <p:spPr/>
        <p:txBody>
          <a:bodyPr/>
          <a:lstStyle/>
          <a:p>
            <a:pPr>
              <a:defRPr/>
            </a:pPr>
            <a:fld id="{E13123CC-A5CC-40BF-912E-9416D5179362}" type="slidenum">
              <a:rPr lang="en-US" altLang="zh-CN" smtClean="0"/>
              <a:pPr>
                <a:defRPr/>
              </a:pPr>
              <a:t>58</a:t>
            </a:fld>
            <a:endParaRPr lang="en-US" altLang="zh-CN" dirty="0"/>
          </a:p>
        </p:txBody>
      </p:sp>
      <p:graphicFrame>
        <p:nvGraphicFramePr>
          <p:cNvPr id="517335" name="Object 215"/>
          <p:cNvGraphicFramePr>
            <a:graphicFrameLocks noChangeAspect="1"/>
          </p:cNvGraphicFramePr>
          <p:nvPr>
            <p:extLst>
              <p:ext uri="{D42A27DB-BD31-4B8C-83A1-F6EECF244321}">
                <p14:modId xmlns:p14="http://schemas.microsoft.com/office/powerpoint/2010/main" val="1213210024"/>
              </p:ext>
            </p:extLst>
          </p:nvPr>
        </p:nvGraphicFramePr>
        <p:xfrm>
          <a:off x="0" y="1767740"/>
          <a:ext cx="3167063" cy="532973"/>
        </p:xfrm>
        <a:graphic>
          <a:graphicData uri="http://schemas.openxmlformats.org/presentationml/2006/ole">
            <mc:AlternateContent xmlns:mc="http://schemas.openxmlformats.org/markup-compatibility/2006">
              <mc:Choice xmlns:v="urn:schemas-microsoft-com:vml" Requires="v">
                <p:oleObj name="Equation" r:id="rId4" imgW="1307880" imgH="203040" progId="">
                  <p:embed/>
                </p:oleObj>
              </mc:Choice>
              <mc:Fallback>
                <p:oleObj name="Equation" r:id="rId4" imgW="1307880" imgH="203040" progId="">
                  <p:embed/>
                  <p:pic>
                    <p:nvPicPr>
                      <p:cNvPr id="517335" name="Object 2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1767740"/>
                        <a:ext cx="3167063" cy="532973"/>
                      </a:xfrm>
                      <a:prstGeom prst="rect">
                        <a:avLst/>
                      </a:prstGeom>
                      <a:noFill/>
                    </p:spPr>
                  </p:pic>
                </p:oleObj>
              </mc:Fallback>
            </mc:AlternateContent>
          </a:graphicData>
        </a:graphic>
      </p:graphicFrame>
      <p:graphicFrame>
        <p:nvGraphicFramePr>
          <p:cNvPr id="517336" name="Object 216"/>
          <p:cNvGraphicFramePr>
            <a:graphicFrameLocks noChangeAspect="1"/>
          </p:cNvGraphicFramePr>
          <p:nvPr>
            <p:extLst>
              <p:ext uri="{D42A27DB-BD31-4B8C-83A1-F6EECF244321}">
                <p14:modId xmlns:p14="http://schemas.microsoft.com/office/powerpoint/2010/main" val="795283942"/>
              </p:ext>
            </p:extLst>
          </p:nvPr>
        </p:nvGraphicFramePr>
        <p:xfrm>
          <a:off x="-2755" y="2334304"/>
          <a:ext cx="4614692" cy="530352"/>
        </p:xfrm>
        <a:graphic>
          <a:graphicData uri="http://schemas.openxmlformats.org/presentationml/2006/ole">
            <mc:AlternateContent xmlns:mc="http://schemas.openxmlformats.org/markup-compatibility/2006">
              <mc:Choice xmlns:v="urn:schemas-microsoft-com:vml" Requires="v">
                <p:oleObj name="Equation" r:id="rId6" imgW="1917360" imgH="203040" progId="">
                  <p:embed/>
                </p:oleObj>
              </mc:Choice>
              <mc:Fallback>
                <p:oleObj name="Equation" r:id="rId6" imgW="1917360" imgH="203040" progId="">
                  <p:embed/>
                  <p:pic>
                    <p:nvPicPr>
                      <p:cNvPr id="517336" name="Object 21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55" y="2334304"/>
                        <a:ext cx="4614692" cy="530352"/>
                      </a:xfrm>
                      <a:prstGeom prst="rect">
                        <a:avLst/>
                      </a:prstGeom>
                      <a:noFill/>
                    </p:spPr>
                  </p:pic>
                </p:oleObj>
              </mc:Fallback>
            </mc:AlternateContent>
          </a:graphicData>
        </a:graphic>
      </p:graphicFrame>
      <p:graphicFrame>
        <p:nvGraphicFramePr>
          <p:cNvPr id="517337" name="Object 217"/>
          <p:cNvGraphicFramePr>
            <a:graphicFrameLocks noChangeAspect="1"/>
          </p:cNvGraphicFramePr>
          <p:nvPr>
            <p:extLst>
              <p:ext uri="{D42A27DB-BD31-4B8C-83A1-F6EECF244321}">
                <p14:modId xmlns:p14="http://schemas.microsoft.com/office/powerpoint/2010/main" val="1209795184"/>
              </p:ext>
            </p:extLst>
          </p:nvPr>
        </p:nvGraphicFramePr>
        <p:xfrm>
          <a:off x="-2755" y="2913915"/>
          <a:ext cx="4027374" cy="532973"/>
        </p:xfrm>
        <a:graphic>
          <a:graphicData uri="http://schemas.openxmlformats.org/presentationml/2006/ole">
            <mc:AlternateContent xmlns:mc="http://schemas.openxmlformats.org/markup-compatibility/2006">
              <mc:Choice xmlns:v="urn:schemas-microsoft-com:vml" Requires="v">
                <p:oleObj name="Equation" r:id="rId8" imgW="1663560" imgH="203040" progId="">
                  <p:embed/>
                </p:oleObj>
              </mc:Choice>
              <mc:Fallback>
                <p:oleObj name="Equation" r:id="rId8" imgW="1663560" imgH="203040" progId="">
                  <p:embed/>
                  <p:pic>
                    <p:nvPicPr>
                      <p:cNvPr id="517337" name="Object 21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55" y="2913915"/>
                        <a:ext cx="4027374" cy="532973"/>
                      </a:xfrm>
                      <a:prstGeom prst="rect">
                        <a:avLst/>
                      </a:prstGeom>
                      <a:noFill/>
                    </p:spPr>
                  </p:pic>
                </p:oleObj>
              </mc:Fallback>
            </mc:AlternateContent>
          </a:graphicData>
        </a:graphic>
      </p:graphicFrame>
      <p:graphicFrame>
        <p:nvGraphicFramePr>
          <p:cNvPr id="517338" name="Object 218"/>
          <p:cNvGraphicFramePr>
            <a:graphicFrameLocks noChangeAspect="1"/>
          </p:cNvGraphicFramePr>
          <p:nvPr>
            <p:extLst>
              <p:ext uri="{D42A27DB-BD31-4B8C-83A1-F6EECF244321}">
                <p14:modId xmlns:p14="http://schemas.microsoft.com/office/powerpoint/2010/main" val="2348142480"/>
              </p:ext>
            </p:extLst>
          </p:nvPr>
        </p:nvGraphicFramePr>
        <p:xfrm>
          <a:off x="225695" y="3508275"/>
          <a:ext cx="2428455" cy="532974"/>
        </p:xfrm>
        <a:graphic>
          <a:graphicData uri="http://schemas.openxmlformats.org/presentationml/2006/ole">
            <mc:AlternateContent xmlns:mc="http://schemas.openxmlformats.org/markup-compatibility/2006">
              <mc:Choice xmlns:v="urn:schemas-microsoft-com:vml" Requires="v">
                <p:oleObj name="Equation" r:id="rId10" imgW="1002960" imgH="203040" progId="">
                  <p:embed/>
                </p:oleObj>
              </mc:Choice>
              <mc:Fallback>
                <p:oleObj name="Equation" r:id="rId10" imgW="1002960" imgH="203040" progId="">
                  <p:embed/>
                  <p:pic>
                    <p:nvPicPr>
                      <p:cNvPr id="517338" name="Object 21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25695" y="3508275"/>
                        <a:ext cx="2428455" cy="532974"/>
                      </a:xfrm>
                      <a:prstGeom prst="rect">
                        <a:avLst/>
                      </a:prstGeom>
                      <a:noFill/>
                    </p:spPr>
                  </p:pic>
                </p:oleObj>
              </mc:Fallback>
            </mc:AlternateContent>
          </a:graphicData>
        </a:graphic>
      </p:graphicFrame>
      <p:sp>
        <p:nvSpPr>
          <p:cNvPr id="9" name="矩形 8">
            <a:extLst>
              <a:ext uri="{FF2B5EF4-FFF2-40B4-BE49-F238E27FC236}">
                <a16:creationId xmlns:a16="http://schemas.microsoft.com/office/drawing/2014/main" id="{502B1B23-73B1-F645-B9D7-9AD01495656D}"/>
              </a:ext>
            </a:extLst>
          </p:cNvPr>
          <p:cNvSpPr/>
          <p:nvPr/>
        </p:nvSpPr>
        <p:spPr>
          <a:xfrm>
            <a:off x="-32978" y="4809383"/>
            <a:ext cx="4519936" cy="954107"/>
          </a:xfrm>
          <a:prstGeom prst="rect">
            <a:avLst/>
          </a:prstGeom>
        </p:spPr>
        <p:txBody>
          <a:bodyPr wrap="square">
            <a:spAutoFit/>
          </a:bodyPr>
          <a:lstStyle/>
          <a:p>
            <a:pPr algn="ctr"/>
            <a:r>
              <a:rPr lang="zh-CN" altLang="en-US" sz="2800" dirty="0">
                <a:solidFill>
                  <a:schemeClr val="tx1"/>
                </a:solidFill>
                <a:latin typeface="黑体" panose="02010609060101010101" pitchFamily="49" charset="-122"/>
                <a:ea typeface="黑体" panose="02010609060101010101" pitchFamily="49" charset="-122"/>
              </a:rPr>
              <a:t>课后练习：如果以</a:t>
            </a:r>
            <a:r>
              <a:rPr lang="zh-CN" altLang="en-US" sz="2800" dirty="0">
                <a:solidFill>
                  <a:srgbClr val="3333FF"/>
                </a:solidFill>
                <a:latin typeface="黑体" panose="02010609060101010101" pitchFamily="49" charset="-122"/>
                <a:ea typeface="黑体" panose="02010609060101010101" pitchFamily="49" charset="-122"/>
              </a:rPr>
              <a:t>顺序编码</a:t>
            </a:r>
            <a:r>
              <a:rPr lang="zh-CN" altLang="en-US" sz="2800" dirty="0">
                <a:solidFill>
                  <a:schemeClr val="tx1"/>
                </a:solidFill>
                <a:latin typeface="黑体" panose="02010609060101010101" pitchFamily="49" charset="-122"/>
                <a:ea typeface="黑体" panose="02010609060101010101" pitchFamily="49" charset="-122"/>
              </a:rPr>
              <a:t>的方式分配状态？</a:t>
            </a:r>
            <a:endParaRPr lang="zh-CN" altLang="en-US" sz="2800" b="0" dirty="0">
              <a:solidFill>
                <a:schemeClr val="tx1"/>
              </a:solidFill>
              <a:latin typeface="黑体" panose="02010609060101010101" pitchFamily="49" charset="-122"/>
              <a:ea typeface="黑体" panose="02010609060101010101" pitchFamily="49" charset="-122"/>
            </a:endParaRPr>
          </a:p>
        </p:txBody>
      </p:sp>
      <p:graphicFrame>
        <p:nvGraphicFramePr>
          <p:cNvPr id="10" name="Group 247">
            <a:extLst>
              <a:ext uri="{FF2B5EF4-FFF2-40B4-BE49-F238E27FC236}">
                <a16:creationId xmlns:a16="http://schemas.microsoft.com/office/drawing/2014/main" id="{83D701B4-8F17-43A8-8851-E36E29154B94}"/>
              </a:ext>
            </a:extLst>
          </p:cNvPr>
          <p:cNvGraphicFramePr>
            <a:graphicFrameLocks/>
          </p:cNvGraphicFramePr>
          <p:nvPr>
            <p:extLst>
              <p:ext uri="{D42A27DB-BD31-4B8C-83A1-F6EECF244321}">
                <p14:modId xmlns:p14="http://schemas.microsoft.com/office/powerpoint/2010/main" val="2618218324"/>
              </p:ext>
            </p:extLst>
          </p:nvPr>
        </p:nvGraphicFramePr>
        <p:xfrm>
          <a:off x="4569691" y="1378504"/>
          <a:ext cx="4376738" cy="4846320"/>
        </p:xfrm>
        <a:graphic>
          <a:graphicData uri="http://schemas.openxmlformats.org/drawingml/2006/table">
            <a:tbl>
              <a:tblPr/>
              <a:tblGrid>
                <a:gridCol w="1381125">
                  <a:extLst>
                    <a:ext uri="{9D8B030D-6E8A-4147-A177-3AD203B41FA5}">
                      <a16:colId xmlns:a16="http://schemas.microsoft.com/office/drawing/2014/main" val="20000"/>
                    </a:ext>
                  </a:extLst>
                </a:gridCol>
                <a:gridCol w="731838">
                  <a:extLst>
                    <a:ext uri="{9D8B030D-6E8A-4147-A177-3AD203B41FA5}">
                      <a16:colId xmlns:a16="http://schemas.microsoft.com/office/drawing/2014/main" val="20001"/>
                    </a:ext>
                  </a:extLst>
                </a:gridCol>
                <a:gridCol w="935037">
                  <a:extLst>
                    <a:ext uri="{9D8B030D-6E8A-4147-A177-3AD203B41FA5}">
                      <a16:colId xmlns:a16="http://schemas.microsoft.com/office/drawing/2014/main" val="20002"/>
                    </a:ext>
                  </a:extLst>
                </a:gridCol>
                <a:gridCol w="596900">
                  <a:extLst>
                    <a:ext uri="{9D8B030D-6E8A-4147-A177-3AD203B41FA5}">
                      <a16:colId xmlns:a16="http://schemas.microsoft.com/office/drawing/2014/main" val="20003"/>
                    </a:ext>
                  </a:extLst>
                </a:gridCol>
                <a:gridCol w="731838">
                  <a:extLst>
                    <a:ext uri="{9D8B030D-6E8A-4147-A177-3AD203B41FA5}">
                      <a16:colId xmlns:a16="http://schemas.microsoft.com/office/drawing/2014/main" val="20004"/>
                    </a:ext>
                  </a:extLst>
                </a:gridCol>
              </a:tblGrid>
              <a:tr h="7143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mn-lt"/>
                          <a:ea typeface="+mn-ea"/>
                        </a:rPr>
                        <a:t>现态</a:t>
                      </a:r>
                      <a:r>
                        <a:rPr kumimoji="0" lang="en-US" altLang="zh-CN" sz="2400" b="0" i="0" u="none" strike="noStrike" cap="none" normalizeH="0" baseline="0" dirty="0">
                          <a:ln>
                            <a:noFill/>
                          </a:ln>
                          <a:solidFill>
                            <a:schemeClr val="tx1"/>
                          </a:solidFill>
                          <a:effectLst/>
                          <a:latin typeface="+mn-lt"/>
                          <a:ea typeface="+mn-ea"/>
                        </a:rPr>
                        <a:t>Q</a:t>
                      </a:r>
                      <a:r>
                        <a:rPr kumimoji="0" lang="en-US" altLang="zh-CN" sz="2400" b="0" i="0" u="none" strike="noStrike" cap="none" normalizeH="0" baseline="-25000" dirty="0">
                          <a:ln>
                            <a:noFill/>
                          </a:ln>
                          <a:solidFill>
                            <a:schemeClr val="tx1"/>
                          </a:solidFill>
                          <a:effectLst/>
                          <a:latin typeface="+mn-lt"/>
                          <a:ea typeface="+mn-ea"/>
                        </a:rPr>
                        <a:t>1</a:t>
                      </a:r>
                      <a:r>
                        <a:rPr kumimoji="0" lang="en-US" altLang="zh-CN" sz="2400" b="0" i="0" u="none" strike="noStrike" cap="none" normalizeH="0" baseline="0" dirty="0">
                          <a:ln>
                            <a:noFill/>
                          </a:ln>
                          <a:solidFill>
                            <a:schemeClr val="tx1"/>
                          </a:solidFill>
                          <a:effectLst/>
                          <a:latin typeface="+mn-lt"/>
                          <a:ea typeface="+mn-ea"/>
                        </a:rPr>
                        <a:t>Q</a:t>
                      </a:r>
                      <a:r>
                        <a:rPr kumimoji="0" lang="en-US" altLang="zh-CN" sz="2400" b="0" i="0" u="none" strike="noStrike" cap="none" normalizeH="0" baseline="-25000" dirty="0">
                          <a:ln>
                            <a:noFill/>
                          </a:ln>
                          <a:solidFill>
                            <a:schemeClr val="tx1"/>
                          </a:solidFill>
                          <a:effectLst/>
                          <a:latin typeface="+mn-lt"/>
                          <a:ea typeface="+mn-ea"/>
                        </a:rPr>
                        <a:t>2</a:t>
                      </a:r>
                      <a:r>
                        <a:rPr kumimoji="0" lang="en-US" altLang="zh-CN" sz="2400" b="0" i="0" u="none" strike="noStrike" cap="none" normalizeH="0" baseline="0" dirty="0">
                          <a:ln>
                            <a:noFill/>
                          </a:ln>
                          <a:solidFill>
                            <a:schemeClr val="tx1"/>
                          </a:solidFill>
                          <a:effectLst/>
                          <a:latin typeface="+mn-lt"/>
                          <a:ea typeface="+mn-ea"/>
                        </a:rPr>
                        <a:t>Q</a:t>
                      </a:r>
                      <a:r>
                        <a:rPr kumimoji="0" lang="en-US" altLang="zh-CN" sz="2400" b="0" i="0" u="none" strike="noStrike" cap="none" normalizeH="0" baseline="-25000" dirty="0">
                          <a:ln>
                            <a:noFill/>
                          </a:ln>
                          <a:solidFill>
                            <a:schemeClr val="tx1"/>
                          </a:solidFill>
                          <a:effectLst/>
                          <a:latin typeface="+mn-lt"/>
                          <a:ea typeface="+mn-ea"/>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mn-lt"/>
                          <a:ea typeface="+mn-ea"/>
                        </a:rPr>
                        <a:t>次态 </a:t>
                      </a:r>
                      <a:endParaRPr kumimoji="0" lang="en-US" altLang="zh-CN" sz="2400" b="0" i="0" u="none" strike="noStrike" cap="none" normalizeH="0" baseline="0" dirty="0">
                        <a:ln>
                          <a:noFill/>
                        </a:ln>
                        <a:solidFill>
                          <a:schemeClr val="tx1"/>
                        </a:solidFill>
                        <a:effectLst/>
                        <a:latin typeface="+mn-lt"/>
                        <a:ea typeface="+mn-ea"/>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mn-lt"/>
                          <a:ea typeface="+mn-ea"/>
                        </a:rPr>
                        <a:t>Q</a:t>
                      </a:r>
                      <a:r>
                        <a:rPr kumimoji="0" lang="en-US" altLang="zh-CN" sz="2400" b="0" i="0" u="none" strike="noStrike" cap="none" normalizeH="0" baseline="30000" dirty="0">
                          <a:ln>
                            <a:noFill/>
                          </a:ln>
                          <a:solidFill>
                            <a:schemeClr val="tx1"/>
                          </a:solidFill>
                          <a:effectLst/>
                          <a:latin typeface="+mn-lt"/>
                          <a:ea typeface="+mn-ea"/>
                        </a:rPr>
                        <a:t>+</a:t>
                      </a:r>
                      <a:r>
                        <a:rPr kumimoji="0" lang="en-US" altLang="zh-CN" sz="2400" b="0" i="0" u="none" strike="noStrike" cap="none" normalizeH="0" baseline="-25000" dirty="0">
                          <a:ln>
                            <a:noFill/>
                          </a:ln>
                          <a:solidFill>
                            <a:schemeClr val="tx1"/>
                          </a:solidFill>
                          <a:effectLst/>
                          <a:latin typeface="+mn-lt"/>
                          <a:ea typeface="+mn-ea"/>
                        </a:rPr>
                        <a:t>1</a:t>
                      </a:r>
                      <a:r>
                        <a:rPr kumimoji="0" lang="en-US" altLang="zh-CN" sz="2400" b="0" i="0" u="none" strike="noStrike" cap="none" normalizeH="0" baseline="0" dirty="0">
                          <a:ln>
                            <a:noFill/>
                          </a:ln>
                          <a:solidFill>
                            <a:schemeClr val="tx1"/>
                          </a:solidFill>
                          <a:effectLst/>
                          <a:latin typeface="+mn-lt"/>
                          <a:ea typeface="+mn-ea"/>
                        </a:rPr>
                        <a:t>Q</a:t>
                      </a:r>
                      <a:r>
                        <a:rPr kumimoji="0" lang="en-US" altLang="zh-CN" sz="2400" b="0" i="0" u="none" strike="noStrike" cap="none" normalizeH="0" baseline="30000" dirty="0">
                          <a:ln>
                            <a:noFill/>
                          </a:ln>
                          <a:solidFill>
                            <a:schemeClr val="tx1"/>
                          </a:solidFill>
                          <a:effectLst/>
                          <a:latin typeface="+mn-lt"/>
                          <a:ea typeface="+mn-ea"/>
                        </a:rPr>
                        <a:t>+</a:t>
                      </a:r>
                      <a:r>
                        <a:rPr kumimoji="0" lang="en-US" altLang="zh-CN" sz="2400" b="0" i="0" u="none" strike="noStrike" cap="none" normalizeH="0" baseline="-25000" dirty="0">
                          <a:ln>
                            <a:noFill/>
                          </a:ln>
                          <a:solidFill>
                            <a:schemeClr val="tx1"/>
                          </a:solidFill>
                          <a:effectLst/>
                          <a:latin typeface="+mn-lt"/>
                          <a:ea typeface="+mn-ea"/>
                        </a:rPr>
                        <a:t>2</a:t>
                      </a:r>
                      <a:r>
                        <a:rPr kumimoji="0" lang="en-US" altLang="zh-CN" sz="2400" b="0" i="0" u="none" strike="noStrike" cap="none" normalizeH="0" baseline="0" dirty="0">
                          <a:ln>
                            <a:noFill/>
                          </a:ln>
                          <a:solidFill>
                            <a:schemeClr val="tx1"/>
                          </a:solidFill>
                          <a:effectLst/>
                          <a:latin typeface="+mn-lt"/>
                          <a:ea typeface="+mn-ea"/>
                        </a:rPr>
                        <a:t>Q</a:t>
                      </a:r>
                      <a:r>
                        <a:rPr kumimoji="0" lang="en-US" altLang="zh-CN" sz="2400" b="0" i="0" u="none" strike="noStrike" cap="none" normalizeH="0" baseline="30000" dirty="0">
                          <a:ln>
                            <a:noFill/>
                          </a:ln>
                          <a:solidFill>
                            <a:schemeClr val="tx1"/>
                          </a:solidFill>
                          <a:effectLst/>
                          <a:latin typeface="+mn-lt"/>
                          <a:ea typeface="+mn-ea"/>
                        </a:rPr>
                        <a:t>+</a:t>
                      </a:r>
                      <a:r>
                        <a:rPr kumimoji="0" lang="en-US" altLang="zh-CN" sz="2400" b="0" i="0" u="none" strike="noStrike" cap="none" normalizeH="0" baseline="-25000" dirty="0">
                          <a:ln>
                            <a:noFill/>
                          </a:ln>
                          <a:solidFill>
                            <a:schemeClr val="tx1"/>
                          </a:solidFill>
                          <a:effectLst/>
                          <a:latin typeface="+mn-lt"/>
                          <a:ea typeface="+mn-ea"/>
                        </a:rPr>
                        <a:t>3</a:t>
                      </a:r>
                      <a:endParaRPr kumimoji="0" lang="en-US" altLang="zh-CN" sz="2400" b="0" i="0" u="none" strike="noStrike" cap="none" normalizeH="0" baseline="0" dirty="0">
                        <a:ln>
                          <a:noFill/>
                        </a:ln>
                        <a:solidFill>
                          <a:schemeClr val="tx1"/>
                        </a:solidFill>
                        <a:effectLst/>
                        <a:latin typeface="+mn-lt"/>
                        <a:ea typeface="+mn-ea"/>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mn-lt"/>
                          <a:ea typeface="+mn-ea"/>
                        </a:rPr>
                        <a:t>x=0   x=1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0" i="0" u="none" strike="noStrike" cap="none" normalizeH="0" baseline="0">
                          <a:ln>
                            <a:noFill/>
                          </a:ln>
                          <a:solidFill>
                            <a:schemeClr val="tx1"/>
                          </a:solidFill>
                          <a:effectLst/>
                          <a:latin typeface="+mn-lt"/>
                          <a:ea typeface="+mn-ea"/>
                        </a:rPr>
                        <a:t>输出</a:t>
                      </a:r>
                      <a:r>
                        <a:rPr kumimoji="0" lang="en-US" altLang="zh-CN" sz="2400" b="0" i="0" u="none" strike="noStrike" cap="none" normalizeH="0" baseline="0">
                          <a:ln>
                            <a:noFill/>
                          </a:ln>
                          <a:solidFill>
                            <a:schemeClr val="tx1"/>
                          </a:solidFill>
                          <a:effectLst/>
                          <a:latin typeface="+mn-lt"/>
                          <a:ea typeface="+mn-ea"/>
                        </a:rPr>
                        <a:t> </a:t>
                      </a:r>
                      <a:endParaRPr kumimoji="0" lang="en-US" altLang="zh-CN" sz="2400" b="0" i="0" u="none" strike="noStrike" cap="none" normalizeH="0" baseline="0" dirty="0">
                        <a:ln>
                          <a:noFill/>
                        </a:ln>
                        <a:solidFill>
                          <a:schemeClr val="tx1"/>
                        </a:solidFill>
                        <a:effectLst/>
                        <a:latin typeface="+mn-lt"/>
                        <a:ea typeface="+mn-ea"/>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mn-lt"/>
                          <a:ea typeface="+mn-ea"/>
                        </a:rPr>
                        <a:t>z</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mn-lt"/>
                          <a:ea typeface="+mn-ea"/>
                        </a:rPr>
                        <a:t>x=0 x=1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endParaRPr lang="zh-CN" altLang="en-US"/>
                    </a:p>
                  </a:txBody>
                  <a:tcPr/>
                </a:tc>
                <a:extLst>
                  <a:ext uri="{0D108BD9-81ED-4DB2-BD59-A6C34878D82A}">
                    <a16:rowId xmlns:a16="http://schemas.microsoft.com/office/drawing/2014/main" val="10000"/>
                  </a:ext>
                </a:extLst>
              </a:tr>
              <a:tr h="36671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000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0</a:t>
                      </a:r>
                      <a:r>
                        <a:rPr kumimoji="0" lang="en-US" altLang="zh-CN" sz="2400" b="0" i="0" u="none" strike="noStrike" cap="none" normalizeH="0" baseline="0" dirty="0">
                          <a:ln>
                            <a:noFill/>
                          </a:ln>
                          <a:solidFill>
                            <a:srgbClr val="3333FF"/>
                          </a:solidFill>
                          <a:effectLst/>
                          <a:latin typeface="+mn-lt"/>
                          <a:ea typeface="宋体" pitchFamily="2" charset="-122"/>
                        </a:rPr>
                        <a:t>0</a:t>
                      </a:r>
                      <a:r>
                        <a:rPr kumimoji="0" lang="en-US" altLang="zh-CN" sz="2400" b="0" i="0" u="none" strike="noStrike" cap="none" normalizeH="0" baseline="0" dirty="0">
                          <a:ln>
                            <a:noFill/>
                          </a:ln>
                          <a:solidFill>
                            <a:srgbClr val="00B050"/>
                          </a:solidFill>
                          <a:effectLst/>
                          <a:latin typeface="+mn-lt"/>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0</a:t>
                      </a:r>
                      <a:r>
                        <a:rPr kumimoji="0" lang="en-US" altLang="zh-CN" sz="2400" b="0" i="0" u="none" strike="noStrike" cap="none" normalizeH="0" baseline="0" dirty="0">
                          <a:ln>
                            <a:noFill/>
                          </a:ln>
                          <a:solidFill>
                            <a:srgbClr val="3333FF"/>
                          </a:solidFill>
                          <a:effectLst/>
                          <a:latin typeface="+mn-lt"/>
                          <a:ea typeface="宋体" pitchFamily="2" charset="-122"/>
                        </a:rPr>
                        <a:t>0</a:t>
                      </a:r>
                      <a:r>
                        <a:rPr kumimoji="0" lang="en-US" altLang="zh-CN" sz="2400" b="0" i="0" u="none" strike="noStrike" cap="none" normalizeH="0" baseline="0" dirty="0">
                          <a:ln>
                            <a:noFill/>
                          </a:ln>
                          <a:solidFill>
                            <a:srgbClr val="00B050"/>
                          </a:solidFill>
                          <a:effectLst/>
                          <a:latin typeface="+mn-lt"/>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6671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001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0</a:t>
                      </a:r>
                      <a:r>
                        <a:rPr kumimoji="0" lang="en-US" altLang="zh-CN" sz="2400" b="0" i="0" u="none" strike="noStrike" cap="none" normalizeH="0" baseline="0" dirty="0">
                          <a:ln>
                            <a:noFill/>
                          </a:ln>
                          <a:solidFill>
                            <a:srgbClr val="3333FF"/>
                          </a:solidFill>
                          <a:effectLst/>
                          <a:latin typeface="+mn-lt"/>
                          <a:ea typeface="宋体" pitchFamily="2" charset="-122"/>
                        </a:rPr>
                        <a:t>0</a:t>
                      </a:r>
                      <a:r>
                        <a:rPr kumimoji="0" lang="en-US" altLang="zh-CN" sz="2400" b="0" i="0" u="none" strike="noStrike" cap="none" normalizeH="0" baseline="0" dirty="0">
                          <a:ln>
                            <a:noFill/>
                          </a:ln>
                          <a:solidFill>
                            <a:srgbClr val="00B050"/>
                          </a:solidFill>
                          <a:effectLst/>
                          <a:latin typeface="+mn-lt"/>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0</a:t>
                      </a:r>
                      <a:r>
                        <a:rPr kumimoji="0" lang="en-US" altLang="zh-CN" sz="2400" b="0" i="0" u="none" strike="noStrike" cap="none" normalizeH="0" baseline="0" dirty="0">
                          <a:ln>
                            <a:noFill/>
                          </a:ln>
                          <a:solidFill>
                            <a:srgbClr val="3333FF"/>
                          </a:solidFill>
                          <a:effectLst/>
                          <a:latin typeface="+mn-lt"/>
                          <a:ea typeface="宋体" pitchFamily="2" charset="-122"/>
                        </a:rPr>
                        <a:t>1</a:t>
                      </a:r>
                      <a:r>
                        <a:rPr kumimoji="0" lang="en-US" altLang="zh-CN" sz="2400" b="0" i="0" u="none" strike="noStrike" cap="none" normalizeH="0" baseline="0" dirty="0">
                          <a:ln>
                            <a:noFill/>
                          </a:ln>
                          <a:solidFill>
                            <a:srgbClr val="00B050"/>
                          </a:solidFill>
                          <a:effectLst/>
                          <a:latin typeface="+mn-lt"/>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6671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011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1</a:t>
                      </a:r>
                      <a:r>
                        <a:rPr kumimoji="0" lang="en-US" altLang="zh-CN" sz="2400" b="0" i="0" u="none" strike="noStrike" cap="none" normalizeH="0" baseline="0" dirty="0">
                          <a:ln>
                            <a:noFill/>
                          </a:ln>
                          <a:solidFill>
                            <a:srgbClr val="3333FF"/>
                          </a:solidFill>
                          <a:effectLst/>
                          <a:latin typeface="+mn-lt"/>
                          <a:ea typeface="宋体" pitchFamily="2" charset="-122"/>
                        </a:rPr>
                        <a:t>1</a:t>
                      </a:r>
                      <a:r>
                        <a:rPr kumimoji="0" lang="en-US" altLang="zh-CN" sz="2400" b="0" i="0" u="none" strike="noStrike" cap="none" normalizeH="0" baseline="0" dirty="0">
                          <a:ln>
                            <a:noFill/>
                          </a:ln>
                          <a:solidFill>
                            <a:srgbClr val="00B050"/>
                          </a:solidFill>
                          <a:effectLst/>
                          <a:latin typeface="+mn-lt"/>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1</a:t>
                      </a:r>
                      <a:r>
                        <a:rPr kumimoji="0" lang="en-US" altLang="zh-CN" sz="2400" b="0" i="0" u="none" strike="noStrike" cap="none" normalizeH="0" baseline="0" dirty="0">
                          <a:ln>
                            <a:noFill/>
                          </a:ln>
                          <a:solidFill>
                            <a:srgbClr val="3333FF"/>
                          </a:solidFill>
                          <a:effectLst/>
                          <a:latin typeface="+mn-lt"/>
                          <a:ea typeface="宋体" pitchFamily="2" charset="-122"/>
                        </a:rPr>
                        <a:t>0</a:t>
                      </a:r>
                      <a:r>
                        <a:rPr kumimoji="0" lang="en-US" altLang="zh-CN" sz="2400" b="0" i="0" u="none" strike="noStrike" cap="none" normalizeH="0" baseline="0" dirty="0">
                          <a:ln>
                            <a:noFill/>
                          </a:ln>
                          <a:solidFill>
                            <a:srgbClr val="00B050"/>
                          </a:solidFill>
                          <a:effectLst/>
                          <a:latin typeface="+mn-lt"/>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365125">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110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1</a:t>
                      </a:r>
                      <a:r>
                        <a:rPr kumimoji="0" lang="en-US" altLang="zh-CN" sz="2400" b="0" i="0" u="none" strike="noStrike" cap="none" normalizeH="0" baseline="0" dirty="0">
                          <a:ln>
                            <a:noFill/>
                          </a:ln>
                          <a:solidFill>
                            <a:srgbClr val="3333FF"/>
                          </a:solidFill>
                          <a:effectLst/>
                          <a:latin typeface="+mn-lt"/>
                          <a:ea typeface="宋体" pitchFamily="2" charset="-122"/>
                        </a:rPr>
                        <a:t>1</a:t>
                      </a:r>
                      <a:r>
                        <a:rPr kumimoji="0" lang="en-US" altLang="zh-CN" sz="2400" b="0" i="0" u="none" strike="noStrike" cap="none" normalizeH="0" baseline="0" dirty="0">
                          <a:ln>
                            <a:noFill/>
                          </a:ln>
                          <a:solidFill>
                            <a:srgbClr val="00B050"/>
                          </a:solidFill>
                          <a:effectLst/>
                          <a:latin typeface="+mn-lt"/>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1</a:t>
                      </a:r>
                      <a:r>
                        <a:rPr kumimoji="0" lang="en-US" altLang="zh-CN" sz="2400" b="0" i="0" u="none" strike="noStrike" cap="none" normalizeH="0" baseline="0" dirty="0">
                          <a:ln>
                            <a:noFill/>
                          </a:ln>
                          <a:solidFill>
                            <a:srgbClr val="3333FF"/>
                          </a:solidFill>
                          <a:effectLst/>
                          <a:latin typeface="+mn-lt"/>
                          <a:ea typeface="宋体" pitchFamily="2" charset="-122"/>
                        </a:rPr>
                        <a:t>0</a:t>
                      </a:r>
                      <a:r>
                        <a:rPr kumimoji="0" lang="en-US" altLang="zh-CN" sz="2400" b="0" i="0" u="none" strike="noStrike" cap="none" normalizeH="0" baseline="0" dirty="0">
                          <a:ln>
                            <a:noFill/>
                          </a:ln>
                          <a:solidFill>
                            <a:srgbClr val="00B050"/>
                          </a:solidFill>
                          <a:effectLst/>
                          <a:latin typeface="+mn-lt"/>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mn-lt"/>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36671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100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0</a:t>
                      </a:r>
                      <a:r>
                        <a:rPr kumimoji="0" lang="en-US" altLang="zh-CN" sz="2400" b="0" i="0" u="none" strike="noStrike" cap="none" normalizeH="0" baseline="0" dirty="0">
                          <a:ln>
                            <a:noFill/>
                          </a:ln>
                          <a:solidFill>
                            <a:srgbClr val="3333FF"/>
                          </a:solidFill>
                          <a:effectLst/>
                          <a:latin typeface="+mn-lt"/>
                          <a:ea typeface="宋体" pitchFamily="2" charset="-122"/>
                        </a:rPr>
                        <a:t>1</a:t>
                      </a:r>
                      <a:r>
                        <a:rPr kumimoji="0" lang="en-US" altLang="zh-CN" sz="2400" b="0" i="0" u="none" strike="noStrike" cap="none" normalizeH="0" baseline="0" dirty="0">
                          <a:ln>
                            <a:noFill/>
                          </a:ln>
                          <a:solidFill>
                            <a:srgbClr val="00B050"/>
                          </a:solidFill>
                          <a:effectLst/>
                          <a:latin typeface="+mn-lt"/>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0</a:t>
                      </a:r>
                      <a:r>
                        <a:rPr kumimoji="0" lang="en-US" altLang="zh-CN" sz="2400" b="0" i="0" u="none" strike="noStrike" cap="none" normalizeH="0" baseline="0" dirty="0">
                          <a:ln>
                            <a:noFill/>
                          </a:ln>
                          <a:solidFill>
                            <a:srgbClr val="3333FF"/>
                          </a:solidFill>
                          <a:effectLst/>
                          <a:latin typeface="+mn-lt"/>
                          <a:ea typeface="宋体" pitchFamily="2" charset="-122"/>
                        </a:rPr>
                        <a:t>0</a:t>
                      </a:r>
                      <a:r>
                        <a:rPr kumimoji="0" lang="en-US" altLang="zh-CN" sz="2400" b="0" i="0" u="none" strike="noStrike" cap="none" normalizeH="0" baseline="0" dirty="0">
                          <a:ln>
                            <a:noFill/>
                          </a:ln>
                          <a:solidFill>
                            <a:srgbClr val="00B050"/>
                          </a:solidFill>
                          <a:effectLst/>
                          <a:latin typeface="+mn-lt"/>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mn-lt"/>
                          <a:ea typeface="宋体"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36671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111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1</a:t>
                      </a:r>
                      <a:r>
                        <a:rPr kumimoji="0" lang="en-US" altLang="zh-CN" sz="2400" b="0" i="0" u="none" strike="noStrike" cap="none" normalizeH="0" baseline="0" dirty="0">
                          <a:ln>
                            <a:noFill/>
                          </a:ln>
                          <a:solidFill>
                            <a:srgbClr val="3333FF"/>
                          </a:solidFill>
                          <a:effectLst/>
                          <a:latin typeface="+mn-lt"/>
                          <a:ea typeface="宋体" pitchFamily="2" charset="-122"/>
                        </a:rPr>
                        <a:t>1</a:t>
                      </a:r>
                      <a:r>
                        <a:rPr kumimoji="0" lang="en-US" altLang="zh-CN" sz="2400" b="0" i="0" u="none" strike="noStrike" cap="none" normalizeH="0" baseline="0" dirty="0">
                          <a:ln>
                            <a:noFill/>
                          </a:ln>
                          <a:solidFill>
                            <a:srgbClr val="00B050"/>
                          </a:solidFill>
                          <a:effectLst/>
                          <a:latin typeface="+mn-lt"/>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0</a:t>
                      </a:r>
                      <a:r>
                        <a:rPr kumimoji="0" lang="en-US" altLang="zh-CN" sz="2400" b="0" i="0" u="none" strike="noStrike" cap="none" normalizeH="0" baseline="0" dirty="0">
                          <a:ln>
                            <a:noFill/>
                          </a:ln>
                          <a:solidFill>
                            <a:srgbClr val="3333FF"/>
                          </a:solidFill>
                          <a:effectLst/>
                          <a:latin typeface="+mn-lt"/>
                          <a:ea typeface="宋体" pitchFamily="2" charset="-122"/>
                        </a:rPr>
                        <a:t>1</a:t>
                      </a:r>
                      <a:r>
                        <a:rPr kumimoji="0" lang="en-US" altLang="zh-CN" sz="2400" b="0" i="0" u="none" strike="noStrike" cap="none" normalizeH="0" baseline="0" dirty="0">
                          <a:ln>
                            <a:noFill/>
                          </a:ln>
                          <a:solidFill>
                            <a:srgbClr val="00B050"/>
                          </a:solidFill>
                          <a:effectLst/>
                          <a:latin typeface="+mn-lt"/>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mn-lt"/>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36671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101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0</a:t>
                      </a:r>
                      <a:r>
                        <a:rPr kumimoji="0" lang="en-US" altLang="zh-CN" sz="2400" b="0" i="0" u="none" strike="noStrike" cap="none" normalizeH="0" baseline="0" dirty="0">
                          <a:ln>
                            <a:noFill/>
                          </a:ln>
                          <a:solidFill>
                            <a:srgbClr val="3333FF"/>
                          </a:solidFill>
                          <a:effectLst/>
                          <a:latin typeface="+mn-lt"/>
                          <a:ea typeface="宋体" pitchFamily="2" charset="-122"/>
                        </a:rPr>
                        <a:t>0</a:t>
                      </a:r>
                      <a:r>
                        <a:rPr kumimoji="0" lang="en-US" altLang="zh-CN" sz="2400" b="0" i="0" u="none" strike="noStrike" cap="none" normalizeH="0" baseline="0" dirty="0">
                          <a:ln>
                            <a:noFill/>
                          </a:ln>
                          <a:solidFill>
                            <a:srgbClr val="00B050"/>
                          </a:solidFill>
                          <a:effectLst/>
                          <a:latin typeface="+mn-lt"/>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0</a:t>
                      </a:r>
                      <a:r>
                        <a:rPr kumimoji="0" lang="en-US" altLang="zh-CN" sz="2400" b="0" i="0" u="none" strike="noStrike" cap="none" normalizeH="0" baseline="0" dirty="0">
                          <a:ln>
                            <a:noFill/>
                          </a:ln>
                          <a:solidFill>
                            <a:srgbClr val="3333FF"/>
                          </a:solidFill>
                          <a:effectLst/>
                          <a:latin typeface="+mn-lt"/>
                          <a:ea typeface="宋体" pitchFamily="2" charset="-122"/>
                        </a:rPr>
                        <a:t>1</a:t>
                      </a:r>
                      <a:r>
                        <a:rPr kumimoji="0" lang="en-US" altLang="zh-CN" sz="2400" b="0" i="0" u="none" strike="noStrike" cap="none" normalizeH="0" baseline="0" dirty="0">
                          <a:ln>
                            <a:noFill/>
                          </a:ln>
                          <a:solidFill>
                            <a:srgbClr val="00B050"/>
                          </a:solidFill>
                          <a:effectLst/>
                          <a:latin typeface="+mn-lt"/>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mn-lt"/>
                          <a:ea typeface="宋体"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r h="36671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010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1</a:t>
                      </a:r>
                      <a:r>
                        <a:rPr kumimoji="0" lang="en-US" altLang="zh-CN" sz="2400" b="0" i="0" u="none" strike="noStrike" cap="none" normalizeH="0" baseline="0" dirty="0">
                          <a:ln>
                            <a:noFill/>
                          </a:ln>
                          <a:solidFill>
                            <a:srgbClr val="3333FF"/>
                          </a:solidFill>
                          <a:effectLst/>
                          <a:latin typeface="+mn-lt"/>
                          <a:ea typeface="宋体" pitchFamily="2" charset="-122"/>
                        </a:rPr>
                        <a:t>1</a:t>
                      </a:r>
                      <a:r>
                        <a:rPr kumimoji="0" lang="en-US" altLang="zh-CN" sz="2400" b="0" i="0" u="none" strike="noStrike" cap="none" normalizeH="0" baseline="0" dirty="0">
                          <a:ln>
                            <a:noFill/>
                          </a:ln>
                          <a:solidFill>
                            <a:srgbClr val="00B050"/>
                          </a:solidFill>
                          <a:effectLst/>
                          <a:latin typeface="+mn-lt"/>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1</a:t>
                      </a:r>
                      <a:r>
                        <a:rPr kumimoji="0" lang="en-US" altLang="zh-CN" sz="2400" b="0" i="0" u="none" strike="noStrike" cap="none" normalizeH="0" baseline="0" dirty="0">
                          <a:ln>
                            <a:noFill/>
                          </a:ln>
                          <a:solidFill>
                            <a:srgbClr val="3333FF"/>
                          </a:solidFill>
                          <a:effectLst/>
                          <a:latin typeface="+mn-lt"/>
                          <a:ea typeface="宋体" pitchFamily="2" charset="-122"/>
                        </a:rPr>
                        <a:t>0</a:t>
                      </a:r>
                      <a:r>
                        <a:rPr kumimoji="0" lang="en-US" altLang="zh-CN" sz="2400" b="0" i="0" u="none" strike="noStrike" cap="none" normalizeH="0" baseline="0" dirty="0">
                          <a:ln>
                            <a:noFill/>
                          </a:ln>
                          <a:solidFill>
                            <a:srgbClr val="00B050"/>
                          </a:solidFill>
                          <a:effectLst/>
                          <a:latin typeface="+mn-lt"/>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mn-lt"/>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8"/>
                  </a:ext>
                </a:extLst>
              </a:tr>
            </a:tbl>
          </a:graphicData>
        </a:graphic>
      </p:graphicFrame>
      <mc:AlternateContent xmlns:mc="http://schemas.openxmlformats.org/markup-compatibility/2006" xmlns:p14="http://schemas.microsoft.com/office/powerpoint/2010/main">
        <mc:Choice Requires="p14">
          <p:contentPart p14:bwMode="auto" r:id="rId12">
            <p14:nvContentPartPr>
              <p14:cNvPr id="2" name="Ink 1">
                <a:extLst>
                  <a:ext uri="{FF2B5EF4-FFF2-40B4-BE49-F238E27FC236}">
                    <a16:creationId xmlns:a16="http://schemas.microsoft.com/office/drawing/2014/main" id="{00253BB9-9F39-4DD8-8435-B992B577F197}"/>
                  </a:ext>
                </a:extLst>
              </p14:cNvPr>
              <p14:cNvContentPartPr/>
              <p14:nvPr/>
            </p14:nvContentPartPr>
            <p14:xfrm>
              <a:off x="1283615" y="5880798"/>
              <a:ext cx="360" cy="360"/>
            </p14:xfrm>
          </p:contentPart>
        </mc:Choice>
        <mc:Fallback xmlns="">
          <p:pic>
            <p:nvPicPr>
              <p:cNvPr id="2" name="Ink 1">
                <a:extLst>
                  <a:ext uri="{FF2B5EF4-FFF2-40B4-BE49-F238E27FC236}">
                    <a16:creationId xmlns:a16="http://schemas.microsoft.com/office/drawing/2014/main" id="{00253BB9-9F39-4DD8-8435-B992B577F197}"/>
                  </a:ext>
                </a:extLst>
              </p:cNvPr>
              <p:cNvPicPr/>
              <p:nvPr/>
            </p:nvPicPr>
            <p:blipFill>
              <a:blip r:embed="rId16"/>
              <a:stretch>
                <a:fillRect/>
              </a:stretch>
            </p:blipFill>
            <p:spPr>
              <a:xfrm>
                <a:off x="1274615" y="5871798"/>
                <a:ext cx="18000" cy="18000"/>
              </a:xfrm>
              <a:prstGeom prst="rect">
                <a:avLst/>
              </a:prstGeom>
            </p:spPr>
          </p:pic>
        </mc:Fallback>
      </mc:AlternateContent>
      <p:sp>
        <p:nvSpPr>
          <p:cNvPr id="3" name="Title 4">
            <a:extLst>
              <a:ext uri="{FF2B5EF4-FFF2-40B4-BE49-F238E27FC236}">
                <a16:creationId xmlns:a16="http://schemas.microsoft.com/office/drawing/2014/main" id="{4B9406CF-E6E4-8BA1-8F0E-7ED7937230C6}"/>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sz="4000" dirty="0">
                <a:latin typeface="黑体" panose="02010609060101010101" pitchFamily="49" charset="-122"/>
                <a:ea typeface="黑体" panose="02010609060101010101" pitchFamily="49" charset="-122"/>
              </a:rPr>
              <a:t>按照准则得到的结果</a:t>
            </a:r>
            <a:endParaRPr lang="en-CN" altLang="zh-CN" sz="4000" dirty="0">
              <a:solidFill>
                <a:srgbClr val="0000FF"/>
              </a:solidFill>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1735065902"/>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 name="灯片编号占位符 16"/>
          <p:cNvSpPr>
            <a:spLocks noGrp="1"/>
          </p:cNvSpPr>
          <p:nvPr>
            <p:ph type="sldNum" sz="quarter" idx="12"/>
          </p:nvPr>
        </p:nvSpPr>
        <p:spPr/>
        <p:txBody>
          <a:bodyPr/>
          <a:lstStyle/>
          <a:p>
            <a:pPr>
              <a:defRPr/>
            </a:pPr>
            <a:fld id="{E13123CC-A5CC-40BF-912E-9416D5179362}" type="slidenum">
              <a:rPr lang="en-US" altLang="zh-CN" smtClean="0"/>
              <a:pPr>
                <a:defRPr/>
              </a:pPr>
              <a:t>59</a:t>
            </a:fld>
            <a:endParaRPr lang="en-US" altLang="zh-CN" dirty="0"/>
          </a:p>
        </p:txBody>
      </p:sp>
      <p:graphicFrame>
        <p:nvGraphicFramePr>
          <p:cNvPr id="517338" name="Object 218"/>
          <p:cNvGraphicFramePr>
            <a:graphicFrameLocks noChangeAspect="1"/>
          </p:cNvGraphicFramePr>
          <p:nvPr>
            <p:extLst>
              <p:ext uri="{D42A27DB-BD31-4B8C-83A1-F6EECF244321}">
                <p14:modId xmlns:p14="http://schemas.microsoft.com/office/powerpoint/2010/main" val="1883059785"/>
              </p:ext>
            </p:extLst>
          </p:nvPr>
        </p:nvGraphicFramePr>
        <p:xfrm>
          <a:off x="5757518" y="5759434"/>
          <a:ext cx="2133600" cy="468262"/>
        </p:xfrm>
        <a:graphic>
          <a:graphicData uri="http://schemas.openxmlformats.org/presentationml/2006/ole">
            <mc:AlternateContent xmlns:mc="http://schemas.openxmlformats.org/markup-compatibility/2006">
              <mc:Choice xmlns:v="urn:schemas-microsoft-com:vml" Requires="v">
                <p:oleObj name="Equation" r:id="rId4" imgW="1002960" imgH="203040" progId="">
                  <p:embed/>
                </p:oleObj>
              </mc:Choice>
              <mc:Fallback>
                <p:oleObj name="Equation" r:id="rId4" imgW="1002960" imgH="203040" progId="">
                  <p:embed/>
                  <p:pic>
                    <p:nvPicPr>
                      <p:cNvPr id="517338" name="Object 2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57518" y="5759434"/>
                        <a:ext cx="2133600" cy="468262"/>
                      </a:xfrm>
                      <a:prstGeom prst="rect">
                        <a:avLst/>
                      </a:prstGeom>
                      <a:noFill/>
                    </p:spPr>
                  </p:pic>
                </p:oleObj>
              </mc:Fallback>
            </mc:AlternateContent>
          </a:graphicData>
        </a:graphic>
      </p:graphicFrame>
      <p:pic>
        <p:nvPicPr>
          <p:cNvPr id="3" name="图片 2">
            <a:extLst>
              <a:ext uri="{FF2B5EF4-FFF2-40B4-BE49-F238E27FC236}">
                <a16:creationId xmlns:a16="http://schemas.microsoft.com/office/drawing/2014/main" id="{C7F5DEC2-FC79-6046-8DBA-0076C3219675}"/>
              </a:ext>
            </a:extLst>
          </p:cNvPr>
          <p:cNvPicPr>
            <a:picLocks noChangeAspect="1"/>
          </p:cNvPicPr>
          <p:nvPr/>
        </p:nvPicPr>
        <p:blipFill>
          <a:blip r:embed="rId6"/>
          <a:stretch>
            <a:fillRect/>
          </a:stretch>
        </p:blipFill>
        <p:spPr>
          <a:xfrm>
            <a:off x="543504" y="5787814"/>
            <a:ext cx="4432300" cy="444500"/>
          </a:xfrm>
          <a:prstGeom prst="rect">
            <a:avLst/>
          </a:prstGeom>
        </p:spPr>
      </p:pic>
      <p:sp>
        <p:nvSpPr>
          <p:cNvPr id="4" name="文本框 3">
            <a:extLst>
              <a:ext uri="{FF2B5EF4-FFF2-40B4-BE49-F238E27FC236}">
                <a16:creationId xmlns:a16="http://schemas.microsoft.com/office/drawing/2014/main" id="{033B2357-94DA-F145-BEE8-EF64B4DDE5B3}"/>
              </a:ext>
            </a:extLst>
          </p:cNvPr>
          <p:cNvSpPr txBox="1"/>
          <p:nvPr/>
        </p:nvSpPr>
        <p:spPr>
          <a:xfrm>
            <a:off x="1828799" y="1510355"/>
            <a:ext cx="1620957" cy="523220"/>
          </a:xfrm>
          <a:prstGeom prst="rect">
            <a:avLst/>
          </a:prstGeom>
          <a:noFill/>
        </p:spPr>
        <p:txBody>
          <a:bodyPr wrap="none" rtlCol="0">
            <a:spAutoFit/>
          </a:bodyPr>
          <a:lstStyle/>
          <a:p>
            <a:r>
              <a:rPr kumimoji="1" lang="zh-CN" altLang="en-US" sz="2800" dirty="0">
                <a:solidFill>
                  <a:srgbClr val="C00000"/>
                </a:solidFill>
                <a:latin typeface="Arial" panose="020B0604020202020204" pitchFamily="34" charset="0"/>
                <a:ea typeface="SimHei" panose="02010609060101010101" pitchFamily="49" charset="-122"/>
                <a:cs typeface="Arial" panose="020B0604020202020204" pitchFamily="34" charset="0"/>
              </a:rPr>
              <a:t>顺序编码</a:t>
            </a:r>
          </a:p>
        </p:txBody>
      </p:sp>
      <p:sp>
        <p:nvSpPr>
          <p:cNvPr id="15" name="文本框 14">
            <a:extLst>
              <a:ext uri="{FF2B5EF4-FFF2-40B4-BE49-F238E27FC236}">
                <a16:creationId xmlns:a16="http://schemas.microsoft.com/office/drawing/2014/main" id="{273323A2-8A8D-9B47-A116-86ACE3B7CA38}"/>
              </a:ext>
            </a:extLst>
          </p:cNvPr>
          <p:cNvSpPr txBox="1"/>
          <p:nvPr/>
        </p:nvSpPr>
        <p:spPr>
          <a:xfrm>
            <a:off x="5475230" y="1506070"/>
            <a:ext cx="2698175" cy="523220"/>
          </a:xfrm>
          <a:prstGeom prst="rect">
            <a:avLst/>
          </a:prstGeom>
          <a:noFill/>
        </p:spPr>
        <p:txBody>
          <a:bodyPr wrap="none" rtlCol="0">
            <a:spAutoFit/>
          </a:bodyPr>
          <a:lstStyle/>
          <a:p>
            <a:r>
              <a:rPr kumimoji="1" lang="zh-CN" altLang="en-US" sz="2800" dirty="0">
                <a:solidFill>
                  <a:srgbClr val="0070C0"/>
                </a:solidFill>
                <a:latin typeface="Arial" panose="020B0604020202020204" pitchFamily="34" charset="0"/>
                <a:ea typeface="SimHei" panose="02010609060101010101" pitchFamily="49" charset="-122"/>
                <a:cs typeface="Arial" panose="020B0604020202020204" pitchFamily="34" charset="0"/>
              </a:rPr>
              <a:t>基于准则的编码</a:t>
            </a:r>
          </a:p>
        </p:txBody>
      </p:sp>
      <p:sp>
        <p:nvSpPr>
          <p:cNvPr id="5" name="文本框 4">
            <a:extLst>
              <a:ext uri="{FF2B5EF4-FFF2-40B4-BE49-F238E27FC236}">
                <a16:creationId xmlns:a16="http://schemas.microsoft.com/office/drawing/2014/main" id="{97F76624-3A0E-8944-993B-13FD81CD71B1}"/>
              </a:ext>
            </a:extLst>
          </p:cNvPr>
          <p:cNvSpPr txBox="1"/>
          <p:nvPr/>
        </p:nvSpPr>
        <p:spPr>
          <a:xfrm>
            <a:off x="2953608" y="6263214"/>
            <a:ext cx="3236784" cy="523220"/>
          </a:xfrm>
          <a:prstGeom prst="rect">
            <a:avLst/>
          </a:prstGeom>
          <a:noFill/>
        </p:spPr>
        <p:txBody>
          <a:bodyPr wrap="none" rtlCol="0">
            <a:spAutoFit/>
          </a:bodyPr>
          <a:lstStyle/>
          <a:p>
            <a:pPr algn="ctr"/>
            <a:r>
              <a:rPr kumimoji="1" lang="zh-CN" altLang="en-US" sz="2800" dirty="0">
                <a:solidFill>
                  <a:schemeClr val="tx1"/>
                </a:solidFill>
                <a:latin typeface="+mn-ea"/>
                <a:ea typeface="+mn-ea"/>
                <a:cs typeface="Arial" panose="020B0604020202020204" pitchFamily="34" charset="0"/>
              </a:rPr>
              <a:t>输出方程大大简化</a:t>
            </a:r>
            <a:r>
              <a:rPr kumimoji="1" lang="en-US" altLang="zh-CN" sz="2800" dirty="0">
                <a:solidFill>
                  <a:schemeClr val="tx1"/>
                </a:solidFill>
                <a:latin typeface="+mn-ea"/>
                <a:ea typeface="+mn-ea"/>
                <a:cs typeface="Arial" panose="020B0604020202020204" pitchFamily="34" charset="0"/>
              </a:rPr>
              <a:t>!</a:t>
            </a:r>
            <a:endParaRPr kumimoji="1" lang="zh-CN" altLang="en-US" sz="2800" dirty="0">
              <a:solidFill>
                <a:srgbClr val="C00000"/>
              </a:solidFill>
              <a:latin typeface="+mn-ea"/>
              <a:ea typeface="+mn-ea"/>
              <a:cs typeface="Arial" panose="020B0604020202020204" pitchFamily="34" charset="0"/>
            </a:endParaRPr>
          </a:p>
        </p:txBody>
      </p:sp>
      <p:sp>
        <p:nvSpPr>
          <p:cNvPr id="2" name="Title 4">
            <a:extLst>
              <a:ext uri="{FF2B5EF4-FFF2-40B4-BE49-F238E27FC236}">
                <a16:creationId xmlns:a16="http://schemas.microsoft.com/office/drawing/2014/main" id="{9C6CF7E2-120E-6283-2225-654B1516DF90}"/>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t>结果比较</a:t>
            </a:r>
            <a:endParaRPr lang="en-CN" altLang="zh-CN" sz="4000" dirty="0">
              <a:solidFill>
                <a:srgbClr val="0000FF"/>
              </a:solidFill>
              <a:latin typeface="Arial" panose="020B0604020202020204" pitchFamily="34" charset="0"/>
              <a:cs typeface="Arial" panose="020B0604020202020204" pitchFamily="34" charset="0"/>
            </a:endParaRPr>
          </a:p>
        </p:txBody>
      </p:sp>
      <p:graphicFrame>
        <p:nvGraphicFramePr>
          <p:cNvPr id="9" name="Group 244">
            <a:extLst>
              <a:ext uri="{FF2B5EF4-FFF2-40B4-BE49-F238E27FC236}">
                <a16:creationId xmlns:a16="http://schemas.microsoft.com/office/drawing/2014/main" id="{F063CB05-DE59-FE17-FECE-199FABD1B542}"/>
              </a:ext>
            </a:extLst>
          </p:cNvPr>
          <p:cNvGraphicFramePr>
            <a:graphicFrameLocks/>
          </p:cNvGraphicFramePr>
          <p:nvPr>
            <p:extLst>
              <p:ext uri="{D42A27DB-BD31-4B8C-83A1-F6EECF244321}">
                <p14:modId xmlns:p14="http://schemas.microsoft.com/office/powerpoint/2010/main" val="2256178136"/>
              </p:ext>
            </p:extLst>
          </p:nvPr>
        </p:nvGraphicFramePr>
        <p:xfrm>
          <a:off x="5164627" y="2216773"/>
          <a:ext cx="3319379" cy="3438000"/>
        </p:xfrm>
        <a:graphic>
          <a:graphicData uri="http://schemas.openxmlformats.org/drawingml/2006/table">
            <a:tbl>
              <a:tblPr/>
              <a:tblGrid>
                <a:gridCol w="956107">
                  <a:extLst>
                    <a:ext uri="{9D8B030D-6E8A-4147-A177-3AD203B41FA5}">
                      <a16:colId xmlns:a16="http://schemas.microsoft.com/office/drawing/2014/main" val="20000"/>
                    </a:ext>
                  </a:extLst>
                </a:gridCol>
                <a:gridCol w="573664">
                  <a:extLst>
                    <a:ext uri="{9D8B030D-6E8A-4147-A177-3AD203B41FA5}">
                      <a16:colId xmlns:a16="http://schemas.microsoft.com/office/drawing/2014/main" val="20001"/>
                    </a:ext>
                  </a:extLst>
                </a:gridCol>
                <a:gridCol w="600981">
                  <a:extLst>
                    <a:ext uri="{9D8B030D-6E8A-4147-A177-3AD203B41FA5}">
                      <a16:colId xmlns:a16="http://schemas.microsoft.com/office/drawing/2014/main" val="20002"/>
                    </a:ext>
                  </a:extLst>
                </a:gridCol>
                <a:gridCol w="655616">
                  <a:extLst>
                    <a:ext uri="{9D8B030D-6E8A-4147-A177-3AD203B41FA5}">
                      <a16:colId xmlns:a16="http://schemas.microsoft.com/office/drawing/2014/main" val="20003"/>
                    </a:ext>
                  </a:extLst>
                </a:gridCol>
                <a:gridCol w="533011">
                  <a:extLst>
                    <a:ext uri="{9D8B030D-6E8A-4147-A177-3AD203B41FA5}">
                      <a16:colId xmlns:a16="http://schemas.microsoft.com/office/drawing/2014/main" val="20004"/>
                    </a:ext>
                  </a:extLst>
                </a:gridCol>
              </a:tblGrid>
              <a:tr h="732596">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1800" b="0" i="0" u="none" strike="noStrike" kern="1200" cap="none" normalizeH="0" baseline="0" dirty="0">
                          <a:ln>
                            <a:noFill/>
                          </a:ln>
                          <a:solidFill>
                            <a:schemeClr val="tx1"/>
                          </a:solidFill>
                          <a:effectLst/>
                          <a:latin typeface="Calibri"/>
                          <a:ea typeface="黑体"/>
                          <a:cs typeface="+mn-cs"/>
                        </a:rPr>
                        <a:t>现态</a:t>
                      </a:r>
                      <a:r>
                        <a:rPr kumimoji="0" lang="en-US" altLang="zh-CN" sz="1800" b="0" i="0" u="none" strike="noStrike" cap="none" normalizeH="0" baseline="0" dirty="0">
                          <a:ln>
                            <a:noFill/>
                          </a:ln>
                          <a:solidFill>
                            <a:schemeClr val="tx1"/>
                          </a:solidFill>
                          <a:effectLst/>
                          <a:latin typeface="+mn-lt"/>
                          <a:ea typeface="+mn-ea"/>
                        </a:rPr>
                        <a:t>Q</a:t>
                      </a:r>
                      <a:r>
                        <a:rPr kumimoji="0" lang="en-US" altLang="zh-CN" sz="1800" b="0" i="0" u="none" strike="noStrike" cap="none" normalizeH="0" baseline="-25000" dirty="0">
                          <a:ln>
                            <a:noFill/>
                          </a:ln>
                          <a:solidFill>
                            <a:schemeClr val="tx1"/>
                          </a:solidFill>
                          <a:effectLst/>
                          <a:latin typeface="+mn-lt"/>
                          <a:ea typeface="+mn-ea"/>
                        </a:rPr>
                        <a:t>1</a:t>
                      </a:r>
                      <a:r>
                        <a:rPr kumimoji="0" lang="en-US" altLang="zh-CN" sz="1800" b="0" i="0" u="none" strike="noStrike" cap="none" normalizeH="0" baseline="0" dirty="0">
                          <a:ln>
                            <a:noFill/>
                          </a:ln>
                          <a:solidFill>
                            <a:schemeClr val="tx1"/>
                          </a:solidFill>
                          <a:effectLst/>
                          <a:latin typeface="+mn-lt"/>
                          <a:ea typeface="+mn-ea"/>
                        </a:rPr>
                        <a:t>Q</a:t>
                      </a:r>
                      <a:r>
                        <a:rPr kumimoji="0" lang="en-US" altLang="zh-CN" sz="1800" b="0" i="0" u="none" strike="noStrike" cap="none" normalizeH="0" baseline="-25000" dirty="0">
                          <a:ln>
                            <a:noFill/>
                          </a:ln>
                          <a:solidFill>
                            <a:schemeClr val="tx1"/>
                          </a:solidFill>
                          <a:effectLst/>
                          <a:latin typeface="+mn-lt"/>
                          <a:ea typeface="+mn-ea"/>
                        </a:rPr>
                        <a:t>2</a:t>
                      </a:r>
                      <a:r>
                        <a:rPr kumimoji="0" lang="en-US" altLang="zh-CN" sz="1800" b="0" i="0" u="none" strike="noStrike" cap="none" normalizeH="0" baseline="0" dirty="0">
                          <a:ln>
                            <a:noFill/>
                          </a:ln>
                          <a:solidFill>
                            <a:schemeClr val="tx1"/>
                          </a:solidFill>
                          <a:effectLst/>
                          <a:latin typeface="+mn-lt"/>
                          <a:ea typeface="+mn-ea"/>
                        </a:rPr>
                        <a:t>Q</a:t>
                      </a:r>
                      <a:r>
                        <a:rPr kumimoji="0" lang="en-US" altLang="zh-CN" sz="1800" b="0" i="0" u="none" strike="noStrike" cap="none" normalizeH="0" baseline="-25000" dirty="0">
                          <a:ln>
                            <a:noFill/>
                          </a:ln>
                          <a:solidFill>
                            <a:schemeClr val="tx1"/>
                          </a:solidFill>
                          <a:effectLst/>
                          <a:latin typeface="+mn-lt"/>
                          <a:ea typeface="+mn-ea"/>
                        </a:rPr>
                        <a:t>3</a:t>
                      </a:r>
                      <a:endParaRPr kumimoji="0" lang="en-US" altLang="zh-CN" sz="1800" b="0" i="0" u="none" strike="noStrike" cap="none" normalizeH="0" baseline="0" dirty="0">
                        <a:ln>
                          <a:noFill/>
                        </a:ln>
                        <a:solidFill>
                          <a:schemeClr val="tx1"/>
                        </a:solidFill>
                        <a:effectLst/>
                        <a:latin typeface="+mn-lt"/>
                        <a:ea typeface="+mn-ea"/>
                      </a:endParaRPr>
                    </a:p>
                  </a:txBody>
                  <a:tcPr marL="0" marR="0" marT="0" marB="0" anchor="ctr" horzOverflow="overflow">
                    <a:lnL w="190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tc gridSpan="2">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1800" b="0" i="0" u="none" strike="noStrike" kern="1200" cap="none" normalizeH="0" baseline="0" dirty="0">
                          <a:ln>
                            <a:noFill/>
                          </a:ln>
                          <a:solidFill>
                            <a:schemeClr val="tx1"/>
                          </a:solidFill>
                          <a:effectLst/>
                          <a:latin typeface="Calibri"/>
                          <a:ea typeface="黑体"/>
                          <a:cs typeface="+mn-cs"/>
                        </a:rPr>
                        <a:t>次态</a:t>
                      </a:r>
                      <a:endParaRPr kumimoji="0" lang="en-US" altLang="zh-CN" sz="1800" b="0" i="0" u="none" strike="noStrike" kern="1200" cap="none" normalizeH="0" baseline="0" dirty="0">
                        <a:ln>
                          <a:noFill/>
                        </a:ln>
                        <a:solidFill>
                          <a:schemeClr val="tx1"/>
                        </a:solidFill>
                        <a:effectLst/>
                        <a:latin typeface="Calibri"/>
                        <a:ea typeface="黑体"/>
                        <a:cs typeface="+mn-cs"/>
                      </a:endParaRPr>
                    </a:p>
                    <a:p>
                      <a:pPr marL="0" marR="0" lvl="0" indent="0" algn="ctr" defTabSz="914400" rtl="0" eaLnBrk="1" fontAlgn="base" latinLnBrk="0" hangingPunct="1">
                        <a:lnSpc>
                          <a:spcPct val="100000"/>
                        </a:lnSpc>
                        <a:spcBef>
                          <a:spcPct val="0"/>
                        </a:spcBef>
                        <a:spcAft>
                          <a:spcPct val="0"/>
                        </a:spcAft>
                        <a:buClr>
                          <a:srgbClr val="009999"/>
                        </a:buClr>
                        <a:buSzPct val="80000"/>
                        <a:buFont typeface="Wingdings" pitchFamily="2" charset="2"/>
                        <a:buNone/>
                        <a:tabLst/>
                        <a:defRPr/>
                      </a:pPr>
                      <a:r>
                        <a:rPr kumimoji="0" lang="en-US" altLang="zh-CN" sz="1800" b="0" i="0" u="none" strike="noStrike" kern="1200" cap="none" spc="0" normalizeH="0" baseline="0" noProof="0" dirty="0">
                          <a:ln>
                            <a:noFill/>
                          </a:ln>
                          <a:solidFill>
                            <a:srgbClr val="000000"/>
                          </a:solidFill>
                          <a:effectLst/>
                          <a:uLnTx/>
                          <a:uFillTx/>
                          <a:latin typeface="Arial" panose="020B0604020202020204"/>
                          <a:ea typeface="黑体" panose="02010609060101010101" pitchFamily="49" charset="-122"/>
                          <a:cs typeface="+mn-cs"/>
                        </a:rPr>
                        <a:t>Q</a:t>
                      </a:r>
                      <a:r>
                        <a:rPr kumimoji="0" lang="en-US" altLang="zh-CN" sz="1800" b="0" i="0" u="none" strike="noStrike" kern="1200" cap="none" spc="0" normalizeH="0" baseline="30000" noProof="0" dirty="0">
                          <a:ln>
                            <a:noFill/>
                          </a:ln>
                          <a:solidFill>
                            <a:srgbClr val="000000"/>
                          </a:solidFill>
                          <a:effectLst/>
                          <a:uLnTx/>
                          <a:uFillTx/>
                          <a:latin typeface="Arial" panose="020B0604020202020204"/>
                          <a:ea typeface="黑体" panose="02010609060101010101" pitchFamily="49" charset="-122"/>
                          <a:cs typeface="+mn-cs"/>
                        </a:rPr>
                        <a:t>+</a:t>
                      </a:r>
                      <a:r>
                        <a:rPr kumimoji="0" lang="en-US" altLang="zh-CN" sz="1800" b="0" i="0" u="none" strike="noStrike" kern="1200" cap="none" spc="0" normalizeH="0" baseline="-25000" noProof="0" dirty="0">
                          <a:ln>
                            <a:noFill/>
                          </a:ln>
                          <a:solidFill>
                            <a:srgbClr val="000000"/>
                          </a:solidFill>
                          <a:effectLst/>
                          <a:uLnTx/>
                          <a:uFillTx/>
                          <a:latin typeface="Arial" panose="020B0604020202020204"/>
                          <a:ea typeface="黑体" panose="02010609060101010101" pitchFamily="49" charset="-122"/>
                          <a:cs typeface="+mn-cs"/>
                        </a:rPr>
                        <a:t>1</a:t>
                      </a:r>
                      <a:r>
                        <a:rPr kumimoji="0" lang="en-US" altLang="zh-CN" sz="1800" b="0" i="0" u="none" strike="noStrike" kern="1200" cap="none" spc="0" normalizeH="0" baseline="0" noProof="0" dirty="0">
                          <a:ln>
                            <a:noFill/>
                          </a:ln>
                          <a:solidFill>
                            <a:srgbClr val="000000"/>
                          </a:solidFill>
                          <a:effectLst/>
                          <a:uLnTx/>
                          <a:uFillTx/>
                          <a:latin typeface="Arial" panose="020B0604020202020204"/>
                          <a:ea typeface="黑体" panose="02010609060101010101" pitchFamily="49" charset="-122"/>
                          <a:cs typeface="+mn-cs"/>
                        </a:rPr>
                        <a:t>Q</a:t>
                      </a:r>
                      <a:r>
                        <a:rPr kumimoji="0" lang="en-US" altLang="zh-CN" sz="1800" b="0" i="0" u="none" strike="noStrike" kern="1200" cap="none" spc="0" normalizeH="0" baseline="30000" noProof="0" dirty="0">
                          <a:ln>
                            <a:noFill/>
                          </a:ln>
                          <a:solidFill>
                            <a:srgbClr val="000000"/>
                          </a:solidFill>
                          <a:effectLst/>
                          <a:uLnTx/>
                          <a:uFillTx/>
                          <a:latin typeface="Arial" panose="020B0604020202020204"/>
                          <a:ea typeface="黑体" panose="02010609060101010101" pitchFamily="49" charset="-122"/>
                          <a:cs typeface="+mn-cs"/>
                        </a:rPr>
                        <a:t>+</a:t>
                      </a:r>
                      <a:r>
                        <a:rPr kumimoji="0" lang="en-US" altLang="zh-CN" sz="1800" b="0" i="0" u="none" strike="noStrike" kern="1200" cap="none" spc="0" normalizeH="0" baseline="-25000" noProof="0" dirty="0">
                          <a:ln>
                            <a:noFill/>
                          </a:ln>
                          <a:solidFill>
                            <a:srgbClr val="000000"/>
                          </a:solidFill>
                          <a:effectLst/>
                          <a:uLnTx/>
                          <a:uFillTx/>
                          <a:latin typeface="Arial" panose="020B0604020202020204"/>
                          <a:ea typeface="黑体" panose="02010609060101010101" pitchFamily="49" charset="-122"/>
                          <a:cs typeface="+mn-cs"/>
                        </a:rPr>
                        <a:t>2</a:t>
                      </a:r>
                      <a:r>
                        <a:rPr kumimoji="0" lang="en-US" altLang="zh-CN" sz="1800" b="0" i="0" u="none" strike="noStrike" kern="1200" cap="none" spc="0" normalizeH="0" baseline="0" noProof="0" dirty="0">
                          <a:ln>
                            <a:noFill/>
                          </a:ln>
                          <a:solidFill>
                            <a:srgbClr val="000000"/>
                          </a:solidFill>
                          <a:effectLst/>
                          <a:uLnTx/>
                          <a:uFillTx/>
                          <a:latin typeface="Arial" panose="020B0604020202020204"/>
                          <a:ea typeface="黑体" panose="02010609060101010101" pitchFamily="49" charset="-122"/>
                          <a:cs typeface="+mn-cs"/>
                        </a:rPr>
                        <a:t>Q</a:t>
                      </a:r>
                      <a:r>
                        <a:rPr kumimoji="0" lang="en-US" altLang="zh-CN" sz="1800" b="0" i="0" u="none" strike="noStrike" kern="1200" cap="none" spc="0" normalizeH="0" baseline="30000" noProof="0" dirty="0">
                          <a:ln>
                            <a:noFill/>
                          </a:ln>
                          <a:solidFill>
                            <a:srgbClr val="000000"/>
                          </a:solidFill>
                          <a:effectLst/>
                          <a:uLnTx/>
                          <a:uFillTx/>
                          <a:latin typeface="Arial" panose="020B0604020202020204"/>
                          <a:ea typeface="黑体" panose="02010609060101010101" pitchFamily="49" charset="-122"/>
                          <a:cs typeface="+mn-cs"/>
                        </a:rPr>
                        <a:t>+</a:t>
                      </a:r>
                      <a:r>
                        <a:rPr kumimoji="0" lang="en-US" altLang="zh-CN" sz="1800" b="0" i="0" u="none" strike="noStrike" kern="1200" cap="none" spc="0" normalizeH="0" baseline="-25000" noProof="0" dirty="0">
                          <a:ln>
                            <a:noFill/>
                          </a:ln>
                          <a:solidFill>
                            <a:srgbClr val="000000"/>
                          </a:solidFill>
                          <a:effectLst/>
                          <a:uLnTx/>
                          <a:uFillTx/>
                          <a:latin typeface="Arial" panose="020B0604020202020204"/>
                          <a:ea typeface="黑体" panose="02010609060101010101" pitchFamily="49" charset="-122"/>
                          <a:cs typeface="+mn-cs"/>
                        </a:rPr>
                        <a:t>3</a:t>
                      </a:r>
                      <a:endParaRPr kumimoji="0" lang="en-US" altLang="zh-CN" sz="1800" b="0" i="0" u="none" strike="noStrike" cap="none" normalizeH="0" baseline="0" dirty="0">
                        <a:ln>
                          <a:noFill/>
                        </a:ln>
                        <a:solidFill>
                          <a:schemeClr val="tx1"/>
                        </a:solidFill>
                        <a:effectLst/>
                        <a:latin typeface="+mn-lt"/>
                        <a:ea typeface="+mn-ea"/>
                      </a:endParaRPr>
                    </a:p>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x=0 x=1</a:t>
                      </a:r>
                    </a:p>
                  </a:txBody>
                  <a:tcPr marL="0" marR="0" marT="0" marB="0" anchor="ct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tc gridSpan="2">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1800" b="0" i="0" u="none" strike="noStrike" kern="1200" cap="none" normalizeH="0" baseline="0" dirty="0">
                          <a:ln>
                            <a:noFill/>
                          </a:ln>
                          <a:solidFill>
                            <a:schemeClr val="tx1"/>
                          </a:solidFill>
                          <a:effectLst/>
                          <a:latin typeface="Calibri"/>
                          <a:ea typeface="黑体"/>
                          <a:cs typeface="+mn-cs"/>
                        </a:rPr>
                        <a:t>输出</a:t>
                      </a:r>
                      <a:endParaRPr kumimoji="0" lang="en-US" altLang="zh-CN" sz="1800" b="0" i="0" u="none" strike="noStrike" kern="1200" cap="none" normalizeH="0" baseline="0" dirty="0">
                        <a:ln>
                          <a:noFill/>
                        </a:ln>
                        <a:solidFill>
                          <a:schemeClr val="tx1"/>
                        </a:solidFill>
                        <a:effectLst/>
                        <a:latin typeface="Calibri"/>
                        <a:ea typeface="黑体"/>
                        <a:cs typeface="+mn-cs"/>
                      </a:endParaRPr>
                    </a:p>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z</a:t>
                      </a:r>
                    </a:p>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x=0 x=1</a:t>
                      </a:r>
                    </a:p>
                  </a:txBody>
                  <a:tcPr marL="0" marR="0" marT="0" marB="0" anchor="ctr" horzOverflow="overflow">
                    <a:lnL w="63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extLst>
                  <a:ext uri="{0D108BD9-81ED-4DB2-BD59-A6C34878D82A}">
                    <a16:rowId xmlns:a16="http://schemas.microsoft.com/office/drawing/2014/main" val="10000"/>
                  </a:ext>
                </a:extLst>
              </a:tr>
              <a:tr h="32688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000</a:t>
                      </a:r>
                    </a:p>
                  </a:txBody>
                  <a:tcPr marL="0" marR="0" marT="0" marB="0" horzOverflow="overflow">
                    <a:lnL w="190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a:t>
                      </a:r>
                      <a:r>
                        <a:rPr kumimoji="0" lang="en-US" altLang="zh-CN" sz="2000" b="0" i="0" u="none" strike="noStrike" cap="none" normalizeH="0" baseline="0" dirty="0">
                          <a:ln>
                            <a:noFill/>
                          </a:ln>
                          <a:solidFill>
                            <a:srgbClr val="3333FF"/>
                          </a:solidFill>
                          <a:effectLst/>
                          <a:latin typeface="Arial" charset="0"/>
                          <a:ea typeface="宋体" pitchFamily="2" charset="-122"/>
                        </a:rPr>
                        <a:t>0</a:t>
                      </a:r>
                      <a:r>
                        <a:rPr kumimoji="0" lang="en-US" altLang="zh-CN" sz="2000" b="0" i="0" u="none" strike="noStrike" cap="none" normalizeH="0" baseline="0" dirty="0">
                          <a:ln>
                            <a:noFill/>
                          </a:ln>
                          <a:solidFill>
                            <a:srgbClr val="00B050"/>
                          </a:solidFill>
                          <a:effectLst/>
                          <a:latin typeface="Arial" charset="0"/>
                          <a:ea typeface="宋体" pitchFamily="2" charset="-122"/>
                        </a:rPr>
                        <a:t>0</a:t>
                      </a:r>
                    </a:p>
                  </a:txBody>
                  <a:tcPr marL="0" marR="0" marT="0" marB="0"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a:t>
                      </a:r>
                      <a:r>
                        <a:rPr kumimoji="0" lang="en-US" altLang="zh-CN" sz="2000" b="0" i="0" u="none" strike="noStrike" cap="none" normalizeH="0" baseline="0" dirty="0">
                          <a:ln>
                            <a:noFill/>
                          </a:ln>
                          <a:solidFill>
                            <a:srgbClr val="3333FF"/>
                          </a:solidFill>
                          <a:effectLst/>
                          <a:latin typeface="Arial" charset="0"/>
                          <a:ea typeface="宋体" pitchFamily="2" charset="-122"/>
                        </a:rPr>
                        <a:t>0</a:t>
                      </a:r>
                      <a:r>
                        <a:rPr kumimoji="0" lang="en-US" altLang="zh-CN" sz="2000" b="0" i="0" u="none" strike="noStrike" cap="none" normalizeH="0" baseline="0" dirty="0">
                          <a:ln>
                            <a:noFill/>
                          </a:ln>
                          <a:solidFill>
                            <a:srgbClr val="00B050"/>
                          </a:solidFill>
                          <a:effectLst/>
                          <a:latin typeface="Arial" charset="0"/>
                          <a:ea typeface="宋体" pitchFamily="2" charset="-122"/>
                        </a:rPr>
                        <a:t>1</a:t>
                      </a:r>
                    </a:p>
                  </a:txBody>
                  <a:tcPr marL="0" marR="0" marT="0" marB="0"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a:t>
                      </a:r>
                    </a:p>
                  </a:txBody>
                  <a:tcPr marL="0" marR="0" marT="0" marB="0"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a:t>
                      </a:r>
                    </a:p>
                  </a:txBody>
                  <a:tcPr marL="0" marR="0" marT="0" marB="0" horzOverflow="overflow">
                    <a:lnL w="63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32688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001</a:t>
                      </a:r>
                    </a:p>
                  </a:txBody>
                  <a:tcPr marL="0" marR="0" marT="0" marB="0" horzOverflow="overflow">
                    <a:lnL w="190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a:t>
                      </a:r>
                      <a:r>
                        <a:rPr kumimoji="0" lang="en-US" altLang="zh-CN" sz="2000" b="0" i="0" u="none" strike="noStrike" cap="none" normalizeH="0" baseline="0" dirty="0">
                          <a:ln>
                            <a:noFill/>
                          </a:ln>
                          <a:solidFill>
                            <a:srgbClr val="3333FF"/>
                          </a:solidFill>
                          <a:effectLst/>
                          <a:latin typeface="Arial" charset="0"/>
                          <a:ea typeface="宋体" pitchFamily="2" charset="-122"/>
                        </a:rPr>
                        <a:t>0</a:t>
                      </a:r>
                      <a:r>
                        <a:rPr kumimoji="0" lang="en-US" altLang="zh-CN" sz="2000" b="0" i="0" u="none" strike="noStrike" cap="none" normalizeH="0" baseline="0" dirty="0">
                          <a:ln>
                            <a:noFill/>
                          </a:ln>
                          <a:solidFill>
                            <a:srgbClr val="00B050"/>
                          </a:solidFill>
                          <a:effectLst/>
                          <a:latin typeface="Arial" charset="0"/>
                          <a:ea typeface="宋体" pitchFamily="2" charset="-122"/>
                        </a:rPr>
                        <a:t>1</a:t>
                      </a:r>
                    </a:p>
                  </a:txBody>
                  <a:tcPr marL="0" marR="0" marT="0" marB="0"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a:t>
                      </a:r>
                      <a:r>
                        <a:rPr kumimoji="0" lang="en-US" altLang="zh-CN" sz="2000" b="0" i="0" u="none" strike="noStrike" cap="none" normalizeH="0" baseline="0" dirty="0">
                          <a:ln>
                            <a:noFill/>
                          </a:ln>
                          <a:solidFill>
                            <a:srgbClr val="3333FF"/>
                          </a:solidFill>
                          <a:effectLst/>
                          <a:latin typeface="Arial" charset="0"/>
                          <a:ea typeface="宋体" pitchFamily="2" charset="-122"/>
                        </a:rPr>
                        <a:t>1</a:t>
                      </a:r>
                      <a:r>
                        <a:rPr kumimoji="0" lang="en-US" altLang="zh-CN" sz="2000" b="0" i="0" u="none" strike="noStrike" cap="none" normalizeH="0" baseline="0" dirty="0">
                          <a:ln>
                            <a:noFill/>
                          </a:ln>
                          <a:solidFill>
                            <a:srgbClr val="00B050"/>
                          </a:solidFill>
                          <a:effectLst/>
                          <a:latin typeface="Arial" charset="0"/>
                          <a:ea typeface="宋体" pitchFamily="2" charset="-122"/>
                        </a:rPr>
                        <a:t>1</a:t>
                      </a:r>
                    </a:p>
                  </a:txBody>
                  <a:tcPr marL="0" marR="0" marT="0" marB="0"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0</a:t>
                      </a:r>
                    </a:p>
                  </a:txBody>
                  <a:tcPr marL="0" marR="0" marT="0" marB="0"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a:t>
                      </a:r>
                    </a:p>
                  </a:txBody>
                  <a:tcPr marL="0" marR="0" marT="0" marB="0" horzOverflow="overflow">
                    <a:lnL w="63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32688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011</a:t>
                      </a:r>
                    </a:p>
                  </a:txBody>
                  <a:tcPr marL="0" marR="0" marT="0" marB="0" horzOverflow="overflow">
                    <a:lnL w="190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1</a:t>
                      </a:r>
                      <a:r>
                        <a:rPr kumimoji="0" lang="en-US" altLang="zh-CN" sz="2000" b="0" i="0" u="none" strike="noStrike" cap="none" normalizeH="0" baseline="0" dirty="0">
                          <a:ln>
                            <a:noFill/>
                          </a:ln>
                          <a:solidFill>
                            <a:srgbClr val="3333FF"/>
                          </a:solidFill>
                          <a:effectLst/>
                          <a:latin typeface="Arial" charset="0"/>
                          <a:ea typeface="宋体" pitchFamily="2" charset="-122"/>
                        </a:rPr>
                        <a:t>1</a:t>
                      </a:r>
                      <a:r>
                        <a:rPr kumimoji="0" lang="en-US" altLang="zh-CN" sz="2000" b="0" i="0" u="none" strike="noStrike" cap="none" normalizeH="0" baseline="0" dirty="0">
                          <a:ln>
                            <a:noFill/>
                          </a:ln>
                          <a:solidFill>
                            <a:srgbClr val="00B050"/>
                          </a:solidFill>
                          <a:effectLst/>
                          <a:latin typeface="Arial" charset="0"/>
                          <a:ea typeface="宋体" pitchFamily="2" charset="-122"/>
                        </a:rPr>
                        <a:t>0</a:t>
                      </a:r>
                    </a:p>
                  </a:txBody>
                  <a:tcPr marL="0" marR="0" marT="0" marB="0"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1</a:t>
                      </a:r>
                      <a:r>
                        <a:rPr kumimoji="0" lang="en-US" altLang="zh-CN" sz="2000" b="0" i="0" u="none" strike="noStrike" cap="none" normalizeH="0" baseline="0" dirty="0">
                          <a:ln>
                            <a:noFill/>
                          </a:ln>
                          <a:solidFill>
                            <a:srgbClr val="3333FF"/>
                          </a:solidFill>
                          <a:effectLst/>
                          <a:latin typeface="Arial" charset="0"/>
                          <a:ea typeface="宋体" pitchFamily="2" charset="-122"/>
                        </a:rPr>
                        <a:t>0</a:t>
                      </a:r>
                      <a:r>
                        <a:rPr kumimoji="0" lang="en-US" altLang="zh-CN" sz="2000" b="0" i="0" u="none" strike="noStrike" cap="none" normalizeH="0" baseline="0" dirty="0">
                          <a:ln>
                            <a:noFill/>
                          </a:ln>
                          <a:solidFill>
                            <a:srgbClr val="00B050"/>
                          </a:solidFill>
                          <a:effectLst/>
                          <a:latin typeface="Arial" charset="0"/>
                          <a:ea typeface="宋体" pitchFamily="2" charset="-122"/>
                        </a:rPr>
                        <a:t>0</a:t>
                      </a:r>
                    </a:p>
                  </a:txBody>
                  <a:tcPr marL="0" marR="0" marT="0" marB="0"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a:t>
                      </a:r>
                    </a:p>
                  </a:txBody>
                  <a:tcPr marL="0" marR="0" marT="0" marB="0"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a:t>
                      </a:r>
                    </a:p>
                  </a:txBody>
                  <a:tcPr marL="0" marR="0" marT="0" marB="0" horzOverflow="overflow">
                    <a:lnL w="63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32688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110</a:t>
                      </a:r>
                    </a:p>
                  </a:txBody>
                  <a:tcPr marL="0" marR="0" marT="0" marB="0" horzOverflow="overflow">
                    <a:lnL w="190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1</a:t>
                      </a:r>
                      <a:r>
                        <a:rPr kumimoji="0" lang="en-US" altLang="zh-CN" sz="2000" b="0" i="0" u="none" strike="noStrike" cap="none" normalizeH="0" baseline="0" dirty="0">
                          <a:ln>
                            <a:noFill/>
                          </a:ln>
                          <a:solidFill>
                            <a:srgbClr val="3333FF"/>
                          </a:solidFill>
                          <a:effectLst/>
                          <a:latin typeface="Arial" charset="0"/>
                          <a:ea typeface="宋体" pitchFamily="2" charset="-122"/>
                        </a:rPr>
                        <a:t>1</a:t>
                      </a:r>
                      <a:r>
                        <a:rPr kumimoji="0" lang="en-US" altLang="zh-CN" sz="2000" b="0" i="0" u="none" strike="noStrike" cap="none" normalizeH="0" baseline="0" dirty="0">
                          <a:ln>
                            <a:noFill/>
                          </a:ln>
                          <a:solidFill>
                            <a:srgbClr val="00B050"/>
                          </a:solidFill>
                          <a:effectLst/>
                          <a:latin typeface="Arial" charset="0"/>
                          <a:ea typeface="宋体" pitchFamily="2" charset="-122"/>
                        </a:rPr>
                        <a:t>1</a:t>
                      </a:r>
                    </a:p>
                  </a:txBody>
                  <a:tcPr marL="0" marR="0" marT="0" marB="0"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1</a:t>
                      </a:r>
                      <a:r>
                        <a:rPr kumimoji="0" lang="en-US" altLang="zh-CN" sz="2000" b="0" i="0" u="none" strike="noStrike" cap="none" normalizeH="0" baseline="0" dirty="0">
                          <a:ln>
                            <a:noFill/>
                          </a:ln>
                          <a:solidFill>
                            <a:srgbClr val="3333FF"/>
                          </a:solidFill>
                          <a:effectLst/>
                          <a:latin typeface="Arial" charset="0"/>
                          <a:ea typeface="宋体" pitchFamily="2" charset="-122"/>
                        </a:rPr>
                        <a:t>0</a:t>
                      </a:r>
                      <a:r>
                        <a:rPr kumimoji="0" lang="en-US" altLang="zh-CN" sz="2000" b="0" i="0" u="none" strike="noStrike" cap="none" normalizeH="0" baseline="0" dirty="0">
                          <a:ln>
                            <a:noFill/>
                          </a:ln>
                          <a:solidFill>
                            <a:srgbClr val="00B050"/>
                          </a:solidFill>
                          <a:effectLst/>
                          <a:latin typeface="Arial" charset="0"/>
                          <a:ea typeface="宋体" pitchFamily="2" charset="-122"/>
                        </a:rPr>
                        <a:t>1</a:t>
                      </a:r>
                    </a:p>
                  </a:txBody>
                  <a:tcPr marL="0" marR="0" marT="0" marB="0"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1</a:t>
                      </a:r>
                    </a:p>
                  </a:txBody>
                  <a:tcPr marL="0" marR="0" marT="0" marB="0"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a:t>
                      </a:r>
                    </a:p>
                  </a:txBody>
                  <a:tcPr marL="0" marR="0" marT="0" marB="0" horzOverflow="overflow">
                    <a:lnL w="63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r h="32688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100</a:t>
                      </a:r>
                    </a:p>
                  </a:txBody>
                  <a:tcPr marL="0" marR="0" marT="0" marB="0" horzOverflow="overflow">
                    <a:lnL w="190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a:t>
                      </a:r>
                      <a:r>
                        <a:rPr kumimoji="0" lang="en-US" altLang="zh-CN" sz="2000" b="0" i="0" u="none" strike="noStrike" cap="none" normalizeH="0" baseline="0" dirty="0">
                          <a:ln>
                            <a:noFill/>
                          </a:ln>
                          <a:solidFill>
                            <a:srgbClr val="3333FF"/>
                          </a:solidFill>
                          <a:effectLst/>
                          <a:latin typeface="Arial" charset="0"/>
                          <a:ea typeface="宋体" pitchFamily="2" charset="-122"/>
                        </a:rPr>
                        <a:t>1</a:t>
                      </a:r>
                      <a:r>
                        <a:rPr kumimoji="0" lang="en-US" altLang="zh-CN" sz="2000" b="0" i="0" u="none" strike="noStrike" cap="none" normalizeH="0" baseline="0" dirty="0">
                          <a:ln>
                            <a:noFill/>
                          </a:ln>
                          <a:solidFill>
                            <a:srgbClr val="00B050"/>
                          </a:solidFill>
                          <a:effectLst/>
                          <a:latin typeface="Arial" charset="0"/>
                          <a:ea typeface="宋体" pitchFamily="2" charset="-122"/>
                        </a:rPr>
                        <a:t>1</a:t>
                      </a:r>
                    </a:p>
                  </a:txBody>
                  <a:tcPr marL="0" marR="0" marT="0" marB="0"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a:t>
                      </a:r>
                      <a:r>
                        <a:rPr kumimoji="0" lang="en-US" altLang="zh-CN" sz="2000" b="0" i="0" u="none" strike="noStrike" cap="none" normalizeH="0" baseline="0" dirty="0">
                          <a:ln>
                            <a:noFill/>
                          </a:ln>
                          <a:solidFill>
                            <a:srgbClr val="3333FF"/>
                          </a:solidFill>
                          <a:effectLst/>
                          <a:latin typeface="Arial" charset="0"/>
                          <a:ea typeface="宋体" pitchFamily="2" charset="-122"/>
                        </a:rPr>
                        <a:t>0</a:t>
                      </a:r>
                      <a:r>
                        <a:rPr kumimoji="0" lang="en-US" altLang="zh-CN" sz="2000" b="0" i="0" u="none" strike="noStrike" cap="none" normalizeH="0" baseline="0" dirty="0">
                          <a:ln>
                            <a:noFill/>
                          </a:ln>
                          <a:solidFill>
                            <a:srgbClr val="00B050"/>
                          </a:solidFill>
                          <a:effectLst/>
                          <a:latin typeface="Arial" charset="0"/>
                          <a:ea typeface="宋体" pitchFamily="2" charset="-122"/>
                        </a:rPr>
                        <a:t>1</a:t>
                      </a:r>
                    </a:p>
                  </a:txBody>
                  <a:tcPr marL="0" marR="0" marT="0" marB="0"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a:t>
                      </a:r>
                    </a:p>
                  </a:txBody>
                  <a:tcPr marL="0" marR="0" marT="0" marB="0"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1</a:t>
                      </a:r>
                    </a:p>
                  </a:txBody>
                  <a:tcPr marL="0" marR="0" marT="0" marB="0" horzOverflow="overflow">
                    <a:lnL w="63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5"/>
                  </a:ext>
                </a:extLst>
              </a:tr>
              <a:tr h="32688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111</a:t>
                      </a:r>
                    </a:p>
                  </a:txBody>
                  <a:tcPr marL="0" marR="0" marT="0" marB="0" horzOverflow="overflow">
                    <a:lnL w="190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1</a:t>
                      </a:r>
                      <a:r>
                        <a:rPr kumimoji="0" lang="en-US" altLang="zh-CN" sz="2000" b="0" i="0" u="none" strike="noStrike" cap="none" normalizeH="0" baseline="0" dirty="0">
                          <a:ln>
                            <a:noFill/>
                          </a:ln>
                          <a:solidFill>
                            <a:srgbClr val="3333FF"/>
                          </a:solidFill>
                          <a:effectLst/>
                          <a:latin typeface="Arial" charset="0"/>
                          <a:ea typeface="宋体" pitchFamily="2" charset="-122"/>
                        </a:rPr>
                        <a:t>1</a:t>
                      </a:r>
                      <a:r>
                        <a:rPr kumimoji="0" lang="en-US" altLang="zh-CN" sz="2000" b="0" i="0" u="none" strike="noStrike" cap="none" normalizeH="0" baseline="0" dirty="0">
                          <a:ln>
                            <a:noFill/>
                          </a:ln>
                          <a:solidFill>
                            <a:srgbClr val="00B050"/>
                          </a:solidFill>
                          <a:effectLst/>
                          <a:latin typeface="Arial" charset="0"/>
                          <a:ea typeface="宋体" pitchFamily="2" charset="-122"/>
                        </a:rPr>
                        <a:t>0</a:t>
                      </a:r>
                    </a:p>
                  </a:txBody>
                  <a:tcPr marL="0" marR="0" marT="0" marB="0"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a:t>
                      </a:r>
                      <a:r>
                        <a:rPr kumimoji="0" lang="en-US" altLang="zh-CN" sz="2000" b="0" i="0" u="none" strike="noStrike" cap="none" normalizeH="0" baseline="0" dirty="0">
                          <a:ln>
                            <a:noFill/>
                          </a:ln>
                          <a:solidFill>
                            <a:srgbClr val="3333FF"/>
                          </a:solidFill>
                          <a:effectLst/>
                          <a:latin typeface="Arial" charset="0"/>
                          <a:ea typeface="宋体" pitchFamily="2" charset="-122"/>
                        </a:rPr>
                        <a:t>1</a:t>
                      </a:r>
                      <a:r>
                        <a:rPr kumimoji="0" lang="en-US" altLang="zh-CN" sz="2000" b="0" i="0" u="none" strike="noStrike" cap="none" normalizeH="0" baseline="0" dirty="0">
                          <a:ln>
                            <a:noFill/>
                          </a:ln>
                          <a:solidFill>
                            <a:srgbClr val="00B050"/>
                          </a:solidFill>
                          <a:effectLst/>
                          <a:latin typeface="Arial" charset="0"/>
                          <a:ea typeface="宋体" pitchFamily="2" charset="-122"/>
                        </a:rPr>
                        <a:t>0</a:t>
                      </a:r>
                    </a:p>
                  </a:txBody>
                  <a:tcPr marL="0" marR="0" marT="0" marB="0"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1</a:t>
                      </a:r>
                    </a:p>
                  </a:txBody>
                  <a:tcPr marL="0" marR="0" marT="0" marB="0"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a:t>
                      </a:r>
                    </a:p>
                  </a:txBody>
                  <a:tcPr marL="0" marR="0" marT="0" marB="0" horzOverflow="overflow">
                    <a:lnL w="63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6"/>
                  </a:ext>
                </a:extLst>
              </a:tr>
              <a:tr h="32688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101</a:t>
                      </a:r>
                    </a:p>
                  </a:txBody>
                  <a:tcPr marL="0" marR="0" marT="0" marB="0" horzOverflow="overflow">
                    <a:lnL w="190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a:t>
                      </a:r>
                      <a:r>
                        <a:rPr kumimoji="0" lang="en-US" altLang="zh-CN" sz="2000" b="0" i="0" u="none" strike="noStrike" cap="none" normalizeH="0" baseline="0" dirty="0">
                          <a:ln>
                            <a:noFill/>
                          </a:ln>
                          <a:solidFill>
                            <a:srgbClr val="3333FF"/>
                          </a:solidFill>
                          <a:effectLst/>
                          <a:latin typeface="Arial" charset="0"/>
                          <a:ea typeface="宋体" pitchFamily="2" charset="-122"/>
                        </a:rPr>
                        <a:t>0</a:t>
                      </a:r>
                      <a:r>
                        <a:rPr kumimoji="0" lang="en-US" altLang="zh-CN" sz="2000" b="0" i="0" u="none" strike="noStrike" cap="none" normalizeH="0" baseline="0" dirty="0">
                          <a:ln>
                            <a:noFill/>
                          </a:ln>
                          <a:solidFill>
                            <a:srgbClr val="00B050"/>
                          </a:solidFill>
                          <a:effectLst/>
                          <a:latin typeface="Arial" charset="0"/>
                          <a:ea typeface="宋体" pitchFamily="2" charset="-122"/>
                        </a:rPr>
                        <a:t>1</a:t>
                      </a:r>
                    </a:p>
                  </a:txBody>
                  <a:tcPr marL="0" marR="0" marT="0" marB="0"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a:t>
                      </a:r>
                      <a:r>
                        <a:rPr kumimoji="0" lang="en-US" altLang="zh-CN" sz="2000" b="0" i="0" u="none" strike="noStrike" cap="none" normalizeH="0" baseline="0" dirty="0">
                          <a:ln>
                            <a:noFill/>
                          </a:ln>
                          <a:solidFill>
                            <a:srgbClr val="3333FF"/>
                          </a:solidFill>
                          <a:effectLst/>
                          <a:latin typeface="Arial" charset="0"/>
                          <a:ea typeface="宋体" pitchFamily="2" charset="-122"/>
                        </a:rPr>
                        <a:t>1</a:t>
                      </a:r>
                      <a:r>
                        <a:rPr kumimoji="0" lang="en-US" altLang="zh-CN" sz="2000" b="0" i="0" u="none" strike="noStrike" cap="none" normalizeH="0" baseline="0" dirty="0">
                          <a:ln>
                            <a:noFill/>
                          </a:ln>
                          <a:solidFill>
                            <a:srgbClr val="00B050"/>
                          </a:solidFill>
                          <a:effectLst/>
                          <a:latin typeface="Arial" charset="0"/>
                          <a:ea typeface="宋体" pitchFamily="2" charset="-122"/>
                        </a:rPr>
                        <a:t>1</a:t>
                      </a:r>
                    </a:p>
                  </a:txBody>
                  <a:tcPr marL="0" marR="0" marT="0" marB="0"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a:t>
                      </a:r>
                    </a:p>
                  </a:txBody>
                  <a:tcPr marL="0" marR="0" marT="0" marB="0"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1</a:t>
                      </a:r>
                    </a:p>
                  </a:txBody>
                  <a:tcPr marL="0" marR="0" marT="0" marB="0" horzOverflow="overflow">
                    <a:lnL w="63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7"/>
                  </a:ext>
                </a:extLst>
              </a:tr>
              <a:tr h="32688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010</a:t>
                      </a:r>
                    </a:p>
                  </a:txBody>
                  <a:tcPr marL="0" marR="0" marT="0" marB="0" horzOverflow="overflow">
                    <a:lnL w="190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1</a:t>
                      </a:r>
                      <a:r>
                        <a:rPr kumimoji="0" lang="en-US" altLang="zh-CN" sz="2000" b="0" i="0" u="none" strike="noStrike" cap="none" normalizeH="0" baseline="0" dirty="0">
                          <a:ln>
                            <a:noFill/>
                          </a:ln>
                          <a:solidFill>
                            <a:srgbClr val="3333FF"/>
                          </a:solidFill>
                          <a:effectLst/>
                          <a:latin typeface="Arial" charset="0"/>
                          <a:ea typeface="宋体" pitchFamily="2" charset="-122"/>
                        </a:rPr>
                        <a:t>1</a:t>
                      </a:r>
                      <a:r>
                        <a:rPr kumimoji="0" lang="en-US" altLang="zh-CN" sz="2000" b="0" i="0" u="none" strike="noStrike" cap="none" normalizeH="0" baseline="0" dirty="0">
                          <a:ln>
                            <a:noFill/>
                          </a:ln>
                          <a:solidFill>
                            <a:srgbClr val="00B050"/>
                          </a:solidFill>
                          <a:effectLst/>
                          <a:latin typeface="Arial" charset="0"/>
                          <a:ea typeface="宋体" pitchFamily="2" charset="-122"/>
                        </a:rPr>
                        <a:t>1</a:t>
                      </a:r>
                    </a:p>
                  </a:txBody>
                  <a:tcPr marL="0" marR="0" marT="0" marB="0"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1</a:t>
                      </a:r>
                      <a:r>
                        <a:rPr kumimoji="0" lang="en-US" altLang="zh-CN" sz="2000" b="0" i="0" u="none" strike="noStrike" cap="none" normalizeH="0" baseline="0" dirty="0">
                          <a:ln>
                            <a:noFill/>
                          </a:ln>
                          <a:solidFill>
                            <a:srgbClr val="3333FF"/>
                          </a:solidFill>
                          <a:effectLst/>
                          <a:latin typeface="Arial" charset="0"/>
                          <a:ea typeface="宋体" pitchFamily="2" charset="-122"/>
                        </a:rPr>
                        <a:t>0</a:t>
                      </a:r>
                      <a:r>
                        <a:rPr kumimoji="0" lang="en-US" altLang="zh-CN" sz="2000" b="0" i="0" u="none" strike="noStrike" cap="none" normalizeH="0" baseline="0" dirty="0">
                          <a:ln>
                            <a:noFill/>
                          </a:ln>
                          <a:solidFill>
                            <a:srgbClr val="00B050"/>
                          </a:solidFill>
                          <a:effectLst/>
                          <a:latin typeface="Arial" charset="0"/>
                          <a:ea typeface="宋体" pitchFamily="2" charset="-122"/>
                        </a:rPr>
                        <a:t>1</a:t>
                      </a:r>
                    </a:p>
                  </a:txBody>
                  <a:tcPr marL="0" marR="0" marT="0" marB="0"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a:t>
                      </a:r>
                    </a:p>
                  </a:txBody>
                  <a:tcPr marL="0" marR="0" marT="0" marB="0"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a:t>
                      </a:r>
                    </a:p>
                  </a:txBody>
                  <a:tcPr marL="0" marR="0" marT="0" marB="0" horzOverflow="overflow">
                    <a:lnL w="63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8"/>
                  </a:ext>
                </a:extLst>
              </a:tr>
            </a:tbl>
          </a:graphicData>
        </a:graphic>
      </p:graphicFrame>
      <p:graphicFrame>
        <p:nvGraphicFramePr>
          <p:cNvPr id="12" name="Group 244">
            <a:extLst>
              <a:ext uri="{FF2B5EF4-FFF2-40B4-BE49-F238E27FC236}">
                <a16:creationId xmlns:a16="http://schemas.microsoft.com/office/drawing/2014/main" id="{CE67E9D4-1DFD-9DA0-359B-251F12E6F8E1}"/>
              </a:ext>
            </a:extLst>
          </p:cNvPr>
          <p:cNvGraphicFramePr>
            <a:graphicFrameLocks/>
          </p:cNvGraphicFramePr>
          <p:nvPr>
            <p:extLst>
              <p:ext uri="{D42A27DB-BD31-4B8C-83A1-F6EECF244321}">
                <p14:modId xmlns:p14="http://schemas.microsoft.com/office/powerpoint/2010/main" val="1536260577"/>
              </p:ext>
            </p:extLst>
          </p:nvPr>
        </p:nvGraphicFramePr>
        <p:xfrm>
          <a:off x="979587" y="2216773"/>
          <a:ext cx="3319379" cy="3438000"/>
        </p:xfrm>
        <a:graphic>
          <a:graphicData uri="http://schemas.openxmlformats.org/drawingml/2006/table">
            <a:tbl>
              <a:tblPr/>
              <a:tblGrid>
                <a:gridCol w="956107">
                  <a:extLst>
                    <a:ext uri="{9D8B030D-6E8A-4147-A177-3AD203B41FA5}">
                      <a16:colId xmlns:a16="http://schemas.microsoft.com/office/drawing/2014/main" val="20000"/>
                    </a:ext>
                  </a:extLst>
                </a:gridCol>
                <a:gridCol w="573664">
                  <a:extLst>
                    <a:ext uri="{9D8B030D-6E8A-4147-A177-3AD203B41FA5}">
                      <a16:colId xmlns:a16="http://schemas.microsoft.com/office/drawing/2014/main" val="20001"/>
                    </a:ext>
                  </a:extLst>
                </a:gridCol>
                <a:gridCol w="600981">
                  <a:extLst>
                    <a:ext uri="{9D8B030D-6E8A-4147-A177-3AD203B41FA5}">
                      <a16:colId xmlns:a16="http://schemas.microsoft.com/office/drawing/2014/main" val="20002"/>
                    </a:ext>
                  </a:extLst>
                </a:gridCol>
                <a:gridCol w="655616">
                  <a:extLst>
                    <a:ext uri="{9D8B030D-6E8A-4147-A177-3AD203B41FA5}">
                      <a16:colId xmlns:a16="http://schemas.microsoft.com/office/drawing/2014/main" val="20003"/>
                    </a:ext>
                  </a:extLst>
                </a:gridCol>
                <a:gridCol w="533011">
                  <a:extLst>
                    <a:ext uri="{9D8B030D-6E8A-4147-A177-3AD203B41FA5}">
                      <a16:colId xmlns:a16="http://schemas.microsoft.com/office/drawing/2014/main" val="20004"/>
                    </a:ext>
                  </a:extLst>
                </a:gridCol>
              </a:tblGrid>
              <a:tr h="732596">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1800" b="0" i="0" u="none" strike="noStrike" kern="1200" cap="none" normalizeH="0" baseline="0" dirty="0">
                          <a:ln>
                            <a:noFill/>
                          </a:ln>
                          <a:solidFill>
                            <a:schemeClr val="tx1"/>
                          </a:solidFill>
                          <a:effectLst/>
                          <a:latin typeface="Calibri"/>
                          <a:ea typeface="黑体"/>
                          <a:cs typeface="+mn-cs"/>
                        </a:rPr>
                        <a:t>现态</a:t>
                      </a:r>
                      <a:r>
                        <a:rPr kumimoji="0" lang="en-US" altLang="zh-CN" sz="1800" b="0" i="0" u="none" strike="noStrike" cap="none" normalizeH="0" baseline="0" dirty="0">
                          <a:ln>
                            <a:noFill/>
                          </a:ln>
                          <a:solidFill>
                            <a:schemeClr val="tx1"/>
                          </a:solidFill>
                          <a:effectLst/>
                          <a:latin typeface="+mn-lt"/>
                          <a:ea typeface="+mn-ea"/>
                        </a:rPr>
                        <a:t>Q</a:t>
                      </a:r>
                      <a:r>
                        <a:rPr kumimoji="0" lang="en-US" altLang="zh-CN" sz="1800" b="0" i="0" u="none" strike="noStrike" cap="none" normalizeH="0" baseline="-25000" dirty="0">
                          <a:ln>
                            <a:noFill/>
                          </a:ln>
                          <a:solidFill>
                            <a:schemeClr val="tx1"/>
                          </a:solidFill>
                          <a:effectLst/>
                          <a:latin typeface="+mn-lt"/>
                          <a:ea typeface="+mn-ea"/>
                        </a:rPr>
                        <a:t>1</a:t>
                      </a:r>
                      <a:r>
                        <a:rPr kumimoji="0" lang="en-US" altLang="zh-CN" sz="1800" b="0" i="0" u="none" strike="noStrike" cap="none" normalizeH="0" baseline="0" dirty="0">
                          <a:ln>
                            <a:noFill/>
                          </a:ln>
                          <a:solidFill>
                            <a:schemeClr val="tx1"/>
                          </a:solidFill>
                          <a:effectLst/>
                          <a:latin typeface="+mn-lt"/>
                          <a:ea typeface="+mn-ea"/>
                        </a:rPr>
                        <a:t>Q</a:t>
                      </a:r>
                      <a:r>
                        <a:rPr kumimoji="0" lang="en-US" altLang="zh-CN" sz="1800" b="0" i="0" u="none" strike="noStrike" cap="none" normalizeH="0" baseline="-25000" dirty="0">
                          <a:ln>
                            <a:noFill/>
                          </a:ln>
                          <a:solidFill>
                            <a:schemeClr val="tx1"/>
                          </a:solidFill>
                          <a:effectLst/>
                          <a:latin typeface="+mn-lt"/>
                          <a:ea typeface="+mn-ea"/>
                        </a:rPr>
                        <a:t>2</a:t>
                      </a:r>
                      <a:r>
                        <a:rPr kumimoji="0" lang="en-US" altLang="zh-CN" sz="1800" b="0" i="0" u="none" strike="noStrike" cap="none" normalizeH="0" baseline="0" dirty="0">
                          <a:ln>
                            <a:noFill/>
                          </a:ln>
                          <a:solidFill>
                            <a:schemeClr val="tx1"/>
                          </a:solidFill>
                          <a:effectLst/>
                          <a:latin typeface="+mn-lt"/>
                          <a:ea typeface="+mn-ea"/>
                        </a:rPr>
                        <a:t>Q</a:t>
                      </a:r>
                      <a:r>
                        <a:rPr kumimoji="0" lang="en-US" altLang="zh-CN" sz="1800" b="0" i="0" u="none" strike="noStrike" cap="none" normalizeH="0" baseline="-25000" dirty="0">
                          <a:ln>
                            <a:noFill/>
                          </a:ln>
                          <a:solidFill>
                            <a:schemeClr val="tx1"/>
                          </a:solidFill>
                          <a:effectLst/>
                          <a:latin typeface="+mn-lt"/>
                          <a:ea typeface="+mn-ea"/>
                        </a:rPr>
                        <a:t>3</a:t>
                      </a:r>
                      <a:endParaRPr kumimoji="0" lang="en-US" altLang="zh-CN" sz="1800" b="0" i="0" u="none" strike="noStrike" cap="none" normalizeH="0" baseline="0" dirty="0">
                        <a:ln>
                          <a:noFill/>
                        </a:ln>
                        <a:solidFill>
                          <a:schemeClr val="tx1"/>
                        </a:solidFill>
                        <a:effectLst/>
                        <a:latin typeface="+mn-lt"/>
                        <a:ea typeface="+mn-ea"/>
                      </a:endParaRPr>
                    </a:p>
                  </a:txBody>
                  <a:tcPr marL="0" marR="0" marT="0" marB="0" anchor="ctr" horzOverflow="overflow">
                    <a:lnL w="190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tc gridSpan="2">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1800" b="0" i="0" u="none" strike="noStrike" kern="1200" cap="none" normalizeH="0" baseline="0" dirty="0">
                          <a:ln>
                            <a:noFill/>
                          </a:ln>
                          <a:solidFill>
                            <a:schemeClr val="tx1"/>
                          </a:solidFill>
                          <a:effectLst/>
                          <a:latin typeface="Calibri"/>
                          <a:ea typeface="黑体"/>
                          <a:cs typeface="+mn-cs"/>
                        </a:rPr>
                        <a:t>次态</a:t>
                      </a:r>
                      <a:endParaRPr kumimoji="0" lang="en-US" altLang="zh-CN" sz="1800" b="0" i="0" u="none" strike="noStrike" kern="1200" cap="none" normalizeH="0" baseline="0" dirty="0">
                        <a:ln>
                          <a:noFill/>
                        </a:ln>
                        <a:solidFill>
                          <a:schemeClr val="tx1"/>
                        </a:solidFill>
                        <a:effectLst/>
                        <a:latin typeface="Calibri"/>
                        <a:ea typeface="黑体"/>
                        <a:cs typeface="+mn-cs"/>
                      </a:endParaRPr>
                    </a:p>
                    <a:p>
                      <a:pPr marL="0" marR="0" lvl="0" indent="0" algn="ctr" defTabSz="914400" rtl="0" eaLnBrk="1" fontAlgn="base" latinLnBrk="0" hangingPunct="1">
                        <a:lnSpc>
                          <a:spcPct val="100000"/>
                        </a:lnSpc>
                        <a:spcBef>
                          <a:spcPct val="0"/>
                        </a:spcBef>
                        <a:spcAft>
                          <a:spcPct val="0"/>
                        </a:spcAft>
                        <a:buClr>
                          <a:srgbClr val="009999"/>
                        </a:buClr>
                        <a:buSzPct val="80000"/>
                        <a:buFont typeface="Wingdings" pitchFamily="2" charset="2"/>
                        <a:buNone/>
                        <a:tabLst/>
                        <a:defRPr/>
                      </a:pPr>
                      <a:r>
                        <a:rPr kumimoji="0" lang="en-US" altLang="zh-CN" sz="1800" b="0" i="0" u="none" strike="noStrike" kern="1200" cap="none" spc="0" normalizeH="0" baseline="0" noProof="0" dirty="0">
                          <a:ln>
                            <a:noFill/>
                          </a:ln>
                          <a:solidFill>
                            <a:srgbClr val="000000"/>
                          </a:solidFill>
                          <a:effectLst/>
                          <a:uLnTx/>
                          <a:uFillTx/>
                          <a:latin typeface="Arial" panose="020B0604020202020204"/>
                          <a:ea typeface="黑体" panose="02010609060101010101" pitchFamily="49" charset="-122"/>
                          <a:cs typeface="+mn-cs"/>
                        </a:rPr>
                        <a:t>Q</a:t>
                      </a:r>
                      <a:r>
                        <a:rPr kumimoji="0" lang="en-US" altLang="zh-CN" sz="1800" b="0" i="0" u="none" strike="noStrike" kern="1200" cap="none" spc="0" normalizeH="0" baseline="30000" noProof="0" dirty="0">
                          <a:ln>
                            <a:noFill/>
                          </a:ln>
                          <a:solidFill>
                            <a:srgbClr val="000000"/>
                          </a:solidFill>
                          <a:effectLst/>
                          <a:uLnTx/>
                          <a:uFillTx/>
                          <a:latin typeface="Arial" panose="020B0604020202020204"/>
                          <a:ea typeface="黑体" panose="02010609060101010101" pitchFamily="49" charset="-122"/>
                          <a:cs typeface="+mn-cs"/>
                        </a:rPr>
                        <a:t>+</a:t>
                      </a:r>
                      <a:r>
                        <a:rPr kumimoji="0" lang="en-US" altLang="zh-CN" sz="1800" b="0" i="0" u="none" strike="noStrike" kern="1200" cap="none" spc="0" normalizeH="0" baseline="-25000" noProof="0" dirty="0">
                          <a:ln>
                            <a:noFill/>
                          </a:ln>
                          <a:solidFill>
                            <a:srgbClr val="000000"/>
                          </a:solidFill>
                          <a:effectLst/>
                          <a:uLnTx/>
                          <a:uFillTx/>
                          <a:latin typeface="Arial" panose="020B0604020202020204"/>
                          <a:ea typeface="黑体" panose="02010609060101010101" pitchFamily="49" charset="-122"/>
                          <a:cs typeface="+mn-cs"/>
                        </a:rPr>
                        <a:t>1</a:t>
                      </a:r>
                      <a:r>
                        <a:rPr kumimoji="0" lang="en-US" altLang="zh-CN" sz="1800" b="0" i="0" u="none" strike="noStrike" kern="1200" cap="none" spc="0" normalizeH="0" baseline="0" noProof="0" dirty="0">
                          <a:ln>
                            <a:noFill/>
                          </a:ln>
                          <a:solidFill>
                            <a:srgbClr val="000000"/>
                          </a:solidFill>
                          <a:effectLst/>
                          <a:uLnTx/>
                          <a:uFillTx/>
                          <a:latin typeface="Arial" panose="020B0604020202020204"/>
                          <a:ea typeface="黑体" panose="02010609060101010101" pitchFamily="49" charset="-122"/>
                          <a:cs typeface="+mn-cs"/>
                        </a:rPr>
                        <a:t>Q</a:t>
                      </a:r>
                      <a:r>
                        <a:rPr kumimoji="0" lang="en-US" altLang="zh-CN" sz="1800" b="0" i="0" u="none" strike="noStrike" kern="1200" cap="none" spc="0" normalizeH="0" baseline="30000" noProof="0" dirty="0">
                          <a:ln>
                            <a:noFill/>
                          </a:ln>
                          <a:solidFill>
                            <a:srgbClr val="000000"/>
                          </a:solidFill>
                          <a:effectLst/>
                          <a:uLnTx/>
                          <a:uFillTx/>
                          <a:latin typeface="Arial" panose="020B0604020202020204"/>
                          <a:ea typeface="黑体" panose="02010609060101010101" pitchFamily="49" charset="-122"/>
                          <a:cs typeface="+mn-cs"/>
                        </a:rPr>
                        <a:t>+</a:t>
                      </a:r>
                      <a:r>
                        <a:rPr kumimoji="0" lang="en-US" altLang="zh-CN" sz="1800" b="0" i="0" u="none" strike="noStrike" kern="1200" cap="none" spc="0" normalizeH="0" baseline="-25000" noProof="0" dirty="0">
                          <a:ln>
                            <a:noFill/>
                          </a:ln>
                          <a:solidFill>
                            <a:srgbClr val="000000"/>
                          </a:solidFill>
                          <a:effectLst/>
                          <a:uLnTx/>
                          <a:uFillTx/>
                          <a:latin typeface="Arial" panose="020B0604020202020204"/>
                          <a:ea typeface="黑体" panose="02010609060101010101" pitchFamily="49" charset="-122"/>
                          <a:cs typeface="+mn-cs"/>
                        </a:rPr>
                        <a:t>2</a:t>
                      </a:r>
                      <a:r>
                        <a:rPr kumimoji="0" lang="en-US" altLang="zh-CN" sz="1800" b="0" i="0" u="none" strike="noStrike" kern="1200" cap="none" spc="0" normalizeH="0" baseline="0" noProof="0" dirty="0">
                          <a:ln>
                            <a:noFill/>
                          </a:ln>
                          <a:solidFill>
                            <a:srgbClr val="000000"/>
                          </a:solidFill>
                          <a:effectLst/>
                          <a:uLnTx/>
                          <a:uFillTx/>
                          <a:latin typeface="Arial" panose="020B0604020202020204"/>
                          <a:ea typeface="黑体" panose="02010609060101010101" pitchFamily="49" charset="-122"/>
                          <a:cs typeface="+mn-cs"/>
                        </a:rPr>
                        <a:t>Q</a:t>
                      </a:r>
                      <a:r>
                        <a:rPr kumimoji="0" lang="en-US" altLang="zh-CN" sz="1800" b="0" i="0" u="none" strike="noStrike" kern="1200" cap="none" spc="0" normalizeH="0" baseline="30000" noProof="0" dirty="0">
                          <a:ln>
                            <a:noFill/>
                          </a:ln>
                          <a:solidFill>
                            <a:srgbClr val="000000"/>
                          </a:solidFill>
                          <a:effectLst/>
                          <a:uLnTx/>
                          <a:uFillTx/>
                          <a:latin typeface="Arial" panose="020B0604020202020204"/>
                          <a:ea typeface="黑体" panose="02010609060101010101" pitchFamily="49" charset="-122"/>
                          <a:cs typeface="+mn-cs"/>
                        </a:rPr>
                        <a:t>+</a:t>
                      </a:r>
                      <a:r>
                        <a:rPr kumimoji="0" lang="en-US" altLang="zh-CN" sz="1800" b="0" i="0" u="none" strike="noStrike" kern="1200" cap="none" spc="0" normalizeH="0" baseline="-25000" noProof="0" dirty="0">
                          <a:ln>
                            <a:noFill/>
                          </a:ln>
                          <a:solidFill>
                            <a:srgbClr val="000000"/>
                          </a:solidFill>
                          <a:effectLst/>
                          <a:uLnTx/>
                          <a:uFillTx/>
                          <a:latin typeface="Arial" panose="020B0604020202020204"/>
                          <a:ea typeface="黑体" panose="02010609060101010101" pitchFamily="49" charset="-122"/>
                          <a:cs typeface="+mn-cs"/>
                        </a:rPr>
                        <a:t>3</a:t>
                      </a:r>
                      <a:endParaRPr kumimoji="0" lang="en-US" altLang="zh-CN" sz="1800" b="0" i="0" u="none" strike="noStrike" cap="none" normalizeH="0" baseline="0" dirty="0">
                        <a:ln>
                          <a:noFill/>
                        </a:ln>
                        <a:solidFill>
                          <a:schemeClr val="tx1"/>
                        </a:solidFill>
                        <a:effectLst/>
                        <a:latin typeface="+mn-lt"/>
                        <a:ea typeface="+mn-ea"/>
                      </a:endParaRPr>
                    </a:p>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x=0 x=1</a:t>
                      </a:r>
                    </a:p>
                  </a:txBody>
                  <a:tcPr marL="0" marR="0" marT="0" marB="0" anchor="ct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tc gridSpan="2">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1800" b="0" i="0" u="none" strike="noStrike" kern="1200" cap="none" normalizeH="0" baseline="0" dirty="0">
                          <a:ln>
                            <a:noFill/>
                          </a:ln>
                          <a:solidFill>
                            <a:schemeClr val="tx1"/>
                          </a:solidFill>
                          <a:effectLst/>
                          <a:latin typeface="Calibri"/>
                          <a:ea typeface="黑体"/>
                          <a:cs typeface="+mn-cs"/>
                        </a:rPr>
                        <a:t>输出</a:t>
                      </a:r>
                      <a:endParaRPr kumimoji="0" lang="en-US" altLang="zh-CN" sz="1800" b="0" i="0" u="none" strike="noStrike" kern="1200" cap="none" normalizeH="0" baseline="0" dirty="0">
                        <a:ln>
                          <a:noFill/>
                        </a:ln>
                        <a:solidFill>
                          <a:schemeClr val="tx1"/>
                        </a:solidFill>
                        <a:effectLst/>
                        <a:latin typeface="Calibri"/>
                        <a:ea typeface="黑体"/>
                        <a:cs typeface="+mn-cs"/>
                      </a:endParaRPr>
                    </a:p>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z</a:t>
                      </a:r>
                    </a:p>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0" i="0" u="none" strike="noStrike" cap="none" normalizeH="0" baseline="0" dirty="0">
                          <a:ln>
                            <a:noFill/>
                          </a:ln>
                          <a:solidFill>
                            <a:schemeClr val="tx1"/>
                          </a:solidFill>
                          <a:effectLst/>
                          <a:latin typeface="+mn-lt"/>
                          <a:ea typeface="+mn-ea"/>
                        </a:rPr>
                        <a:t>x=0 x=1</a:t>
                      </a:r>
                    </a:p>
                  </a:txBody>
                  <a:tcPr marL="0" marR="0" marT="0" marB="0" anchor="ctr" horzOverflow="overflow">
                    <a:lnL w="63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extLst>
                  <a:ext uri="{0D108BD9-81ED-4DB2-BD59-A6C34878D82A}">
                    <a16:rowId xmlns:a16="http://schemas.microsoft.com/office/drawing/2014/main" val="10000"/>
                  </a:ext>
                </a:extLst>
              </a:tr>
              <a:tr h="32688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C00000"/>
                          </a:solidFill>
                          <a:effectLst/>
                          <a:latin typeface="Arial" charset="0"/>
                          <a:ea typeface="宋体" pitchFamily="2" charset="-122"/>
                        </a:rPr>
                        <a:t>000</a:t>
                      </a:r>
                    </a:p>
                  </a:txBody>
                  <a:tcPr marL="0" marR="0" marT="0" marB="0" horzOverflow="overflow">
                    <a:lnL w="190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C00000"/>
                          </a:solidFill>
                          <a:effectLst/>
                          <a:latin typeface="Arial" charset="0"/>
                          <a:ea typeface="宋体" pitchFamily="2" charset="-122"/>
                        </a:rPr>
                        <a:t>000</a:t>
                      </a:r>
                    </a:p>
                  </a:txBody>
                  <a:tcPr marL="0" marR="0" marT="0" marB="0"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0070C0"/>
                          </a:solidFill>
                          <a:effectLst/>
                          <a:latin typeface="Arial" charset="0"/>
                          <a:ea typeface="宋体" pitchFamily="2" charset="-122"/>
                        </a:rPr>
                        <a:t>001</a:t>
                      </a:r>
                    </a:p>
                  </a:txBody>
                  <a:tcPr marL="0" marR="0" marT="0" marB="0"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a:t>
                      </a:r>
                    </a:p>
                  </a:txBody>
                  <a:tcPr marL="0" marR="0" marT="0" marB="0"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a:t>
                      </a:r>
                    </a:p>
                  </a:txBody>
                  <a:tcPr marL="0" marR="0" marT="0" marB="0" horzOverflow="overflow">
                    <a:lnL w="63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32688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0070C0"/>
                          </a:solidFill>
                          <a:effectLst/>
                          <a:latin typeface="Arial" charset="0"/>
                          <a:ea typeface="宋体" pitchFamily="2" charset="-122"/>
                        </a:rPr>
                        <a:t>001</a:t>
                      </a:r>
                    </a:p>
                  </a:txBody>
                  <a:tcPr marL="0" marR="0" marT="0" marB="0" horzOverflow="overflow">
                    <a:lnL w="190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0070C0"/>
                          </a:solidFill>
                          <a:effectLst/>
                          <a:latin typeface="Arial" charset="0"/>
                          <a:ea typeface="宋体" pitchFamily="2" charset="-122"/>
                        </a:rPr>
                        <a:t>001</a:t>
                      </a:r>
                    </a:p>
                  </a:txBody>
                  <a:tcPr marL="0" marR="0" marT="0" marB="0"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00B050"/>
                          </a:solidFill>
                          <a:effectLst/>
                          <a:latin typeface="Arial" charset="0"/>
                          <a:ea typeface="宋体" pitchFamily="2" charset="-122"/>
                        </a:rPr>
                        <a:t>010</a:t>
                      </a:r>
                    </a:p>
                  </a:txBody>
                  <a:tcPr marL="0" marR="0" marT="0" marB="0"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0</a:t>
                      </a:r>
                    </a:p>
                  </a:txBody>
                  <a:tcPr marL="0" marR="0" marT="0" marB="0"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a:t>
                      </a:r>
                    </a:p>
                  </a:txBody>
                  <a:tcPr marL="0" marR="0" marT="0" marB="0" horzOverflow="overflow">
                    <a:lnL w="63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32688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00B050"/>
                          </a:solidFill>
                          <a:effectLst/>
                          <a:latin typeface="Arial" charset="0"/>
                          <a:ea typeface="宋体" pitchFamily="2" charset="-122"/>
                        </a:rPr>
                        <a:t>010</a:t>
                      </a:r>
                    </a:p>
                  </a:txBody>
                  <a:tcPr marL="0" marR="0" marT="0" marB="0" horzOverflow="overflow">
                    <a:lnL w="190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kern="1200" cap="none" normalizeH="0" baseline="0" dirty="0">
                          <a:ln>
                            <a:noFill/>
                          </a:ln>
                          <a:solidFill>
                            <a:srgbClr val="CC9900"/>
                          </a:solidFill>
                          <a:effectLst/>
                          <a:latin typeface="+mn-lt"/>
                          <a:ea typeface="宋体" pitchFamily="2" charset="-122"/>
                          <a:cs typeface="+mn-cs"/>
                        </a:rPr>
                        <a:t>011</a:t>
                      </a:r>
                    </a:p>
                  </a:txBody>
                  <a:tcPr marL="0" marR="0" marT="0" marB="0"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100</a:t>
                      </a:r>
                      <a:endParaRPr kumimoji="0" lang="en-US" altLang="zh-CN" sz="2000" b="0" i="0" u="none" strike="noStrike" cap="none" normalizeH="0" baseline="0" dirty="0">
                        <a:ln>
                          <a:noFill/>
                        </a:ln>
                        <a:solidFill>
                          <a:srgbClr val="00B050"/>
                        </a:solidFill>
                        <a:effectLst/>
                        <a:latin typeface="Arial" charset="0"/>
                        <a:ea typeface="宋体" pitchFamily="2" charset="-122"/>
                      </a:endParaRPr>
                    </a:p>
                  </a:txBody>
                  <a:tcPr marL="0" marR="0" marT="0" marB="0"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a:t>
                      </a:r>
                    </a:p>
                  </a:txBody>
                  <a:tcPr marL="0" marR="0" marT="0" marB="0"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a:t>
                      </a:r>
                    </a:p>
                  </a:txBody>
                  <a:tcPr marL="0" marR="0" marT="0" marB="0" horzOverflow="overflow">
                    <a:lnL w="63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32688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kern="1200" cap="none" normalizeH="0" baseline="0" dirty="0">
                          <a:ln>
                            <a:noFill/>
                          </a:ln>
                          <a:solidFill>
                            <a:srgbClr val="CC9900"/>
                          </a:solidFill>
                          <a:effectLst/>
                          <a:latin typeface="+mn-lt"/>
                          <a:ea typeface="宋体" pitchFamily="2" charset="-122"/>
                          <a:cs typeface="+mn-cs"/>
                        </a:rPr>
                        <a:t>011</a:t>
                      </a:r>
                    </a:p>
                  </a:txBody>
                  <a:tcPr marL="0" marR="0" marT="0" marB="0" horzOverflow="overflow">
                    <a:lnL w="190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101</a:t>
                      </a:r>
                      <a:endParaRPr kumimoji="0" lang="en-US" altLang="zh-CN" sz="2000" b="0" i="0" u="none" strike="noStrike" cap="none" normalizeH="0" baseline="0" dirty="0">
                        <a:ln>
                          <a:noFill/>
                        </a:ln>
                        <a:solidFill>
                          <a:srgbClr val="00B050"/>
                        </a:solidFill>
                        <a:effectLst/>
                        <a:latin typeface="Arial" charset="0"/>
                        <a:ea typeface="宋体" pitchFamily="2" charset="-122"/>
                      </a:endParaRPr>
                    </a:p>
                  </a:txBody>
                  <a:tcPr marL="0" marR="0" marT="0" marB="0"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110</a:t>
                      </a:r>
                      <a:endParaRPr kumimoji="0" lang="en-US" altLang="zh-CN" sz="2000" b="0" i="0" u="none" strike="noStrike" cap="none" normalizeH="0" baseline="0" dirty="0">
                        <a:ln>
                          <a:noFill/>
                        </a:ln>
                        <a:solidFill>
                          <a:srgbClr val="00B050"/>
                        </a:solidFill>
                        <a:effectLst/>
                        <a:latin typeface="Arial" charset="0"/>
                        <a:ea typeface="宋体" pitchFamily="2" charset="-122"/>
                      </a:endParaRPr>
                    </a:p>
                  </a:txBody>
                  <a:tcPr marL="0" marR="0" marT="0" marB="0"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1</a:t>
                      </a:r>
                    </a:p>
                  </a:txBody>
                  <a:tcPr marL="0" marR="0" marT="0" marB="0"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a:t>
                      </a:r>
                    </a:p>
                  </a:txBody>
                  <a:tcPr marL="0" marR="0" marT="0" marB="0" horzOverflow="overflow">
                    <a:lnL w="63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r h="32688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100</a:t>
                      </a:r>
                    </a:p>
                  </a:txBody>
                  <a:tcPr marL="0" marR="0" marT="0" marB="0" horzOverflow="overflow">
                    <a:lnL w="190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00B050"/>
                          </a:solidFill>
                          <a:effectLst/>
                          <a:latin typeface="Arial" charset="0"/>
                          <a:ea typeface="宋体" pitchFamily="2" charset="-122"/>
                        </a:rPr>
                        <a:t>010</a:t>
                      </a:r>
                    </a:p>
                  </a:txBody>
                  <a:tcPr marL="0" marR="0" marT="0" marB="0"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0070C0"/>
                          </a:solidFill>
                          <a:effectLst/>
                          <a:latin typeface="Arial" charset="0"/>
                          <a:ea typeface="宋体" pitchFamily="2" charset="-122"/>
                        </a:rPr>
                        <a:t>001</a:t>
                      </a:r>
                    </a:p>
                  </a:txBody>
                  <a:tcPr marL="0" marR="0" marT="0" marB="0"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a:t>
                      </a:r>
                    </a:p>
                  </a:txBody>
                  <a:tcPr marL="0" marR="0" marT="0" marB="0"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1</a:t>
                      </a:r>
                    </a:p>
                  </a:txBody>
                  <a:tcPr marL="0" marR="0" marT="0" marB="0" horzOverflow="overflow">
                    <a:lnL w="63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5"/>
                  </a:ext>
                </a:extLst>
              </a:tr>
              <a:tr h="32688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101</a:t>
                      </a:r>
                    </a:p>
                  </a:txBody>
                  <a:tcPr marL="0" marR="0" marT="0" marB="0" horzOverflow="overflow">
                    <a:lnL w="190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kern="1200" cap="none" normalizeH="0" baseline="0" dirty="0">
                          <a:ln>
                            <a:noFill/>
                          </a:ln>
                          <a:solidFill>
                            <a:srgbClr val="CC9900"/>
                          </a:solidFill>
                          <a:effectLst/>
                          <a:latin typeface="+mn-lt"/>
                          <a:ea typeface="宋体" pitchFamily="2" charset="-122"/>
                          <a:cs typeface="+mn-cs"/>
                        </a:rPr>
                        <a:t>011</a:t>
                      </a:r>
                    </a:p>
                  </a:txBody>
                  <a:tcPr marL="0" marR="0" marT="0" marB="0"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111</a:t>
                      </a:r>
                      <a:endParaRPr kumimoji="0" lang="en-US" altLang="zh-CN" sz="2000" b="0" i="0" u="none" strike="noStrike" cap="none" normalizeH="0" baseline="0" dirty="0">
                        <a:ln>
                          <a:noFill/>
                        </a:ln>
                        <a:solidFill>
                          <a:srgbClr val="00B050"/>
                        </a:solidFill>
                        <a:effectLst/>
                        <a:latin typeface="Arial" charset="0"/>
                        <a:ea typeface="宋体" pitchFamily="2" charset="-122"/>
                      </a:endParaRPr>
                    </a:p>
                  </a:txBody>
                  <a:tcPr marL="0" marR="0" marT="0" marB="0"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1</a:t>
                      </a:r>
                    </a:p>
                  </a:txBody>
                  <a:tcPr marL="0" marR="0" marT="0" marB="0"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a:t>
                      </a:r>
                    </a:p>
                  </a:txBody>
                  <a:tcPr marL="0" marR="0" marT="0" marB="0" horzOverflow="overflow">
                    <a:lnL w="63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6"/>
                  </a:ext>
                </a:extLst>
              </a:tr>
              <a:tr h="32688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110</a:t>
                      </a:r>
                    </a:p>
                  </a:txBody>
                  <a:tcPr marL="0" marR="0" marT="0" marB="0" horzOverflow="overflow">
                    <a:lnL w="190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0070C0"/>
                          </a:solidFill>
                          <a:effectLst/>
                          <a:latin typeface="Arial" charset="0"/>
                          <a:ea typeface="宋体" pitchFamily="2" charset="-122"/>
                        </a:rPr>
                        <a:t>001</a:t>
                      </a:r>
                    </a:p>
                  </a:txBody>
                  <a:tcPr marL="0" marR="0" marT="0" marB="0"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00B050"/>
                          </a:solidFill>
                          <a:effectLst/>
                          <a:latin typeface="Arial" charset="0"/>
                          <a:ea typeface="宋体" pitchFamily="2" charset="-122"/>
                        </a:rPr>
                        <a:t>010</a:t>
                      </a:r>
                    </a:p>
                  </a:txBody>
                  <a:tcPr marL="0" marR="0" marT="0" marB="0"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a:t>
                      </a:r>
                    </a:p>
                  </a:txBody>
                  <a:tcPr marL="0" marR="0" marT="0" marB="0"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1</a:t>
                      </a:r>
                    </a:p>
                  </a:txBody>
                  <a:tcPr marL="0" marR="0" marT="0" marB="0" horzOverflow="overflow">
                    <a:lnL w="63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7"/>
                  </a:ext>
                </a:extLst>
              </a:tr>
              <a:tr h="32688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111</a:t>
                      </a:r>
                    </a:p>
                  </a:txBody>
                  <a:tcPr marL="0" marR="0" marT="0" marB="0" horzOverflow="overflow">
                    <a:lnL w="190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101</a:t>
                      </a:r>
                      <a:endParaRPr kumimoji="0" lang="en-US" altLang="zh-CN" sz="2000" b="0" i="0" u="none" strike="noStrike" cap="none" normalizeH="0" baseline="0" dirty="0">
                        <a:ln>
                          <a:noFill/>
                        </a:ln>
                        <a:solidFill>
                          <a:srgbClr val="00B050"/>
                        </a:solidFill>
                        <a:effectLst/>
                        <a:latin typeface="Arial" charset="0"/>
                        <a:ea typeface="宋体" pitchFamily="2" charset="-122"/>
                      </a:endParaRPr>
                    </a:p>
                  </a:txBody>
                  <a:tcPr marL="0" marR="0" marT="0" marB="0"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110</a:t>
                      </a:r>
                      <a:endParaRPr kumimoji="0" lang="en-US" altLang="zh-CN" sz="2000" b="0" i="0" u="none" strike="noStrike" cap="none" normalizeH="0" baseline="0" dirty="0">
                        <a:ln>
                          <a:noFill/>
                        </a:ln>
                        <a:solidFill>
                          <a:srgbClr val="00B050"/>
                        </a:solidFill>
                        <a:effectLst/>
                        <a:latin typeface="Arial" charset="0"/>
                        <a:ea typeface="宋体" pitchFamily="2" charset="-122"/>
                      </a:endParaRPr>
                    </a:p>
                  </a:txBody>
                  <a:tcPr marL="0" marR="0" marT="0" marB="0"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a:t>
                      </a:r>
                    </a:p>
                  </a:txBody>
                  <a:tcPr marL="0" marR="0" marT="0" marB="0"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a:t>
                      </a:r>
                    </a:p>
                  </a:txBody>
                  <a:tcPr marL="0" marR="0" marT="0" marB="0" horzOverflow="overflow">
                    <a:lnL w="63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8"/>
                  </a:ext>
                </a:extLst>
              </a:tr>
            </a:tbl>
          </a:graphicData>
        </a:graphic>
      </p:graphicFrame>
    </p:spTree>
    <p:custDataLst>
      <p:tags r:id="rId1"/>
    </p:custDataLst>
    <p:extLst>
      <p:ext uri="{BB962C8B-B14F-4D97-AF65-F5344CB8AC3E}">
        <p14:creationId xmlns:p14="http://schemas.microsoft.com/office/powerpoint/2010/main" val="1500568936"/>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 name="灯片编号占位符 16"/>
          <p:cNvSpPr>
            <a:spLocks noGrp="1"/>
          </p:cNvSpPr>
          <p:nvPr>
            <p:ph type="sldNum" sz="quarter" idx="12"/>
          </p:nvPr>
        </p:nvSpPr>
        <p:spPr/>
        <p:txBody>
          <a:bodyPr/>
          <a:lstStyle/>
          <a:p>
            <a:pPr>
              <a:defRPr/>
            </a:pPr>
            <a:fld id="{E13123CC-A5CC-40BF-912E-9416D5179362}" type="slidenum">
              <a:rPr lang="en-US" altLang="zh-CN" smtClean="0"/>
              <a:pPr>
                <a:defRPr/>
              </a:pPr>
              <a:t>60</a:t>
            </a:fld>
            <a:endParaRPr lang="en-US" altLang="zh-CN" dirty="0"/>
          </a:p>
        </p:txBody>
      </p:sp>
      <p:pic>
        <p:nvPicPr>
          <p:cNvPr id="3" name="图片 2">
            <a:extLst>
              <a:ext uri="{FF2B5EF4-FFF2-40B4-BE49-F238E27FC236}">
                <a16:creationId xmlns:a16="http://schemas.microsoft.com/office/drawing/2014/main" id="{C7F5DEC2-FC79-6046-8DBA-0076C3219675}"/>
              </a:ext>
            </a:extLst>
          </p:cNvPr>
          <p:cNvPicPr>
            <a:picLocks noChangeAspect="1"/>
          </p:cNvPicPr>
          <p:nvPr/>
        </p:nvPicPr>
        <p:blipFill>
          <a:blip r:embed="rId4"/>
          <a:stretch>
            <a:fillRect/>
          </a:stretch>
        </p:blipFill>
        <p:spPr>
          <a:xfrm>
            <a:off x="1976750" y="2070688"/>
            <a:ext cx="4180122" cy="419210"/>
          </a:xfrm>
          <a:prstGeom prst="rect">
            <a:avLst/>
          </a:prstGeom>
        </p:spPr>
      </p:pic>
      <p:sp>
        <p:nvSpPr>
          <p:cNvPr id="4" name="文本框 3">
            <a:extLst>
              <a:ext uri="{FF2B5EF4-FFF2-40B4-BE49-F238E27FC236}">
                <a16:creationId xmlns:a16="http://schemas.microsoft.com/office/drawing/2014/main" id="{033B2357-94DA-F145-BEE8-EF64B4DDE5B3}"/>
              </a:ext>
            </a:extLst>
          </p:cNvPr>
          <p:cNvSpPr txBox="1"/>
          <p:nvPr/>
        </p:nvSpPr>
        <p:spPr>
          <a:xfrm>
            <a:off x="513535" y="1459587"/>
            <a:ext cx="1422184" cy="461665"/>
          </a:xfrm>
          <a:prstGeom prst="rect">
            <a:avLst/>
          </a:prstGeom>
          <a:noFill/>
        </p:spPr>
        <p:txBody>
          <a:bodyPr wrap="none" rtlCol="0">
            <a:spAutoFit/>
          </a:bodyPr>
          <a:lstStyle/>
          <a:p>
            <a:r>
              <a:rPr kumimoji="1" lang="zh-CN" altLang="en-US" sz="2400" dirty="0">
                <a:solidFill>
                  <a:srgbClr val="C00000"/>
                </a:solidFill>
                <a:latin typeface="Arial" panose="020B0604020202020204" pitchFamily="34" charset="0"/>
                <a:ea typeface="SimHei" panose="02010609060101010101" pitchFamily="49" charset="-122"/>
                <a:cs typeface="Arial" panose="020B0604020202020204" pitchFamily="34" charset="0"/>
              </a:rPr>
              <a:t>顺序编码</a:t>
            </a:r>
          </a:p>
        </p:txBody>
      </p:sp>
      <p:sp>
        <p:nvSpPr>
          <p:cNvPr id="12" name="文本框 14">
            <a:extLst>
              <a:ext uri="{FF2B5EF4-FFF2-40B4-BE49-F238E27FC236}">
                <a16:creationId xmlns:a16="http://schemas.microsoft.com/office/drawing/2014/main" id="{273323A2-8A8D-9B47-A116-86ACE3B7CA38}"/>
              </a:ext>
            </a:extLst>
          </p:cNvPr>
          <p:cNvSpPr txBox="1"/>
          <p:nvPr/>
        </p:nvSpPr>
        <p:spPr>
          <a:xfrm>
            <a:off x="513535" y="2670112"/>
            <a:ext cx="1816524" cy="461665"/>
          </a:xfrm>
          <a:prstGeom prst="rect">
            <a:avLst/>
          </a:prstGeom>
          <a:noFill/>
        </p:spPr>
        <p:txBody>
          <a:bodyPr wrap="none" rtlCol="0">
            <a:spAutoFit/>
          </a:bodyPr>
          <a:lstStyle/>
          <a:p>
            <a:r>
              <a:rPr kumimoji="1" lang="zh-CN" altLang="en-US" sz="2400" dirty="0">
                <a:solidFill>
                  <a:srgbClr val="0070C0"/>
                </a:solidFill>
                <a:latin typeface="Arial" panose="020B0604020202020204" pitchFamily="34" charset="0"/>
                <a:ea typeface="SimHei" panose="02010609060101010101" pitchFamily="49" charset="-122"/>
                <a:cs typeface="Arial" panose="020B0604020202020204" pitchFamily="34" charset="0"/>
              </a:rPr>
              <a:t>只使用规则</a:t>
            </a:r>
            <a:r>
              <a:rPr kumimoji="1" lang="en-US" altLang="zh-CN" sz="2400" dirty="0">
                <a:solidFill>
                  <a:srgbClr val="0070C0"/>
                </a:solidFill>
                <a:latin typeface="Arial" panose="020B0604020202020204" pitchFamily="34" charset="0"/>
                <a:ea typeface="SimHei" panose="02010609060101010101" pitchFamily="49" charset="-122"/>
                <a:cs typeface="Arial" panose="020B0604020202020204" pitchFamily="34" charset="0"/>
              </a:rPr>
              <a:t>I</a:t>
            </a:r>
            <a:endParaRPr kumimoji="1" lang="zh-CN" altLang="en-US" sz="2400" dirty="0">
              <a:solidFill>
                <a:srgbClr val="0070C0"/>
              </a:solidFill>
              <a:latin typeface="Arial" panose="020B0604020202020204" pitchFamily="34" charset="0"/>
              <a:ea typeface="SimHei" panose="02010609060101010101" pitchFamily="49"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2" name="Rectangle 1"/>
              <p:cNvSpPr/>
              <p:nvPr/>
            </p:nvSpPr>
            <p:spPr>
              <a:xfrm>
                <a:off x="1395569" y="1481516"/>
                <a:ext cx="5791200" cy="43973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2000" b="0" i="1" smtClean="0">
                              <a:solidFill>
                                <a:schemeClr val="tx1"/>
                              </a:solidFill>
                              <a:latin typeface="Cambria Math" panose="02040503050406030204" pitchFamily="18" charset="0"/>
                            </a:rPr>
                          </m:ctrlPr>
                        </m:sSubSupPr>
                        <m:e>
                          <m:r>
                            <a:rPr lang="en-US" sz="2000" b="0" i="1">
                              <a:solidFill>
                                <a:schemeClr val="tx1"/>
                              </a:solidFill>
                              <a:latin typeface="Cambria Math" panose="02040503050406030204" pitchFamily="18" charset="0"/>
                            </a:rPr>
                            <m:t>𝑄</m:t>
                          </m:r>
                        </m:e>
                        <m:sub>
                          <m:r>
                            <a:rPr lang="en-US" sz="2000" b="0" i="1">
                              <a:solidFill>
                                <a:schemeClr val="tx1"/>
                              </a:solidFill>
                              <a:latin typeface="Cambria Math" panose="02040503050406030204" pitchFamily="18" charset="0"/>
                            </a:rPr>
                            <m:t>2</m:t>
                          </m:r>
                        </m:sub>
                        <m:sup>
                          <m:r>
                            <a:rPr lang="en-US" sz="2000" b="0" i="1">
                              <a:solidFill>
                                <a:schemeClr val="tx1"/>
                              </a:solidFill>
                              <a:latin typeface="Cambria Math" panose="02040503050406030204" pitchFamily="18" charset="0"/>
                            </a:rPr>
                            <m:t>+</m:t>
                          </m:r>
                        </m:sup>
                      </m:sSubSup>
                      <m:r>
                        <a:rPr lang="en-US" sz="2000" b="0" i="1">
                          <a:solidFill>
                            <a:schemeClr val="tx1"/>
                          </a:solidFill>
                          <a:latin typeface="Cambria Math" panose="02040503050406030204" pitchFamily="18" charset="0"/>
                        </a:rPr>
                        <m:t>=</m:t>
                      </m:r>
                      <m:sSub>
                        <m:sSubPr>
                          <m:ctrlPr>
                            <a:rPr lang="en-US" sz="2000" b="0" i="1">
                              <a:solidFill>
                                <a:schemeClr val="tx1"/>
                              </a:solidFill>
                              <a:latin typeface="Cambria Math" panose="02040503050406030204" pitchFamily="18" charset="0"/>
                            </a:rPr>
                          </m:ctrlPr>
                        </m:sSubPr>
                        <m:e>
                          <m:r>
                            <a:rPr lang="en-US" sz="2000" b="0" i="1">
                              <a:solidFill>
                                <a:schemeClr val="tx1"/>
                              </a:solidFill>
                              <a:latin typeface="Cambria Math" panose="02040503050406030204" pitchFamily="18" charset="0"/>
                            </a:rPr>
                            <m:t>𝑄</m:t>
                          </m:r>
                        </m:e>
                        <m:sub>
                          <m:r>
                            <a:rPr lang="en-US" sz="2000" b="0" i="1">
                              <a:solidFill>
                                <a:schemeClr val="tx1"/>
                              </a:solidFill>
                              <a:latin typeface="Cambria Math" panose="02040503050406030204" pitchFamily="18" charset="0"/>
                            </a:rPr>
                            <m:t>3</m:t>
                          </m:r>
                        </m:sub>
                      </m:sSub>
                      <m:r>
                        <a:rPr lang="en-US" sz="2000" b="0" i="1">
                          <a:solidFill>
                            <a:schemeClr val="tx1"/>
                          </a:solidFill>
                          <a:latin typeface="Cambria Math" panose="02040503050406030204" pitchFamily="18" charset="0"/>
                        </a:rPr>
                        <m:t>𝑥</m:t>
                      </m:r>
                      <m:r>
                        <a:rPr lang="en-US" sz="2000" b="0" i="1">
                          <a:solidFill>
                            <a:schemeClr val="tx1"/>
                          </a:solidFill>
                          <a:latin typeface="Cambria Math" panose="02040503050406030204" pitchFamily="18" charset="0"/>
                        </a:rPr>
                        <m:t>+</m:t>
                      </m:r>
                      <m:sSub>
                        <m:sSubPr>
                          <m:ctrlPr>
                            <a:rPr lang="en-US" sz="2000" b="0" i="1">
                              <a:solidFill>
                                <a:schemeClr val="tx1"/>
                              </a:solidFill>
                              <a:latin typeface="Cambria Math" panose="02040503050406030204" pitchFamily="18" charset="0"/>
                            </a:rPr>
                          </m:ctrlPr>
                        </m:sSubPr>
                        <m:e>
                          <m:r>
                            <a:rPr lang="en-US" sz="2000" b="0" i="1">
                              <a:solidFill>
                                <a:schemeClr val="tx1"/>
                              </a:solidFill>
                              <a:latin typeface="Cambria Math" panose="02040503050406030204" pitchFamily="18" charset="0"/>
                            </a:rPr>
                            <m:t>𝑄</m:t>
                          </m:r>
                        </m:e>
                        <m:sub>
                          <m:r>
                            <a:rPr lang="en-US" sz="2000" b="0" i="1">
                              <a:solidFill>
                                <a:schemeClr val="tx1"/>
                              </a:solidFill>
                              <a:latin typeface="Cambria Math" panose="02040503050406030204" pitchFamily="18" charset="0"/>
                            </a:rPr>
                            <m:t>1</m:t>
                          </m:r>
                        </m:sub>
                      </m:sSub>
                      <m:sSub>
                        <m:sSubPr>
                          <m:ctrlPr>
                            <a:rPr lang="en-US" sz="2000" b="0" i="1">
                              <a:solidFill>
                                <a:schemeClr val="tx1"/>
                              </a:solidFill>
                              <a:latin typeface="Cambria Math" panose="02040503050406030204" pitchFamily="18" charset="0"/>
                            </a:rPr>
                          </m:ctrlPr>
                        </m:sSubPr>
                        <m:e>
                          <m:r>
                            <a:rPr lang="en-US" sz="2000" b="0" i="1">
                              <a:solidFill>
                                <a:schemeClr val="tx1"/>
                              </a:solidFill>
                              <a:latin typeface="Cambria Math" panose="02040503050406030204" pitchFamily="18" charset="0"/>
                            </a:rPr>
                            <m:t>𝑄</m:t>
                          </m:r>
                        </m:e>
                        <m:sub>
                          <m:r>
                            <a:rPr lang="en-US" sz="2000" b="0" i="1">
                              <a:solidFill>
                                <a:schemeClr val="tx1"/>
                              </a:solidFill>
                              <a:latin typeface="Cambria Math" panose="02040503050406030204" pitchFamily="18" charset="0"/>
                            </a:rPr>
                            <m:t>2</m:t>
                          </m:r>
                        </m:sub>
                      </m:sSub>
                      <m:r>
                        <a:rPr lang="en-US" sz="2000" b="0" i="1">
                          <a:solidFill>
                            <a:schemeClr val="tx1"/>
                          </a:solidFill>
                          <a:latin typeface="Cambria Math" panose="02040503050406030204" pitchFamily="18" charset="0"/>
                        </a:rPr>
                        <m:t>𝑥</m:t>
                      </m:r>
                      <m:r>
                        <a:rPr lang="en-US" sz="2000" b="0" i="1">
                          <a:solidFill>
                            <a:schemeClr val="tx1"/>
                          </a:solidFill>
                          <a:latin typeface="Cambria Math" panose="02040503050406030204" pitchFamily="18" charset="0"/>
                        </a:rPr>
                        <m:t>+</m:t>
                      </m:r>
                      <m:sSub>
                        <m:sSubPr>
                          <m:ctrlPr>
                            <a:rPr lang="en-US" sz="2000" b="0" i="1">
                              <a:solidFill>
                                <a:schemeClr val="tx1"/>
                              </a:solidFill>
                              <a:latin typeface="Cambria Math" panose="02040503050406030204" pitchFamily="18" charset="0"/>
                            </a:rPr>
                          </m:ctrlPr>
                        </m:sSubPr>
                        <m:e>
                          <m:r>
                            <a:rPr lang="en-US" sz="2000" b="0" i="1">
                              <a:solidFill>
                                <a:schemeClr val="tx1"/>
                              </a:solidFill>
                              <a:latin typeface="Cambria Math" panose="02040503050406030204" pitchFamily="18" charset="0"/>
                            </a:rPr>
                            <m:t>𝑄</m:t>
                          </m:r>
                        </m:e>
                        <m:sub>
                          <m:r>
                            <a:rPr lang="en-US" sz="2000" b="0" i="1">
                              <a:solidFill>
                                <a:schemeClr val="tx1"/>
                              </a:solidFill>
                              <a:latin typeface="Cambria Math" panose="02040503050406030204" pitchFamily="18" charset="0"/>
                            </a:rPr>
                            <m:t>1</m:t>
                          </m:r>
                        </m:sub>
                      </m:sSub>
                      <m:sSubSup>
                        <m:sSubSupPr>
                          <m:ctrlPr>
                            <a:rPr lang="en-US" sz="2000" b="0" i="1">
                              <a:solidFill>
                                <a:schemeClr val="tx1"/>
                              </a:solidFill>
                              <a:latin typeface="Cambria Math" panose="02040503050406030204" pitchFamily="18" charset="0"/>
                            </a:rPr>
                          </m:ctrlPr>
                        </m:sSubSupPr>
                        <m:e>
                          <m:r>
                            <a:rPr lang="en-US" sz="2000" b="0" i="1">
                              <a:solidFill>
                                <a:schemeClr val="tx1"/>
                              </a:solidFill>
                              <a:latin typeface="Cambria Math" panose="02040503050406030204" pitchFamily="18" charset="0"/>
                            </a:rPr>
                            <m:t>𝑄</m:t>
                          </m:r>
                        </m:e>
                        <m:sub>
                          <m:r>
                            <a:rPr lang="en-US" sz="2000" b="0" i="1">
                              <a:solidFill>
                                <a:schemeClr val="tx1"/>
                              </a:solidFill>
                              <a:latin typeface="Cambria Math" panose="02040503050406030204" pitchFamily="18" charset="0"/>
                            </a:rPr>
                            <m:t>2</m:t>
                          </m:r>
                        </m:sub>
                        <m:sup>
                          <m:r>
                            <a:rPr lang="en-US" sz="2000" b="0" i="1">
                              <a:solidFill>
                                <a:schemeClr val="tx1"/>
                              </a:solidFill>
                              <a:latin typeface="Cambria Math" panose="02040503050406030204" pitchFamily="18" charset="0"/>
                            </a:rPr>
                            <m:t>′</m:t>
                          </m:r>
                        </m:sup>
                      </m:sSubSup>
                      <m:sSup>
                        <m:sSupPr>
                          <m:ctrlPr>
                            <a:rPr lang="en-US" sz="2000" b="0" i="1">
                              <a:solidFill>
                                <a:schemeClr val="tx1"/>
                              </a:solidFill>
                              <a:latin typeface="Cambria Math" panose="02040503050406030204" pitchFamily="18" charset="0"/>
                            </a:rPr>
                          </m:ctrlPr>
                        </m:sSupPr>
                        <m:e>
                          <m:r>
                            <a:rPr lang="en-US" sz="2000" b="0" i="1">
                              <a:solidFill>
                                <a:schemeClr val="tx1"/>
                              </a:solidFill>
                              <a:latin typeface="Cambria Math" panose="02040503050406030204" pitchFamily="18" charset="0"/>
                            </a:rPr>
                            <m:t>𝑥</m:t>
                          </m:r>
                        </m:e>
                        <m:sup>
                          <m:r>
                            <a:rPr lang="en-US" sz="2000" b="0" i="1">
                              <a:solidFill>
                                <a:schemeClr val="tx1"/>
                              </a:solidFill>
                              <a:latin typeface="Cambria Math" panose="02040503050406030204" pitchFamily="18" charset="0"/>
                            </a:rPr>
                            <m:t>′</m:t>
                          </m:r>
                        </m:sup>
                      </m:sSup>
                      <m:r>
                        <a:rPr lang="en-US" sz="2000" b="0" i="1">
                          <a:solidFill>
                            <a:schemeClr val="tx1"/>
                          </a:solidFill>
                          <a:latin typeface="Cambria Math" panose="02040503050406030204" pitchFamily="18" charset="0"/>
                        </a:rPr>
                        <m:t>+</m:t>
                      </m:r>
                      <m:sSubSup>
                        <m:sSubSupPr>
                          <m:ctrlPr>
                            <a:rPr lang="en-US" sz="2000" b="0" i="1">
                              <a:solidFill>
                                <a:schemeClr val="tx1"/>
                              </a:solidFill>
                              <a:latin typeface="Cambria Math" panose="02040503050406030204" pitchFamily="18" charset="0"/>
                            </a:rPr>
                          </m:ctrlPr>
                        </m:sSubSupPr>
                        <m:e>
                          <m:r>
                            <a:rPr lang="en-US" sz="2000" b="0" i="1">
                              <a:solidFill>
                                <a:schemeClr val="tx1"/>
                              </a:solidFill>
                              <a:latin typeface="Cambria Math" panose="02040503050406030204" pitchFamily="18" charset="0"/>
                            </a:rPr>
                            <m:t>𝑄</m:t>
                          </m:r>
                        </m:e>
                        <m:sub>
                          <m:r>
                            <a:rPr lang="en-US" sz="2000" b="0" i="1">
                              <a:solidFill>
                                <a:schemeClr val="tx1"/>
                              </a:solidFill>
                              <a:latin typeface="Cambria Math" panose="02040503050406030204" pitchFamily="18" charset="0"/>
                            </a:rPr>
                            <m:t>1</m:t>
                          </m:r>
                        </m:sub>
                        <m:sup>
                          <m:r>
                            <a:rPr lang="en-US" sz="2000" b="0" i="1">
                              <a:solidFill>
                                <a:schemeClr val="tx1"/>
                              </a:solidFill>
                              <a:latin typeface="Cambria Math" panose="02040503050406030204" pitchFamily="18" charset="0"/>
                            </a:rPr>
                            <m:t>′</m:t>
                          </m:r>
                        </m:sup>
                      </m:sSubSup>
                      <m:sSub>
                        <m:sSubPr>
                          <m:ctrlPr>
                            <a:rPr lang="en-US" sz="2000" b="0" i="1">
                              <a:solidFill>
                                <a:schemeClr val="tx1"/>
                              </a:solidFill>
                              <a:latin typeface="Cambria Math" panose="02040503050406030204" pitchFamily="18" charset="0"/>
                            </a:rPr>
                          </m:ctrlPr>
                        </m:sSubPr>
                        <m:e>
                          <m:r>
                            <a:rPr lang="en-US" sz="2000" b="0" i="1">
                              <a:solidFill>
                                <a:schemeClr val="tx1"/>
                              </a:solidFill>
                              <a:latin typeface="Cambria Math" panose="02040503050406030204" pitchFamily="18" charset="0"/>
                            </a:rPr>
                            <m:t>𝑄</m:t>
                          </m:r>
                        </m:e>
                        <m:sub>
                          <m:r>
                            <a:rPr lang="en-US" sz="2000" b="0" i="1">
                              <a:solidFill>
                                <a:schemeClr val="tx1"/>
                              </a:solidFill>
                              <a:latin typeface="Cambria Math" panose="02040503050406030204" pitchFamily="18" charset="0"/>
                            </a:rPr>
                            <m:t>2</m:t>
                          </m:r>
                        </m:sub>
                      </m:sSub>
                      <m:sSubSup>
                        <m:sSubSupPr>
                          <m:ctrlPr>
                            <a:rPr lang="en-US" sz="2000" b="0" i="1">
                              <a:solidFill>
                                <a:schemeClr val="tx1"/>
                              </a:solidFill>
                              <a:latin typeface="Cambria Math" panose="02040503050406030204" pitchFamily="18" charset="0"/>
                            </a:rPr>
                          </m:ctrlPr>
                        </m:sSubSupPr>
                        <m:e>
                          <m:r>
                            <a:rPr lang="en-US" sz="2000" b="0" i="1">
                              <a:solidFill>
                                <a:schemeClr val="tx1"/>
                              </a:solidFill>
                              <a:latin typeface="Cambria Math" panose="02040503050406030204" pitchFamily="18" charset="0"/>
                            </a:rPr>
                            <m:t>𝑄</m:t>
                          </m:r>
                        </m:e>
                        <m:sub>
                          <m:r>
                            <a:rPr lang="en-US" sz="2000" b="0" i="1">
                              <a:solidFill>
                                <a:schemeClr val="tx1"/>
                              </a:solidFill>
                              <a:latin typeface="Cambria Math" panose="02040503050406030204" pitchFamily="18" charset="0"/>
                            </a:rPr>
                            <m:t>3</m:t>
                          </m:r>
                        </m:sub>
                        <m:sup>
                          <m:r>
                            <a:rPr lang="en-US" sz="2000" b="0" i="1">
                              <a:solidFill>
                                <a:schemeClr val="tx1"/>
                              </a:solidFill>
                              <a:latin typeface="Cambria Math" panose="02040503050406030204" pitchFamily="18" charset="0"/>
                            </a:rPr>
                            <m:t>′</m:t>
                          </m:r>
                        </m:sup>
                      </m:sSubSup>
                      <m:r>
                        <a:rPr lang="en-US" sz="2000" b="0" i="1">
                          <a:solidFill>
                            <a:schemeClr val="tx1"/>
                          </a:solidFill>
                          <a:latin typeface="Cambria Math" panose="02040503050406030204" pitchFamily="18" charset="0"/>
                        </a:rPr>
                        <m:t>𝑥</m:t>
                      </m:r>
                      <m:r>
                        <a:rPr lang="en-US" sz="2000" b="0" i="1">
                          <a:solidFill>
                            <a:schemeClr val="tx1"/>
                          </a:solidFill>
                          <a:latin typeface="Cambria Math" panose="02040503050406030204" pitchFamily="18" charset="0"/>
                        </a:rPr>
                        <m:t>′</m:t>
                      </m:r>
                    </m:oMath>
                  </m:oMathPara>
                </a14:m>
                <a:endParaRPr lang="en-US" sz="2000" b="0" dirty="0">
                  <a:solidFill>
                    <a:schemeClr val="tx1"/>
                  </a:solidFill>
                </a:endParaRPr>
              </a:p>
            </p:txBody>
          </p:sp>
        </mc:Choice>
        <mc:Fallback xmlns="">
          <p:sp>
            <p:nvSpPr>
              <p:cNvPr id="2" name="Rectangle 1"/>
              <p:cNvSpPr>
                <a:spLocks noRot="1" noChangeAspect="1" noMove="1" noResize="1" noEditPoints="1" noAdjustHandles="1" noChangeArrowheads="1" noChangeShapeType="1" noTextEdit="1"/>
              </p:cNvSpPr>
              <p:nvPr/>
            </p:nvSpPr>
            <p:spPr>
              <a:xfrm>
                <a:off x="1395569" y="1481516"/>
                <a:ext cx="5791200" cy="439736"/>
              </a:xfrm>
              <a:prstGeom prst="rect">
                <a:avLst/>
              </a:prstGeom>
              <a:blipFill>
                <a:blip r:embed="rId5"/>
                <a:stretch>
                  <a:fillRect b="-1389"/>
                </a:stretch>
              </a:blipFill>
            </p:spPr>
            <p:txBody>
              <a:bodyPr/>
              <a:lstStyle/>
              <a:p>
                <a:r>
                  <a:rPr lang="zh-CN" altLang="en-US">
                    <a:noFill/>
                  </a:rPr>
                  <a:t> </a:t>
                </a:r>
              </a:p>
            </p:txBody>
          </p:sp>
        </mc:Fallback>
      </mc:AlternateContent>
      <p:sp>
        <p:nvSpPr>
          <p:cNvPr id="21" name="文本框 14">
            <a:extLst>
              <a:ext uri="{FF2B5EF4-FFF2-40B4-BE49-F238E27FC236}">
                <a16:creationId xmlns:a16="http://schemas.microsoft.com/office/drawing/2014/main" id="{273323A2-8A8D-9B47-A116-86ACE3B7CA38}"/>
              </a:ext>
            </a:extLst>
          </p:cNvPr>
          <p:cNvSpPr txBox="1"/>
          <p:nvPr/>
        </p:nvSpPr>
        <p:spPr>
          <a:xfrm>
            <a:off x="513534" y="3408007"/>
            <a:ext cx="1901483" cy="461665"/>
          </a:xfrm>
          <a:prstGeom prst="rect">
            <a:avLst/>
          </a:prstGeom>
          <a:noFill/>
        </p:spPr>
        <p:txBody>
          <a:bodyPr wrap="none" rtlCol="0">
            <a:spAutoFit/>
          </a:bodyPr>
          <a:lstStyle/>
          <a:p>
            <a:r>
              <a:rPr kumimoji="1" lang="zh-CN" altLang="en-US" sz="2400" dirty="0">
                <a:solidFill>
                  <a:srgbClr val="0070C0"/>
                </a:solidFill>
                <a:latin typeface="Arial" panose="020B0604020202020204" pitchFamily="34" charset="0"/>
                <a:ea typeface="SimHei" panose="02010609060101010101" pitchFamily="49" charset="-122"/>
                <a:cs typeface="Arial" panose="020B0604020202020204" pitchFamily="34" charset="0"/>
              </a:rPr>
              <a:t>只使用规则</a:t>
            </a:r>
            <a:r>
              <a:rPr kumimoji="1" lang="en-US" altLang="zh-CN" sz="2400" dirty="0">
                <a:solidFill>
                  <a:srgbClr val="0070C0"/>
                </a:solidFill>
                <a:latin typeface="Arial" panose="020B0604020202020204" pitchFamily="34" charset="0"/>
                <a:ea typeface="SimHei" panose="02010609060101010101" pitchFamily="49" charset="-122"/>
                <a:cs typeface="Arial" panose="020B0604020202020204" pitchFamily="34" charset="0"/>
              </a:rPr>
              <a:t>II</a:t>
            </a:r>
            <a:endParaRPr kumimoji="1" lang="zh-CN" altLang="en-US" sz="2400" dirty="0">
              <a:solidFill>
                <a:srgbClr val="0070C0"/>
              </a:solidFill>
              <a:latin typeface="Arial" panose="020B0604020202020204" pitchFamily="34" charset="0"/>
              <a:ea typeface="SimHei" panose="02010609060101010101" pitchFamily="49" charset="-122"/>
              <a:cs typeface="Arial" panose="020B0604020202020204" pitchFamily="34" charset="0"/>
            </a:endParaRPr>
          </a:p>
        </p:txBody>
      </p:sp>
      <p:sp>
        <p:nvSpPr>
          <p:cNvPr id="25" name="文本框 14">
            <a:extLst>
              <a:ext uri="{FF2B5EF4-FFF2-40B4-BE49-F238E27FC236}">
                <a16:creationId xmlns:a16="http://schemas.microsoft.com/office/drawing/2014/main" id="{273323A2-8A8D-9B47-A116-86ACE3B7CA38}"/>
              </a:ext>
            </a:extLst>
          </p:cNvPr>
          <p:cNvSpPr txBox="1"/>
          <p:nvPr/>
        </p:nvSpPr>
        <p:spPr>
          <a:xfrm>
            <a:off x="741080" y="4914819"/>
            <a:ext cx="1816524" cy="461665"/>
          </a:xfrm>
          <a:prstGeom prst="rect">
            <a:avLst/>
          </a:prstGeom>
          <a:noFill/>
        </p:spPr>
        <p:txBody>
          <a:bodyPr wrap="none" rtlCol="0">
            <a:spAutoFit/>
          </a:bodyPr>
          <a:lstStyle/>
          <a:p>
            <a:pPr algn="ctr"/>
            <a:r>
              <a:rPr kumimoji="1" lang="zh-CN" altLang="en-US" sz="2400" dirty="0">
                <a:solidFill>
                  <a:srgbClr val="0070C0"/>
                </a:solidFill>
                <a:latin typeface="Arial" panose="020B0604020202020204" pitchFamily="34" charset="0"/>
                <a:ea typeface="SimHei" panose="02010609060101010101" pitchFamily="49" charset="-122"/>
                <a:cs typeface="Arial" panose="020B0604020202020204" pitchFamily="34" charset="0"/>
              </a:rPr>
              <a:t>只使用规则</a:t>
            </a:r>
            <a:r>
              <a:rPr kumimoji="1" lang="en-US" altLang="zh-CN" sz="2400" dirty="0">
                <a:solidFill>
                  <a:srgbClr val="0070C0"/>
                </a:solidFill>
                <a:latin typeface="Arial" panose="020B0604020202020204" pitchFamily="34" charset="0"/>
                <a:ea typeface="SimHei" panose="02010609060101010101" pitchFamily="49" charset="-122"/>
                <a:cs typeface="Arial" panose="020B0604020202020204" pitchFamily="34" charset="0"/>
              </a:rPr>
              <a:t>I</a:t>
            </a:r>
            <a:endParaRPr kumimoji="1" lang="zh-CN" altLang="en-US" sz="2400" dirty="0">
              <a:solidFill>
                <a:srgbClr val="0070C0"/>
              </a:solidFill>
              <a:latin typeface="Arial" panose="020B0604020202020204" pitchFamily="34" charset="0"/>
              <a:ea typeface="SimHei" panose="02010609060101010101" pitchFamily="49" charset="-122"/>
              <a:cs typeface="Arial" panose="020B0604020202020204" pitchFamily="34" charset="0"/>
            </a:endParaRPr>
          </a:p>
        </p:txBody>
      </p:sp>
      <p:pic>
        <p:nvPicPr>
          <p:cNvPr id="9" name="Picture 8"/>
          <p:cNvPicPr>
            <a:picLocks noChangeAspect="1"/>
          </p:cNvPicPr>
          <p:nvPr/>
        </p:nvPicPr>
        <p:blipFill>
          <a:blip r:embed="rId6"/>
          <a:stretch>
            <a:fillRect/>
          </a:stretch>
        </p:blipFill>
        <p:spPr>
          <a:xfrm>
            <a:off x="380657" y="5284749"/>
            <a:ext cx="2087407" cy="1344928"/>
          </a:xfrm>
          <a:prstGeom prst="rect">
            <a:avLst/>
          </a:prstGeom>
        </p:spPr>
      </p:pic>
      <mc:AlternateContent xmlns:mc="http://schemas.openxmlformats.org/markup-compatibility/2006" xmlns:a14="http://schemas.microsoft.com/office/drawing/2010/main">
        <mc:Choice Requires="a14">
          <p:sp>
            <p:nvSpPr>
              <p:cNvPr id="26" name="Rectangle 25"/>
              <p:cNvSpPr/>
              <p:nvPr/>
            </p:nvSpPr>
            <p:spPr>
              <a:xfrm>
                <a:off x="1001517" y="2664622"/>
                <a:ext cx="5791200" cy="41120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2000" b="0" i="1" smtClean="0">
                              <a:solidFill>
                                <a:schemeClr val="tx1"/>
                              </a:solidFill>
                              <a:latin typeface="Cambria Math" panose="02040503050406030204" pitchFamily="18" charset="0"/>
                            </a:rPr>
                          </m:ctrlPr>
                        </m:sSubSupPr>
                        <m:e>
                          <m:r>
                            <a:rPr lang="en-US" sz="2000" b="0" i="1">
                              <a:solidFill>
                                <a:schemeClr val="tx1"/>
                              </a:solidFill>
                              <a:latin typeface="Cambria Math" panose="02040503050406030204" pitchFamily="18" charset="0"/>
                            </a:rPr>
                            <m:t>𝑄</m:t>
                          </m:r>
                        </m:e>
                        <m:sub>
                          <m:r>
                            <a:rPr lang="en-US" sz="2000" b="0" i="1">
                              <a:solidFill>
                                <a:schemeClr val="tx1"/>
                              </a:solidFill>
                              <a:latin typeface="Cambria Math" panose="02040503050406030204" pitchFamily="18" charset="0"/>
                            </a:rPr>
                            <m:t>2</m:t>
                          </m:r>
                        </m:sub>
                        <m:sup>
                          <m:r>
                            <a:rPr lang="en-US" sz="2000" b="0" i="1">
                              <a:solidFill>
                                <a:schemeClr val="tx1"/>
                              </a:solidFill>
                              <a:latin typeface="Cambria Math" panose="02040503050406030204" pitchFamily="18" charset="0"/>
                            </a:rPr>
                            <m:t>+</m:t>
                          </m:r>
                        </m:sup>
                      </m:sSubSup>
                      <m:r>
                        <a:rPr lang="en-US" sz="2000" b="0" i="1">
                          <a:solidFill>
                            <a:schemeClr val="tx1"/>
                          </a:solidFill>
                          <a:latin typeface="Cambria Math" panose="02040503050406030204" pitchFamily="18" charset="0"/>
                        </a:rPr>
                        <m:t>=</m:t>
                      </m:r>
                      <m:sSub>
                        <m:sSubPr>
                          <m:ctrlPr>
                            <a:rPr lang="en-US" sz="2000" b="0" i="1">
                              <a:solidFill>
                                <a:schemeClr val="tx1"/>
                              </a:solidFill>
                              <a:latin typeface="Cambria Math" panose="02040503050406030204" pitchFamily="18" charset="0"/>
                            </a:rPr>
                          </m:ctrlPr>
                        </m:sSubPr>
                        <m:e>
                          <m:sSub>
                            <m:sSubPr>
                              <m:ctrlPr>
                                <a:rPr lang="en-US" sz="2000" b="0" i="1">
                                  <a:solidFill>
                                    <a:schemeClr val="tx1"/>
                                  </a:solidFill>
                                  <a:latin typeface="Cambria Math" panose="02040503050406030204" pitchFamily="18" charset="0"/>
                                </a:rPr>
                              </m:ctrlPr>
                            </m:sSubPr>
                            <m:e>
                              <m:r>
                                <a:rPr lang="en-US" sz="2000" b="0" i="1">
                                  <a:solidFill>
                                    <a:schemeClr val="tx1"/>
                                  </a:solidFill>
                                  <a:latin typeface="Cambria Math" panose="02040503050406030204" pitchFamily="18" charset="0"/>
                                </a:rPr>
                                <m:t>𝑄</m:t>
                              </m:r>
                            </m:e>
                            <m:sub>
                              <m:r>
                                <a:rPr lang="en-US" sz="2000" b="0" i="1">
                                  <a:solidFill>
                                    <a:schemeClr val="tx1"/>
                                  </a:solidFill>
                                  <a:latin typeface="Cambria Math" panose="02040503050406030204" pitchFamily="18" charset="0"/>
                                </a:rPr>
                                <m:t>1</m:t>
                              </m:r>
                            </m:sub>
                          </m:sSub>
                          <m:sSubSup>
                            <m:sSubSupPr>
                              <m:ctrlPr>
                                <a:rPr lang="en-US" sz="2000" b="0" i="1">
                                  <a:solidFill>
                                    <a:schemeClr val="tx1"/>
                                  </a:solidFill>
                                  <a:latin typeface="Cambria Math" panose="02040503050406030204" pitchFamily="18" charset="0"/>
                                </a:rPr>
                              </m:ctrlPr>
                            </m:sSubSupPr>
                            <m:e>
                              <m:r>
                                <a:rPr lang="en-US" sz="2000" b="0" i="1">
                                  <a:solidFill>
                                    <a:schemeClr val="tx1"/>
                                  </a:solidFill>
                                  <a:latin typeface="Cambria Math" panose="02040503050406030204" pitchFamily="18" charset="0"/>
                                </a:rPr>
                                <m:t>𝑄</m:t>
                              </m:r>
                            </m:e>
                            <m:sub>
                              <m:r>
                                <a:rPr lang="en-US" sz="2000" b="0" i="1">
                                  <a:solidFill>
                                    <a:schemeClr val="tx1"/>
                                  </a:solidFill>
                                  <a:latin typeface="Cambria Math" panose="02040503050406030204" pitchFamily="18" charset="0"/>
                                </a:rPr>
                                <m:t>2</m:t>
                              </m:r>
                            </m:sub>
                            <m:sup>
                              <m:r>
                                <a:rPr lang="en-US" sz="2000" b="0" i="1">
                                  <a:solidFill>
                                    <a:schemeClr val="tx1"/>
                                  </a:solidFill>
                                  <a:latin typeface="Cambria Math" panose="02040503050406030204" pitchFamily="18" charset="0"/>
                                </a:rPr>
                                <m:t>′</m:t>
                              </m:r>
                            </m:sup>
                          </m:sSubSup>
                          <m:r>
                            <m:rPr>
                              <m:nor/>
                            </m:rPr>
                            <a:rPr lang="en-US" sz="2000" b="0" dirty="0">
                              <a:solidFill>
                                <a:schemeClr val="tx1"/>
                              </a:solidFill>
                            </a:rPr>
                            <m:t> </m:t>
                          </m:r>
                          <m:r>
                            <a:rPr lang="en-US" sz="2000" b="0" i="1" dirty="0" smtClean="0">
                              <a:solidFill>
                                <a:schemeClr val="tx1"/>
                              </a:solidFill>
                              <a:latin typeface="Cambria Math" panose="02040503050406030204" pitchFamily="18" charset="0"/>
                            </a:rPr>
                            <m:t>+</m:t>
                          </m:r>
                          <m:r>
                            <a:rPr lang="en-US" sz="2000" b="0" i="1">
                              <a:solidFill>
                                <a:schemeClr val="tx1"/>
                              </a:solidFill>
                              <a:latin typeface="Cambria Math" panose="02040503050406030204" pitchFamily="18" charset="0"/>
                            </a:rPr>
                            <m:t>𝑄</m:t>
                          </m:r>
                        </m:e>
                        <m:sub>
                          <m:r>
                            <a:rPr lang="en-US" sz="2000" b="0" i="1">
                              <a:solidFill>
                                <a:schemeClr val="tx1"/>
                              </a:solidFill>
                              <a:latin typeface="Cambria Math" panose="02040503050406030204" pitchFamily="18" charset="0"/>
                            </a:rPr>
                            <m:t>1</m:t>
                          </m:r>
                        </m:sub>
                      </m:sSub>
                      <m:sSub>
                        <m:sSubPr>
                          <m:ctrlPr>
                            <a:rPr lang="en-US" sz="2000" b="0" i="1">
                              <a:solidFill>
                                <a:schemeClr val="tx1"/>
                              </a:solidFill>
                              <a:latin typeface="Cambria Math" panose="02040503050406030204" pitchFamily="18" charset="0"/>
                            </a:rPr>
                          </m:ctrlPr>
                        </m:sSubPr>
                        <m:e>
                          <m:r>
                            <a:rPr lang="en-US" sz="2000" b="0" i="1">
                              <a:solidFill>
                                <a:schemeClr val="tx1"/>
                              </a:solidFill>
                              <a:latin typeface="Cambria Math" panose="02040503050406030204" pitchFamily="18" charset="0"/>
                            </a:rPr>
                            <m:t>𝑄</m:t>
                          </m:r>
                        </m:e>
                        <m:sub>
                          <m:r>
                            <a:rPr lang="en-US" sz="2000" b="0" i="1" smtClean="0">
                              <a:solidFill>
                                <a:schemeClr val="tx1"/>
                              </a:solidFill>
                              <a:latin typeface="Cambria Math" panose="02040503050406030204" pitchFamily="18" charset="0"/>
                            </a:rPr>
                            <m:t>3</m:t>
                          </m:r>
                        </m:sub>
                      </m:sSub>
                      <m:r>
                        <a:rPr lang="en-US" sz="2000" b="0" i="1">
                          <a:solidFill>
                            <a:schemeClr val="tx1"/>
                          </a:solidFill>
                          <a:latin typeface="Cambria Math" panose="02040503050406030204" pitchFamily="18" charset="0"/>
                        </a:rPr>
                        <m:t>𝑥</m:t>
                      </m:r>
                      <m:r>
                        <a:rPr lang="en-US" sz="2000" b="0" i="1">
                          <a:solidFill>
                            <a:schemeClr val="tx1"/>
                          </a:solidFill>
                          <a:latin typeface="Cambria Math" panose="02040503050406030204" pitchFamily="18" charset="0"/>
                        </a:rPr>
                        <m:t>′</m:t>
                      </m:r>
                    </m:oMath>
                  </m:oMathPara>
                </a14:m>
                <a:endParaRPr lang="en-US" sz="2000" b="0" dirty="0">
                  <a:solidFill>
                    <a:schemeClr val="tx1"/>
                  </a:solidFill>
                </a:endParaRPr>
              </a:p>
            </p:txBody>
          </p:sp>
        </mc:Choice>
        <mc:Fallback xmlns="">
          <p:sp>
            <p:nvSpPr>
              <p:cNvPr id="26" name="Rectangle 25"/>
              <p:cNvSpPr>
                <a:spLocks noRot="1" noChangeAspect="1" noMove="1" noResize="1" noEditPoints="1" noAdjustHandles="1" noChangeArrowheads="1" noChangeShapeType="1" noTextEdit="1"/>
              </p:cNvSpPr>
              <p:nvPr/>
            </p:nvSpPr>
            <p:spPr>
              <a:xfrm>
                <a:off x="1001517" y="2664622"/>
                <a:ext cx="5791200" cy="411203"/>
              </a:xfrm>
              <a:prstGeom prst="rect">
                <a:avLst/>
              </a:prstGeom>
              <a:blipFill>
                <a:blip r:embed="rId7"/>
                <a:stretch>
                  <a:fillRect b="-8824"/>
                </a:stretch>
              </a:blipFill>
            </p:spPr>
            <p:txBody>
              <a:bodyPr/>
              <a:lstStyle/>
              <a:p>
                <a:r>
                  <a:rPr lang="zh-CN" altLang="en-US">
                    <a:noFill/>
                  </a:rPr>
                  <a:t> </a:t>
                </a:r>
              </a:p>
            </p:txBody>
          </p:sp>
        </mc:Fallback>
      </mc:AlternateContent>
      <p:pic>
        <p:nvPicPr>
          <p:cNvPr id="13" name="Picture 12"/>
          <p:cNvPicPr>
            <a:picLocks noChangeAspect="1"/>
          </p:cNvPicPr>
          <p:nvPr/>
        </p:nvPicPr>
        <p:blipFill>
          <a:blip r:embed="rId8"/>
          <a:stretch>
            <a:fillRect/>
          </a:stretch>
        </p:blipFill>
        <p:spPr>
          <a:xfrm>
            <a:off x="3051900" y="5284748"/>
            <a:ext cx="2087406" cy="1344928"/>
          </a:xfrm>
          <a:prstGeom prst="rect">
            <a:avLst/>
          </a:prstGeom>
        </p:spPr>
      </p:pic>
      <p:sp>
        <p:nvSpPr>
          <p:cNvPr id="28" name="文本框 14">
            <a:extLst>
              <a:ext uri="{FF2B5EF4-FFF2-40B4-BE49-F238E27FC236}">
                <a16:creationId xmlns:a16="http://schemas.microsoft.com/office/drawing/2014/main" id="{273323A2-8A8D-9B47-A116-86ACE3B7CA38}"/>
              </a:ext>
            </a:extLst>
          </p:cNvPr>
          <p:cNvSpPr txBox="1"/>
          <p:nvPr/>
        </p:nvSpPr>
        <p:spPr>
          <a:xfrm>
            <a:off x="3350475" y="4904422"/>
            <a:ext cx="1901483" cy="461665"/>
          </a:xfrm>
          <a:prstGeom prst="rect">
            <a:avLst/>
          </a:prstGeom>
          <a:noFill/>
        </p:spPr>
        <p:txBody>
          <a:bodyPr wrap="none" rtlCol="0">
            <a:spAutoFit/>
          </a:bodyPr>
          <a:lstStyle/>
          <a:p>
            <a:pPr algn="ctr"/>
            <a:r>
              <a:rPr kumimoji="1" lang="zh-CN" altLang="en-US" sz="2400" dirty="0">
                <a:solidFill>
                  <a:srgbClr val="0070C0"/>
                </a:solidFill>
                <a:latin typeface="Arial" panose="020B0604020202020204" pitchFamily="34" charset="0"/>
                <a:ea typeface="SimHei" panose="02010609060101010101" pitchFamily="49" charset="-122"/>
                <a:cs typeface="Arial" panose="020B0604020202020204" pitchFamily="34" charset="0"/>
              </a:rPr>
              <a:t>只使用规则</a:t>
            </a:r>
            <a:r>
              <a:rPr kumimoji="1" lang="en-US" altLang="zh-CN" sz="2400" dirty="0">
                <a:solidFill>
                  <a:srgbClr val="0070C0"/>
                </a:solidFill>
                <a:latin typeface="Arial" panose="020B0604020202020204" pitchFamily="34" charset="0"/>
                <a:ea typeface="SimHei" panose="02010609060101010101" pitchFamily="49" charset="-122"/>
                <a:cs typeface="Arial" panose="020B0604020202020204" pitchFamily="34" charset="0"/>
              </a:rPr>
              <a:t>II</a:t>
            </a:r>
            <a:endParaRPr kumimoji="1" lang="zh-CN" altLang="en-US" sz="2400" dirty="0">
              <a:solidFill>
                <a:srgbClr val="0070C0"/>
              </a:solidFill>
              <a:latin typeface="Arial" panose="020B0604020202020204" pitchFamily="34" charset="0"/>
              <a:ea typeface="SimHei" panose="02010609060101010101" pitchFamily="49" charset="-122"/>
              <a:cs typeface="Arial" panose="020B0604020202020204" pitchFamily="34" charset="0"/>
            </a:endParaRPr>
          </a:p>
        </p:txBody>
      </p:sp>
      <p:sp>
        <p:nvSpPr>
          <p:cNvPr id="29" name="文本框 14">
            <a:extLst>
              <a:ext uri="{FF2B5EF4-FFF2-40B4-BE49-F238E27FC236}">
                <a16:creationId xmlns:a16="http://schemas.microsoft.com/office/drawing/2014/main" id="{273323A2-8A8D-9B47-A116-86ACE3B7CA38}"/>
              </a:ext>
            </a:extLst>
          </p:cNvPr>
          <p:cNvSpPr txBox="1"/>
          <p:nvPr/>
        </p:nvSpPr>
        <p:spPr>
          <a:xfrm>
            <a:off x="514400" y="4177724"/>
            <a:ext cx="1986442" cy="461665"/>
          </a:xfrm>
          <a:prstGeom prst="rect">
            <a:avLst/>
          </a:prstGeom>
          <a:noFill/>
        </p:spPr>
        <p:txBody>
          <a:bodyPr wrap="none" rtlCol="0">
            <a:spAutoFit/>
          </a:bodyPr>
          <a:lstStyle/>
          <a:p>
            <a:r>
              <a:rPr kumimoji="1" lang="zh-CN" altLang="en-US" sz="2400" dirty="0">
                <a:solidFill>
                  <a:srgbClr val="0070C0"/>
                </a:solidFill>
                <a:latin typeface="Arial" panose="020B0604020202020204" pitchFamily="34" charset="0"/>
                <a:ea typeface="SimHei" panose="02010609060101010101" pitchFamily="49" charset="-122"/>
                <a:cs typeface="Arial" panose="020B0604020202020204" pitchFamily="34" charset="0"/>
              </a:rPr>
              <a:t>只使用规则</a:t>
            </a:r>
            <a:r>
              <a:rPr kumimoji="1" lang="en-US" altLang="zh-CN" sz="2400" dirty="0">
                <a:solidFill>
                  <a:srgbClr val="0070C0"/>
                </a:solidFill>
                <a:latin typeface="Arial" panose="020B0604020202020204" pitchFamily="34" charset="0"/>
                <a:ea typeface="SimHei" panose="02010609060101010101" pitchFamily="49" charset="-122"/>
                <a:cs typeface="Arial" panose="020B0604020202020204" pitchFamily="34" charset="0"/>
              </a:rPr>
              <a:t>III</a:t>
            </a:r>
            <a:endParaRPr kumimoji="1" lang="zh-CN" altLang="en-US" sz="2400" dirty="0">
              <a:solidFill>
                <a:srgbClr val="0070C0"/>
              </a:solidFill>
              <a:latin typeface="Arial" panose="020B0604020202020204" pitchFamily="34" charset="0"/>
              <a:ea typeface="SimHei" panose="02010609060101010101" pitchFamily="49"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30" name="Rectangle 29"/>
              <p:cNvSpPr/>
              <p:nvPr/>
            </p:nvSpPr>
            <p:spPr>
              <a:xfrm>
                <a:off x="2586717" y="3418972"/>
                <a:ext cx="3429000" cy="43973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2000" b="0" i="1" smtClean="0">
                              <a:solidFill>
                                <a:schemeClr val="tx1"/>
                              </a:solidFill>
                              <a:latin typeface="Cambria Math" panose="02040503050406030204" pitchFamily="18" charset="0"/>
                            </a:rPr>
                          </m:ctrlPr>
                        </m:sSubSupPr>
                        <m:e>
                          <m:r>
                            <a:rPr lang="en-US" sz="2000" b="0" i="1">
                              <a:solidFill>
                                <a:schemeClr val="tx1"/>
                              </a:solidFill>
                              <a:latin typeface="Cambria Math" panose="02040503050406030204" pitchFamily="18" charset="0"/>
                            </a:rPr>
                            <m:t>𝑄</m:t>
                          </m:r>
                        </m:e>
                        <m:sub>
                          <m:r>
                            <a:rPr lang="en-US" sz="2000" b="0" i="1">
                              <a:solidFill>
                                <a:schemeClr val="tx1"/>
                              </a:solidFill>
                              <a:latin typeface="Cambria Math" panose="02040503050406030204" pitchFamily="18" charset="0"/>
                            </a:rPr>
                            <m:t>2</m:t>
                          </m:r>
                        </m:sub>
                        <m:sup>
                          <m:r>
                            <a:rPr lang="en-US" sz="2000" b="0" i="1">
                              <a:solidFill>
                                <a:schemeClr val="tx1"/>
                              </a:solidFill>
                              <a:latin typeface="Cambria Math" panose="02040503050406030204" pitchFamily="18" charset="0"/>
                            </a:rPr>
                            <m:t>+</m:t>
                          </m:r>
                        </m:sup>
                      </m:sSubSup>
                      <m:r>
                        <a:rPr lang="en-US" sz="2000" b="0" i="1">
                          <a:solidFill>
                            <a:schemeClr val="tx1"/>
                          </a:solidFill>
                          <a:latin typeface="Cambria Math" panose="02040503050406030204" pitchFamily="18" charset="0"/>
                        </a:rPr>
                        <m:t>=</m:t>
                      </m:r>
                      <m:sSub>
                        <m:sSubPr>
                          <m:ctrlPr>
                            <a:rPr lang="en-US" sz="2000" b="0" i="1">
                              <a:solidFill>
                                <a:schemeClr val="tx1"/>
                              </a:solidFill>
                              <a:latin typeface="Cambria Math" panose="02040503050406030204" pitchFamily="18" charset="0"/>
                            </a:rPr>
                          </m:ctrlPr>
                        </m:sSubPr>
                        <m:e>
                          <m:r>
                            <a:rPr lang="en-US" sz="2000" b="0" i="1">
                              <a:solidFill>
                                <a:schemeClr val="tx1"/>
                              </a:solidFill>
                              <a:latin typeface="Cambria Math" panose="02040503050406030204" pitchFamily="18" charset="0"/>
                            </a:rPr>
                            <m:t>𝑄</m:t>
                          </m:r>
                        </m:e>
                        <m:sub>
                          <m:r>
                            <a:rPr lang="en-US" sz="2000" b="0" i="1">
                              <a:solidFill>
                                <a:schemeClr val="tx1"/>
                              </a:solidFill>
                              <a:latin typeface="Cambria Math" panose="02040503050406030204" pitchFamily="18" charset="0"/>
                            </a:rPr>
                            <m:t>3</m:t>
                          </m:r>
                        </m:sub>
                      </m:sSub>
                      <m:sSup>
                        <m:sSupPr>
                          <m:ctrlPr>
                            <a:rPr lang="en-US" sz="2000" b="0" i="1">
                              <a:solidFill>
                                <a:schemeClr val="tx1"/>
                              </a:solidFill>
                              <a:latin typeface="Cambria Math" panose="02040503050406030204" pitchFamily="18" charset="0"/>
                            </a:rPr>
                          </m:ctrlPr>
                        </m:sSupPr>
                        <m:e>
                          <m:r>
                            <a:rPr lang="en-US" sz="2000" b="0" i="1">
                              <a:solidFill>
                                <a:schemeClr val="tx1"/>
                              </a:solidFill>
                              <a:latin typeface="Cambria Math" panose="02040503050406030204" pitchFamily="18" charset="0"/>
                            </a:rPr>
                            <m:t>𝑥</m:t>
                          </m:r>
                        </m:e>
                        <m:sup>
                          <m:r>
                            <a:rPr lang="en-US" sz="2000" b="0" i="1">
                              <a:solidFill>
                                <a:schemeClr val="tx1"/>
                              </a:solidFill>
                              <a:latin typeface="Cambria Math" panose="02040503050406030204" pitchFamily="18" charset="0"/>
                            </a:rPr>
                            <m:t>′</m:t>
                          </m:r>
                        </m:sup>
                      </m:sSup>
                      <m:r>
                        <a:rPr lang="en-US" sz="2000" b="0" i="1">
                          <a:solidFill>
                            <a:schemeClr val="tx1"/>
                          </a:solidFill>
                          <a:latin typeface="Cambria Math" panose="02040503050406030204" pitchFamily="18" charset="0"/>
                        </a:rPr>
                        <m:t>+</m:t>
                      </m:r>
                      <m:sSub>
                        <m:sSubPr>
                          <m:ctrlPr>
                            <a:rPr lang="en-US" sz="2000" b="0" i="1">
                              <a:solidFill>
                                <a:schemeClr val="tx1"/>
                              </a:solidFill>
                              <a:latin typeface="Cambria Math" panose="02040503050406030204" pitchFamily="18" charset="0"/>
                            </a:rPr>
                          </m:ctrlPr>
                        </m:sSubPr>
                        <m:e>
                          <m:r>
                            <a:rPr lang="en-US" sz="2000" b="0" i="1">
                              <a:solidFill>
                                <a:schemeClr val="tx1"/>
                              </a:solidFill>
                              <a:latin typeface="Cambria Math" panose="02040503050406030204" pitchFamily="18" charset="0"/>
                            </a:rPr>
                            <m:t>𝑄</m:t>
                          </m:r>
                        </m:e>
                        <m:sub>
                          <m:r>
                            <a:rPr lang="en-US" sz="2000" b="0" i="1">
                              <a:solidFill>
                                <a:schemeClr val="tx1"/>
                              </a:solidFill>
                              <a:latin typeface="Cambria Math" panose="02040503050406030204" pitchFamily="18" charset="0"/>
                            </a:rPr>
                            <m:t>1</m:t>
                          </m:r>
                        </m:sub>
                      </m:sSub>
                      <m:sSub>
                        <m:sSubPr>
                          <m:ctrlPr>
                            <a:rPr lang="en-US" sz="2000" b="0" i="1">
                              <a:solidFill>
                                <a:schemeClr val="tx1"/>
                              </a:solidFill>
                              <a:latin typeface="Cambria Math" panose="02040503050406030204" pitchFamily="18" charset="0"/>
                            </a:rPr>
                          </m:ctrlPr>
                        </m:sSubPr>
                        <m:e>
                          <m:r>
                            <a:rPr lang="en-US" sz="2000" b="0" i="1">
                              <a:solidFill>
                                <a:schemeClr val="tx1"/>
                              </a:solidFill>
                              <a:latin typeface="Cambria Math" panose="02040503050406030204" pitchFamily="18" charset="0"/>
                            </a:rPr>
                            <m:t>𝑄</m:t>
                          </m:r>
                        </m:e>
                        <m:sub>
                          <m:r>
                            <a:rPr lang="en-US" sz="2000" b="0" i="1" smtClean="0">
                              <a:solidFill>
                                <a:schemeClr val="tx1"/>
                              </a:solidFill>
                              <a:latin typeface="Cambria Math" panose="02040503050406030204" pitchFamily="18" charset="0"/>
                            </a:rPr>
                            <m:t>3</m:t>
                          </m:r>
                        </m:sub>
                      </m:sSub>
                      <m:r>
                        <a:rPr lang="en-US" sz="2000" b="0" i="1">
                          <a:solidFill>
                            <a:schemeClr val="tx1"/>
                          </a:solidFill>
                          <a:latin typeface="Cambria Math" panose="02040503050406030204" pitchFamily="18" charset="0"/>
                        </a:rPr>
                        <m:t>+</m:t>
                      </m:r>
                      <m:sSubSup>
                        <m:sSubSupPr>
                          <m:ctrlPr>
                            <a:rPr lang="en-US" sz="2000" b="0" i="1">
                              <a:solidFill>
                                <a:schemeClr val="tx1"/>
                              </a:solidFill>
                              <a:latin typeface="Cambria Math" panose="02040503050406030204" pitchFamily="18" charset="0"/>
                            </a:rPr>
                          </m:ctrlPr>
                        </m:sSubSupPr>
                        <m:e>
                          <m:r>
                            <a:rPr lang="en-US" sz="2000" b="0" i="1">
                              <a:solidFill>
                                <a:schemeClr val="tx1"/>
                              </a:solidFill>
                              <a:latin typeface="Cambria Math" panose="02040503050406030204" pitchFamily="18" charset="0"/>
                            </a:rPr>
                            <m:t>𝑄</m:t>
                          </m:r>
                        </m:e>
                        <m:sub>
                          <m:r>
                            <a:rPr lang="en-US" sz="2000" b="0" i="1">
                              <a:solidFill>
                                <a:schemeClr val="tx1"/>
                              </a:solidFill>
                              <a:latin typeface="Cambria Math" panose="02040503050406030204" pitchFamily="18" charset="0"/>
                            </a:rPr>
                            <m:t>1</m:t>
                          </m:r>
                        </m:sub>
                        <m:sup>
                          <m:r>
                            <a:rPr lang="en-US" sz="2000" b="0" i="1">
                              <a:solidFill>
                                <a:schemeClr val="tx1"/>
                              </a:solidFill>
                              <a:latin typeface="Cambria Math" panose="02040503050406030204" pitchFamily="18" charset="0"/>
                            </a:rPr>
                            <m:t>′</m:t>
                          </m:r>
                        </m:sup>
                      </m:sSubSup>
                      <m:sSubSup>
                        <m:sSubSupPr>
                          <m:ctrlPr>
                            <a:rPr lang="en-US" sz="2000" b="0" i="1">
                              <a:solidFill>
                                <a:schemeClr val="tx1"/>
                              </a:solidFill>
                              <a:latin typeface="Cambria Math" panose="02040503050406030204" pitchFamily="18" charset="0"/>
                            </a:rPr>
                          </m:ctrlPr>
                        </m:sSubSupPr>
                        <m:e>
                          <m:r>
                            <a:rPr lang="en-US" sz="2000" b="0" i="1">
                              <a:solidFill>
                                <a:schemeClr val="tx1"/>
                              </a:solidFill>
                              <a:latin typeface="Cambria Math" panose="02040503050406030204" pitchFamily="18" charset="0"/>
                            </a:rPr>
                            <m:t>𝑄</m:t>
                          </m:r>
                        </m:e>
                        <m:sub>
                          <m:r>
                            <a:rPr lang="en-US" sz="2000" b="0" i="1">
                              <a:solidFill>
                                <a:schemeClr val="tx1"/>
                              </a:solidFill>
                              <a:latin typeface="Cambria Math" panose="02040503050406030204" pitchFamily="18" charset="0"/>
                            </a:rPr>
                            <m:t>2</m:t>
                          </m:r>
                        </m:sub>
                        <m:sup>
                          <m:r>
                            <a:rPr lang="en-US" sz="2000" b="0" i="1">
                              <a:solidFill>
                                <a:schemeClr val="tx1"/>
                              </a:solidFill>
                              <a:latin typeface="Cambria Math" panose="02040503050406030204" pitchFamily="18" charset="0"/>
                            </a:rPr>
                            <m:t>′</m:t>
                          </m:r>
                        </m:sup>
                      </m:sSubSup>
                      <m:sSub>
                        <m:sSubPr>
                          <m:ctrlPr>
                            <a:rPr lang="en-US" sz="2000" b="0" i="1">
                              <a:solidFill>
                                <a:schemeClr val="tx1"/>
                              </a:solidFill>
                              <a:latin typeface="Cambria Math" panose="02040503050406030204" pitchFamily="18" charset="0"/>
                            </a:rPr>
                          </m:ctrlPr>
                        </m:sSubPr>
                        <m:e>
                          <m:r>
                            <a:rPr lang="en-US" sz="2000" b="0" i="1">
                              <a:solidFill>
                                <a:schemeClr val="tx1"/>
                              </a:solidFill>
                              <a:latin typeface="Cambria Math" panose="02040503050406030204" pitchFamily="18" charset="0"/>
                            </a:rPr>
                            <m:t>𝑄</m:t>
                          </m:r>
                        </m:e>
                        <m:sub>
                          <m:r>
                            <a:rPr lang="en-US" sz="2000" b="0" i="1">
                              <a:solidFill>
                                <a:schemeClr val="tx1"/>
                              </a:solidFill>
                              <a:latin typeface="Cambria Math" panose="02040503050406030204" pitchFamily="18" charset="0"/>
                            </a:rPr>
                            <m:t>3</m:t>
                          </m:r>
                        </m:sub>
                      </m:sSub>
                    </m:oMath>
                  </m:oMathPara>
                </a14:m>
                <a:endParaRPr lang="en-US" sz="2000" b="0" dirty="0">
                  <a:solidFill>
                    <a:schemeClr val="tx1"/>
                  </a:solidFill>
                </a:endParaRPr>
              </a:p>
            </p:txBody>
          </p:sp>
        </mc:Choice>
        <mc:Fallback xmlns="">
          <p:sp>
            <p:nvSpPr>
              <p:cNvPr id="30" name="Rectangle 29"/>
              <p:cNvSpPr>
                <a:spLocks noRot="1" noChangeAspect="1" noMove="1" noResize="1" noEditPoints="1" noAdjustHandles="1" noChangeArrowheads="1" noChangeShapeType="1" noTextEdit="1"/>
              </p:cNvSpPr>
              <p:nvPr/>
            </p:nvSpPr>
            <p:spPr>
              <a:xfrm>
                <a:off x="2586717" y="3418972"/>
                <a:ext cx="3429000" cy="439736"/>
              </a:xfrm>
              <a:prstGeom prst="rect">
                <a:avLst/>
              </a:prstGeom>
              <a:blipFill>
                <a:blip r:embed="rId9"/>
                <a:stretch>
                  <a:fillRect b="-1389"/>
                </a:stretch>
              </a:blipFill>
            </p:spPr>
            <p:txBody>
              <a:bodyPr/>
              <a:lstStyle/>
              <a:p>
                <a:r>
                  <a:rPr lang="zh-CN" altLang="en-US">
                    <a:noFill/>
                  </a:rPr>
                  <a:t> </a:t>
                </a:r>
              </a:p>
            </p:txBody>
          </p:sp>
        </mc:Fallback>
      </mc:AlternateContent>
      <p:sp>
        <p:nvSpPr>
          <p:cNvPr id="31" name="文本框 14">
            <a:extLst>
              <a:ext uri="{FF2B5EF4-FFF2-40B4-BE49-F238E27FC236}">
                <a16:creationId xmlns:a16="http://schemas.microsoft.com/office/drawing/2014/main" id="{273323A2-8A8D-9B47-A116-86ACE3B7CA38}"/>
              </a:ext>
            </a:extLst>
          </p:cNvPr>
          <p:cNvSpPr txBox="1"/>
          <p:nvPr/>
        </p:nvSpPr>
        <p:spPr>
          <a:xfrm>
            <a:off x="6043992" y="4904422"/>
            <a:ext cx="1986442" cy="461665"/>
          </a:xfrm>
          <a:prstGeom prst="rect">
            <a:avLst/>
          </a:prstGeom>
          <a:noFill/>
        </p:spPr>
        <p:txBody>
          <a:bodyPr wrap="none" rtlCol="0">
            <a:spAutoFit/>
          </a:bodyPr>
          <a:lstStyle/>
          <a:p>
            <a:r>
              <a:rPr kumimoji="1" lang="zh-CN" altLang="en-US" sz="2400" dirty="0">
                <a:solidFill>
                  <a:srgbClr val="0070C0"/>
                </a:solidFill>
                <a:latin typeface="Arial" panose="020B0604020202020204" pitchFamily="34" charset="0"/>
                <a:ea typeface="SimHei" panose="02010609060101010101" pitchFamily="49" charset="-122"/>
                <a:cs typeface="Arial" panose="020B0604020202020204" pitchFamily="34" charset="0"/>
              </a:rPr>
              <a:t>只使用规则</a:t>
            </a:r>
            <a:r>
              <a:rPr kumimoji="1" lang="en-US" altLang="zh-CN" sz="2400" dirty="0">
                <a:solidFill>
                  <a:srgbClr val="0070C0"/>
                </a:solidFill>
                <a:latin typeface="Arial" panose="020B0604020202020204" pitchFamily="34" charset="0"/>
                <a:ea typeface="SimHei" panose="02010609060101010101" pitchFamily="49" charset="-122"/>
                <a:cs typeface="Arial" panose="020B0604020202020204" pitchFamily="34" charset="0"/>
              </a:rPr>
              <a:t>III</a:t>
            </a:r>
            <a:endParaRPr kumimoji="1" lang="zh-CN" altLang="en-US" sz="2400" dirty="0">
              <a:solidFill>
                <a:srgbClr val="0070C0"/>
              </a:solidFill>
              <a:latin typeface="Arial" panose="020B0604020202020204" pitchFamily="34" charset="0"/>
              <a:ea typeface="SimHei" panose="02010609060101010101" pitchFamily="49" charset="-122"/>
              <a:cs typeface="Arial" panose="020B0604020202020204" pitchFamily="34" charset="0"/>
            </a:endParaRPr>
          </a:p>
        </p:txBody>
      </p:sp>
      <p:pic>
        <p:nvPicPr>
          <p:cNvPr id="27" name="Picture 26"/>
          <p:cNvPicPr>
            <a:picLocks noChangeAspect="1"/>
          </p:cNvPicPr>
          <p:nvPr/>
        </p:nvPicPr>
        <p:blipFill>
          <a:blip r:embed="rId10"/>
          <a:stretch>
            <a:fillRect/>
          </a:stretch>
        </p:blipFill>
        <p:spPr>
          <a:xfrm>
            <a:off x="5801996" y="5284748"/>
            <a:ext cx="2087406" cy="1344928"/>
          </a:xfrm>
          <a:prstGeom prst="rect">
            <a:avLst/>
          </a:prstGeom>
        </p:spPr>
      </p:pic>
      <mc:AlternateContent xmlns:mc="http://schemas.openxmlformats.org/markup-compatibility/2006" xmlns:a14="http://schemas.microsoft.com/office/drawing/2010/main">
        <mc:Choice Requires="a14">
          <p:sp>
            <p:nvSpPr>
              <p:cNvPr id="34" name="Rectangle 33"/>
              <p:cNvSpPr/>
              <p:nvPr/>
            </p:nvSpPr>
            <p:spPr>
              <a:xfrm>
                <a:off x="1365425" y="4133809"/>
                <a:ext cx="5791200" cy="43973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2000" b="0" i="1" smtClean="0">
                              <a:solidFill>
                                <a:schemeClr val="tx1"/>
                              </a:solidFill>
                              <a:latin typeface="Cambria Math" panose="02040503050406030204" pitchFamily="18" charset="0"/>
                            </a:rPr>
                          </m:ctrlPr>
                        </m:sSubSupPr>
                        <m:e>
                          <m:r>
                            <a:rPr lang="en-US" sz="2000" b="0" i="1">
                              <a:solidFill>
                                <a:schemeClr val="tx1"/>
                              </a:solidFill>
                              <a:latin typeface="Cambria Math" panose="02040503050406030204" pitchFamily="18" charset="0"/>
                            </a:rPr>
                            <m:t>𝑄</m:t>
                          </m:r>
                        </m:e>
                        <m:sub>
                          <m:r>
                            <a:rPr lang="en-US" sz="2000" b="0" i="1">
                              <a:solidFill>
                                <a:schemeClr val="tx1"/>
                              </a:solidFill>
                              <a:latin typeface="Cambria Math" panose="02040503050406030204" pitchFamily="18" charset="0"/>
                            </a:rPr>
                            <m:t>2</m:t>
                          </m:r>
                        </m:sub>
                        <m:sup>
                          <m:r>
                            <a:rPr lang="en-US" sz="2000" b="0" i="1">
                              <a:solidFill>
                                <a:schemeClr val="tx1"/>
                              </a:solidFill>
                              <a:latin typeface="Cambria Math" panose="02040503050406030204" pitchFamily="18" charset="0"/>
                            </a:rPr>
                            <m:t>+</m:t>
                          </m:r>
                        </m:sup>
                      </m:sSubSup>
                      <m:r>
                        <a:rPr lang="en-US" sz="2000" b="0" i="1">
                          <a:solidFill>
                            <a:schemeClr val="tx1"/>
                          </a:solidFill>
                          <a:latin typeface="Cambria Math" panose="02040503050406030204" pitchFamily="18" charset="0"/>
                        </a:rPr>
                        <m:t>=</m:t>
                      </m:r>
                      <m:sSub>
                        <m:sSubPr>
                          <m:ctrlPr>
                            <a:rPr lang="en-US" sz="2000" b="0" i="1">
                              <a:solidFill>
                                <a:schemeClr val="tx1"/>
                              </a:solidFill>
                              <a:latin typeface="Cambria Math" panose="02040503050406030204" pitchFamily="18" charset="0"/>
                            </a:rPr>
                          </m:ctrlPr>
                        </m:sSubPr>
                        <m:e>
                          <m:r>
                            <a:rPr lang="en-US" sz="2000" b="0" i="1">
                              <a:solidFill>
                                <a:schemeClr val="tx1"/>
                              </a:solidFill>
                              <a:latin typeface="Cambria Math" panose="02040503050406030204" pitchFamily="18" charset="0"/>
                            </a:rPr>
                            <m:t>𝑄</m:t>
                          </m:r>
                        </m:e>
                        <m:sub>
                          <m:r>
                            <a:rPr lang="en-US" sz="2000" b="0" i="1">
                              <a:solidFill>
                                <a:schemeClr val="tx1"/>
                              </a:solidFill>
                              <a:latin typeface="Cambria Math" panose="02040503050406030204" pitchFamily="18" charset="0"/>
                            </a:rPr>
                            <m:t>1</m:t>
                          </m:r>
                        </m:sub>
                      </m:sSub>
                      <m:sSubSup>
                        <m:sSubSupPr>
                          <m:ctrlPr>
                            <a:rPr lang="en-US" sz="2000" b="0" i="1">
                              <a:solidFill>
                                <a:schemeClr val="tx1"/>
                              </a:solidFill>
                              <a:latin typeface="Cambria Math" panose="02040503050406030204" pitchFamily="18" charset="0"/>
                            </a:rPr>
                          </m:ctrlPr>
                        </m:sSubSupPr>
                        <m:e>
                          <m:r>
                            <a:rPr lang="en-US" sz="2000" b="0" i="1">
                              <a:solidFill>
                                <a:schemeClr val="tx1"/>
                              </a:solidFill>
                              <a:latin typeface="Cambria Math" panose="02040503050406030204" pitchFamily="18" charset="0"/>
                            </a:rPr>
                            <m:t>𝑄</m:t>
                          </m:r>
                        </m:e>
                        <m:sub>
                          <m:r>
                            <a:rPr lang="en-US" sz="2000" b="0" i="1">
                              <a:solidFill>
                                <a:schemeClr val="tx1"/>
                              </a:solidFill>
                              <a:latin typeface="Cambria Math" panose="02040503050406030204" pitchFamily="18" charset="0"/>
                            </a:rPr>
                            <m:t>2</m:t>
                          </m:r>
                        </m:sub>
                        <m:sup>
                          <m:r>
                            <a:rPr lang="en-US" sz="2000" b="0" i="1">
                              <a:solidFill>
                                <a:schemeClr val="tx1"/>
                              </a:solidFill>
                              <a:latin typeface="Cambria Math" panose="02040503050406030204" pitchFamily="18" charset="0"/>
                            </a:rPr>
                            <m:t>′</m:t>
                          </m:r>
                        </m:sup>
                      </m:sSubSup>
                      <m:r>
                        <a:rPr lang="en-US" sz="2000" b="0" i="1">
                          <a:solidFill>
                            <a:schemeClr val="tx1"/>
                          </a:solidFill>
                          <a:latin typeface="Cambria Math" panose="02040503050406030204" pitchFamily="18" charset="0"/>
                        </a:rPr>
                        <m:t>+</m:t>
                      </m:r>
                      <m:sSubSup>
                        <m:sSubSupPr>
                          <m:ctrlPr>
                            <a:rPr lang="en-US" sz="2000" b="0" i="1">
                              <a:solidFill>
                                <a:schemeClr val="tx1"/>
                              </a:solidFill>
                              <a:latin typeface="Cambria Math" panose="02040503050406030204" pitchFamily="18" charset="0"/>
                            </a:rPr>
                          </m:ctrlPr>
                        </m:sSubSupPr>
                        <m:e>
                          <m:r>
                            <a:rPr lang="en-US" sz="2000" b="0" i="1">
                              <a:solidFill>
                                <a:schemeClr val="tx1"/>
                              </a:solidFill>
                              <a:latin typeface="Cambria Math" panose="02040503050406030204" pitchFamily="18" charset="0"/>
                            </a:rPr>
                            <m:t>𝑄</m:t>
                          </m:r>
                        </m:e>
                        <m:sub>
                          <m:r>
                            <a:rPr lang="en-US" sz="2000" b="0" i="1">
                              <a:solidFill>
                                <a:schemeClr val="tx1"/>
                              </a:solidFill>
                              <a:latin typeface="Cambria Math" panose="02040503050406030204" pitchFamily="18" charset="0"/>
                            </a:rPr>
                            <m:t>1</m:t>
                          </m:r>
                        </m:sub>
                        <m:sup>
                          <m:r>
                            <a:rPr lang="en-US" sz="2000" b="0" i="1">
                              <a:solidFill>
                                <a:schemeClr val="tx1"/>
                              </a:solidFill>
                              <a:latin typeface="Cambria Math" panose="02040503050406030204" pitchFamily="18" charset="0"/>
                            </a:rPr>
                            <m:t>′</m:t>
                          </m:r>
                        </m:sup>
                      </m:sSubSup>
                      <m:sSub>
                        <m:sSubPr>
                          <m:ctrlPr>
                            <a:rPr lang="en-US" sz="2000" b="0" i="1">
                              <a:solidFill>
                                <a:schemeClr val="tx1"/>
                              </a:solidFill>
                              <a:latin typeface="Cambria Math" panose="02040503050406030204" pitchFamily="18" charset="0"/>
                            </a:rPr>
                          </m:ctrlPr>
                        </m:sSubPr>
                        <m:e>
                          <m:r>
                            <a:rPr lang="en-US" sz="2000" b="0" i="1">
                              <a:solidFill>
                                <a:schemeClr val="tx1"/>
                              </a:solidFill>
                              <a:latin typeface="Cambria Math" panose="02040503050406030204" pitchFamily="18" charset="0"/>
                            </a:rPr>
                            <m:t>𝑄</m:t>
                          </m:r>
                        </m:e>
                        <m:sub>
                          <m:r>
                            <a:rPr lang="en-US" sz="2000" b="0" i="1">
                              <a:solidFill>
                                <a:schemeClr val="tx1"/>
                              </a:solidFill>
                              <a:latin typeface="Cambria Math" panose="02040503050406030204" pitchFamily="18" charset="0"/>
                            </a:rPr>
                            <m:t>2</m:t>
                          </m:r>
                        </m:sub>
                      </m:sSub>
                      <m:r>
                        <a:rPr lang="en-US" sz="2000" b="0" i="1">
                          <a:solidFill>
                            <a:schemeClr val="tx1"/>
                          </a:solidFill>
                          <a:latin typeface="Cambria Math" panose="02040503050406030204" pitchFamily="18" charset="0"/>
                        </a:rPr>
                        <m:t>+</m:t>
                      </m:r>
                      <m:sSubSup>
                        <m:sSubSupPr>
                          <m:ctrlPr>
                            <a:rPr lang="en-US" sz="2000" b="0" i="1">
                              <a:solidFill>
                                <a:schemeClr val="tx1"/>
                              </a:solidFill>
                              <a:latin typeface="Cambria Math" panose="02040503050406030204" pitchFamily="18" charset="0"/>
                            </a:rPr>
                          </m:ctrlPr>
                        </m:sSubSupPr>
                        <m:e>
                          <m:r>
                            <a:rPr lang="en-US" sz="2000" b="0" i="1">
                              <a:solidFill>
                                <a:schemeClr val="tx1"/>
                              </a:solidFill>
                              <a:latin typeface="Cambria Math" panose="02040503050406030204" pitchFamily="18" charset="0"/>
                            </a:rPr>
                            <m:t>𝑄</m:t>
                          </m:r>
                        </m:e>
                        <m:sub>
                          <m:r>
                            <a:rPr lang="en-US" sz="2000" b="0" i="1">
                              <a:solidFill>
                                <a:schemeClr val="tx1"/>
                              </a:solidFill>
                              <a:latin typeface="Cambria Math" panose="02040503050406030204" pitchFamily="18" charset="0"/>
                            </a:rPr>
                            <m:t>1</m:t>
                          </m:r>
                        </m:sub>
                        <m:sup>
                          <m:r>
                            <a:rPr lang="en-US" sz="2000" b="0" i="1">
                              <a:solidFill>
                                <a:schemeClr val="tx1"/>
                              </a:solidFill>
                              <a:latin typeface="Cambria Math" panose="02040503050406030204" pitchFamily="18" charset="0"/>
                            </a:rPr>
                            <m:t>′</m:t>
                          </m:r>
                        </m:sup>
                      </m:sSubSup>
                      <m:sSub>
                        <m:sSubPr>
                          <m:ctrlPr>
                            <a:rPr lang="en-US" sz="2000" b="0" i="1">
                              <a:solidFill>
                                <a:schemeClr val="tx1"/>
                              </a:solidFill>
                              <a:latin typeface="Cambria Math" panose="02040503050406030204" pitchFamily="18" charset="0"/>
                            </a:rPr>
                          </m:ctrlPr>
                        </m:sSubPr>
                        <m:e>
                          <m:r>
                            <a:rPr lang="en-US" sz="2000" b="0" i="1">
                              <a:solidFill>
                                <a:schemeClr val="tx1"/>
                              </a:solidFill>
                              <a:latin typeface="Cambria Math" panose="02040503050406030204" pitchFamily="18" charset="0"/>
                            </a:rPr>
                            <m:t>𝑄</m:t>
                          </m:r>
                        </m:e>
                        <m:sub>
                          <m:r>
                            <a:rPr lang="en-US" sz="2000" b="0" i="1" smtClean="0">
                              <a:solidFill>
                                <a:schemeClr val="tx1"/>
                              </a:solidFill>
                              <a:latin typeface="Cambria Math" panose="02040503050406030204" pitchFamily="18" charset="0"/>
                            </a:rPr>
                            <m:t>3</m:t>
                          </m:r>
                        </m:sub>
                      </m:sSub>
                      <m:r>
                        <a:rPr lang="en-US" sz="2000" b="0" i="1" smtClean="0">
                          <a:solidFill>
                            <a:schemeClr val="tx1"/>
                          </a:solidFill>
                          <a:latin typeface="Cambria Math" panose="02040503050406030204" pitchFamily="18" charset="0"/>
                        </a:rPr>
                        <m:t>𝑥</m:t>
                      </m:r>
                    </m:oMath>
                  </m:oMathPara>
                </a14:m>
                <a:endParaRPr lang="en-US" sz="2000" b="0" dirty="0">
                  <a:solidFill>
                    <a:schemeClr val="tx1"/>
                  </a:solidFill>
                </a:endParaRPr>
              </a:p>
            </p:txBody>
          </p:sp>
        </mc:Choice>
        <mc:Fallback xmlns="">
          <p:sp>
            <p:nvSpPr>
              <p:cNvPr id="34" name="Rectangle 33"/>
              <p:cNvSpPr>
                <a:spLocks noRot="1" noChangeAspect="1" noMove="1" noResize="1" noEditPoints="1" noAdjustHandles="1" noChangeArrowheads="1" noChangeShapeType="1" noTextEdit="1"/>
              </p:cNvSpPr>
              <p:nvPr/>
            </p:nvSpPr>
            <p:spPr>
              <a:xfrm>
                <a:off x="1365425" y="4133809"/>
                <a:ext cx="5791200" cy="439736"/>
              </a:xfrm>
              <a:prstGeom prst="rect">
                <a:avLst/>
              </a:prstGeom>
              <a:blipFill>
                <a:blip r:embed="rId11"/>
                <a:stretch>
                  <a:fillRect b="-2778"/>
                </a:stretch>
              </a:blipFill>
            </p:spPr>
            <p:txBody>
              <a:bodyPr/>
              <a:lstStyle/>
              <a:p>
                <a:r>
                  <a:rPr lang="zh-CN" altLang="en-US">
                    <a:noFill/>
                  </a:rPr>
                  <a:t> </a:t>
                </a:r>
              </a:p>
            </p:txBody>
          </p:sp>
        </mc:Fallback>
      </mc:AlternateContent>
      <p:sp>
        <p:nvSpPr>
          <p:cNvPr id="5" name="Title 4">
            <a:extLst>
              <a:ext uri="{FF2B5EF4-FFF2-40B4-BE49-F238E27FC236}">
                <a16:creationId xmlns:a16="http://schemas.microsoft.com/office/drawing/2014/main" id="{632A1882-841A-4F18-F26F-C14D3AAEB1B4}"/>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t>结果比较</a:t>
            </a:r>
            <a:endParaRPr lang="en-CN" altLang="zh-CN" sz="4000" dirty="0">
              <a:solidFill>
                <a:srgbClr val="0000FF"/>
              </a:solidFill>
              <a:latin typeface="Arial" panose="020B0604020202020204" pitchFamily="34" charset="0"/>
              <a:cs typeface="Arial" panose="020B0604020202020204" pitchFamily="34" charset="0"/>
            </a:endParaRPr>
          </a:p>
        </p:txBody>
      </p:sp>
      <p:sp>
        <p:nvSpPr>
          <p:cNvPr id="6" name="文本框 5">
            <a:extLst>
              <a:ext uri="{FF2B5EF4-FFF2-40B4-BE49-F238E27FC236}">
                <a16:creationId xmlns:a16="http://schemas.microsoft.com/office/drawing/2014/main" id="{879D92AD-9CA5-07E3-5C9B-40FAC96FFA29}"/>
              </a:ext>
            </a:extLst>
          </p:cNvPr>
          <p:cNvSpPr txBox="1"/>
          <p:nvPr/>
        </p:nvSpPr>
        <p:spPr>
          <a:xfrm>
            <a:off x="5450016" y="2620651"/>
            <a:ext cx="3236784" cy="523220"/>
          </a:xfrm>
          <a:prstGeom prst="rect">
            <a:avLst/>
          </a:prstGeom>
          <a:noFill/>
        </p:spPr>
        <p:txBody>
          <a:bodyPr wrap="none" rtlCol="0">
            <a:spAutoFit/>
          </a:bodyPr>
          <a:lstStyle/>
          <a:p>
            <a:pPr algn="ctr"/>
            <a:r>
              <a:rPr kumimoji="1" lang="zh-CN" altLang="en-US" sz="2800" dirty="0">
                <a:solidFill>
                  <a:srgbClr val="3333FF"/>
                </a:solidFill>
                <a:latin typeface="+mn-ea"/>
                <a:ea typeface="+mn-ea"/>
                <a:cs typeface="Arial" panose="020B0604020202020204" pitchFamily="34" charset="0"/>
              </a:rPr>
              <a:t>次态方程大大简化</a:t>
            </a:r>
            <a:r>
              <a:rPr kumimoji="1" lang="en-US" altLang="zh-CN" sz="2800" dirty="0">
                <a:solidFill>
                  <a:srgbClr val="3333FF"/>
                </a:solidFill>
                <a:latin typeface="+mn-ea"/>
                <a:ea typeface="+mn-ea"/>
                <a:cs typeface="Arial" panose="020B0604020202020204" pitchFamily="34" charset="0"/>
              </a:rPr>
              <a:t>!</a:t>
            </a:r>
            <a:endParaRPr kumimoji="1" lang="zh-CN" altLang="en-US" sz="2800" dirty="0">
              <a:solidFill>
                <a:srgbClr val="3333FF"/>
              </a:solidFill>
              <a:latin typeface="+mn-ea"/>
              <a:ea typeface="+mn-ea"/>
              <a:cs typeface="Arial" panose="020B0604020202020204" pitchFamily="34" charset="0"/>
            </a:endParaRPr>
          </a:p>
        </p:txBody>
      </p:sp>
    </p:spTree>
    <p:custDataLst>
      <p:tags r:id="rId1"/>
    </p:custDataLst>
    <p:extLst>
      <p:ext uri="{BB962C8B-B14F-4D97-AF65-F5344CB8AC3E}">
        <p14:creationId xmlns:p14="http://schemas.microsoft.com/office/powerpoint/2010/main" val="2558223147"/>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灯片编号占位符 7"/>
          <p:cNvSpPr>
            <a:spLocks noGrp="1"/>
          </p:cNvSpPr>
          <p:nvPr>
            <p:ph type="sldNum" sz="quarter" idx="12"/>
          </p:nvPr>
        </p:nvSpPr>
        <p:spPr/>
        <p:txBody>
          <a:bodyPr/>
          <a:lstStyle/>
          <a:p>
            <a:pPr>
              <a:defRPr/>
            </a:pPr>
            <a:fld id="{3259D7DD-E1BE-4482-9234-29898EB39847}" type="slidenum">
              <a:rPr lang="en-US" altLang="zh-CN" smtClean="0"/>
              <a:pPr>
                <a:defRPr/>
              </a:pPr>
              <a:t>61</a:t>
            </a:fld>
            <a:endParaRPr lang="en-US" altLang="zh-CN" dirty="0"/>
          </a:p>
        </p:txBody>
      </p:sp>
      <p:sp>
        <p:nvSpPr>
          <p:cNvPr id="2" name="内容占位符 1">
            <a:extLst>
              <a:ext uri="{FF2B5EF4-FFF2-40B4-BE49-F238E27FC236}">
                <a16:creationId xmlns:a16="http://schemas.microsoft.com/office/drawing/2014/main" id="{25C33B47-8D60-4F82-8267-8B215A3E5FE5}"/>
              </a:ext>
            </a:extLst>
          </p:cNvPr>
          <p:cNvSpPr>
            <a:spLocks noGrp="1"/>
          </p:cNvSpPr>
          <p:nvPr>
            <p:ph idx="4294967295"/>
          </p:nvPr>
        </p:nvSpPr>
        <p:spPr>
          <a:xfrm>
            <a:off x="457200" y="1587606"/>
            <a:ext cx="8382000" cy="4351338"/>
          </a:xfrm>
        </p:spPr>
        <p:txBody>
          <a:bodyPr>
            <a:normAutofit/>
          </a:bodyPr>
          <a:lstStyle/>
          <a:p>
            <a:pPr marL="0" indent="-365760">
              <a:buClr>
                <a:schemeClr val="tx1"/>
              </a:buClr>
              <a:buSzPct val="80000"/>
            </a:pPr>
            <a:r>
              <a:rPr lang="en-US" altLang="zh-CN" b="0" dirty="0">
                <a:latin typeface="+mn-lt"/>
                <a:ea typeface="黑体" panose="02010609060101010101" pitchFamily="49" charset="-122"/>
              </a:rPr>
              <a:t>Step1: </a:t>
            </a:r>
            <a:r>
              <a:rPr lang="zh-CN" altLang="en-US" b="0" dirty="0">
                <a:latin typeface="+mn-lt"/>
                <a:ea typeface="黑体" panose="02010609060101010101" pitchFamily="49" charset="-122"/>
              </a:rPr>
              <a:t>确定输入输出并抽象出有限状态机</a:t>
            </a:r>
          </a:p>
          <a:p>
            <a:pPr marL="0" indent="-365760">
              <a:buClr>
                <a:schemeClr val="tx1"/>
              </a:buClr>
              <a:buSzPct val="80000"/>
            </a:pPr>
            <a:r>
              <a:rPr lang="en-US" altLang="zh-CN" b="0" dirty="0">
                <a:latin typeface="+mn-lt"/>
                <a:ea typeface="黑体" panose="02010609060101010101" pitchFamily="49" charset="-122"/>
              </a:rPr>
              <a:t>Step2: </a:t>
            </a:r>
            <a:r>
              <a:rPr lang="zh-CN" altLang="en-US" b="0" dirty="0">
                <a:latin typeface="+mn-lt"/>
                <a:ea typeface="黑体" panose="02010609060101010101" pitchFamily="49" charset="-122"/>
              </a:rPr>
              <a:t>状态化简</a:t>
            </a:r>
          </a:p>
          <a:p>
            <a:pPr marL="0" indent="-365760">
              <a:buClr>
                <a:schemeClr val="tx1"/>
              </a:buClr>
              <a:buSzPct val="80000"/>
            </a:pPr>
            <a:r>
              <a:rPr lang="en-US" altLang="zh-CN" b="0" dirty="0">
                <a:latin typeface="+mn-lt"/>
                <a:ea typeface="黑体" panose="02010609060101010101" pitchFamily="49" charset="-122"/>
              </a:rPr>
              <a:t>Step3: </a:t>
            </a:r>
            <a:r>
              <a:rPr lang="zh-CN" altLang="en-US" b="0" dirty="0">
                <a:latin typeface="+mn-lt"/>
                <a:ea typeface="黑体" panose="02010609060101010101" pitchFamily="49" charset="-122"/>
              </a:rPr>
              <a:t>状态分配</a:t>
            </a:r>
          </a:p>
          <a:p>
            <a:pPr marL="0" indent="-365760">
              <a:buClr>
                <a:schemeClr val="tx1"/>
              </a:buClr>
              <a:buSzPct val="80000"/>
            </a:pPr>
            <a:r>
              <a:rPr lang="en-US" altLang="zh-CN" b="0" dirty="0">
                <a:solidFill>
                  <a:srgbClr val="3333FF"/>
                </a:solidFill>
                <a:latin typeface="+mn-lt"/>
                <a:ea typeface="黑体" panose="02010609060101010101" pitchFamily="49" charset="-122"/>
              </a:rPr>
              <a:t>Step4: </a:t>
            </a:r>
            <a:r>
              <a:rPr lang="zh-CN" altLang="en-US" b="0" dirty="0">
                <a:solidFill>
                  <a:srgbClr val="3333FF"/>
                </a:solidFill>
                <a:latin typeface="+mn-lt"/>
                <a:ea typeface="黑体" panose="02010609060101010101" pitchFamily="49" charset="-122"/>
              </a:rPr>
              <a:t>确定激励方程和输出方程</a:t>
            </a:r>
          </a:p>
          <a:p>
            <a:pPr marL="0" indent="-365760">
              <a:buClr>
                <a:schemeClr val="tx1"/>
              </a:buClr>
              <a:buSzPct val="80000"/>
            </a:pPr>
            <a:r>
              <a:rPr lang="en-US" altLang="zh-CN" b="0" dirty="0">
                <a:solidFill>
                  <a:srgbClr val="3333FF"/>
                </a:solidFill>
                <a:latin typeface="+mn-lt"/>
                <a:ea typeface="黑体" panose="02010609060101010101" pitchFamily="49" charset="-122"/>
              </a:rPr>
              <a:t>Step5: </a:t>
            </a:r>
            <a:r>
              <a:rPr lang="zh-CN" altLang="en-US" b="0" dirty="0">
                <a:solidFill>
                  <a:srgbClr val="3333FF"/>
                </a:solidFill>
                <a:latin typeface="+mn-lt"/>
                <a:ea typeface="黑体" panose="02010609060101010101" pitchFamily="49" charset="-122"/>
              </a:rPr>
              <a:t>画出逻辑电路图</a:t>
            </a:r>
          </a:p>
        </p:txBody>
      </p:sp>
      <p:sp>
        <p:nvSpPr>
          <p:cNvPr id="3" name="Title 4">
            <a:extLst>
              <a:ext uri="{FF2B5EF4-FFF2-40B4-BE49-F238E27FC236}">
                <a16:creationId xmlns:a16="http://schemas.microsoft.com/office/drawing/2014/main" id="{BC29A587-73C5-BE0C-8EEF-31B8D6E3CB18}"/>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sz="4000" dirty="0">
                <a:latin typeface="黑体" panose="02010609060101010101" pitchFamily="49" charset="-122"/>
                <a:ea typeface="黑体" panose="02010609060101010101" pitchFamily="49" charset="-122"/>
              </a:rPr>
              <a:t>设计方法</a:t>
            </a:r>
            <a:endParaRPr lang="en-CN" altLang="zh-CN" sz="4000" dirty="0">
              <a:solidFill>
                <a:srgbClr val="0000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4856297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 name="灯片编号占位符 15"/>
          <p:cNvSpPr>
            <a:spLocks noGrp="1"/>
          </p:cNvSpPr>
          <p:nvPr>
            <p:ph type="sldNum" sz="quarter" idx="12"/>
          </p:nvPr>
        </p:nvSpPr>
        <p:spPr/>
        <p:txBody>
          <a:bodyPr/>
          <a:lstStyle/>
          <a:p>
            <a:pPr>
              <a:defRPr/>
            </a:pPr>
            <a:fld id="{3259D7DD-E1BE-4482-9234-29898EB39847}" type="slidenum">
              <a:rPr lang="en-US" altLang="zh-CN" smtClean="0"/>
              <a:pPr>
                <a:defRPr/>
              </a:pPr>
              <a:t>62</a:t>
            </a:fld>
            <a:endParaRPr lang="en-US" altLang="zh-CN" dirty="0"/>
          </a:p>
        </p:txBody>
      </p:sp>
      <p:graphicFrame>
        <p:nvGraphicFramePr>
          <p:cNvPr id="20" name="Object 144">
            <a:extLst>
              <a:ext uri="{FF2B5EF4-FFF2-40B4-BE49-F238E27FC236}">
                <a16:creationId xmlns:a16="http://schemas.microsoft.com/office/drawing/2014/main" id="{DB6898CA-8D48-4148-ADBD-87D750575D70}"/>
              </a:ext>
            </a:extLst>
          </p:cNvPr>
          <p:cNvGraphicFramePr>
            <a:graphicFrameLocks noGrp="1" noChangeAspect="1"/>
          </p:cNvGraphicFramePr>
          <p:nvPr>
            <p:ph idx="4294967295"/>
            <p:extLst>
              <p:ext uri="{D42A27DB-BD31-4B8C-83A1-F6EECF244321}">
                <p14:modId xmlns:p14="http://schemas.microsoft.com/office/powerpoint/2010/main" val="2870115834"/>
              </p:ext>
            </p:extLst>
          </p:nvPr>
        </p:nvGraphicFramePr>
        <p:xfrm>
          <a:off x="883725" y="5264467"/>
          <a:ext cx="1199407" cy="548640"/>
        </p:xfrm>
        <a:graphic>
          <a:graphicData uri="http://schemas.openxmlformats.org/presentationml/2006/ole">
            <mc:AlternateContent xmlns:mc="http://schemas.openxmlformats.org/markup-compatibility/2006">
              <mc:Choice xmlns:v="urn:schemas-microsoft-com:vml" Requires="v">
                <p:oleObj name="Equation" r:id="rId4" imgW="444240" imgH="203040" progId="">
                  <p:embed/>
                </p:oleObj>
              </mc:Choice>
              <mc:Fallback>
                <p:oleObj name="Equation" r:id="rId4" imgW="444240" imgH="203040" progId="">
                  <p:embed/>
                  <p:pic>
                    <p:nvPicPr>
                      <p:cNvPr id="521360" name="Object 14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3725" y="5264467"/>
                        <a:ext cx="1199407" cy="548640"/>
                      </a:xfrm>
                      <a:prstGeom prst="rect">
                        <a:avLst/>
                      </a:prstGeom>
                      <a:noFill/>
                    </p:spPr>
                  </p:pic>
                </p:oleObj>
              </mc:Fallback>
            </mc:AlternateContent>
          </a:graphicData>
        </a:graphic>
      </p:graphicFrame>
      <p:grpSp>
        <p:nvGrpSpPr>
          <p:cNvPr id="2" name="Group 123"/>
          <p:cNvGrpSpPr>
            <a:grpSpLocks noChangeAspect="1"/>
          </p:cNvGrpSpPr>
          <p:nvPr/>
        </p:nvGrpSpPr>
        <p:grpSpPr bwMode="auto">
          <a:xfrm>
            <a:off x="2160435" y="4522684"/>
            <a:ext cx="5126393" cy="2057400"/>
            <a:chOff x="-5" y="2387"/>
            <a:chExt cx="4283" cy="1470"/>
          </a:xfrm>
        </p:grpSpPr>
        <p:graphicFrame>
          <p:nvGraphicFramePr>
            <p:cNvPr id="31751" name="Object 124"/>
            <p:cNvGraphicFramePr>
              <a:graphicFrameLocks noChangeAspect="1"/>
            </p:cNvGraphicFramePr>
            <p:nvPr/>
          </p:nvGraphicFramePr>
          <p:xfrm>
            <a:off x="266" y="2387"/>
            <a:ext cx="2726" cy="381"/>
          </p:xfrm>
          <a:graphic>
            <a:graphicData uri="http://schemas.openxmlformats.org/presentationml/2006/ole">
              <mc:AlternateContent xmlns:mc="http://schemas.openxmlformats.org/markup-compatibility/2006">
                <mc:Choice xmlns:v="urn:schemas-microsoft-com:vml" Requires="v">
                  <p:oleObj name="Equation" r:id="rId6" imgW="1282680" imgH="203040" progId="">
                    <p:embed/>
                  </p:oleObj>
                </mc:Choice>
                <mc:Fallback>
                  <p:oleObj name="Equation" r:id="rId6" imgW="1282680" imgH="203040" progId="">
                    <p:embed/>
                    <p:pic>
                      <p:nvPicPr>
                        <p:cNvPr id="31751" name="Object 12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6" y="2387"/>
                          <a:ext cx="2726" cy="381"/>
                        </a:xfrm>
                        <a:prstGeom prst="rect">
                          <a:avLst/>
                        </a:prstGeom>
                        <a:noFill/>
                      </p:spPr>
                    </p:pic>
                  </p:oleObj>
                </mc:Fallback>
              </mc:AlternateContent>
            </a:graphicData>
          </a:graphic>
        </p:graphicFrame>
        <p:graphicFrame>
          <p:nvGraphicFramePr>
            <p:cNvPr id="31752" name="Object 125"/>
            <p:cNvGraphicFramePr>
              <a:graphicFrameLocks noChangeAspect="1"/>
            </p:cNvGraphicFramePr>
            <p:nvPr/>
          </p:nvGraphicFramePr>
          <p:xfrm>
            <a:off x="229" y="2732"/>
            <a:ext cx="4049" cy="381"/>
          </p:xfrm>
          <a:graphic>
            <a:graphicData uri="http://schemas.openxmlformats.org/presentationml/2006/ole">
              <mc:AlternateContent xmlns:mc="http://schemas.openxmlformats.org/markup-compatibility/2006">
                <mc:Choice xmlns:v="urn:schemas-microsoft-com:vml" Requires="v">
                  <p:oleObj name="Equation" r:id="rId8" imgW="1904760" imgH="203040" progId="">
                    <p:embed/>
                  </p:oleObj>
                </mc:Choice>
                <mc:Fallback>
                  <p:oleObj name="Equation" r:id="rId8" imgW="1904760" imgH="203040" progId="">
                    <p:embed/>
                    <p:pic>
                      <p:nvPicPr>
                        <p:cNvPr id="31752" name="Object 12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9" y="2732"/>
                          <a:ext cx="4049" cy="381"/>
                        </a:xfrm>
                        <a:prstGeom prst="rect">
                          <a:avLst/>
                        </a:prstGeom>
                        <a:noFill/>
                      </p:spPr>
                    </p:pic>
                  </p:oleObj>
                </mc:Fallback>
              </mc:AlternateContent>
            </a:graphicData>
          </a:graphic>
        </p:graphicFrame>
        <p:graphicFrame>
          <p:nvGraphicFramePr>
            <p:cNvPr id="31753" name="Object 126"/>
            <p:cNvGraphicFramePr>
              <a:graphicFrameLocks noChangeAspect="1"/>
            </p:cNvGraphicFramePr>
            <p:nvPr/>
          </p:nvGraphicFramePr>
          <p:xfrm>
            <a:off x="235" y="3114"/>
            <a:ext cx="3505" cy="381"/>
          </p:xfrm>
          <a:graphic>
            <a:graphicData uri="http://schemas.openxmlformats.org/presentationml/2006/ole">
              <mc:AlternateContent xmlns:mc="http://schemas.openxmlformats.org/markup-compatibility/2006">
                <mc:Choice xmlns:v="urn:schemas-microsoft-com:vml" Requires="v">
                  <p:oleObj name="Equation" r:id="rId10" imgW="1650960" imgH="203040" progId="">
                    <p:embed/>
                  </p:oleObj>
                </mc:Choice>
                <mc:Fallback>
                  <p:oleObj name="Equation" r:id="rId10" imgW="1650960" imgH="203040" progId="">
                    <p:embed/>
                    <p:pic>
                      <p:nvPicPr>
                        <p:cNvPr id="31753" name="Object 12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5" y="3114"/>
                          <a:ext cx="3505" cy="381"/>
                        </a:xfrm>
                        <a:prstGeom prst="rect">
                          <a:avLst/>
                        </a:prstGeom>
                        <a:noFill/>
                      </p:spPr>
                    </p:pic>
                  </p:oleObj>
                </mc:Fallback>
              </mc:AlternateContent>
            </a:graphicData>
          </a:graphic>
        </p:graphicFrame>
        <p:graphicFrame>
          <p:nvGraphicFramePr>
            <p:cNvPr id="31754" name="Object 127"/>
            <p:cNvGraphicFramePr>
              <a:graphicFrameLocks noChangeAspect="1"/>
            </p:cNvGraphicFramePr>
            <p:nvPr/>
          </p:nvGraphicFramePr>
          <p:xfrm>
            <a:off x="256" y="3476"/>
            <a:ext cx="2131" cy="381"/>
          </p:xfrm>
          <a:graphic>
            <a:graphicData uri="http://schemas.openxmlformats.org/presentationml/2006/ole">
              <mc:AlternateContent xmlns:mc="http://schemas.openxmlformats.org/markup-compatibility/2006">
                <mc:Choice xmlns:v="urn:schemas-microsoft-com:vml" Requires="v">
                  <p:oleObj name="Equation" r:id="rId12" imgW="1002960" imgH="203040" progId="">
                    <p:embed/>
                  </p:oleObj>
                </mc:Choice>
                <mc:Fallback>
                  <p:oleObj name="Equation" r:id="rId12" imgW="1002960" imgH="203040" progId="">
                    <p:embed/>
                    <p:pic>
                      <p:nvPicPr>
                        <p:cNvPr id="31754" name="Object 12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56" y="3476"/>
                          <a:ext cx="2131" cy="381"/>
                        </a:xfrm>
                        <a:prstGeom prst="rect">
                          <a:avLst/>
                        </a:prstGeom>
                        <a:noFill/>
                      </p:spPr>
                    </p:pic>
                  </p:oleObj>
                </mc:Fallback>
              </mc:AlternateContent>
            </a:graphicData>
          </a:graphic>
        </p:graphicFrame>
        <p:sp>
          <p:nvSpPr>
            <p:cNvPr id="31759" name="AutoShape 128"/>
            <p:cNvSpPr>
              <a:spLocks/>
            </p:cNvSpPr>
            <p:nvPr/>
          </p:nvSpPr>
          <p:spPr bwMode="auto">
            <a:xfrm>
              <a:off x="-5" y="2541"/>
              <a:ext cx="227" cy="1134"/>
            </a:xfrm>
            <a:prstGeom prst="leftBrace">
              <a:avLst>
                <a:gd name="adj1" fmla="val 41630"/>
                <a:gd name="adj2" fmla="val 50000"/>
              </a:avLst>
            </a:prstGeom>
            <a:noFill/>
            <a:ln w="9525">
              <a:solidFill>
                <a:schemeClr val="tx1"/>
              </a:solidFill>
              <a:round/>
              <a:headEnd/>
              <a:tailEnd/>
            </a:ln>
          </p:spPr>
          <p:txBody>
            <a:bodyPr wrap="none" anchor="ctr"/>
            <a:lstStyle/>
            <a:p>
              <a:endParaRPr lang="zh-CN" altLang="en-US"/>
            </a:p>
          </p:txBody>
        </p:sp>
      </p:grpSp>
      <p:grpSp>
        <p:nvGrpSpPr>
          <p:cNvPr id="6" name="组合 5">
            <a:extLst>
              <a:ext uri="{FF2B5EF4-FFF2-40B4-BE49-F238E27FC236}">
                <a16:creationId xmlns:a16="http://schemas.microsoft.com/office/drawing/2014/main" id="{5579DEDC-A488-EE3D-2475-EED218346B68}"/>
              </a:ext>
            </a:extLst>
          </p:cNvPr>
          <p:cNvGrpSpPr>
            <a:grpSpLocks noChangeAspect="1"/>
          </p:cNvGrpSpPr>
          <p:nvPr/>
        </p:nvGrpSpPr>
        <p:grpSpPr>
          <a:xfrm>
            <a:off x="2160435" y="1939616"/>
            <a:ext cx="5126707" cy="1828800"/>
            <a:chOff x="1949348" y="1439134"/>
            <a:chExt cx="5594350" cy="2185987"/>
          </a:xfrm>
        </p:grpSpPr>
        <p:graphicFrame>
          <p:nvGraphicFramePr>
            <p:cNvPr id="31746" name="Object 137"/>
            <p:cNvGraphicFramePr>
              <a:graphicFrameLocks noChangeAspect="1"/>
            </p:cNvGraphicFramePr>
            <p:nvPr>
              <p:extLst>
                <p:ext uri="{D42A27DB-BD31-4B8C-83A1-F6EECF244321}">
                  <p14:modId xmlns:p14="http://schemas.microsoft.com/office/powerpoint/2010/main" val="2285167527"/>
                </p:ext>
              </p:extLst>
            </p:nvPr>
          </p:nvGraphicFramePr>
          <p:xfrm>
            <a:off x="2312886" y="1439134"/>
            <a:ext cx="3594100" cy="604837"/>
          </p:xfrm>
          <a:graphic>
            <a:graphicData uri="http://schemas.openxmlformats.org/presentationml/2006/ole">
              <mc:AlternateContent xmlns:mc="http://schemas.openxmlformats.org/markup-compatibility/2006">
                <mc:Choice xmlns:v="urn:schemas-microsoft-com:vml" Requires="v">
                  <p:oleObj name="Equation" r:id="rId14" imgW="1307880" imgH="203040" progId="">
                    <p:embed/>
                  </p:oleObj>
                </mc:Choice>
                <mc:Fallback>
                  <p:oleObj name="Equation" r:id="rId14" imgW="1307880" imgH="203040" progId="">
                    <p:embed/>
                    <p:pic>
                      <p:nvPicPr>
                        <p:cNvPr id="31746" name="Object 13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312886" y="1439134"/>
                          <a:ext cx="3594100" cy="6048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5" name="组合 4">
              <a:extLst>
                <a:ext uri="{FF2B5EF4-FFF2-40B4-BE49-F238E27FC236}">
                  <a16:creationId xmlns:a16="http://schemas.microsoft.com/office/drawing/2014/main" id="{58A8029A-00AD-AA60-C6A8-00C580FF2237}"/>
                </a:ext>
              </a:extLst>
            </p:cNvPr>
            <p:cNvGrpSpPr/>
            <p:nvPr/>
          </p:nvGrpSpPr>
          <p:grpSpPr>
            <a:xfrm>
              <a:off x="1949348" y="1648684"/>
              <a:ext cx="5594350" cy="1976437"/>
              <a:chOff x="1949348" y="1648684"/>
              <a:chExt cx="5594350" cy="1976437"/>
            </a:xfrm>
          </p:grpSpPr>
          <p:graphicFrame>
            <p:nvGraphicFramePr>
              <p:cNvPr id="31747" name="Object 138"/>
              <p:cNvGraphicFramePr>
                <a:graphicFrameLocks noChangeAspect="1"/>
              </p:cNvGraphicFramePr>
              <p:nvPr>
                <p:extLst>
                  <p:ext uri="{D42A27DB-BD31-4B8C-83A1-F6EECF244321}">
                    <p14:modId xmlns:p14="http://schemas.microsoft.com/office/powerpoint/2010/main" val="1332691493"/>
                  </p:ext>
                </p:extLst>
              </p:nvPr>
            </p:nvGraphicFramePr>
            <p:xfrm>
              <a:off x="2276373" y="1966184"/>
              <a:ext cx="5267325" cy="604838"/>
            </p:xfrm>
            <a:graphic>
              <a:graphicData uri="http://schemas.openxmlformats.org/presentationml/2006/ole">
                <mc:AlternateContent xmlns:mc="http://schemas.openxmlformats.org/markup-compatibility/2006">
                  <mc:Choice xmlns:v="urn:schemas-microsoft-com:vml" Requires="v">
                    <p:oleObj name="Equation" r:id="rId16" imgW="1917360" imgH="203040" progId="">
                      <p:embed/>
                    </p:oleObj>
                  </mc:Choice>
                  <mc:Fallback>
                    <p:oleObj name="Equation" r:id="rId16" imgW="1917360" imgH="203040" progId="">
                      <p:embed/>
                      <p:pic>
                        <p:nvPicPr>
                          <p:cNvPr id="31747" name="Object 13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276373" y="1966184"/>
                            <a:ext cx="5267325" cy="604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748" name="Object 139"/>
              <p:cNvGraphicFramePr>
                <a:graphicFrameLocks noChangeAspect="1"/>
              </p:cNvGraphicFramePr>
              <p:nvPr>
                <p:extLst>
                  <p:ext uri="{D42A27DB-BD31-4B8C-83A1-F6EECF244321}">
                    <p14:modId xmlns:p14="http://schemas.microsoft.com/office/powerpoint/2010/main" val="2206712987"/>
                  </p:ext>
                </p:extLst>
              </p:nvPr>
            </p:nvGraphicFramePr>
            <p:xfrm>
              <a:off x="2281136" y="2493234"/>
              <a:ext cx="4570412" cy="604836"/>
            </p:xfrm>
            <a:graphic>
              <a:graphicData uri="http://schemas.openxmlformats.org/presentationml/2006/ole">
                <mc:AlternateContent xmlns:mc="http://schemas.openxmlformats.org/markup-compatibility/2006">
                  <mc:Choice xmlns:v="urn:schemas-microsoft-com:vml" Requires="v">
                    <p:oleObj name="Equation" r:id="rId18" imgW="1663560" imgH="203040" progId="">
                      <p:embed/>
                    </p:oleObj>
                  </mc:Choice>
                  <mc:Fallback>
                    <p:oleObj name="Equation" r:id="rId18" imgW="1663560" imgH="203040" progId="">
                      <p:embed/>
                      <p:pic>
                        <p:nvPicPr>
                          <p:cNvPr id="31748" name="Object 13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281136" y="2493234"/>
                            <a:ext cx="4570412" cy="6048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749" name="Object 140"/>
              <p:cNvGraphicFramePr>
                <a:graphicFrameLocks noChangeAspect="1"/>
              </p:cNvGraphicFramePr>
              <p:nvPr>
                <p:extLst>
                  <p:ext uri="{D42A27DB-BD31-4B8C-83A1-F6EECF244321}">
                    <p14:modId xmlns:p14="http://schemas.microsoft.com/office/powerpoint/2010/main" val="3242981290"/>
                  </p:ext>
                </p:extLst>
              </p:nvPr>
            </p:nvGraphicFramePr>
            <p:xfrm>
              <a:off x="2331936" y="3020284"/>
              <a:ext cx="2755900" cy="604837"/>
            </p:xfrm>
            <a:graphic>
              <a:graphicData uri="http://schemas.openxmlformats.org/presentationml/2006/ole">
                <mc:AlternateContent xmlns:mc="http://schemas.openxmlformats.org/markup-compatibility/2006">
                  <mc:Choice xmlns:v="urn:schemas-microsoft-com:vml" Requires="v">
                    <p:oleObj name="Equation" r:id="rId20" imgW="1002960" imgH="203040" progId="">
                      <p:embed/>
                    </p:oleObj>
                  </mc:Choice>
                  <mc:Fallback>
                    <p:oleObj name="Equation" r:id="rId20" imgW="1002960" imgH="203040" progId="">
                      <p:embed/>
                      <p:pic>
                        <p:nvPicPr>
                          <p:cNvPr id="31749" name="Object 140"/>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331936" y="3020284"/>
                            <a:ext cx="2755900" cy="6048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757" name="AutoShape 141"/>
              <p:cNvSpPr>
                <a:spLocks/>
              </p:cNvSpPr>
              <p:nvPr/>
            </p:nvSpPr>
            <p:spPr bwMode="auto">
              <a:xfrm>
                <a:off x="1949348" y="1648684"/>
                <a:ext cx="333375" cy="1800225"/>
              </a:xfrm>
              <a:prstGeom prst="leftBrace">
                <a:avLst>
                  <a:gd name="adj1" fmla="val 45000"/>
                  <a:gd name="adj2" fmla="val 50000"/>
                </a:avLst>
              </a:prstGeom>
              <a:noFill/>
              <a:ln w="9525">
                <a:solidFill>
                  <a:schemeClr val="tx1"/>
                </a:solidFill>
                <a:round/>
                <a:headEnd/>
                <a:tailEnd/>
              </a:ln>
            </p:spPr>
            <p:txBody>
              <a:bodyPr wrap="none" anchor="ctr"/>
              <a:lstStyle/>
              <a:p>
                <a:endParaRPr lang="zh-CN" altLang="en-US"/>
              </a:p>
            </p:txBody>
          </p:sp>
        </p:grpSp>
      </p:grpSp>
      <p:sp>
        <p:nvSpPr>
          <p:cNvPr id="31758" name="Text Box 142"/>
          <p:cNvSpPr txBox="1">
            <a:spLocks noChangeArrowheads="1"/>
          </p:cNvSpPr>
          <p:nvPr/>
        </p:nvSpPr>
        <p:spPr bwMode="auto">
          <a:xfrm>
            <a:off x="457200" y="1306616"/>
            <a:ext cx="7102475" cy="523220"/>
          </a:xfrm>
          <a:prstGeom prst="rect">
            <a:avLst/>
          </a:prstGeom>
          <a:noFill/>
          <a:ln w="9525">
            <a:noFill/>
            <a:miter lim="800000"/>
            <a:headEnd/>
            <a:tailEnd/>
          </a:ln>
        </p:spPr>
        <p:txBody>
          <a:bodyPr wrap="square">
            <a:spAutoFit/>
          </a:bodyPr>
          <a:lstStyle/>
          <a:p>
            <a:pPr algn="l">
              <a:spcBef>
                <a:spcPct val="50000"/>
              </a:spcBef>
            </a:pPr>
            <a:r>
              <a:rPr lang="zh-CN" altLang="en-US" sz="2800" b="0" dirty="0">
                <a:solidFill>
                  <a:schemeClr val="tx1"/>
                </a:solidFill>
                <a:latin typeface="黑体" panose="02010609060101010101" pitchFamily="49" charset="-122"/>
                <a:ea typeface="黑体" panose="02010609060101010101" pitchFamily="49" charset="-122"/>
              </a:rPr>
              <a:t>采用基于准则的分配结果</a:t>
            </a:r>
            <a:endParaRPr lang="en-US" altLang="zh-CN" sz="2800" b="0" dirty="0">
              <a:solidFill>
                <a:schemeClr val="tx1"/>
              </a:solidFill>
              <a:latin typeface="黑体" panose="02010609060101010101" pitchFamily="49" charset="-122"/>
              <a:ea typeface="黑体" panose="02010609060101010101" pitchFamily="49" charset="-122"/>
            </a:endParaRPr>
          </a:p>
        </p:txBody>
      </p:sp>
      <p:sp>
        <p:nvSpPr>
          <p:cNvPr id="3" name="矩形 2">
            <a:extLst>
              <a:ext uri="{FF2B5EF4-FFF2-40B4-BE49-F238E27FC236}">
                <a16:creationId xmlns:a16="http://schemas.microsoft.com/office/drawing/2014/main" id="{CA85959C-B35F-D042-896E-3674D4FF76A3}"/>
              </a:ext>
            </a:extLst>
          </p:cNvPr>
          <p:cNvSpPr/>
          <p:nvPr/>
        </p:nvSpPr>
        <p:spPr>
          <a:xfrm>
            <a:off x="431800" y="3886353"/>
            <a:ext cx="4891825" cy="523220"/>
          </a:xfrm>
          <a:prstGeom prst="rect">
            <a:avLst/>
          </a:prstGeom>
        </p:spPr>
        <p:txBody>
          <a:bodyPr wrap="square">
            <a:spAutoFit/>
          </a:bodyPr>
          <a:lstStyle/>
          <a:p>
            <a:pPr algn="l"/>
            <a:r>
              <a:rPr lang="zh-CN" altLang="en-US" sz="2800" dirty="0">
                <a:solidFill>
                  <a:srgbClr val="3333FF"/>
                </a:solidFill>
                <a:latin typeface="+mn-lt"/>
                <a:ea typeface="+mn-ea"/>
              </a:rPr>
              <a:t>使用</a:t>
            </a:r>
            <a:r>
              <a:rPr lang="en-US" altLang="zh-CN" sz="2800" dirty="0">
                <a:solidFill>
                  <a:srgbClr val="3333FF"/>
                </a:solidFill>
                <a:latin typeface="+mn-lt"/>
                <a:ea typeface="+mn-ea"/>
              </a:rPr>
              <a:t>D</a:t>
            </a:r>
            <a:r>
              <a:rPr lang="zh-CN" altLang="en-US" sz="2800" dirty="0">
                <a:solidFill>
                  <a:srgbClr val="3333FF"/>
                </a:solidFill>
                <a:latin typeface="+mn-lt"/>
                <a:ea typeface="+mn-ea"/>
              </a:rPr>
              <a:t>触发器实现</a:t>
            </a:r>
            <a:r>
              <a:rPr lang="en-US" altLang="zh-CN" sz="2800" dirty="0">
                <a:solidFill>
                  <a:srgbClr val="3333FF"/>
                </a:solidFill>
                <a:latin typeface="+mn-lt"/>
                <a:ea typeface="+mn-ea"/>
              </a:rPr>
              <a:t>:</a:t>
            </a:r>
            <a:endParaRPr lang="zh-CN" altLang="en-US" sz="2800" dirty="0">
              <a:solidFill>
                <a:srgbClr val="3333FF"/>
              </a:solidFill>
              <a:latin typeface="+mn-lt"/>
              <a:ea typeface="+mn-ea"/>
            </a:endParaRPr>
          </a:p>
        </p:txBody>
      </p:sp>
      <p:sp>
        <p:nvSpPr>
          <p:cNvPr id="4" name="Title 4">
            <a:extLst>
              <a:ext uri="{FF2B5EF4-FFF2-40B4-BE49-F238E27FC236}">
                <a16:creationId xmlns:a16="http://schemas.microsoft.com/office/drawing/2014/main" id="{A04E3B97-7A06-0D4F-CF26-4E2E2A039E96}"/>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en-US" altLang="zh-CN" sz="4000" dirty="0">
                <a:ea typeface="黑体" panose="02010609060101010101" pitchFamily="49" charset="-122"/>
              </a:rPr>
              <a:t>Step4: </a:t>
            </a:r>
            <a:r>
              <a:rPr lang="zh-CN" altLang="en-US" sz="4000" dirty="0">
                <a:ea typeface="黑体" panose="02010609060101010101" pitchFamily="49" charset="-122"/>
              </a:rPr>
              <a:t>确定激励方程和输出方程</a:t>
            </a:r>
            <a:endParaRPr lang="en-CN" altLang="zh-CN" sz="4000" dirty="0">
              <a:solidFill>
                <a:srgbClr val="0000FF"/>
              </a:solidFill>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605585231"/>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3259D7DD-E1BE-4482-9234-29898EB39847}" type="slidenum">
              <a:rPr lang="en-US" altLang="zh-CN" smtClean="0"/>
              <a:pPr>
                <a:defRPr/>
              </a:pPr>
              <a:t>63</a:t>
            </a:fld>
            <a:endParaRPr lang="en-US" altLang="zh-CN" dirty="0"/>
          </a:p>
        </p:txBody>
      </p:sp>
      <p:graphicFrame>
        <p:nvGraphicFramePr>
          <p:cNvPr id="33794" name="Object 3"/>
          <p:cNvGraphicFramePr>
            <a:graphicFrameLocks noGrp="1" noChangeAspect="1"/>
          </p:cNvGraphicFramePr>
          <p:nvPr>
            <p:ph idx="4294967295"/>
            <p:extLst>
              <p:ext uri="{D42A27DB-BD31-4B8C-83A1-F6EECF244321}">
                <p14:modId xmlns:p14="http://schemas.microsoft.com/office/powerpoint/2010/main" val="3502814821"/>
              </p:ext>
            </p:extLst>
          </p:nvPr>
        </p:nvGraphicFramePr>
        <p:xfrm>
          <a:off x="228600" y="1831975"/>
          <a:ext cx="8461375" cy="4260850"/>
        </p:xfrm>
        <a:graphic>
          <a:graphicData uri="http://schemas.openxmlformats.org/presentationml/2006/ole">
            <mc:AlternateContent xmlns:mc="http://schemas.openxmlformats.org/markup-compatibility/2006">
              <mc:Choice xmlns:v="urn:schemas-microsoft-com:vml" Requires="v">
                <p:oleObj name="Visio" r:id="rId3" imgW="6581598" imgH="3314661" progId="Visio.Drawing.11">
                  <p:embed/>
                </p:oleObj>
              </mc:Choice>
              <mc:Fallback>
                <p:oleObj name="Visio" r:id="rId3" imgW="6581598" imgH="3314661" progId="Visio.Drawing.11">
                  <p:embed/>
                  <p:pic>
                    <p:nvPicPr>
                      <p:cNvPr id="33794" name="Object 3"/>
                      <p:cNvPicPr>
                        <a:picLocks noChangeAspect="1" noChangeArrowheads="1"/>
                      </p:cNvPicPr>
                      <p:nvPr/>
                    </p:nvPicPr>
                    <p:blipFill>
                      <a:blip r:embed="rId4"/>
                      <a:srcRect/>
                      <a:stretch>
                        <a:fillRect/>
                      </a:stretch>
                    </p:blipFill>
                    <p:spPr bwMode="auto">
                      <a:xfrm>
                        <a:off x="228600" y="1831975"/>
                        <a:ext cx="8461375" cy="4260850"/>
                      </a:xfrm>
                      <a:prstGeom prst="rect">
                        <a:avLst/>
                      </a:prstGeom>
                      <a:noFill/>
                      <a:ln>
                        <a:noFill/>
                      </a:ln>
                      <a:effectLst/>
                    </p:spPr>
                  </p:pic>
                </p:oleObj>
              </mc:Fallback>
            </mc:AlternateContent>
          </a:graphicData>
        </a:graphic>
      </p:graphicFrame>
      <p:sp>
        <p:nvSpPr>
          <p:cNvPr id="5" name="Title 4">
            <a:extLst>
              <a:ext uri="{FF2B5EF4-FFF2-40B4-BE49-F238E27FC236}">
                <a16:creationId xmlns:a16="http://schemas.microsoft.com/office/drawing/2014/main" id="{64FC1A60-79B3-8BE6-7DE3-EB969C4593F5}"/>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en-US" altLang="zh-CN" sz="4000" dirty="0">
                <a:latin typeface="黑体" panose="02010609060101010101" pitchFamily="49" charset="-122"/>
                <a:ea typeface="黑体" panose="02010609060101010101" pitchFamily="49" charset="-122"/>
              </a:rPr>
              <a:t>Step5</a:t>
            </a:r>
            <a:r>
              <a:rPr lang="zh-CN" altLang="en-US" sz="4000" dirty="0">
                <a:latin typeface="黑体" panose="02010609060101010101" pitchFamily="49" charset="-122"/>
                <a:ea typeface="黑体" panose="02010609060101010101" pitchFamily="49" charset="-122"/>
              </a:rPr>
              <a:t>：画出逻辑电路图</a:t>
            </a:r>
            <a:endParaRPr lang="en-CN" altLang="zh-CN" sz="4000" dirty="0">
              <a:solidFill>
                <a:srgbClr val="0000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95567794"/>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3F3BC-3AA1-8D33-B42A-B10A4987F4E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547FA42-9BC1-24AD-E6B2-C099F7B7B95A}"/>
              </a:ext>
            </a:extLst>
          </p:cNvPr>
          <p:cNvSpPr>
            <a:spLocks noGrp="1"/>
          </p:cNvSpPr>
          <p:nvPr>
            <p:ph type="sldNum" sz="quarter" idx="12"/>
          </p:nvPr>
        </p:nvSpPr>
        <p:spPr/>
        <p:txBody>
          <a:bodyPr/>
          <a:lstStyle/>
          <a:p>
            <a:fld id="{176ACFD1-D213-4B9C-817B-45486DBF105A}" type="slidenum">
              <a:rPr lang="en-US" smtClean="0">
                <a:solidFill>
                  <a:prstClr val="black"/>
                </a:solidFill>
              </a:rPr>
              <a:pPr/>
              <a:t>64</a:t>
            </a:fld>
            <a:endParaRPr lang="en-US">
              <a:solidFill>
                <a:prstClr val="black"/>
              </a:solidFill>
            </a:endParaRPr>
          </a:p>
        </p:txBody>
      </p:sp>
      <p:sp>
        <p:nvSpPr>
          <p:cNvPr id="7" name="Title 4">
            <a:extLst>
              <a:ext uri="{FF2B5EF4-FFF2-40B4-BE49-F238E27FC236}">
                <a16:creationId xmlns:a16="http://schemas.microsoft.com/office/drawing/2014/main" id="{8D15021A-E97A-CEE3-059F-458C0C637042}"/>
              </a:ext>
            </a:extLst>
          </p:cNvPr>
          <p:cNvSpPr txBox="1">
            <a:spLocks/>
          </p:cNvSpPr>
          <p:nvPr/>
        </p:nvSpPr>
        <p:spPr bwMode="auto">
          <a:xfrm>
            <a:off x="457200" y="136800"/>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dirty="0">
                <a:latin typeface="黑体" panose="02010609060101010101" pitchFamily="49" charset="-122"/>
                <a:ea typeface="黑体" panose="02010609060101010101" pitchFamily="49" charset="-122"/>
              </a:rPr>
              <a:t>本节课目录</a:t>
            </a:r>
            <a:endParaRPr lang="en-CN" kern="0" dirty="0"/>
          </a:p>
        </p:txBody>
      </p:sp>
      <p:sp>
        <p:nvSpPr>
          <p:cNvPr id="5" name="内容占位符 2">
            <a:extLst>
              <a:ext uri="{FF2B5EF4-FFF2-40B4-BE49-F238E27FC236}">
                <a16:creationId xmlns:a16="http://schemas.microsoft.com/office/drawing/2014/main" id="{5144F033-084E-3CB7-91C5-344A135099A2}"/>
              </a:ext>
            </a:extLst>
          </p:cNvPr>
          <p:cNvSpPr txBox="1">
            <a:spLocks/>
          </p:cNvSpPr>
          <p:nvPr/>
        </p:nvSpPr>
        <p:spPr>
          <a:xfrm>
            <a:off x="457200" y="1551432"/>
            <a:ext cx="8229600" cy="4525963"/>
          </a:xfrm>
          <a:prstGeom prst="rect">
            <a:avLst/>
          </a:prstGeom>
        </p:spPr>
        <p:txBody>
          <a:bodyPr/>
          <a:lstStyle>
            <a:lvl1pPr marL="342900" indent="-342900" algn="l" rtl="0" eaLnBrk="1" fontAlgn="base" hangingPunct="1">
              <a:spcBef>
                <a:spcPct val="20000"/>
              </a:spcBef>
              <a:spcAft>
                <a:spcPct val="0"/>
              </a:spcAft>
              <a:buChar char="•"/>
              <a:defRPr sz="3200" b="1">
                <a:solidFill>
                  <a:schemeClr val="tx1"/>
                </a:solidFill>
                <a:latin typeface="+mn-lt"/>
                <a:ea typeface="黑体" panose="02010609060101010101" pitchFamily="49" charset="-122"/>
                <a:cs typeface="+mn-cs"/>
              </a:defRPr>
            </a:lvl1pPr>
            <a:lvl2pPr marL="742950" indent="-285750" algn="l" rtl="0" eaLnBrk="1" fontAlgn="base" hangingPunct="1">
              <a:spcBef>
                <a:spcPct val="20000"/>
              </a:spcBef>
              <a:spcAft>
                <a:spcPct val="0"/>
              </a:spcAft>
              <a:buChar char="–"/>
              <a:defRPr sz="2800" b="1">
                <a:solidFill>
                  <a:schemeClr val="tx1"/>
                </a:solidFill>
                <a:latin typeface="+mn-lt"/>
                <a:ea typeface="黑体" panose="02010609060101010101" pitchFamily="49" charset="-122"/>
              </a:defRPr>
            </a:lvl2pPr>
            <a:lvl3pPr marL="1143000" indent="-228600" algn="l" rtl="0" eaLnBrk="1" fontAlgn="base" hangingPunct="1">
              <a:spcBef>
                <a:spcPct val="20000"/>
              </a:spcBef>
              <a:spcAft>
                <a:spcPct val="0"/>
              </a:spcAft>
              <a:buChar char="•"/>
              <a:defRPr sz="2400" b="1">
                <a:solidFill>
                  <a:schemeClr val="tx1"/>
                </a:solidFill>
                <a:latin typeface="+mn-lt"/>
                <a:ea typeface="黑体" panose="02010609060101010101" pitchFamily="49" charset="-122"/>
              </a:defRPr>
            </a:lvl3pPr>
            <a:lvl4pPr marL="1600200" indent="-228600" algn="l" rtl="0" eaLnBrk="1" fontAlgn="base" hangingPunct="1">
              <a:spcBef>
                <a:spcPct val="20000"/>
              </a:spcBef>
              <a:spcAft>
                <a:spcPct val="0"/>
              </a:spcAft>
              <a:buChar char="–"/>
              <a:defRPr sz="2000" b="1">
                <a:solidFill>
                  <a:schemeClr val="tx1"/>
                </a:solidFill>
                <a:latin typeface="+mn-lt"/>
                <a:ea typeface="黑体" panose="02010609060101010101" pitchFamily="49" charset="-122"/>
              </a:defRPr>
            </a:lvl4pPr>
            <a:lvl5pPr marL="2057400" indent="-228600" algn="l" rtl="0" eaLnBrk="1" fontAlgn="base" hangingPunct="1">
              <a:spcBef>
                <a:spcPct val="20000"/>
              </a:spcBef>
              <a:spcAft>
                <a:spcPct val="0"/>
              </a:spcAft>
              <a:buChar char="»"/>
              <a:defRPr sz="2000" b="1">
                <a:solidFill>
                  <a:schemeClr val="tx1"/>
                </a:solidFill>
                <a:latin typeface="+mn-lt"/>
                <a:ea typeface="黑体" panose="02010609060101010101" pitchFamily="49" charset="-122"/>
              </a:defRPr>
            </a:lvl5pPr>
            <a:lvl6pPr marL="2514600" indent="-228600" algn="l" rtl="0" eaLnBrk="1" fontAlgn="base" hangingPunct="1">
              <a:spcBef>
                <a:spcPct val="20000"/>
              </a:spcBef>
              <a:spcAft>
                <a:spcPct val="0"/>
              </a:spcAft>
              <a:buChar char="»"/>
              <a:defRPr sz="2000" b="1">
                <a:solidFill>
                  <a:schemeClr val="tx1"/>
                </a:solidFill>
                <a:latin typeface="+mn-lt"/>
                <a:ea typeface="+mn-ea"/>
              </a:defRPr>
            </a:lvl6pPr>
            <a:lvl7pPr marL="2971800" indent="-228600" algn="l" rtl="0" eaLnBrk="1" fontAlgn="base" hangingPunct="1">
              <a:spcBef>
                <a:spcPct val="20000"/>
              </a:spcBef>
              <a:spcAft>
                <a:spcPct val="0"/>
              </a:spcAft>
              <a:buChar char="»"/>
              <a:defRPr sz="2000" b="1">
                <a:solidFill>
                  <a:schemeClr val="tx1"/>
                </a:solidFill>
                <a:latin typeface="+mn-lt"/>
                <a:ea typeface="+mn-ea"/>
              </a:defRPr>
            </a:lvl7pPr>
            <a:lvl8pPr marL="3429000" indent="-228600" algn="l" rtl="0" eaLnBrk="1" fontAlgn="base" hangingPunct="1">
              <a:spcBef>
                <a:spcPct val="20000"/>
              </a:spcBef>
              <a:spcAft>
                <a:spcPct val="0"/>
              </a:spcAft>
              <a:buChar char="»"/>
              <a:defRPr sz="2000" b="1">
                <a:solidFill>
                  <a:schemeClr val="tx1"/>
                </a:solidFill>
                <a:latin typeface="+mn-lt"/>
                <a:ea typeface="+mn-ea"/>
              </a:defRPr>
            </a:lvl8pPr>
            <a:lvl9pPr marL="3886200" indent="-228600" algn="l" rtl="0" eaLnBrk="1" fontAlgn="base" hangingPunct="1">
              <a:spcBef>
                <a:spcPct val="20000"/>
              </a:spcBef>
              <a:spcAft>
                <a:spcPct val="0"/>
              </a:spcAft>
              <a:buChar char="»"/>
              <a:defRPr sz="2000" b="1">
                <a:solidFill>
                  <a:schemeClr val="tx1"/>
                </a:solidFill>
                <a:latin typeface="+mn-lt"/>
                <a:ea typeface="+mn-ea"/>
              </a:defRPr>
            </a:lvl9pPr>
          </a:lstStyle>
          <a:p>
            <a:r>
              <a:rPr kumimoji="1" lang="zh-CN" altLang="en-US" b="0" kern="0" dirty="0"/>
              <a:t>概念：时钟，状态和</a:t>
            </a:r>
            <a:r>
              <a:rPr kumimoji="1" lang="en-US" altLang="zh-CN" b="0" kern="0" dirty="0"/>
              <a:t>FSM</a:t>
            </a:r>
          </a:p>
          <a:p>
            <a:r>
              <a:rPr kumimoji="1" lang="zh-CN" altLang="en-US" b="0" kern="0" dirty="0"/>
              <a:t>时序逻辑电路：锁存器</a:t>
            </a:r>
          </a:p>
          <a:p>
            <a:r>
              <a:rPr lang="zh-CN" altLang="en-US" b="0" kern="0" dirty="0">
                <a:solidFill>
                  <a:srgbClr val="000000"/>
                </a:solidFill>
                <a:ea typeface="黑体" pitchFamily="2" charset="-122"/>
              </a:rPr>
              <a:t>时序逻辑电路：</a:t>
            </a:r>
            <a:r>
              <a:rPr lang="en-US" altLang="zh-CN" b="0" kern="0" dirty="0">
                <a:solidFill>
                  <a:srgbClr val="000000"/>
                </a:solidFill>
                <a:ea typeface="黑体" pitchFamily="2" charset="-122"/>
              </a:rPr>
              <a:t>DFF </a:t>
            </a:r>
          </a:p>
          <a:p>
            <a:r>
              <a:rPr kumimoji="1" lang="zh-CN" altLang="en-US" b="0" kern="0" dirty="0"/>
              <a:t>分析，设计，</a:t>
            </a:r>
            <a:r>
              <a:rPr kumimoji="1" lang="zh-CN" altLang="en-US" b="0" kern="0" dirty="0">
                <a:solidFill>
                  <a:srgbClr val="3333FF"/>
                </a:solidFill>
              </a:rPr>
              <a:t>举例</a:t>
            </a:r>
          </a:p>
          <a:p>
            <a:endParaRPr kumimoji="1" lang="zh-CN" altLang="en-US" b="0" kern="0" dirty="0"/>
          </a:p>
        </p:txBody>
      </p:sp>
    </p:spTree>
    <p:extLst>
      <p:ext uri="{BB962C8B-B14F-4D97-AF65-F5344CB8AC3E}">
        <p14:creationId xmlns:p14="http://schemas.microsoft.com/office/powerpoint/2010/main" val="346257861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259D7DD-E1BE-4482-9234-29898EB39847}" type="slidenum">
              <a:rPr kumimoji="0" lang="en-US" altLang="zh-CN" sz="1200" b="0" i="0" u="none" strike="noStrike" kern="1200" cap="none" spc="0" normalizeH="0" baseline="0" noProof="0" smtClean="0">
                <a:ln>
                  <a:noFill/>
                </a:ln>
                <a:solidFill>
                  <a:srgbClr val="000000"/>
                </a:solidFill>
                <a:effectLst/>
                <a:uLnTx/>
                <a:uFillTx/>
                <a:latin typeface="Arial Black"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65</a:t>
            </a:fld>
            <a:endParaRPr kumimoji="0" lang="en-US" altLang="zh-CN" sz="1200" b="0" i="0" u="none" strike="noStrike" kern="1200" cap="none" spc="0" normalizeH="0" baseline="0" noProof="0" dirty="0">
              <a:ln>
                <a:noFill/>
              </a:ln>
              <a:solidFill>
                <a:srgbClr val="000000"/>
              </a:solidFill>
              <a:effectLst/>
              <a:uLnTx/>
              <a:uFillTx/>
              <a:latin typeface="Arial Black" pitchFamily="34" charset="0"/>
              <a:ea typeface="宋体" pitchFamily="2" charset="-122"/>
              <a:cs typeface="+mn-cs"/>
            </a:endParaRPr>
          </a:p>
        </p:txBody>
      </p:sp>
      <p:sp>
        <p:nvSpPr>
          <p:cNvPr id="3" name="内容占位符 2"/>
          <p:cNvSpPr>
            <a:spLocks noGrp="1"/>
          </p:cNvSpPr>
          <p:nvPr>
            <p:ph idx="4294967295"/>
          </p:nvPr>
        </p:nvSpPr>
        <p:spPr>
          <a:xfrm>
            <a:off x="457200" y="1371600"/>
            <a:ext cx="7886700" cy="4351338"/>
          </a:xfrm>
        </p:spPr>
        <p:txBody>
          <a:bodyPr>
            <a:normAutofit/>
          </a:bodyPr>
          <a:lstStyle/>
          <a:p>
            <a:r>
              <a:rPr lang="zh-CN" altLang="en-US" sz="2800" b="0" dirty="0">
                <a:latin typeface="Arial" panose="020B0604020202020204" pitchFamily="34" charset="0"/>
                <a:ea typeface="SimHei" panose="02010609060101010101" pitchFamily="49" charset="-122"/>
                <a:cs typeface="Arial" panose="020B0604020202020204" pitchFamily="34" charset="0"/>
              </a:rPr>
              <a:t>寄存器 </a:t>
            </a:r>
            <a:r>
              <a:rPr lang="en-US" altLang="zh-CN" sz="2800" b="0" dirty="0">
                <a:latin typeface="Arial" panose="020B0604020202020204" pitchFamily="34" charset="0"/>
                <a:ea typeface="SimHei" panose="02010609060101010101" pitchFamily="49" charset="-122"/>
                <a:cs typeface="Arial" panose="020B0604020202020204" pitchFamily="34" charset="0"/>
              </a:rPr>
              <a:t>Register</a:t>
            </a:r>
          </a:p>
          <a:p>
            <a:pPr lvl="1"/>
            <a:r>
              <a:rPr lang="zh-CN" altLang="en-US" sz="2400" b="0" dirty="0">
                <a:latin typeface="Arial" panose="020B0604020202020204" pitchFamily="34" charset="0"/>
                <a:ea typeface="SimHei" panose="02010609060101010101" pitchFamily="49" charset="-122"/>
                <a:cs typeface="Arial" panose="020B0604020202020204" pitchFamily="34" charset="0"/>
              </a:rPr>
              <a:t>存储元件</a:t>
            </a:r>
            <a:endParaRPr lang="en-US" altLang="zh-CN" sz="2400" b="0" dirty="0">
              <a:latin typeface="Arial" panose="020B0604020202020204" pitchFamily="34" charset="0"/>
              <a:ea typeface="SimHei" panose="02010609060101010101" pitchFamily="49" charset="-122"/>
              <a:cs typeface="Arial" panose="020B0604020202020204" pitchFamily="34" charset="0"/>
            </a:endParaRPr>
          </a:p>
          <a:p>
            <a:pPr lvl="1"/>
            <a:r>
              <a:rPr lang="zh-CN" altLang="en-US" sz="2400" b="0" dirty="0">
                <a:solidFill>
                  <a:srgbClr val="3333FF"/>
                </a:solidFill>
                <a:latin typeface="Arial" panose="020B0604020202020204" pitchFamily="34" charset="0"/>
                <a:ea typeface="SimHei" panose="02010609060101010101" pitchFamily="49" charset="-122"/>
                <a:cs typeface="Arial" panose="020B0604020202020204" pitchFamily="34" charset="0"/>
              </a:rPr>
              <a:t>仅存储：</a:t>
            </a:r>
            <a:r>
              <a:rPr lang="zh-CN" altLang="en-US" sz="2400" b="0" dirty="0">
                <a:latin typeface="Arial" panose="020B0604020202020204" pitchFamily="34" charset="0"/>
                <a:ea typeface="SimHei" panose="02010609060101010101" pitchFamily="49" charset="-122"/>
                <a:cs typeface="Arial" panose="020B0604020202020204" pitchFamily="34" charset="0"/>
              </a:rPr>
              <a:t>存储寄存器</a:t>
            </a:r>
            <a:endParaRPr lang="en-US" altLang="zh-CN" sz="2400" b="0" dirty="0">
              <a:latin typeface="Arial" panose="020B0604020202020204" pitchFamily="34" charset="0"/>
              <a:ea typeface="SimHei" panose="02010609060101010101" pitchFamily="49" charset="-122"/>
              <a:cs typeface="Arial" panose="020B0604020202020204" pitchFamily="34" charset="0"/>
            </a:endParaRPr>
          </a:p>
          <a:p>
            <a:pPr lvl="2"/>
            <a:r>
              <a:rPr lang="zh-CN" altLang="en-US" b="0" dirty="0">
                <a:latin typeface="Arial" panose="020B0604020202020204" pitchFamily="34" charset="0"/>
                <a:ea typeface="SimHei" panose="02010609060101010101" pitchFamily="49" charset="-122"/>
                <a:cs typeface="Arial" panose="020B0604020202020204" pitchFamily="34" charset="0"/>
              </a:rPr>
              <a:t>由</a:t>
            </a:r>
            <a:r>
              <a:rPr lang="en-US" altLang="zh-CN" b="0" dirty="0">
                <a:solidFill>
                  <a:srgbClr val="3333FF"/>
                </a:solidFill>
                <a:latin typeface="Arial" panose="020B0604020202020204" pitchFamily="34" charset="0"/>
                <a:ea typeface="SimHei" panose="02010609060101010101" pitchFamily="49" charset="-122"/>
                <a:cs typeface="Arial" panose="020B0604020202020204" pitchFamily="34" charset="0"/>
              </a:rPr>
              <a:t>n</a:t>
            </a:r>
            <a:r>
              <a:rPr lang="zh-CN" altLang="zh-CN" b="0" dirty="0">
                <a:solidFill>
                  <a:srgbClr val="3333FF"/>
                </a:solidFill>
                <a:latin typeface="Arial" panose="020B0604020202020204" pitchFamily="34" charset="0"/>
                <a:ea typeface="SimHei" panose="02010609060101010101" pitchFamily="49" charset="-122"/>
                <a:cs typeface="Arial" panose="020B0604020202020204" pitchFamily="34" charset="0"/>
              </a:rPr>
              <a:t>个触发器</a:t>
            </a:r>
            <a:r>
              <a:rPr lang="zh-CN" altLang="zh-CN" b="0" dirty="0">
                <a:latin typeface="Arial" panose="020B0604020202020204" pitchFamily="34" charset="0"/>
                <a:ea typeface="SimHei" panose="02010609060101010101" pitchFamily="49" charset="-122"/>
                <a:cs typeface="Arial" panose="020B0604020202020204" pitchFamily="34" charset="0"/>
              </a:rPr>
              <a:t>构成的寄存器可存放</a:t>
            </a:r>
            <a:r>
              <a:rPr lang="en-US" altLang="zh-CN" b="0" dirty="0">
                <a:latin typeface="Arial" panose="020B0604020202020204" pitchFamily="34" charset="0"/>
                <a:ea typeface="SimHei" panose="02010609060101010101" pitchFamily="49" charset="-122"/>
                <a:cs typeface="Arial" panose="020B0604020202020204" pitchFamily="34" charset="0"/>
              </a:rPr>
              <a:t>n</a:t>
            </a:r>
            <a:r>
              <a:rPr lang="zh-CN" altLang="zh-CN" b="0" dirty="0">
                <a:latin typeface="Arial" panose="020B0604020202020204" pitchFamily="34" charset="0"/>
                <a:ea typeface="SimHei" panose="02010609060101010101" pitchFamily="49" charset="-122"/>
                <a:cs typeface="Arial" panose="020B0604020202020204" pitchFamily="34" charset="0"/>
              </a:rPr>
              <a:t>位二进制数</a:t>
            </a:r>
            <a:endParaRPr lang="en-US" altLang="zh-CN" b="0" dirty="0">
              <a:latin typeface="Arial" panose="020B0604020202020204" pitchFamily="34" charset="0"/>
              <a:ea typeface="SimHei" panose="02010609060101010101" pitchFamily="49" charset="-122"/>
              <a:cs typeface="Arial" panose="020B0604020202020204" pitchFamily="34" charset="0"/>
            </a:endParaRPr>
          </a:p>
          <a:p>
            <a:pPr lvl="1"/>
            <a:r>
              <a:rPr lang="zh-CN" altLang="en-US" sz="2400" b="0" dirty="0">
                <a:solidFill>
                  <a:srgbClr val="3333FF"/>
                </a:solidFill>
                <a:latin typeface="Arial" panose="020B0604020202020204" pitchFamily="34" charset="0"/>
                <a:ea typeface="SimHei" panose="02010609060101010101" pitchFamily="49" charset="-122"/>
                <a:cs typeface="Arial" panose="020B0604020202020204" pitchFamily="34" charset="0"/>
              </a:rPr>
              <a:t>移位</a:t>
            </a:r>
            <a:r>
              <a:rPr lang="en-US" altLang="zh-CN" sz="2400" b="0" dirty="0">
                <a:solidFill>
                  <a:srgbClr val="3333FF"/>
                </a:solidFill>
                <a:latin typeface="Arial" panose="020B0604020202020204" pitchFamily="34" charset="0"/>
                <a:ea typeface="SimHei" panose="02010609060101010101" pitchFamily="49" charset="-122"/>
                <a:cs typeface="Arial" panose="020B0604020202020204" pitchFamily="34" charset="0"/>
              </a:rPr>
              <a:t>+</a:t>
            </a:r>
            <a:r>
              <a:rPr lang="zh-CN" altLang="en-US" sz="2400" b="0" dirty="0">
                <a:solidFill>
                  <a:srgbClr val="3333FF"/>
                </a:solidFill>
                <a:latin typeface="Arial" panose="020B0604020202020204" pitchFamily="34" charset="0"/>
                <a:ea typeface="SimHei" panose="02010609060101010101" pitchFamily="49" charset="-122"/>
                <a:cs typeface="Arial" panose="020B0604020202020204" pitchFamily="34" charset="0"/>
              </a:rPr>
              <a:t>存储：</a:t>
            </a:r>
            <a:r>
              <a:rPr lang="zh-CN" altLang="en-US" sz="2400" b="0" dirty="0">
                <a:latin typeface="Arial" panose="020B0604020202020204" pitchFamily="34" charset="0"/>
                <a:ea typeface="SimHei" panose="02010609060101010101" pitchFamily="49" charset="-122"/>
                <a:cs typeface="Arial" panose="020B0604020202020204" pitchFamily="34" charset="0"/>
              </a:rPr>
              <a:t>移位寄存器</a:t>
            </a:r>
            <a:endParaRPr lang="en-US" altLang="zh-CN" sz="2400" b="0" dirty="0">
              <a:latin typeface="Arial" panose="020B0604020202020204" pitchFamily="34" charset="0"/>
              <a:ea typeface="SimHei" panose="02010609060101010101" pitchFamily="49" charset="-122"/>
              <a:cs typeface="Arial" panose="020B0604020202020204" pitchFamily="34" charset="0"/>
            </a:endParaRPr>
          </a:p>
          <a:p>
            <a:r>
              <a:rPr lang="zh-CN" altLang="en-US" sz="2800" b="0" dirty="0">
                <a:latin typeface="Arial" panose="020B0604020202020204" pitchFamily="34" charset="0"/>
                <a:ea typeface="SimHei" panose="02010609060101010101" pitchFamily="49" charset="-122"/>
                <a:cs typeface="Arial" panose="020B0604020202020204" pitchFamily="34" charset="0"/>
              </a:rPr>
              <a:t>计数器</a:t>
            </a:r>
            <a:r>
              <a:rPr lang="zh-CN" altLang="en-US" sz="2800" b="0" dirty="0">
                <a:solidFill>
                  <a:schemeClr val="bg1">
                    <a:lumMod val="50000"/>
                  </a:schemeClr>
                </a:solidFill>
                <a:latin typeface="Arial" panose="020B0604020202020204" pitchFamily="34" charset="0"/>
                <a:ea typeface="SimHei" panose="02010609060101010101" pitchFamily="49" charset="-122"/>
                <a:cs typeface="Arial" panose="020B0604020202020204" pitchFamily="34" charset="0"/>
              </a:rPr>
              <a:t> </a:t>
            </a:r>
            <a:r>
              <a:rPr lang="en-US" altLang="zh-CN" sz="2800" b="0" dirty="0">
                <a:latin typeface="Arial" panose="020B0604020202020204" pitchFamily="34" charset="0"/>
                <a:ea typeface="SimHei" panose="02010609060101010101" pitchFamily="49" charset="-122"/>
                <a:cs typeface="Arial" panose="020B0604020202020204" pitchFamily="34" charset="0"/>
              </a:rPr>
              <a:t>Counter</a:t>
            </a:r>
            <a:endParaRPr lang="zh-CN" altLang="en-US" sz="2800" b="0" dirty="0">
              <a:latin typeface="Arial" panose="020B0604020202020204" pitchFamily="34" charset="0"/>
              <a:ea typeface="SimHei" panose="02010609060101010101" pitchFamily="49" charset="-122"/>
              <a:cs typeface="Arial" panose="020B0604020202020204" pitchFamily="34" charset="0"/>
            </a:endParaRPr>
          </a:p>
        </p:txBody>
      </p:sp>
      <p:sp>
        <p:nvSpPr>
          <p:cNvPr id="4" name="Title 4">
            <a:extLst>
              <a:ext uri="{FF2B5EF4-FFF2-40B4-BE49-F238E27FC236}">
                <a16:creationId xmlns:a16="http://schemas.microsoft.com/office/drawing/2014/main" id="{6A5A37DF-8AB1-738A-BB94-E78B481C1D6D}"/>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latin typeface="黑体" panose="02010609060101010101" pitchFamily="49" charset="-122"/>
                <a:ea typeface="黑体" panose="02010609060101010101" pitchFamily="49" charset="-122"/>
              </a:rPr>
              <a:t>典型的时序逻辑电路</a:t>
            </a:r>
            <a:endParaRPr lang="en-CN" altLang="zh-CN" sz="4000" dirty="0">
              <a:solidFill>
                <a:srgbClr val="0000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5618707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259D7DD-E1BE-4482-9234-29898EB39847}" type="slidenum">
              <a:rPr kumimoji="0" lang="en-US" altLang="zh-CN" sz="1200" b="0" i="0" u="none" strike="noStrike" kern="1200" cap="none" spc="0" normalizeH="0" baseline="0" noProof="0" smtClean="0">
                <a:ln>
                  <a:noFill/>
                </a:ln>
                <a:solidFill>
                  <a:srgbClr val="000000"/>
                </a:solidFill>
                <a:effectLst/>
                <a:uLnTx/>
                <a:uFillTx/>
                <a:latin typeface="Arial Black"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66</a:t>
            </a:fld>
            <a:endParaRPr kumimoji="0" lang="en-US" altLang="zh-CN" sz="1200" b="0" i="0" u="none" strike="noStrike" kern="1200" cap="none" spc="0" normalizeH="0" baseline="0" noProof="0" dirty="0">
              <a:ln>
                <a:noFill/>
              </a:ln>
              <a:solidFill>
                <a:srgbClr val="000000"/>
              </a:solidFill>
              <a:effectLst/>
              <a:uLnTx/>
              <a:uFillTx/>
              <a:latin typeface="Arial Black" pitchFamily="34" charset="0"/>
              <a:ea typeface="宋体" pitchFamily="2" charset="-122"/>
              <a:cs typeface="+mn-cs"/>
            </a:endParaRPr>
          </a:p>
        </p:txBody>
      </p:sp>
      <p:sp>
        <p:nvSpPr>
          <p:cNvPr id="110596" name="Rectangle 3"/>
          <p:cNvSpPr>
            <a:spLocks noGrp="1" noChangeArrowheads="1"/>
          </p:cNvSpPr>
          <p:nvPr>
            <p:ph idx="4294967295"/>
          </p:nvPr>
        </p:nvSpPr>
        <p:spPr>
          <a:xfrm>
            <a:off x="457200" y="1371600"/>
            <a:ext cx="8153400" cy="4889394"/>
          </a:xfrm>
        </p:spPr>
        <p:txBody>
          <a:bodyPr>
            <a:normAutofit/>
          </a:bodyPr>
          <a:lstStyle/>
          <a:p>
            <a:r>
              <a:rPr lang="zh-CN" altLang="en-US" sz="2800" b="0" dirty="0">
                <a:latin typeface="SimHei" panose="02010609060101010101" pitchFamily="49" charset="-122"/>
                <a:ea typeface="SimHei" panose="02010609060101010101" pitchFamily="49" charset="-122"/>
              </a:rPr>
              <a:t>寄存二进制信息，并进行移位的逻辑元件</a:t>
            </a:r>
            <a:endParaRPr lang="en-US" altLang="zh-CN" sz="2800" b="0" dirty="0">
              <a:latin typeface="SimHei" panose="02010609060101010101" pitchFamily="49" charset="-122"/>
              <a:ea typeface="SimHei" panose="02010609060101010101" pitchFamily="49" charset="-122"/>
            </a:endParaRPr>
          </a:p>
          <a:p>
            <a:pPr eaLnBrk="1" hangingPunct="1"/>
            <a:r>
              <a:rPr lang="zh-CN" altLang="en-US" sz="2800" b="0" dirty="0">
                <a:latin typeface="SimHei" panose="02010609060101010101" pitchFamily="49" charset="-122"/>
                <a:ea typeface="SimHei" panose="02010609060101010101" pitchFamily="49" charset="-122"/>
              </a:rPr>
              <a:t>分类</a:t>
            </a:r>
            <a:endParaRPr lang="en-US" altLang="zh-CN" sz="2800" b="0" dirty="0">
              <a:latin typeface="SimHei" panose="02010609060101010101" pitchFamily="49" charset="-122"/>
              <a:ea typeface="SimHei" panose="02010609060101010101" pitchFamily="49" charset="-122"/>
            </a:endParaRPr>
          </a:p>
          <a:p>
            <a:pPr lvl="1"/>
            <a:r>
              <a:rPr lang="zh-CN" altLang="en-US" sz="2400" b="0" dirty="0">
                <a:latin typeface="SimHei" panose="02010609060101010101" pitchFamily="49" charset="-122"/>
                <a:ea typeface="SimHei" panose="02010609060101010101" pitchFamily="49" charset="-122"/>
              </a:rPr>
              <a:t>移位方向</a:t>
            </a:r>
            <a:endParaRPr lang="en-US" altLang="zh-CN" sz="2400" b="0" dirty="0">
              <a:latin typeface="SimHei" panose="02010609060101010101" pitchFamily="49" charset="-122"/>
              <a:ea typeface="SimHei" panose="02010609060101010101" pitchFamily="49" charset="-122"/>
            </a:endParaRPr>
          </a:p>
          <a:p>
            <a:pPr lvl="2"/>
            <a:r>
              <a:rPr lang="zh-CN" altLang="en-US" sz="2000" b="0" dirty="0">
                <a:latin typeface="SimHei" panose="02010609060101010101" pitchFamily="49" charset="-122"/>
                <a:ea typeface="SimHei" panose="02010609060101010101" pitchFamily="49" charset="-122"/>
              </a:rPr>
              <a:t>左移、右移、双向移位寄存器</a:t>
            </a:r>
            <a:endParaRPr lang="en-US" altLang="zh-CN" sz="2000" b="0" dirty="0">
              <a:latin typeface="SimHei" panose="02010609060101010101" pitchFamily="49" charset="-122"/>
              <a:ea typeface="SimHei" panose="02010609060101010101" pitchFamily="49" charset="-122"/>
            </a:endParaRPr>
          </a:p>
          <a:p>
            <a:pPr lvl="1"/>
            <a:r>
              <a:rPr lang="zh-CN" altLang="en-US" sz="2400" b="0" dirty="0">
                <a:latin typeface="SimHei" panose="02010609060101010101" pitchFamily="49" charset="-122"/>
                <a:ea typeface="SimHei" panose="02010609060101010101" pitchFamily="49" charset="-122"/>
              </a:rPr>
              <a:t>数据输入</a:t>
            </a:r>
            <a:r>
              <a:rPr lang="en-US" altLang="zh-CN" sz="2400" b="0" dirty="0">
                <a:latin typeface="SimHei" panose="02010609060101010101" pitchFamily="49" charset="-122"/>
                <a:ea typeface="SimHei" panose="02010609060101010101" pitchFamily="49" charset="-122"/>
              </a:rPr>
              <a:t>/</a:t>
            </a:r>
            <a:r>
              <a:rPr lang="zh-CN" altLang="en-US" sz="2400" b="0" dirty="0">
                <a:latin typeface="SimHei" panose="02010609060101010101" pitchFamily="49" charset="-122"/>
                <a:ea typeface="SimHei" panose="02010609060101010101" pitchFamily="49" charset="-122"/>
              </a:rPr>
              <a:t>输出方式</a:t>
            </a:r>
            <a:endParaRPr lang="en-US" altLang="zh-CN" sz="2400" b="0" dirty="0">
              <a:latin typeface="SimHei" panose="02010609060101010101" pitchFamily="49" charset="-122"/>
              <a:ea typeface="SimHei" panose="02010609060101010101" pitchFamily="49" charset="-122"/>
            </a:endParaRPr>
          </a:p>
          <a:p>
            <a:pPr lvl="2"/>
            <a:r>
              <a:rPr lang="zh-CN" altLang="en-US" sz="2000" b="0" dirty="0">
                <a:latin typeface="SimHei" panose="02010609060101010101" pitchFamily="49" charset="-122"/>
                <a:ea typeface="SimHei" panose="02010609060101010101" pitchFamily="49" charset="-122"/>
              </a:rPr>
              <a:t>并行输入，并行输出</a:t>
            </a:r>
            <a:endParaRPr lang="en-US" altLang="zh-CN" sz="2000" b="0" dirty="0">
              <a:latin typeface="SimHei" panose="02010609060101010101" pitchFamily="49" charset="-122"/>
              <a:ea typeface="SimHei" panose="02010609060101010101" pitchFamily="49" charset="-122"/>
            </a:endParaRPr>
          </a:p>
          <a:p>
            <a:pPr lvl="2"/>
            <a:r>
              <a:rPr lang="zh-CN" altLang="en-US" sz="2000" b="0" dirty="0">
                <a:latin typeface="SimHei" panose="02010609060101010101" pitchFamily="49" charset="-122"/>
                <a:ea typeface="SimHei" panose="02010609060101010101" pitchFamily="49" charset="-122"/>
              </a:rPr>
              <a:t>串行输入，并行输出</a:t>
            </a:r>
            <a:endParaRPr lang="en-US" altLang="zh-CN" sz="2000" b="0" dirty="0">
              <a:latin typeface="SimHei" panose="02010609060101010101" pitchFamily="49" charset="-122"/>
              <a:ea typeface="SimHei" panose="02010609060101010101" pitchFamily="49" charset="-122"/>
            </a:endParaRPr>
          </a:p>
          <a:p>
            <a:pPr lvl="2"/>
            <a:r>
              <a:rPr lang="zh-CN" altLang="en-US" sz="2000" b="0" dirty="0">
                <a:latin typeface="SimHei" panose="02010609060101010101" pitchFamily="49" charset="-122"/>
                <a:ea typeface="SimHei" panose="02010609060101010101" pitchFamily="49" charset="-122"/>
              </a:rPr>
              <a:t>并行输入，串行输出</a:t>
            </a:r>
            <a:endParaRPr lang="en-US" altLang="zh-CN" sz="2000" b="0" dirty="0">
              <a:latin typeface="SimHei" panose="02010609060101010101" pitchFamily="49" charset="-122"/>
              <a:ea typeface="SimHei" panose="02010609060101010101" pitchFamily="49" charset="-122"/>
            </a:endParaRPr>
          </a:p>
          <a:p>
            <a:pPr lvl="2"/>
            <a:r>
              <a:rPr lang="zh-CN" altLang="en-US" sz="2000" b="0" dirty="0">
                <a:latin typeface="SimHei" panose="02010609060101010101" pitchFamily="49" charset="-122"/>
                <a:ea typeface="SimHei" panose="02010609060101010101" pitchFamily="49" charset="-122"/>
              </a:rPr>
              <a:t>串行输入，串行输出</a:t>
            </a:r>
            <a:endParaRPr lang="en-US" altLang="zh-CN" sz="2000" b="0" dirty="0">
              <a:latin typeface="SimHei" panose="02010609060101010101" pitchFamily="49" charset="-122"/>
              <a:ea typeface="SimHei" panose="02010609060101010101" pitchFamily="49" charset="-122"/>
            </a:endParaRPr>
          </a:p>
        </p:txBody>
      </p:sp>
      <p:sp>
        <p:nvSpPr>
          <p:cNvPr id="2" name="Title 4">
            <a:extLst>
              <a:ext uri="{FF2B5EF4-FFF2-40B4-BE49-F238E27FC236}">
                <a16:creationId xmlns:a16="http://schemas.microsoft.com/office/drawing/2014/main" id="{61C53B1B-B257-C8CD-89C4-D027E196AE88}"/>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t>移位寄存器</a:t>
            </a:r>
            <a:endParaRPr lang="en-CN" altLang="zh-CN" sz="4000" dirty="0">
              <a:solidFill>
                <a:srgbClr val="0000FF"/>
              </a:solidFill>
              <a:latin typeface="Arial" panose="020B0604020202020204" pitchFamily="34" charset="0"/>
              <a:cs typeface="Arial" panose="020B0604020202020204" pitchFamily="34" charset="0"/>
            </a:endParaRPr>
          </a:p>
        </p:txBody>
      </p:sp>
      <p:grpSp>
        <p:nvGrpSpPr>
          <p:cNvPr id="6" name="组合 5">
            <a:extLst>
              <a:ext uri="{FF2B5EF4-FFF2-40B4-BE49-F238E27FC236}">
                <a16:creationId xmlns:a16="http://schemas.microsoft.com/office/drawing/2014/main" id="{40A92732-E439-43CE-B0B7-4D7F6B2A9181}"/>
              </a:ext>
            </a:extLst>
          </p:cNvPr>
          <p:cNvGrpSpPr/>
          <p:nvPr/>
        </p:nvGrpSpPr>
        <p:grpSpPr>
          <a:xfrm>
            <a:off x="5973763" y="2515394"/>
            <a:ext cx="2832534" cy="3941655"/>
            <a:chOff x="1400177" y="3506788"/>
            <a:chExt cx="2832534" cy="3941655"/>
          </a:xfrm>
        </p:grpSpPr>
        <p:sp>
          <p:nvSpPr>
            <p:cNvPr id="7" name="AutoShape 5">
              <a:extLst>
                <a:ext uri="{FF2B5EF4-FFF2-40B4-BE49-F238E27FC236}">
                  <a16:creationId xmlns:a16="http://schemas.microsoft.com/office/drawing/2014/main" id="{546D3044-BAE3-4633-8E46-A0CCCE45ECAE}"/>
                </a:ext>
              </a:extLst>
            </p:cNvPr>
            <p:cNvSpPr>
              <a:spLocks noChangeArrowheads="1"/>
            </p:cNvSpPr>
            <p:nvPr/>
          </p:nvSpPr>
          <p:spPr bwMode="auto">
            <a:xfrm>
              <a:off x="1770063" y="4906528"/>
              <a:ext cx="461963" cy="317500"/>
            </a:xfrm>
            <a:prstGeom prst="leftArrow">
              <a:avLst>
                <a:gd name="adj1" fmla="val 50000"/>
                <a:gd name="adj2" fmla="val 36375"/>
              </a:avLst>
            </a:prstGeom>
            <a:noFill/>
            <a:ln w="38100">
              <a:solidFill>
                <a:schemeClr val="tx1"/>
              </a:solidFill>
              <a:miter lim="800000"/>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1" i="0" u="none" strike="noStrike" kern="1200" cap="none" spc="0" normalizeH="0" baseline="0" noProof="0" dirty="0">
                <a:ln>
                  <a:noFill/>
                </a:ln>
                <a:solidFill>
                  <a:srgbClr val="FF3300"/>
                </a:solidFill>
                <a:effectLst/>
                <a:uLnTx/>
                <a:uFillTx/>
                <a:latin typeface="+mn-ea"/>
                <a:ea typeface="+mn-ea"/>
                <a:cs typeface="+mn-cs"/>
              </a:endParaRPr>
            </a:p>
          </p:txBody>
        </p:sp>
        <p:sp>
          <p:nvSpPr>
            <p:cNvPr id="8" name="Rectangle 7">
              <a:extLst>
                <a:ext uri="{FF2B5EF4-FFF2-40B4-BE49-F238E27FC236}">
                  <a16:creationId xmlns:a16="http://schemas.microsoft.com/office/drawing/2014/main" id="{DAF66379-4500-456A-8F76-F7DBF6CE4D7B}"/>
                </a:ext>
              </a:extLst>
            </p:cNvPr>
            <p:cNvSpPr>
              <a:spLocks noChangeArrowheads="1"/>
            </p:cNvSpPr>
            <p:nvPr/>
          </p:nvSpPr>
          <p:spPr bwMode="auto">
            <a:xfrm>
              <a:off x="1438276" y="3511551"/>
              <a:ext cx="1125538" cy="1817688"/>
            </a:xfrm>
            <a:prstGeom prst="rect">
              <a:avLst/>
            </a:prstGeom>
            <a:noFill/>
            <a:ln w="38100">
              <a:solidFill>
                <a:schemeClr val="tx1"/>
              </a:solidFill>
              <a:miter lim="800000"/>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1" i="0" u="none" strike="noStrike" kern="1200" cap="none" spc="0" normalizeH="0" baseline="0" noProof="0">
                <a:ln>
                  <a:noFill/>
                </a:ln>
                <a:solidFill>
                  <a:srgbClr val="FF3300"/>
                </a:solidFill>
                <a:effectLst/>
                <a:uLnTx/>
                <a:uFillTx/>
                <a:latin typeface="+mn-ea"/>
                <a:ea typeface="+mn-ea"/>
                <a:cs typeface="+mn-cs"/>
              </a:endParaRPr>
            </a:p>
          </p:txBody>
        </p:sp>
        <p:sp>
          <p:nvSpPr>
            <p:cNvPr id="9" name="Text Box 8">
              <a:extLst>
                <a:ext uri="{FF2B5EF4-FFF2-40B4-BE49-F238E27FC236}">
                  <a16:creationId xmlns:a16="http://schemas.microsoft.com/office/drawing/2014/main" id="{D4075A99-FAE3-497D-AECB-ABCE1D493A40}"/>
                </a:ext>
              </a:extLst>
            </p:cNvPr>
            <p:cNvSpPr txBox="1">
              <a:spLocks noChangeArrowheads="1"/>
            </p:cNvSpPr>
            <p:nvPr/>
          </p:nvSpPr>
          <p:spPr bwMode="auto">
            <a:xfrm>
              <a:off x="1400177" y="3826615"/>
              <a:ext cx="1168400" cy="861774"/>
            </a:xfrm>
            <a:prstGeom prst="rect">
              <a:avLst/>
            </a:prstGeom>
            <a:noFill/>
            <a:ln w="9525">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lang="zh-CN" altLang="en-US" sz="2000" dirty="0">
                  <a:solidFill>
                    <a:srgbClr val="CC0066"/>
                  </a:solidFill>
                  <a:latin typeface="+mn-ea"/>
                  <a:ea typeface="+mn-ea"/>
                </a:rPr>
                <a:t>左移</a:t>
              </a:r>
              <a:endParaRPr lang="en-US" altLang="zh-CN" sz="2000" dirty="0">
                <a:solidFill>
                  <a:srgbClr val="CC0066"/>
                </a:solidFill>
                <a:latin typeface="+mn-ea"/>
                <a:ea typeface="+mn-ea"/>
              </a:endParaRPr>
            </a:p>
            <a:p>
              <a:pPr marL="0" marR="0" lvl="0" indent="0" algn="ctr" defTabSz="914400" rtl="0" eaLnBrk="1" fontAlgn="base" latinLnBrk="0" hangingPunct="1">
                <a:lnSpc>
                  <a:spcPct val="100000"/>
                </a:lnSpc>
                <a:spcBef>
                  <a:spcPct val="50000"/>
                </a:spcBef>
                <a:spcAft>
                  <a:spcPct val="0"/>
                </a:spcAft>
                <a:buClrTx/>
                <a:buSzTx/>
                <a:buFontTx/>
                <a:buNone/>
                <a:tabLst/>
                <a:defRPr/>
              </a:pPr>
              <a:r>
                <a:rPr lang="zh-CN" altLang="en-US" sz="2000" dirty="0">
                  <a:solidFill>
                    <a:srgbClr val="CC0066"/>
                  </a:solidFill>
                  <a:latin typeface="+mn-ea"/>
                  <a:ea typeface="+mn-ea"/>
                </a:rPr>
                <a:t>寄存器</a:t>
              </a:r>
              <a:endParaRPr kumimoji="0" lang="zh-CN" altLang="en-US" sz="2000" b="1" i="0" u="none" strike="noStrike" kern="1200" cap="none" spc="0" normalizeH="0" baseline="0" noProof="0" dirty="0">
                <a:ln>
                  <a:noFill/>
                </a:ln>
                <a:solidFill>
                  <a:srgbClr val="CC0066"/>
                </a:solidFill>
                <a:effectLst/>
                <a:uLnTx/>
                <a:uFillTx/>
                <a:latin typeface="+mn-ea"/>
                <a:ea typeface="+mn-ea"/>
                <a:cs typeface="+mn-cs"/>
              </a:endParaRPr>
            </a:p>
          </p:txBody>
        </p:sp>
        <p:sp>
          <p:nvSpPr>
            <p:cNvPr id="10" name="AutoShape 12">
              <a:extLst>
                <a:ext uri="{FF2B5EF4-FFF2-40B4-BE49-F238E27FC236}">
                  <a16:creationId xmlns:a16="http://schemas.microsoft.com/office/drawing/2014/main" id="{9F686F0F-953A-489B-8542-C8AB247031BD}"/>
                </a:ext>
              </a:extLst>
            </p:cNvPr>
            <p:cNvSpPr>
              <a:spLocks noChangeArrowheads="1"/>
            </p:cNvSpPr>
            <p:nvPr/>
          </p:nvSpPr>
          <p:spPr bwMode="auto">
            <a:xfrm flipH="1">
              <a:off x="3430588" y="4846959"/>
              <a:ext cx="461963" cy="346075"/>
            </a:xfrm>
            <a:prstGeom prst="leftArrow">
              <a:avLst>
                <a:gd name="adj1" fmla="val 50000"/>
                <a:gd name="adj2" fmla="val 33372"/>
              </a:avLst>
            </a:prstGeom>
            <a:noFill/>
            <a:ln w="38100">
              <a:solidFill>
                <a:schemeClr val="tx1"/>
              </a:solidFill>
              <a:miter lim="800000"/>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1" i="0" u="none" strike="noStrike" kern="1200" cap="none" spc="0" normalizeH="0" baseline="0" noProof="0">
                <a:ln>
                  <a:noFill/>
                </a:ln>
                <a:solidFill>
                  <a:srgbClr val="FF3300"/>
                </a:solidFill>
                <a:effectLst/>
                <a:uLnTx/>
                <a:uFillTx/>
                <a:latin typeface="+mn-ea"/>
                <a:ea typeface="+mn-ea"/>
                <a:cs typeface="+mn-cs"/>
              </a:endParaRPr>
            </a:p>
          </p:txBody>
        </p:sp>
        <p:sp>
          <p:nvSpPr>
            <p:cNvPr id="11" name="Rectangle 14">
              <a:extLst>
                <a:ext uri="{FF2B5EF4-FFF2-40B4-BE49-F238E27FC236}">
                  <a16:creationId xmlns:a16="http://schemas.microsoft.com/office/drawing/2014/main" id="{F28A3374-D71D-42A8-9D7E-815F7F7B23BC}"/>
                </a:ext>
              </a:extLst>
            </p:cNvPr>
            <p:cNvSpPr>
              <a:spLocks noChangeArrowheads="1"/>
            </p:cNvSpPr>
            <p:nvPr/>
          </p:nvSpPr>
          <p:spPr bwMode="auto">
            <a:xfrm>
              <a:off x="3098801" y="3506788"/>
              <a:ext cx="1125538" cy="1817687"/>
            </a:xfrm>
            <a:prstGeom prst="rect">
              <a:avLst/>
            </a:prstGeom>
            <a:noFill/>
            <a:ln w="38100">
              <a:solidFill>
                <a:schemeClr val="tx1"/>
              </a:solidFill>
              <a:miter lim="800000"/>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1" i="0" u="none" strike="noStrike" kern="1200" cap="none" spc="0" normalizeH="0" baseline="0" noProof="0">
                <a:ln>
                  <a:noFill/>
                </a:ln>
                <a:solidFill>
                  <a:srgbClr val="FF3300"/>
                </a:solidFill>
                <a:effectLst/>
                <a:uLnTx/>
                <a:uFillTx/>
                <a:latin typeface="+mn-ea"/>
                <a:ea typeface="+mn-ea"/>
                <a:cs typeface="+mn-cs"/>
              </a:endParaRPr>
            </a:p>
          </p:txBody>
        </p:sp>
        <p:sp>
          <p:nvSpPr>
            <p:cNvPr id="12" name="Text Box 15">
              <a:extLst>
                <a:ext uri="{FF2B5EF4-FFF2-40B4-BE49-F238E27FC236}">
                  <a16:creationId xmlns:a16="http://schemas.microsoft.com/office/drawing/2014/main" id="{730DCD27-6727-4FF8-B0C1-A7876AD0F092}"/>
                </a:ext>
              </a:extLst>
            </p:cNvPr>
            <p:cNvSpPr txBox="1">
              <a:spLocks noChangeArrowheads="1"/>
            </p:cNvSpPr>
            <p:nvPr/>
          </p:nvSpPr>
          <p:spPr bwMode="auto">
            <a:xfrm>
              <a:off x="3064311" y="3842853"/>
              <a:ext cx="1168400" cy="861774"/>
            </a:xfrm>
            <a:prstGeom prst="rect">
              <a:avLst/>
            </a:prstGeom>
            <a:noFill/>
            <a:ln w="9525">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lang="zh-CN" altLang="en-US" sz="2000" dirty="0">
                  <a:solidFill>
                    <a:srgbClr val="0000FF"/>
                  </a:solidFill>
                  <a:latin typeface="+mn-ea"/>
                  <a:ea typeface="+mn-ea"/>
                </a:rPr>
                <a:t>右移</a:t>
              </a:r>
              <a:endParaRPr lang="en-US" altLang="zh-CN" sz="2000" dirty="0">
                <a:solidFill>
                  <a:srgbClr val="0000FF"/>
                </a:solidFill>
                <a:latin typeface="+mn-ea"/>
                <a:ea typeface="+mn-ea"/>
              </a:endParaRPr>
            </a:p>
            <a:p>
              <a:pPr marL="0" marR="0" lvl="0" indent="0" algn="ctr" defTabSz="914400" rtl="0" eaLnBrk="1" fontAlgn="base" latinLnBrk="0" hangingPunct="1">
                <a:lnSpc>
                  <a:spcPct val="100000"/>
                </a:lnSpc>
                <a:spcBef>
                  <a:spcPct val="50000"/>
                </a:spcBef>
                <a:spcAft>
                  <a:spcPct val="0"/>
                </a:spcAft>
                <a:buClrTx/>
                <a:buSzTx/>
                <a:buFontTx/>
                <a:buNone/>
                <a:tabLst/>
                <a:defRPr/>
              </a:pPr>
              <a:r>
                <a:rPr lang="zh-CN" altLang="en-US" sz="2000" dirty="0">
                  <a:solidFill>
                    <a:srgbClr val="0000FF"/>
                  </a:solidFill>
                  <a:latin typeface="+mn-ea"/>
                  <a:ea typeface="+mn-ea"/>
                </a:rPr>
                <a:t>寄存器</a:t>
              </a:r>
              <a:endParaRPr kumimoji="0" lang="zh-CN" altLang="en-US" sz="2000" b="1" i="0" u="none" strike="noStrike" kern="1200" cap="none" spc="0" normalizeH="0" baseline="0" noProof="0" dirty="0">
                <a:ln>
                  <a:noFill/>
                </a:ln>
                <a:solidFill>
                  <a:srgbClr val="0000FF"/>
                </a:solidFill>
                <a:effectLst/>
                <a:uLnTx/>
                <a:uFillTx/>
                <a:latin typeface="+mn-ea"/>
                <a:ea typeface="+mn-ea"/>
                <a:cs typeface="+mn-cs"/>
              </a:endParaRPr>
            </a:p>
          </p:txBody>
        </p:sp>
        <p:sp>
          <p:nvSpPr>
            <p:cNvPr id="14" name="Rectangle 33">
              <a:extLst>
                <a:ext uri="{FF2B5EF4-FFF2-40B4-BE49-F238E27FC236}">
                  <a16:creationId xmlns:a16="http://schemas.microsoft.com/office/drawing/2014/main" id="{0C4EFCAE-0BE0-4B04-9993-12D9D0D6738E}"/>
                </a:ext>
              </a:extLst>
            </p:cNvPr>
            <p:cNvSpPr>
              <a:spLocks noChangeArrowheads="1"/>
            </p:cNvSpPr>
            <p:nvPr/>
          </p:nvSpPr>
          <p:spPr bwMode="auto">
            <a:xfrm>
              <a:off x="2265363" y="5630756"/>
              <a:ext cx="1125538" cy="1817687"/>
            </a:xfrm>
            <a:prstGeom prst="rect">
              <a:avLst/>
            </a:prstGeom>
            <a:noFill/>
            <a:ln w="38100">
              <a:solidFill>
                <a:schemeClr val="tx1"/>
              </a:solidFill>
              <a:miter lim="800000"/>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1" i="0" u="none" strike="noStrike" kern="1200" cap="none" spc="0" normalizeH="0" baseline="0" noProof="0">
                <a:ln>
                  <a:noFill/>
                </a:ln>
                <a:solidFill>
                  <a:srgbClr val="FF3300"/>
                </a:solidFill>
                <a:effectLst/>
                <a:uLnTx/>
                <a:uFillTx/>
                <a:latin typeface="+mn-ea"/>
                <a:ea typeface="+mn-ea"/>
                <a:cs typeface="+mn-cs"/>
              </a:endParaRPr>
            </a:p>
          </p:txBody>
        </p:sp>
        <p:sp>
          <p:nvSpPr>
            <p:cNvPr id="15" name="Text Box 34">
              <a:extLst>
                <a:ext uri="{FF2B5EF4-FFF2-40B4-BE49-F238E27FC236}">
                  <a16:creationId xmlns:a16="http://schemas.microsoft.com/office/drawing/2014/main" id="{09B2F5E3-2411-4533-96CC-88D514EDB35A}"/>
                </a:ext>
              </a:extLst>
            </p:cNvPr>
            <p:cNvSpPr txBox="1">
              <a:spLocks noChangeArrowheads="1"/>
            </p:cNvSpPr>
            <p:nvPr/>
          </p:nvSpPr>
          <p:spPr bwMode="auto">
            <a:xfrm>
              <a:off x="2236788" y="5926030"/>
              <a:ext cx="1168400" cy="1015663"/>
            </a:xfrm>
            <a:prstGeom prst="rect">
              <a:avLst/>
            </a:prstGeom>
            <a:noFill/>
            <a:ln w="9525">
              <a:noFill/>
              <a:miter lim="800000"/>
              <a:headEnd/>
              <a:tailEnd/>
            </a:ln>
          </p:spPr>
          <p:txBody>
            <a:bodyPr>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0" lang="zh-CN" altLang="en-US" sz="2000" i="0" u="none" strike="noStrike" kern="1200" cap="none" spc="0" normalizeH="0" baseline="0" noProof="0" dirty="0">
                  <a:ln>
                    <a:noFill/>
                  </a:ln>
                  <a:solidFill>
                    <a:srgbClr val="FF6600"/>
                  </a:solidFill>
                  <a:effectLst/>
                  <a:uLnTx/>
                  <a:uFillTx/>
                  <a:latin typeface="+mn-ea"/>
                  <a:ea typeface="+mn-ea"/>
                  <a:cs typeface="+mn-cs"/>
                </a:rPr>
                <a:t>双向</a:t>
              </a:r>
              <a:endParaRPr kumimoji="0" lang="en-US" altLang="zh-CN" sz="2000" i="0" u="none" strike="noStrike" kern="1200" cap="none" spc="0" normalizeH="0" baseline="0" noProof="0" dirty="0">
                <a:ln>
                  <a:noFill/>
                </a:ln>
                <a:solidFill>
                  <a:srgbClr val="FF6600"/>
                </a:solidFill>
                <a:effectLst/>
                <a:uLnTx/>
                <a:uFillTx/>
                <a:latin typeface="+mn-ea"/>
                <a:ea typeface="+mn-ea"/>
                <a:cs typeface="+mn-cs"/>
              </a:endParaRPr>
            </a:p>
            <a:p>
              <a:pPr marL="0" marR="0" lvl="0" indent="0" algn="ctr" defTabSz="914400" rtl="0" eaLnBrk="1" fontAlgn="base" latinLnBrk="0" hangingPunct="1">
                <a:lnSpc>
                  <a:spcPct val="100000"/>
                </a:lnSpc>
                <a:spcBef>
                  <a:spcPts val="0"/>
                </a:spcBef>
                <a:spcAft>
                  <a:spcPct val="0"/>
                </a:spcAft>
                <a:buClrTx/>
                <a:buSzTx/>
                <a:buFontTx/>
                <a:buNone/>
                <a:tabLst/>
                <a:defRPr/>
              </a:pPr>
              <a:r>
                <a:rPr kumimoji="0" lang="zh-CN" altLang="en-US" sz="2000" i="0" u="none" strike="noStrike" kern="1200" cap="none" spc="0" normalizeH="0" baseline="0" noProof="0" dirty="0">
                  <a:ln>
                    <a:noFill/>
                  </a:ln>
                  <a:solidFill>
                    <a:srgbClr val="FF6600"/>
                  </a:solidFill>
                  <a:effectLst/>
                  <a:uLnTx/>
                  <a:uFillTx/>
                  <a:latin typeface="+mn-ea"/>
                  <a:ea typeface="+mn-ea"/>
                  <a:cs typeface="+mn-cs"/>
                </a:rPr>
                <a:t>移位寄存器</a:t>
              </a:r>
            </a:p>
          </p:txBody>
        </p:sp>
      </p:grpSp>
      <p:sp>
        <p:nvSpPr>
          <p:cNvPr id="3" name="箭头: 左右 2">
            <a:extLst>
              <a:ext uri="{FF2B5EF4-FFF2-40B4-BE49-F238E27FC236}">
                <a16:creationId xmlns:a16="http://schemas.microsoft.com/office/drawing/2014/main" id="{9DBC6C62-A7BA-445B-AE0E-B381E7CDA3B7}"/>
              </a:ext>
            </a:extLst>
          </p:cNvPr>
          <p:cNvSpPr/>
          <p:nvPr/>
        </p:nvSpPr>
        <p:spPr>
          <a:xfrm>
            <a:off x="7086600" y="6019800"/>
            <a:ext cx="685800" cy="304800"/>
          </a:xfrm>
          <a:prstGeom prst="leftRightArrow">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7522635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C861A63E-2CEF-9D4D-97AF-41737419C68C}"/>
              </a:ext>
            </a:extLst>
          </p:cNvPr>
          <p:cNvSpPr>
            <a:spLocks noGrp="1"/>
          </p:cNvSpPr>
          <p:nvPr>
            <p:ph type="sldNum" sz="quarter" idx="12"/>
          </p:nvPr>
        </p:nvSpPr>
        <p:spPr/>
        <p:txBody>
          <a:bodyPr/>
          <a:lstStyle/>
          <a:p>
            <a:pPr>
              <a:defRPr/>
            </a:pPr>
            <a:fld id="{3259D7DD-E1BE-4482-9234-29898EB39847}" type="slidenum">
              <a:rPr lang="en-US" altLang="zh-CN" smtClean="0"/>
              <a:pPr>
                <a:defRPr/>
              </a:pPr>
              <a:t>67</a:t>
            </a:fld>
            <a:endParaRPr lang="en-US" altLang="zh-CN" dirty="0"/>
          </a:p>
        </p:txBody>
      </p:sp>
      <p:sp>
        <p:nvSpPr>
          <p:cNvPr id="3" name="Title 4">
            <a:extLst>
              <a:ext uri="{FF2B5EF4-FFF2-40B4-BE49-F238E27FC236}">
                <a16:creationId xmlns:a16="http://schemas.microsoft.com/office/drawing/2014/main" id="{5150DA86-9694-3A28-C2B6-75C14FA4256F}"/>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kumimoji="1" lang="zh-CN" altLang="en-US" dirty="0"/>
              <a:t>右移移位寄存器</a:t>
            </a:r>
            <a:endParaRPr lang="en-CN" altLang="zh-CN" sz="4000" dirty="0">
              <a:solidFill>
                <a:srgbClr val="0000FF"/>
              </a:solidFill>
              <a:latin typeface="Arial" panose="020B0604020202020204" pitchFamily="34" charset="0"/>
              <a:cs typeface="Arial" panose="020B0604020202020204" pitchFamily="34" charset="0"/>
            </a:endParaRPr>
          </a:p>
        </p:txBody>
      </p:sp>
      <p:pic>
        <p:nvPicPr>
          <p:cNvPr id="15" name="图片 14">
            <a:extLst>
              <a:ext uri="{FF2B5EF4-FFF2-40B4-BE49-F238E27FC236}">
                <a16:creationId xmlns:a16="http://schemas.microsoft.com/office/drawing/2014/main" id="{3B8515EC-4BBC-45C4-8759-AD1F4F6FDA30}"/>
              </a:ext>
            </a:extLst>
          </p:cNvPr>
          <p:cNvPicPr>
            <a:picLocks noChangeAspect="1"/>
          </p:cNvPicPr>
          <p:nvPr/>
        </p:nvPicPr>
        <p:blipFill>
          <a:blip r:embed="rId2"/>
          <a:stretch>
            <a:fillRect/>
          </a:stretch>
        </p:blipFill>
        <p:spPr>
          <a:xfrm>
            <a:off x="717549" y="2126397"/>
            <a:ext cx="7893050" cy="2627337"/>
          </a:xfrm>
          <a:prstGeom prst="rect">
            <a:avLst/>
          </a:prstGeom>
        </p:spPr>
      </p:pic>
      <p:sp>
        <p:nvSpPr>
          <p:cNvPr id="16" name="Text Box 54">
            <a:extLst>
              <a:ext uri="{FF2B5EF4-FFF2-40B4-BE49-F238E27FC236}">
                <a16:creationId xmlns:a16="http://schemas.microsoft.com/office/drawing/2014/main" id="{6C1D3820-29C6-47E7-B10D-6862E39EAE77}"/>
              </a:ext>
            </a:extLst>
          </p:cNvPr>
          <p:cNvSpPr txBox="1">
            <a:spLocks noChangeArrowheads="1"/>
          </p:cNvSpPr>
          <p:nvPr/>
        </p:nvSpPr>
        <p:spPr bwMode="auto">
          <a:xfrm>
            <a:off x="2648778" y="2318194"/>
            <a:ext cx="927515" cy="461665"/>
          </a:xfrm>
          <a:prstGeom prst="rect">
            <a:avLst/>
          </a:prstGeom>
          <a:noFill/>
          <a:ln w="9525" algn="ctr">
            <a:noFill/>
            <a:miter lim="800000"/>
            <a:headEnd/>
            <a:tailEnd/>
          </a:ln>
        </p:spPr>
        <p:txBody>
          <a:bodyPr wrap="square">
            <a:spAutoFit/>
          </a:body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2400" b="0" i="0" u="none" strike="noStrike" kern="0" cap="none" spc="0" normalizeH="0" baseline="0" noProof="0" dirty="0">
                <a:ln>
                  <a:noFill/>
                </a:ln>
                <a:solidFill>
                  <a:srgbClr val="9999FF">
                    <a:lumMod val="50000"/>
                  </a:srgbClr>
                </a:solidFill>
                <a:effectLst/>
                <a:uLnTx/>
                <a:uFillTx/>
                <a:latin typeface="+mn-lt"/>
              </a:rPr>
              <a:t>MSB</a:t>
            </a:r>
          </a:p>
        </p:txBody>
      </p:sp>
      <p:sp>
        <p:nvSpPr>
          <p:cNvPr id="17" name="Text Box 55">
            <a:extLst>
              <a:ext uri="{FF2B5EF4-FFF2-40B4-BE49-F238E27FC236}">
                <a16:creationId xmlns:a16="http://schemas.microsoft.com/office/drawing/2014/main" id="{F69A44F1-1A55-4F8F-A20F-D69CB71C27CF}"/>
              </a:ext>
            </a:extLst>
          </p:cNvPr>
          <p:cNvSpPr txBox="1">
            <a:spLocks noChangeArrowheads="1"/>
          </p:cNvSpPr>
          <p:nvPr/>
        </p:nvSpPr>
        <p:spPr bwMode="auto">
          <a:xfrm>
            <a:off x="7022516" y="2318194"/>
            <a:ext cx="1008820" cy="461665"/>
          </a:xfrm>
          <a:prstGeom prst="rect">
            <a:avLst/>
          </a:prstGeom>
          <a:noFill/>
          <a:ln w="9525" algn="ctr">
            <a:noFill/>
            <a:miter lim="800000"/>
            <a:headEnd/>
            <a:tailEnd/>
          </a:ln>
        </p:spPr>
        <p:txBody>
          <a:bodyPr wrap="square">
            <a:spAutoFit/>
          </a:body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2400" b="0" i="0" u="none" strike="noStrike" kern="0" cap="none" spc="0" normalizeH="0" baseline="0" noProof="0" dirty="0">
                <a:ln>
                  <a:noFill/>
                </a:ln>
                <a:solidFill>
                  <a:srgbClr val="9999FF">
                    <a:lumMod val="50000"/>
                  </a:srgbClr>
                </a:solidFill>
                <a:effectLst/>
                <a:uLnTx/>
                <a:uFillTx/>
                <a:latin typeface="+mn-lt"/>
              </a:rPr>
              <a:t>LSB</a:t>
            </a:r>
          </a:p>
        </p:txBody>
      </p:sp>
      <p:sp>
        <p:nvSpPr>
          <p:cNvPr id="18" name="右大括号 17">
            <a:extLst>
              <a:ext uri="{FF2B5EF4-FFF2-40B4-BE49-F238E27FC236}">
                <a16:creationId xmlns:a16="http://schemas.microsoft.com/office/drawing/2014/main" id="{3394C57B-F24F-47E8-AC7A-51BAB308A455}"/>
              </a:ext>
            </a:extLst>
          </p:cNvPr>
          <p:cNvSpPr/>
          <p:nvPr/>
        </p:nvSpPr>
        <p:spPr bwMode="auto">
          <a:xfrm rot="5400000">
            <a:off x="4271421" y="2292270"/>
            <a:ext cx="461665" cy="5384593"/>
          </a:xfrm>
          <a:prstGeom prst="rightBrace">
            <a:avLst>
              <a:gd name="adj1" fmla="val 27709"/>
              <a:gd name="adj2" fmla="val 48154"/>
            </a:avLst>
          </a:prstGeom>
          <a:noFill/>
          <a:ln w="28575" cap="flat" cmpd="sng" algn="ctr">
            <a:solidFill>
              <a:srgbClr val="8A8AE7">
                <a:lumMod val="50000"/>
              </a:srgb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mn-lt"/>
            </a:endParaRPr>
          </a:p>
        </p:txBody>
      </p:sp>
      <p:sp>
        <p:nvSpPr>
          <p:cNvPr id="19" name="Text Box 56">
            <a:extLst>
              <a:ext uri="{FF2B5EF4-FFF2-40B4-BE49-F238E27FC236}">
                <a16:creationId xmlns:a16="http://schemas.microsoft.com/office/drawing/2014/main" id="{53985C2D-CD40-45B5-9482-106A93E65DB1}"/>
              </a:ext>
            </a:extLst>
          </p:cNvPr>
          <p:cNvSpPr txBox="1">
            <a:spLocks noChangeArrowheads="1"/>
          </p:cNvSpPr>
          <p:nvPr/>
        </p:nvSpPr>
        <p:spPr bwMode="auto">
          <a:xfrm>
            <a:off x="3558773" y="2718172"/>
            <a:ext cx="609600" cy="707886"/>
          </a:xfrm>
          <a:prstGeom prst="rect">
            <a:avLst/>
          </a:prstGeom>
          <a:noFill/>
          <a:ln w="9525"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4000" b="0" i="0" u="none" strike="noStrike" kern="1200" cap="none" spc="0" normalizeH="0" baseline="0" noProof="0" dirty="0">
                <a:ln>
                  <a:noFill/>
                </a:ln>
                <a:solidFill>
                  <a:srgbClr val="0000CC"/>
                </a:solidFill>
                <a:effectLst/>
                <a:uLnTx/>
                <a:uFillTx/>
                <a:latin typeface="+mn-lt"/>
                <a:ea typeface="宋体" pitchFamily="2" charset="-122"/>
                <a:cs typeface="+mn-cs"/>
              </a:rPr>
              <a:t>1</a:t>
            </a:r>
          </a:p>
        </p:txBody>
      </p:sp>
      <p:sp>
        <p:nvSpPr>
          <p:cNvPr id="20" name="Text Box 57">
            <a:extLst>
              <a:ext uri="{FF2B5EF4-FFF2-40B4-BE49-F238E27FC236}">
                <a16:creationId xmlns:a16="http://schemas.microsoft.com/office/drawing/2014/main" id="{A34EAEDE-40C5-4DCC-8B0F-249E75595D04}"/>
              </a:ext>
            </a:extLst>
          </p:cNvPr>
          <p:cNvSpPr txBox="1">
            <a:spLocks noChangeArrowheads="1"/>
          </p:cNvSpPr>
          <p:nvPr/>
        </p:nvSpPr>
        <p:spPr bwMode="auto">
          <a:xfrm>
            <a:off x="4993458" y="2718172"/>
            <a:ext cx="609600" cy="707886"/>
          </a:xfrm>
          <a:prstGeom prst="rect">
            <a:avLst/>
          </a:prstGeom>
          <a:noFill/>
          <a:ln w="9525"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4000" b="0" i="0" u="none" strike="noStrike" kern="1200" cap="none" spc="0" normalizeH="0" baseline="0" noProof="0" dirty="0">
                <a:ln>
                  <a:noFill/>
                </a:ln>
                <a:solidFill>
                  <a:srgbClr val="0000CC"/>
                </a:solidFill>
                <a:effectLst/>
                <a:uLnTx/>
                <a:uFillTx/>
                <a:latin typeface="+mn-lt"/>
                <a:ea typeface="宋体" pitchFamily="2" charset="-122"/>
                <a:cs typeface="+mn-cs"/>
              </a:rPr>
              <a:t>1</a:t>
            </a:r>
          </a:p>
        </p:txBody>
      </p:sp>
      <p:sp>
        <p:nvSpPr>
          <p:cNvPr id="21" name="Text Box 58">
            <a:extLst>
              <a:ext uri="{FF2B5EF4-FFF2-40B4-BE49-F238E27FC236}">
                <a16:creationId xmlns:a16="http://schemas.microsoft.com/office/drawing/2014/main" id="{41734F71-BC3C-49E2-8589-9F2D32B19F82}"/>
              </a:ext>
            </a:extLst>
          </p:cNvPr>
          <p:cNvSpPr txBox="1">
            <a:spLocks noChangeArrowheads="1"/>
          </p:cNvSpPr>
          <p:nvPr/>
        </p:nvSpPr>
        <p:spPr bwMode="auto">
          <a:xfrm>
            <a:off x="6467524" y="2718172"/>
            <a:ext cx="609600" cy="707886"/>
          </a:xfrm>
          <a:prstGeom prst="rect">
            <a:avLst/>
          </a:prstGeom>
          <a:noFill/>
          <a:ln w="9525"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4000" b="0" i="0" u="none" strike="noStrike" kern="1200" cap="none" spc="0" normalizeH="0" baseline="0" noProof="0" dirty="0">
                <a:ln>
                  <a:noFill/>
                </a:ln>
                <a:solidFill>
                  <a:srgbClr val="0000CC"/>
                </a:solidFill>
                <a:effectLst/>
                <a:uLnTx/>
                <a:uFillTx/>
                <a:latin typeface="+mn-lt"/>
                <a:ea typeface="宋体" pitchFamily="2" charset="-122"/>
                <a:cs typeface="+mn-cs"/>
              </a:rPr>
              <a:t>0</a:t>
            </a:r>
          </a:p>
        </p:txBody>
      </p:sp>
      <p:sp>
        <p:nvSpPr>
          <p:cNvPr id="23" name="Text Box 60">
            <a:extLst>
              <a:ext uri="{FF2B5EF4-FFF2-40B4-BE49-F238E27FC236}">
                <a16:creationId xmlns:a16="http://schemas.microsoft.com/office/drawing/2014/main" id="{66A84FB9-5D22-4A1F-B98B-C47F871C1627}"/>
              </a:ext>
            </a:extLst>
          </p:cNvPr>
          <p:cNvSpPr txBox="1">
            <a:spLocks noChangeArrowheads="1"/>
          </p:cNvSpPr>
          <p:nvPr/>
        </p:nvSpPr>
        <p:spPr bwMode="auto">
          <a:xfrm>
            <a:off x="2133600" y="2718172"/>
            <a:ext cx="609600" cy="707886"/>
          </a:xfrm>
          <a:prstGeom prst="rect">
            <a:avLst/>
          </a:prstGeom>
          <a:noFill/>
          <a:ln w="9525"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4000" b="0" i="0" u="none" strike="noStrike" kern="1200" cap="none" spc="0" normalizeH="0" baseline="0" noProof="0" dirty="0">
                <a:ln>
                  <a:noFill/>
                </a:ln>
                <a:solidFill>
                  <a:srgbClr val="0000CC"/>
                </a:solidFill>
                <a:effectLst/>
                <a:uLnTx/>
                <a:uFillTx/>
                <a:latin typeface="+mn-lt"/>
                <a:ea typeface="宋体" pitchFamily="2" charset="-122"/>
                <a:cs typeface="+mn-cs"/>
              </a:rPr>
              <a:t>1</a:t>
            </a:r>
          </a:p>
        </p:txBody>
      </p:sp>
      <p:sp>
        <p:nvSpPr>
          <p:cNvPr id="24" name="Text Box 60">
            <a:extLst>
              <a:ext uri="{FF2B5EF4-FFF2-40B4-BE49-F238E27FC236}">
                <a16:creationId xmlns:a16="http://schemas.microsoft.com/office/drawing/2014/main" id="{5CE5F198-7AF1-40BF-99E3-E3702F7E17ED}"/>
              </a:ext>
            </a:extLst>
          </p:cNvPr>
          <p:cNvSpPr txBox="1">
            <a:spLocks noChangeArrowheads="1"/>
          </p:cNvSpPr>
          <p:nvPr/>
        </p:nvSpPr>
        <p:spPr bwMode="auto">
          <a:xfrm>
            <a:off x="691276" y="2732179"/>
            <a:ext cx="609600" cy="707886"/>
          </a:xfrm>
          <a:prstGeom prst="rect">
            <a:avLst/>
          </a:prstGeom>
          <a:noFill/>
          <a:ln w="9525"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4000" b="0" i="0" u="none" strike="noStrike" kern="1200" cap="none" spc="0" normalizeH="0" baseline="0" noProof="0" dirty="0">
                <a:ln>
                  <a:noFill/>
                </a:ln>
                <a:solidFill>
                  <a:srgbClr val="0000CC"/>
                </a:solidFill>
                <a:effectLst/>
                <a:uLnTx/>
                <a:uFillTx/>
                <a:latin typeface="+mn-lt"/>
                <a:ea typeface="宋体" pitchFamily="2" charset="-122"/>
                <a:cs typeface="+mn-cs"/>
              </a:rPr>
              <a:t>0</a:t>
            </a:r>
          </a:p>
        </p:txBody>
      </p:sp>
      <p:sp>
        <p:nvSpPr>
          <p:cNvPr id="32" name="矩形 31">
            <a:extLst>
              <a:ext uri="{FF2B5EF4-FFF2-40B4-BE49-F238E27FC236}">
                <a16:creationId xmlns:a16="http://schemas.microsoft.com/office/drawing/2014/main" id="{E6910281-1E7A-4857-A401-D89E99426DF7}"/>
              </a:ext>
            </a:extLst>
          </p:cNvPr>
          <p:cNvSpPr/>
          <p:nvPr/>
        </p:nvSpPr>
        <p:spPr>
          <a:xfrm>
            <a:off x="3888973" y="5207177"/>
            <a:ext cx="1479892" cy="707886"/>
          </a:xfrm>
          <a:prstGeom prst="rect">
            <a:avLst/>
          </a:prstGeom>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4000" b="0" i="0" u="none" strike="noStrike" kern="0" cap="none" spc="0" normalizeH="0" baseline="0" noProof="0" dirty="0">
                <a:ln>
                  <a:noFill/>
                </a:ln>
                <a:solidFill>
                  <a:srgbClr val="9999FF">
                    <a:lumMod val="50000"/>
                  </a:srgbClr>
                </a:solidFill>
                <a:effectLst/>
                <a:uLnTx/>
                <a:uFillTx/>
                <a:latin typeface="+mn-lt"/>
              </a:rPr>
              <a:t>(14</a:t>
            </a:r>
            <a:r>
              <a:rPr lang="en-US" altLang="zh-CN" sz="4000" b="0" kern="0" dirty="0">
                <a:solidFill>
                  <a:srgbClr val="9999FF">
                    <a:lumMod val="50000"/>
                  </a:srgbClr>
                </a:solidFill>
                <a:latin typeface="+mn-lt"/>
              </a:rPr>
              <a:t>)</a:t>
            </a:r>
            <a:r>
              <a:rPr lang="en-US" altLang="zh-CN" sz="4000" b="0" kern="0" baseline="-25000" dirty="0">
                <a:solidFill>
                  <a:srgbClr val="9999FF">
                    <a:lumMod val="50000"/>
                  </a:srgbClr>
                </a:solidFill>
                <a:latin typeface="+mn-lt"/>
              </a:rPr>
              <a:t>10</a:t>
            </a:r>
            <a:endParaRPr kumimoji="0" lang="zh-CN" altLang="en-US" sz="1400" b="0" i="0" u="none" strike="noStrike" kern="0" cap="none" spc="0" normalizeH="0" baseline="0" noProof="0" dirty="0">
              <a:ln>
                <a:noFill/>
              </a:ln>
              <a:solidFill>
                <a:sysClr val="windowText" lastClr="000000"/>
              </a:solidFill>
              <a:effectLst/>
              <a:uLnTx/>
              <a:uFillTx/>
              <a:latin typeface="+mn-lt"/>
            </a:endParaRPr>
          </a:p>
        </p:txBody>
      </p:sp>
    </p:spTree>
    <p:extLst>
      <p:ext uri="{BB962C8B-B14F-4D97-AF65-F5344CB8AC3E}">
        <p14:creationId xmlns:p14="http://schemas.microsoft.com/office/powerpoint/2010/main" val="217649460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C861A63E-2CEF-9D4D-97AF-41737419C68C}"/>
              </a:ext>
            </a:extLst>
          </p:cNvPr>
          <p:cNvSpPr>
            <a:spLocks noGrp="1"/>
          </p:cNvSpPr>
          <p:nvPr>
            <p:ph type="sldNum" sz="quarter" idx="12"/>
          </p:nvPr>
        </p:nvSpPr>
        <p:spPr/>
        <p:txBody>
          <a:bodyPr/>
          <a:lstStyle/>
          <a:p>
            <a:pPr>
              <a:defRPr/>
            </a:pPr>
            <a:fld id="{3259D7DD-E1BE-4482-9234-29898EB39847}" type="slidenum">
              <a:rPr lang="en-US" altLang="zh-CN" smtClean="0"/>
              <a:pPr>
                <a:defRPr/>
              </a:pPr>
              <a:t>68</a:t>
            </a:fld>
            <a:endParaRPr lang="en-US" altLang="zh-CN" dirty="0"/>
          </a:p>
        </p:txBody>
      </p:sp>
      <p:sp>
        <p:nvSpPr>
          <p:cNvPr id="18" name="矩形 17">
            <a:extLst>
              <a:ext uri="{FF2B5EF4-FFF2-40B4-BE49-F238E27FC236}">
                <a16:creationId xmlns:a16="http://schemas.microsoft.com/office/drawing/2014/main" id="{E4882B57-8138-D740-B063-07DD3439B47B}"/>
              </a:ext>
            </a:extLst>
          </p:cNvPr>
          <p:cNvSpPr/>
          <p:nvPr/>
        </p:nvSpPr>
        <p:spPr>
          <a:xfrm>
            <a:off x="1942524" y="1434936"/>
            <a:ext cx="5639243" cy="523220"/>
          </a:xfrm>
          <a:prstGeom prst="rect">
            <a:avLst/>
          </a:prstGeom>
        </p:spPr>
        <p:txBody>
          <a:bodyPr wrap="square">
            <a:spAutoFit/>
          </a:bodyPr>
          <a:lstStyle/>
          <a:p>
            <a:r>
              <a:rPr lang="zh-CN" altLang="en-US" sz="2800" dirty="0">
                <a:solidFill>
                  <a:srgbClr val="C00000"/>
                </a:solidFill>
                <a:latin typeface="黑体" panose="02010609060101010101" pitchFamily="49" charset="-122"/>
                <a:ea typeface="黑体" panose="02010609060101010101" pitchFamily="49" charset="-122"/>
              </a:rPr>
              <a:t>第一个时钟上升沿到来：右移一位</a:t>
            </a:r>
          </a:p>
        </p:txBody>
      </p:sp>
      <p:pic>
        <p:nvPicPr>
          <p:cNvPr id="70" name="图片 69">
            <a:extLst>
              <a:ext uri="{FF2B5EF4-FFF2-40B4-BE49-F238E27FC236}">
                <a16:creationId xmlns:a16="http://schemas.microsoft.com/office/drawing/2014/main" id="{B0C08007-D0D9-49CA-BE91-D940E0CD4A99}"/>
              </a:ext>
            </a:extLst>
          </p:cNvPr>
          <p:cNvPicPr>
            <a:picLocks noChangeAspect="1"/>
          </p:cNvPicPr>
          <p:nvPr/>
        </p:nvPicPr>
        <p:blipFill>
          <a:blip r:embed="rId3"/>
          <a:stretch>
            <a:fillRect/>
          </a:stretch>
        </p:blipFill>
        <p:spPr>
          <a:xfrm>
            <a:off x="717549" y="2126397"/>
            <a:ext cx="7893050" cy="2627337"/>
          </a:xfrm>
          <a:prstGeom prst="rect">
            <a:avLst/>
          </a:prstGeom>
        </p:spPr>
      </p:pic>
      <p:sp>
        <p:nvSpPr>
          <p:cNvPr id="71" name="Text Box 54">
            <a:extLst>
              <a:ext uri="{FF2B5EF4-FFF2-40B4-BE49-F238E27FC236}">
                <a16:creationId xmlns:a16="http://schemas.microsoft.com/office/drawing/2014/main" id="{0580A36A-5A7B-46B4-9199-4EA7D87199B3}"/>
              </a:ext>
            </a:extLst>
          </p:cNvPr>
          <p:cNvSpPr txBox="1">
            <a:spLocks noChangeArrowheads="1"/>
          </p:cNvSpPr>
          <p:nvPr/>
        </p:nvSpPr>
        <p:spPr bwMode="auto">
          <a:xfrm>
            <a:off x="2648778" y="2318194"/>
            <a:ext cx="927515" cy="461665"/>
          </a:xfrm>
          <a:prstGeom prst="rect">
            <a:avLst/>
          </a:prstGeom>
          <a:noFill/>
          <a:ln w="9525" algn="ctr">
            <a:noFill/>
            <a:miter lim="800000"/>
            <a:headEnd/>
            <a:tailEnd/>
          </a:ln>
        </p:spPr>
        <p:txBody>
          <a:bodyPr wrap="square">
            <a:spAutoFit/>
          </a:body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2400" b="0" i="0" u="none" strike="noStrike" kern="0" cap="none" spc="0" normalizeH="0" baseline="0" noProof="0" dirty="0">
                <a:ln>
                  <a:noFill/>
                </a:ln>
                <a:solidFill>
                  <a:srgbClr val="9999FF">
                    <a:lumMod val="50000"/>
                  </a:srgbClr>
                </a:solidFill>
                <a:effectLst/>
                <a:uLnTx/>
                <a:uFillTx/>
                <a:latin typeface="+mn-lt"/>
              </a:rPr>
              <a:t>MSB</a:t>
            </a:r>
          </a:p>
        </p:txBody>
      </p:sp>
      <p:sp>
        <p:nvSpPr>
          <p:cNvPr id="72" name="Text Box 55">
            <a:extLst>
              <a:ext uri="{FF2B5EF4-FFF2-40B4-BE49-F238E27FC236}">
                <a16:creationId xmlns:a16="http://schemas.microsoft.com/office/drawing/2014/main" id="{B4BD0F68-E2B5-48E1-B7C3-05B337B23E63}"/>
              </a:ext>
            </a:extLst>
          </p:cNvPr>
          <p:cNvSpPr txBox="1">
            <a:spLocks noChangeArrowheads="1"/>
          </p:cNvSpPr>
          <p:nvPr/>
        </p:nvSpPr>
        <p:spPr bwMode="auto">
          <a:xfrm>
            <a:off x="7022516" y="2318194"/>
            <a:ext cx="1008820" cy="461665"/>
          </a:xfrm>
          <a:prstGeom prst="rect">
            <a:avLst/>
          </a:prstGeom>
          <a:noFill/>
          <a:ln w="9525" algn="ctr">
            <a:noFill/>
            <a:miter lim="800000"/>
            <a:headEnd/>
            <a:tailEnd/>
          </a:ln>
        </p:spPr>
        <p:txBody>
          <a:bodyPr wrap="square">
            <a:spAutoFit/>
          </a:body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2400" b="0" i="0" u="none" strike="noStrike" kern="0" cap="none" spc="0" normalizeH="0" baseline="0" noProof="0" dirty="0">
                <a:ln>
                  <a:noFill/>
                </a:ln>
                <a:solidFill>
                  <a:srgbClr val="9999FF">
                    <a:lumMod val="50000"/>
                  </a:srgbClr>
                </a:solidFill>
                <a:effectLst/>
                <a:uLnTx/>
                <a:uFillTx/>
                <a:latin typeface="+mn-lt"/>
              </a:rPr>
              <a:t>LSB</a:t>
            </a:r>
          </a:p>
        </p:txBody>
      </p:sp>
      <p:sp>
        <p:nvSpPr>
          <p:cNvPr id="73" name="右大括号 72">
            <a:extLst>
              <a:ext uri="{FF2B5EF4-FFF2-40B4-BE49-F238E27FC236}">
                <a16:creationId xmlns:a16="http://schemas.microsoft.com/office/drawing/2014/main" id="{4C72991D-C072-43DB-B40B-8DB629FD1158}"/>
              </a:ext>
            </a:extLst>
          </p:cNvPr>
          <p:cNvSpPr/>
          <p:nvPr/>
        </p:nvSpPr>
        <p:spPr bwMode="auto">
          <a:xfrm rot="5400000">
            <a:off x="4271421" y="2292270"/>
            <a:ext cx="461665" cy="5384593"/>
          </a:xfrm>
          <a:prstGeom prst="rightBrace">
            <a:avLst>
              <a:gd name="adj1" fmla="val 27709"/>
              <a:gd name="adj2" fmla="val 48154"/>
            </a:avLst>
          </a:prstGeom>
          <a:noFill/>
          <a:ln w="28575" cap="flat" cmpd="sng" algn="ctr">
            <a:solidFill>
              <a:srgbClr val="8A8AE7">
                <a:lumMod val="50000"/>
              </a:srgb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mn-lt"/>
            </a:endParaRPr>
          </a:p>
        </p:txBody>
      </p:sp>
      <p:sp>
        <p:nvSpPr>
          <p:cNvPr id="77" name="Text Box 56">
            <a:extLst>
              <a:ext uri="{FF2B5EF4-FFF2-40B4-BE49-F238E27FC236}">
                <a16:creationId xmlns:a16="http://schemas.microsoft.com/office/drawing/2014/main" id="{5765D5F3-3CD5-4648-AD72-880A3F020004}"/>
              </a:ext>
            </a:extLst>
          </p:cNvPr>
          <p:cNvSpPr txBox="1">
            <a:spLocks noChangeArrowheads="1"/>
          </p:cNvSpPr>
          <p:nvPr/>
        </p:nvSpPr>
        <p:spPr bwMode="auto">
          <a:xfrm>
            <a:off x="3558773" y="2718172"/>
            <a:ext cx="609600" cy="707886"/>
          </a:xfrm>
          <a:prstGeom prst="rect">
            <a:avLst/>
          </a:prstGeom>
          <a:noFill/>
          <a:ln w="9525"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4000" b="0" i="0" u="none" strike="noStrike" kern="1200" cap="none" spc="0" normalizeH="0" baseline="0" noProof="0" dirty="0">
                <a:ln>
                  <a:noFill/>
                </a:ln>
                <a:solidFill>
                  <a:srgbClr val="0000CC"/>
                </a:solidFill>
                <a:effectLst/>
                <a:uLnTx/>
                <a:uFillTx/>
                <a:latin typeface="+mn-lt"/>
                <a:ea typeface="宋体" pitchFamily="2" charset="-122"/>
                <a:cs typeface="+mn-cs"/>
              </a:rPr>
              <a:t>1</a:t>
            </a:r>
          </a:p>
        </p:txBody>
      </p:sp>
      <p:sp>
        <p:nvSpPr>
          <p:cNvPr id="78" name="Text Box 57">
            <a:extLst>
              <a:ext uri="{FF2B5EF4-FFF2-40B4-BE49-F238E27FC236}">
                <a16:creationId xmlns:a16="http://schemas.microsoft.com/office/drawing/2014/main" id="{B3BDD467-89F5-4A84-8C2D-EDB63BFF9ECF}"/>
              </a:ext>
            </a:extLst>
          </p:cNvPr>
          <p:cNvSpPr txBox="1">
            <a:spLocks noChangeArrowheads="1"/>
          </p:cNvSpPr>
          <p:nvPr/>
        </p:nvSpPr>
        <p:spPr bwMode="auto">
          <a:xfrm>
            <a:off x="4993458" y="2718172"/>
            <a:ext cx="609600" cy="707886"/>
          </a:xfrm>
          <a:prstGeom prst="rect">
            <a:avLst/>
          </a:prstGeom>
          <a:noFill/>
          <a:ln w="9525"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4000" b="0" i="0" u="none" strike="noStrike" kern="1200" cap="none" spc="0" normalizeH="0" baseline="0" noProof="0" dirty="0">
                <a:ln>
                  <a:noFill/>
                </a:ln>
                <a:solidFill>
                  <a:srgbClr val="0000CC"/>
                </a:solidFill>
                <a:effectLst/>
                <a:uLnTx/>
                <a:uFillTx/>
                <a:latin typeface="+mn-lt"/>
                <a:ea typeface="宋体" pitchFamily="2" charset="-122"/>
                <a:cs typeface="+mn-cs"/>
              </a:rPr>
              <a:t>1</a:t>
            </a:r>
          </a:p>
        </p:txBody>
      </p:sp>
      <p:sp>
        <p:nvSpPr>
          <p:cNvPr id="79" name="Text Box 58">
            <a:extLst>
              <a:ext uri="{FF2B5EF4-FFF2-40B4-BE49-F238E27FC236}">
                <a16:creationId xmlns:a16="http://schemas.microsoft.com/office/drawing/2014/main" id="{029A53A9-CB0C-42BA-B841-05DBDD5D5CC5}"/>
              </a:ext>
            </a:extLst>
          </p:cNvPr>
          <p:cNvSpPr txBox="1">
            <a:spLocks noChangeArrowheads="1"/>
          </p:cNvSpPr>
          <p:nvPr/>
        </p:nvSpPr>
        <p:spPr bwMode="auto">
          <a:xfrm>
            <a:off x="6467524" y="2718172"/>
            <a:ext cx="609600" cy="707886"/>
          </a:xfrm>
          <a:prstGeom prst="rect">
            <a:avLst/>
          </a:prstGeom>
          <a:noFill/>
          <a:ln w="9525"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4000" b="0" i="0" u="none" strike="noStrike" kern="1200" cap="none" spc="0" normalizeH="0" baseline="0" noProof="0" dirty="0">
                <a:ln>
                  <a:noFill/>
                </a:ln>
                <a:solidFill>
                  <a:srgbClr val="0000CC"/>
                </a:solidFill>
                <a:effectLst/>
                <a:uLnTx/>
                <a:uFillTx/>
                <a:latin typeface="+mn-lt"/>
                <a:ea typeface="宋体" pitchFamily="2" charset="-122"/>
                <a:cs typeface="+mn-cs"/>
              </a:rPr>
              <a:t>1</a:t>
            </a:r>
          </a:p>
        </p:txBody>
      </p:sp>
      <p:sp>
        <p:nvSpPr>
          <p:cNvPr id="80" name="Text Box 59">
            <a:extLst>
              <a:ext uri="{FF2B5EF4-FFF2-40B4-BE49-F238E27FC236}">
                <a16:creationId xmlns:a16="http://schemas.microsoft.com/office/drawing/2014/main" id="{7EAFF1AC-FA0E-4009-9FA0-9E5FCA982D8A}"/>
              </a:ext>
            </a:extLst>
          </p:cNvPr>
          <p:cNvSpPr txBox="1">
            <a:spLocks noChangeArrowheads="1"/>
          </p:cNvSpPr>
          <p:nvPr/>
        </p:nvSpPr>
        <p:spPr bwMode="auto">
          <a:xfrm>
            <a:off x="7981646" y="3426058"/>
            <a:ext cx="609600" cy="707886"/>
          </a:xfrm>
          <a:prstGeom prst="rect">
            <a:avLst/>
          </a:prstGeom>
          <a:noFill/>
          <a:ln w="9525"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4000" b="0" i="0" u="none" strike="noStrike" kern="1200" cap="none" spc="0" normalizeH="0" baseline="0" noProof="0" dirty="0">
                <a:ln>
                  <a:noFill/>
                </a:ln>
                <a:solidFill>
                  <a:srgbClr val="0000CC"/>
                </a:solidFill>
                <a:effectLst/>
                <a:uLnTx/>
                <a:uFillTx/>
                <a:latin typeface="+mn-lt"/>
                <a:ea typeface="宋体" pitchFamily="2" charset="-122"/>
                <a:cs typeface="+mn-cs"/>
              </a:rPr>
              <a:t>0</a:t>
            </a:r>
          </a:p>
        </p:txBody>
      </p:sp>
      <p:sp>
        <p:nvSpPr>
          <p:cNvPr id="81" name="Text Box 60">
            <a:extLst>
              <a:ext uri="{FF2B5EF4-FFF2-40B4-BE49-F238E27FC236}">
                <a16:creationId xmlns:a16="http://schemas.microsoft.com/office/drawing/2014/main" id="{11596469-A200-4716-87CB-02A4DAB71FF3}"/>
              </a:ext>
            </a:extLst>
          </p:cNvPr>
          <p:cNvSpPr txBox="1">
            <a:spLocks noChangeArrowheads="1"/>
          </p:cNvSpPr>
          <p:nvPr/>
        </p:nvSpPr>
        <p:spPr bwMode="auto">
          <a:xfrm>
            <a:off x="2133600" y="2718172"/>
            <a:ext cx="609600" cy="707886"/>
          </a:xfrm>
          <a:prstGeom prst="rect">
            <a:avLst/>
          </a:prstGeom>
          <a:noFill/>
          <a:ln w="9525"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4000" b="0" i="0" u="none" strike="noStrike" kern="1200" cap="none" spc="0" normalizeH="0" baseline="0" noProof="0" dirty="0">
                <a:ln>
                  <a:noFill/>
                </a:ln>
                <a:solidFill>
                  <a:srgbClr val="0000CC"/>
                </a:solidFill>
                <a:effectLst/>
                <a:uLnTx/>
                <a:uFillTx/>
                <a:latin typeface="+mn-lt"/>
                <a:ea typeface="宋体" pitchFamily="2" charset="-122"/>
                <a:cs typeface="+mn-cs"/>
              </a:rPr>
              <a:t>0</a:t>
            </a:r>
          </a:p>
        </p:txBody>
      </p:sp>
      <p:sp>
        <p:nvSpPr>
          <p:cNvPr id="82" name="Text Box 60">
            <a:extLst>
              <a:ext uri="{FF2B5EF4-FFF2-40B4-BE49-F238E27FC236}">
                <a16:creationId xmlns:a16="http://schemas.microsoft.com/office/drawing/2014/main" id="{BA585281-CBC0-406F-AF3B-D5CE99865BDF}"/>
              </a:ext>
            </a:extLst>
          </p:cNvPr>
          <p:cNvSpPr txBox="1">
            <a:spLocks noChangeArrowheads="1"/>
          </p:cNvSpPr>
          <p:nvPr/>
        </p:nvSpPr>
        <p:spPr bwMode="auto">
          <a:xfrm>
            <a:off x="691276" y="2732179"/>
            <a:ext cx="609600" cy="707886"/>
          </a:xfrm>
          <a:prstGeom prst="rect">
            <a:avLst/>
          </a:prstGeom>
          <a:noFill/>
          <a:ln w="9525"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4000" b="0" i="0" u="none" strike="noStrike" kern="1200" cap="none" spc="0" normalizeH="0" baseline="0" noProof="0" dirty="0">
                <a:ln>
                  <a:noFill/>
                </a:ln>
                <a:solidFill>
                  <a:srgbClr val="0000CC"/>
                </a:solidFill>
                <a:effectLst/>
                <a:uLnTx/>
                <a:uFillTx/>
                <a:latin typeface="+mn-lt"/>
                <a:ea typeface="宋体" pitchFamily="2" charset="-122"/>
                <a:cs typeface="+mn-cs"/>
              </a:rPr>
              <a:t>0</a:t>
            </a:r>
          </a:p>
        </p:txBody>
      </p:sp>
      <p:grpSp>
        <p:nvGrpSpPr>
          <p:cNvPr id="83" name="Group 61">
            <a:extLst>
              <a:ext uri="{FF2B5EF4-FFF2-40B4-BE49-F238E27FC236}">
                <a16:creationId xmlns:a16="http://schemas.microsoft.com/office/drawing/2014/main" id="{F69380B4-7679-4712-8123-7F73B1041D64}"/>
              </a:ext>
            </a:extLst>
          </p:cNvPr>
          <p:cNvGrpSpPr>
            <a:grpSpLocks/>
          </p:cNvGrpSpPr>
          <p:nvPr/>
        </p:nvGrpSpPr>
        <p:grpSpPr bwMode="auto">
          <a:xfrm>
            <a:off x="730711" y="4066921"/>
            <a:ext cx="609600" cy="533400"/>
            <a:chOff x="384" y="3600"/>
            <a:chExt cx="384" cy="336"/>
          </a:xfrm>
        </p:grpSpPr>
        <p:sp>
          <p:nvSpPr>
            <p:cNvPr id="84" name="Line 62">
              <a:extLst>
                <a:ext uri="{FF2B5EF4-FFF2-40B4-BE49-F238E27FC236}">
                  <a16:creationId xmlns:a16="http://schemas.microsoft.com/office/drawing/2014/main" id="{E5281868-FD7D-4B5F-B606-13565B1A408A}"/>
                </a:ext>
              </a:extLst>
            </p:cNvPr>
            <p:cNvSpPr>
              <a:spLocks noChangeShapeType="1"/>
            </p:cNvSpPr>
            <p:nvPr/>
          </p:nvSpPr>
          <p:spPr bwMode="auto">
            <a:xfrm>
              <a:off x="384" y="3936"/>
              <a:ext cx="192" cy="0"/>
            </a:xfrm>
            <a:prstGeom prst="line">
              <a:avLst/>
            </a:prstGeom>
            <a:noFill/>
            <a:ln w="44450" cap="rnd">
              <a:solidFill>
                <a:srgbClr val="FF0066"/>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85" name="Line 63">
              <a:extLst>
                <a:ext uri="{FF2B5EF4-FFF2-40B4-BE49-F238E27FC236}">
                  <a16:creationId xmlns:a16="http://schemas.microsoft.com/office/drawing/2014/main" id="{1E1E9DB6-9BDB-420D-8231-BF69B4594E6C}"/>
                </a:ext>
              </a:extLst>
            </p:cNvPr>
            <p:cNvSpPr>
              <a:spLocks noChangeShapeType="1"/>
            </p:cNvSpPr>
            <p:nvPr/>
          </p:nvSpPr>
          <p:spPr bwMode="auto">
            <a:xfrm>
              <a:off x="576" y="3600"/>
              <a:ext cx="192" cy="0"/>
            </a:xfrm>
            <a:prstGeom prst="line">
              <a:avLst/>
            </a:prstGeom>
            <a:noFill/>
            <a:ln w="44450" cap="rnd">
              <a:solidFill>
                <a:srgbClr val="FF0066"/>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86" name="Line 64">
              <a:extLst>
                <a:ext uri="{FF2B5EF4-FFF2-40B4-BE49-F238E27FC236}">
                  <a16:creationId xmlns:a16="http://schemas.microsoft.com/office/drawing/2014/main" id="{F580C660-7E30-4EA5-A7B5-125F820C0DF6}"/>
                </a:ext>
              </a:extLst>
            </p:cNvPr>
            <p:cNvSpPr>
              <a:spLocks noChangeShapeType="1"/>
            </p:cNvSpPr>
            <p:nvPr/>
          </p:nvSpPr>
          <p:spPr bwMode="auto">
            <a:xfrm flipV="1">
              <a:off x="576" y="3600"/>
              <a:ext cx="0" cy="336"/>
            </a:xfrm>
            <a:prstGeom prst="line">
              <a:avLst/>
            </a:prstGeom>
            <a:noFill/>
            <a:ln w="44450" cap="rnd">
              <a:solidFill>
                <a:srgbClr val="FF0066"/>
              </a:solidFill>
              <a:round/>
              <a:headEnd/>
              <a:tailEnd type="triangle" w="med" len="me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grpSp>
      <p:sp>
        <p:nvSpPr>
          <p:cNvPr id="24" name="矩形 23">
            <a:extLst>
              <a:ext uri="{FF2B5EF4-FFF2-40B4-BE49-F238E27FC236}">
                <a16:creationId xmlns:a16="http://schemas.microsoft.com/office/drawing/2014/main" id="{8CA4C04B-DD73-4D00-AAC8-76A7657DC498}"/>
              </a:ext>
            </a:extLst>
          </p:cNvPr>
          <p:cNvSpPr/>
          <p:nvPr/>
        </p:nvSpPr>
        <p:spPr>
          <a:xfrm>
            <a:off x="3576293" y="5207177"/>
            <a:ext cx="2566728" cy="707886"/>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4000" b="0" i="0" u="none" strike="noStrike" kern="0" cap="none" spc="0" normalizeH="0" baseline="0" noProof="0" dirty="0">
                <a:ln>
                  <a:noFill/>
                </a:ln>
                <a:solidFill>
                  <a:srgbClr val="9999FF">
                    <a:lumMod val="50000"/>
                  </a:srgbClr>
                </a:solidFill>
                <a:effectLst/>
                <a:uLnTx/>
                <a:uFillTx/>
                <a:latin typeface="+mn-lt"/>
              </a:rPr>
              <a:t>14÷2</a:t>
            </a:r>
            <a:r>
              <a:rPr kumimoji="0" lang="en-US" altLang="zh-CN" sz="4000" b="0" i="0" u="none" strike="noStrike" kern="0" cap="none" spc="0" normalizeH="0" baseline="30000" noProof="0" dirty="0">
                <a:ln>
                  <a:noFill/>
                </a:ln>
                <a:solidFill>
                  <a:srgbClr val="9999FF">
                    <a:lumMod val="50000"/>
                  </a:srgbClr>
                </a:solidFill>
                <a:effectLst/>
                <a:uLnTx/>
                <a:uFillTx/>
                <a:latin typeface="+mn-lt"/>
              </a:rPr>
              <a:t>1 </a:t>
            </a:r>
            <a:r>
              <a:rPr kumimoji="0" lang="en-US" altLang="zh-CN" sz="4000" b="0" i="0" u="none" strike="noStrike" kern="0" cap="none" spc="0" normalizeH="0" baseline="0" noProof="0" dirty="0">
                <a:ln>
                  <a:noFill/>
                </a:ln>
                <a:solidFill>
                  <a:srgbClr val="9999FF">
                    <a:lumMod val="50000"/>
                  </a:srgbClr>
                </a:solidFill>
                <a:effectLst/>
                <a:uLnTx/>
                <a:uFillTx/>
                <a:latin typeface="+mn-lt"/>
              </a:rPr>
              <a:t>= 7</a:t>
            </a:r>
            <a:endParaRPr kumimoji="0" lang="zh-CN" altLang="en-US" sz="1400" b="0" i="0" u="none" strike="noStrike" kern="0" cap="none" spc="0" normalizeH="0" baseline="0" noProof="0" dirty="0">
              <a:ln>
                <a:noFill/>
              </a:ln>
              <a:solidFill>
                <a:sysClr val="windowText" lastClr="000000"/>
              </a:solidFill>
              <a:effectLst/>
              <a:uLnTx/>
              <a:uFillTx/>
              <a:latin typeface="+mn-lt"/>
            </a:endParaRPr>
          </a:p>
        </p:txBody>
      </p:sp>
      <p:sp>
        <p:nvSpPr>
          <p:cNvPr id="3" name="Title 4">
            <a:extLst>
              <a:ext uri="{FF2B5EF4-FFF2-40B4-BE49-F238E27FC236}">
                <a16:creationId xmlns:a16="http://schemas.microsoft.com/office/drawing/2014/main" id="{51D7B332-E81A-BF36-DC01-9B92C90E3F34}"/>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kumimoji="1" lang="zh-CN" altLang="en-US" dirty="0"/>
              <a:t>右移移位寄存器</a:t>
            </a:r>
            <a:endParaRPr lang="en-CN" altLang="zh-CN" sz="4000" dirty="0">
              <a:solidFill>
                <a:srgbClr val="0000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6857698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C861A63E-2CEF-9D4D-97AF-41737419C68C}"/>
              </a:ext>
            </a:extLst>
          </p:cNvPr>
          <p:cNvSpPr>
            <a:spLocks noGrp="1"/>
          </p:cNvSpPr>
          <p:nvPr>
            <p:ph type="sldNum" sz="quarter" idx="12"/>
          </p:nvPr>
        </p:nvSpPr>
        <p:spPr/>
        <p:txBody>
          <a:bodyPr/>
          <a:lstStyle/>
          <a:p>
            <a:pPr>
              <a:defRPr/>
            </a:pPr>
            <a:fld id="{3259D7DD-E1BE-4482-9234-29898EB39847}" type="slidenum">
              <a:rPr lang="en-US" altLang="zh-CN" smtClean="0"/>
              <a:pPr>
                <a:defRPr/>
              </a:pPr>
              <a:t>69</a:t>
            </a:fld>
            <a:endParaRPr lang="en-US" altLang="zh-CN" dirty="0"/>
          </a:p>
        </p:txBody>
      </p:sp>
      <p:pic>
        <p:nvPicPr>
          <p:cNvPr id="70" name="图片 69">
            <a:extLst>
              <a:ext uri="{FF2B5EF4-FFF2-40B4-BE49-F238E27FC236}">
                <a16:creationId xmlns:a16="http://schemas.microsoft.com/office/drawing/2014/main" id="{B0C08007-D0D9-49CA-BE91-D940E0CD4A99}"/>
              </a:ext>
            </a:extLst>
          </p:cNvPr>
          <p:cNvPicPr>
            <a:picLocks noChangeAspect="1"/>
          </p:cNvPicPr>
          <p:nvPr/>
        </p:nvPicPr>
        <p:blipFill>
          <a:blip r:embed="rId3"/>
          <a:stretch>
            <a:fillRect/>
          </a:stretch>
        </p:blipFill>
        <p:spPr>
          <a:xfrm>
            <a:off x="717549" y="2126397"/>
            <a:ext cx="7893050" cy="2627337"/>
          </a:xfrm>
          <a:prstGeom prst="rect">
            <a:avLst/>
          </a:prstGeom>
        </p:spPr>
      </p:pic>
      <p:sp>
        <p:nvSpPr>
          <p:cNvPr id="71" name="Text Box 54">
            <a:extLst>
              <a:ext uri="{FF2B5EF4-FFF2-40B4-BE49-F238E27FC236}">
                <a16:creationId xmlns:a16="http://schemas.microsoft.com/office/drawing/2014/main" id="{0580A36A-5A7B-46B4-9199-4EA7D87199B3}"/>
              </a:ext>
            </a:extLst>
          </p:cNvPr>
          <p:cNvSpPr txBox="1">
            <a:spLocks noChangeArrowheads="1"/>
          </p:cNvSpPr>
          <p:nvPr/>
        </p:nvSpPr>
        <p:spPr bwMode="auto">
          <a:xfrm>
            <a:off x="2648778" y="2318194"/>
            <a:ext cx="927515" cy="461665"/>
          </a:xfrm>
          <a:prstGeom prst="rect">
            <a:avLst/>
          </a:prstGeom>
          <a:noFill/>
          <a:ln w="9525" algn="ctr">
            <a:noFill/>
            <a:miter lim="800000"/>
            <a:headEnd/>
            <a:tailEnd/>
          </a:ln>
        </p:spPr>
        <p:txBody>
          <a:bodyPr wrap="square">
            <a:spAutoFit/>
          </a:body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2400" b="0" i="0" u="none" strike="noStrike" kern="0" cap="none" spc="0" normalizeH="0" baseline="0" noProof="0" dirty="0">
                <a:ln>
                  <a:noFill/>
                </a:ln>
                <a:solidFill>
                  <a:srgbClr val="9999FF">
                    <a:lumMod val="50000"/>
                  </a:srgbClr>
                </a:solidFill>
                <a:effectLst/>
                <a:uLnTx/>
                <a:uFillTx/>
                <a:latin typeface="+mn-lt"/>
              </a:rPr>
              <a:t>MSB</a:t>
            </a:r>
          </a:p>
        </p:txBody>
      </p:sp>
      <p:sp>
        <p:nvSpPr>
          <p:cNvPr id="72" name="Text Box 55">
            <a:extLst>
              <a:ext uri="{FF2B5EF4-FFF2-40B4-BE49-F238E27FC236}">
                <a16:creationId xmlns:a16="http://schemas.microsoft.com/office/drawing/2014/main" id="{B4BD0F68-E2B5-48E1-B7C3-05B337B23E63}"/>
              </a:ext>
            </a:extLst>
          </p:cNvPr>
          <p:cNvSpPr txBox="1">
            <a:spLocks noChangeArrowheads="1"/>
          </p:cNvSpPr>
          <p:nvPr/>
        </p:nvSpPr>
        <p:spPr bwMode="auto">
          <a:xfrm>
            <a:off x="7022516" y="2318194"/>
            <a:ext cx="1008820" cy="461665"/>
          </a:xfrm>
          <a:prstGeom prst="rect">
            <a:avLst/>
          </a:prstGeom>
          <a:noFill/>
          <a:ln w="9525" algn="ctr">
            <a:noFill/>
            <a:miter lim="800000"/>
            <a:headEnd/>
            <a:tailEnd/>
          </a:ln>
        </p:spPr>
        <p:txBody>
          <a:bodyPr wrap="square">
            <a:spAutoFit/>
          </a:body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2400" b="0" i="0" u="none" strike="noStrike" kern="0" cap="none" spc="0" normalizeH="0" baseline="0" noProof="0" dirty="0">
                <a:ln>
                  <a:noFill/>
                </a:ln>
                <a:solidFill>
                  <a:srgbClr val="9999FF">
                    <a:lumMod val="50000"/>
                  </a:srgbClr>
                </a:solidFill>
                <a:effectLst/>
                <a:uLnTx/>
                <a:uFillTx/>
                <a:latin typeface="+mn-lt"/>
              </a:rPr>
              <a:t>LSB</a:t>
            </a:r>
          </a:p>
        </p:txBody>
      </p:sp>
      <p:sp>
        <p:nvSpPr>
          <p:cNvPr id="73" name="右大括号 72">
            <a:extLst>
              <a:ext uri="{FF2B5EF4-FFF2-40B4-BE49-F238E27FC236}">
                <a16:creationId xmlns:a16="http://schemas.microsoft.com/office/drawing/2014/main" id="{4C72991D-C072-43DB-B40B-8DB629FD1158}"/>
              </a:ext>
            </a:extLst>
          </p:cNvPr>
          <p:cNvSpPr/>
          <p:nvPr/>
        </p:nvSpPr>
        <p:spPr bwMode="auto">
          <a:xfrm rot="5400000">
            <a:off x="4271421" y="2292270"/>
            <a:ext cx="461665" cy="5384593"/>
          </a:xfrm>
          <a:prstGeom prst="rightBrace">
            <a:avLst>
              <a:gd name="adj1" fmla="val 27709"/>
              <a:gd name="adj2" fmla="val 48154"/>
            </a:avLst>
          </a:prstGeom>
          <a:noFill/>
          <a:ln w="28575" cap="flat" cmpd="sng" algn="ctr">
            <a:solidFill>
              <a:srgbClr val="8A8AE7">
                <a:lumMod val="50000"/>
              </a:srgb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mn-lt"/>
            </a:endParaRPr>
          </a:p>
        </p:txBody>
      </p:sp>
      <p:sp>
        <p:nvSpPr>
          <p:cNvPr id="77" name="Text Box 56">
            <a:extLst>
              <a:ext uri="{FF2B5EF4-FFF2-40B4-BE49-F238E27FC236}">
                <a16:creationId xmlns:a16="http://schemas.microsoft.com/office/drawing/2014/main" id="{5765D5F3-3CD5-4648-AD72-880A3F020004}"/>
              </a:ext>
            </a:extLst>
          </p:cNvPr>
          <p:cNvSpPr txBox="1">
            <a:spLocks noChangeArrowheads="1"/>
          </p:cNvSpPr>
          <p:nvPr/>
        </p:nvSpPr>
        <p:spPr bwMode="auto">
          <a:xfrm>
            <a:off x="3581400" y="2718172"/>
            <a:ext cx="609600" cy="707886"/>
          </a:xfrm>
          <a:prstGeom prst="rect">
            <a:avLst/>
          </a:prstGeom>
          <a:noFill/>
          <a:ln w="9525"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lang="en-US" altLang="zh-CN" sz="4000" b="0" dirty="0">
                <a:solidFill>
                  <a:srgbClr val="0000CC"/>
                </a:solidFill>
                <a:latin typeface="+mn-lt"/>
              </a:rPr>
              <a:t>0</a:t>
            </a:r>
            <a:endParaRPr kumimoji="0" lang="en-US" altLang="zh-CN" sz="4000" b="0" i="0" u="none" strike="noStrike" kern="1200" cap="none" spc="0" normalizeH="0" baseline="0" noProof="0" dirty="0">
              <a:ln>
                <a:noFill/>
              </a:ln>
              <a:solidFill>
                <a:srgbClr val="0000CC"/>
              </a:solidFill>
              <a:effectLst/>
              <a:uLnTx/>
              <a:uFillTx/>
              <a:latin typeface="+mn-lt"/>
              <a:ea typeface="宋体" pitchFamily="2" charset="-122"/>
              <a:cs typeface="+mn-cs"/>
            </a:endParaRPr>
          </a:p>
        </p:txBody>
      </p:sp>
      <p:sp>
        <p:nvSpPr>
          <p:cNvPr id="78" name="Text Box 57">
            <a:extLst>
              <a:ext uri="{FF2B5EF4-FFF2-40B4-BE49-F238E27FC236}">
                <a16:creationId xmlns:a16="http://schemas.microsoft.com/office/drawing/2014/main" id="{B3BDD467-89F5-4A84-8C2D-EDB63BFF9ECF}"/>
              </a:ext>
            </a:extLst>
          </p:cNvPr>
          <p:cNvSpPr txBox="1">
            <a:spLocks noChangeArrowheads="1"/>
          </p:cNvSpPr>
          <p:nvPr/>
        </p:nvSpPr>
        <p:spPr bwMode="auto">
          <a:xfrm>
            <a:off x="4993458" y="2718172"/>
            <a:ext cx="609600" cy="707886"/>
          </a:xfrm>
          <a:prstGeom prst="rect">
            <a:avLst/>
          </a:prstGeom>
          <a:noFill/>
          <a:ln w="9525"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4000" b="0" i="0" u="none" strike="noStrike" kern="1200" cap="none" spc="0" normalizeH="0" baseline="0" noProof="0" dirty="0">
                <a:ln>
                  <a:noFill/>
                </a:ln>
                <a:solidFill>
                  <a:srgbClr val="0000CC"/>
                </a:solidFill>
                <a:effectLst/>
                <a:uLnTx/>
                <a:uFillTx/>
                <a:latin typeface="+mn-lt"/>
                <a:ea typeface="宋体" pitchFamily="2" charset="-122"/>
                <a:cs typeface="+mn-cs"/>
              </a:rPr>
              <a:t>1</a:t>
            </a:r>
          </a:p>
        </p:txBody>
      </p:sp>
      <p:sp>
        <p:nvSpPr>
          <p:cNvPr id="79" name="Text Box 58">
            <a:extLst>
              <a:ext uri="{FF2B5EF4-FFF2-40B4-BE49-F238E27FC236}">
                <a16:creationId xmlns:a16="http://schemas.microsoft.com/office/drawing/2014/main" id="{029A53A9-CB0C-42BA-B841-05DBDD5D5CC5}"/>
              </a:ext>
            </a:extLst>
          </p:cNvPr>
          <p:cNvSpPr txBox="1">
            <a:spLocks noChangeArrowheads="1"/>
          </p:cNvSpPr>
          <p:nvPr/>
        </p:nvSpPr>
        <p:spPr bwMode="auto">
          <a:xfrm>
            <a:off x="6467524" y="2718172"/>
            <a:ext cx="609600" cy="707886"/>
          </a:xfrm>
          <a:prstGeom prst="rect">
            <a:avLst/>
          </a:prstGeom>
          <a:noFill/>
          <a:ln w="9525"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4000" b="0" i="0" u="none" strike="noStrike" kern="1200" cap="none" spc="0" normalizeH="0" baseline="0" noProof="0" dirty="0">
                <a:ln>
                  <a:noFill/>
                </a:ln>
                <a:solidFill>
                  <a:srgbClr val="0000CC"/>
                </a:solidFill>
                <a:effectLst/>
                <a:uLnTx/>
                <a:uFillTx/>
                <a:latin typeface="+mn-lt"/>
                <a:ea typeface="宋体" pitchFamily="2" charset="-122"/>
                <a:cs typeface="+mn-cs"/>
              </a:rPr>
              <a:t>1</a:t>
            </a:r>
          </a:p>
        </p:txBody>
      </p:sp>
      <p:sp>
        <p:nvSpPr>
          <p:cNvPr id="80" name="Text Box 59">
            <a:extLst>
              <a:ext uri="{FF2B5EF4-FFF2-40B4-BE49-F238E27FC236}">
                <a16:creationId xmlns:a16="http://schemas.microsoft.com/office/drawing/2014/main" id="{7EAFF1AC-FA0E-4009-9FA0-9E5FCA982D8A}"/>
              </a:ext>
            </a:extLst>
          </p:cNvPr>
          <p:cNvSpPr txBox="1">
            <a:spLocks noChangeArrowheads="1"/>
          </p:cNvSpPr>
          <p:nvPr/>
        </p:nvSpPr>
        <p:spPr bwMode="auto">
          <a:xfrm>
            <a:off x="7981646" y="3426058"/>
            <a:ext cx="609600" cy="707886"/>
          </a:xfrm>
          <a:prstGeom prst="rect">
            <a:avLst/>
          </a:prstGeom>
          <a:noFill/>
          <a:ln w="9525"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lang="en-US" altLang="zh-CN" sz="4000" b="0" dirty="0">
                <a:solidFill>
                  <a:srgbClr val="0000CC"/>
                </a:solidFill>
                <a:latin typeface="+mn-lt"/>
              </a:rPr>
              <a:t>1</a:t>
            </a:r>
            <a:endParaRPr kumimoji="0" lang="en-US" altLang="zh-CN" sz="4000" b="0" i="0" u="none" strike="noStrike" kern="1200" cap="none" spc="0" normalizeH="0" baseline="0" noProof="0" dirty="0">
              <a:ln>
                <a:noFill/>
              </a:ln>
              <a:solidFill>
                <a:srgbClr val="0000CC"/>
              </a:solidFill>
              <a:effectLst/>
              <a:uLnTx/>
              <a:uFillTx/>
              <a:latin typeface="+mn-lt"/>
              <a:ea typeface="宋体" pitchFamily="2" charset="-122"/>
              <a:cs typeface="+mn-cs"/>
            </a:endParaRPr>
          </a:p>
        </p:txBody>
      </p:sp>
      <p:sp>
        <p:nvSpPr>
          <p:cNvPr id="81" name="Text Box 60">
            <a:extLst>
              <a:ext uri="{FF2B5EF4-FFF2-40B4-BE49-F238E27FC236}">
                <a16:creationId xmlns:a16="http://schemas.microsoft.com/office/drawing/2014/main" id="{11596469-A200-4716-87CB-02A4DAB71FF3}"/>
              </a:ext>
            </a:extLst>
          </p:cNvPr>
          <p:cNvSpPr txBox="1">
            <a:spLocks noChangeArrowheads="1"/>
          </p:cNvSpPr>
          <p:nvPr/>
        </p:nvSpPr>
        <p:spPr bwMode="auto">
          <a:xfrm>
            <a:off x="2133600" y="2718172"/>
            <a:ext cx="609600" cy="707886"/>
          </a:xfrm>
          <a:prstGeom prst="rect">
            <a:avLst/>
          </a:prstGeom>
          <a:noFill/>
          <a:ln w="9525"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4000" b="0" i="0" u="none" strike="noStrike" kern="1200" cap="none" spc="0" normalizeH="0" baseline="0" noProof="0" dirty="0">
                <a:ln>
                  <a:noFill/>
                </a:ln>
                <a:solidFill>
                  <a:srgbClr val="0000CC"/>
                </a:solidFill>
                <a:effectLst/>
                <a:uLnTx/>
                <a:uFillTx/>
                <a:latin typeface="+mn-lt"/>
                <a:ea typeface="宋体" pitchFamily="2" charset="-122"/>
                <a:cs typeface="+mn-cs"/>
              </a:rPr>
              <a:t>0</a:t>
            </a:r>
          </a:p>
        </p:txBody>
      </p:sp>
      <p:sp>
        <p:nvSpPr>
          <p:cNvPr id="82" name="Text Box 60">
            <a:extLst>
              <a:ext uri="{FF2B5EF4-FFF2-40B4-BE49-F238E27FC236}">
                <a16:creationId xmlns:a16="http://schemas.microsoft.com/office/drawing/2014/main" id="{BA585281-CBC0-406F-AF3B-D5CE99865BDF}"/>
              </a:ext>
            </a:extLst>
          </p:cNvPr>
          <p:cNvSpPr txBox="1">
            <a:spLocks noChangeArrowheads="1"/>
          </p:cNvSpPr>
          <p:nvPr/>
        </p:nvSpPr>
        <p:spPr bwMode="auto">
          <a:xfrm>
            <a:off x="691276" y="2732179"/>
            <a:ext cx="609600" cy="707886"/>
          </a:xfrm>
          <a:prstGeom prst="rect">
            <a:avLst/>
          </a:prstGeom>
          <a:noFill/>
          <a:ln w="9525"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4000" b="0" i="0" u="none" strike="noStrike" kern="1200" cap="none" spc="0" normalizeH="0" baseline="0" noProof="0" dirty="0">
                <a:ln>
                  <a:noFill/>
                </a:ln>
                <a:solidFill>
                  <a:srgbClr val="0000CC"/>
                </a:solidFill>
                <a:effectLst/>
                <a:uLnTx/>
                <a:uFillTx/>
                <a:latin typeface="+mn-lt"/>
                <a:ea typeface="宋体" pitchFamily="2" charset="-122"/>
                <a:cs typeface="+mn-cs"/>
              </a:rPr>
              <a:t>0</a:t>
            </a:r>
          </a:p>
        </p:txBody>
      </p:sp>
      <p:grpSp>
        <p:nvGrpSpPr>
          <p:cNvPr id="83" name="Group 61">
            <a:extLst>
              <a:ext uri="{FF2B5EF4-FFF2-40B4-BE49-F238E27FC236}">
                <a16:creationId xmlns:a16="http://schemas.microsoft.com/office/drawing/2014/main" id="{F69380B4-7679-4712-8123-7F73B1041D64}"/>
              </a:ext>
            </a:extLst>
          </p:cNvPr>
          <p:cNvGrpSpPr>
            <a:grpSpLocks/>
          </p:cNvGrpSpPr>
          <p:nvPr/>
        </p:nvGrpSpPr>
        <p:grpSpPr bwMode="auto">
          <a:xfrm>
            <a:off x="730711" y="4066921"/>
            <a:ext cx="609600" cy="533400"/>
            <a:chOff x="384" y="3600"/>
            <a:chExt cx="384" cy="336"/>
          </a:xfrm>
        </p:grpSpPr>
        <p:sp>
          <p:nvSpPr>
            <p:cNvPr id="84" name="Line 62">
              <a:extLst>
                <a:ext uri="{FF2B5EF4-FFF2-40B4-BE49-F238E27FC236}">
                  <a16:creationId xmlns:a16="http://schemas.microsoft.com/office/drawing/2014/main" id="{E5281868-FD7D-4B5F-B606-13565B1A408A}"/>
                </a:ext>
              </a:extLst>
            </p:cNvPr>
            <p:cNvSpPr>
              <a:spLocks noChangeShapeType="1"/>
            </p:cNvSpPr>
            <p:nvPr/>
          </p:nvSpPr>
          <p:spPr bwMode="auto">
            <a:xfrm>
              <a:off x="384" y="3936"/>
              <a:ext cx="192" cy="0"/>
            </a:xfrm>
            <a:prstGeom prst="line">
              <a:avLst/>
            </a:prstGeom>
            <a:noFill/>
            <a:ln w="44450" cap="rnd">
              <a:solidFill>
                <a:srgbClr val="FF0066"/>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85" name="Line 63">
              <a:extLst>
                <a:ext uri="{FF2B5EF4-FFF2-40B4-BE49-F238E27FC236}">
                  <a16:creationId xmlns:a16="http://schemas.microsoft.com/office/drawing/2014/main" id="{1E1E9DB6-9BDB-420D-8231-BF69B4594E6C}"/>
                </a:ext>
              </a:extLst>
            </p:cNvPr>
            <p:cNvSpPr>
              <a:spLocks noChangeShapeType="1"/>
            </p:cNvSpPr>
            <p:nvPr/>
          </p:nvSpPr>
          <p:spPr bwMode="auto">
            <a:xfrm>
              <a:off x="576" y="3600"/>
              <a:ext cx="192" cy="0"/>
            </a:xfrm>
            <a:prstGeom prst="line">
              <a:avLst/>
            </a:prstGeom>
            <a:noFill/>
            <a:ln w="44450" cap="rnd">
              <a:solidFill>
                <a:srgbClr val="FF0066"/>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86" name="Line 64">
              <a:extLst>
                <a:ext uri="{FF2B5EF4-FFF2-40B4-BE49-F238E27FC236}">
                  <a16:creationId xmlns:a16="http://schemas.microsoft.com/office/drawing/2014/main" id="{F580C660-7E30-4EA5-A7B5-125F820C0DF6}"/>
                </a:ext>
              </a:extLst>
            </p:cNvPr>
            <p:cNvSpPr>
              <a:spLocks noChangeShapeType="1"/>
            </p:cNvSpPr>
            <p:nvPr/>
          </p:nvSpPr>
          <p:spPr bwMode="auto">
            <a:xfrm flipV="1">
              <a:off x="576" y="3600"/>
              <a:ext cx="0" cy="336"/>
            </a:xfrm>
            <a:prstGeom prst="line">
              <a:avLst/>
            </a:prstGeom>
            <a:noFill/>
            <a:ln w="44450" cap="rnd">
              <a:solidFill>
                <a:srgbClr val="FF0066"/>
              </a:solidFill>
              <a:round/>
              <a:headEnd/>
              <a:tailEnd type="triangle" w="med" len="me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grpSp>
      <p:sp>
        <p:nvSpPr>
          <p:cNvPr id="90" name="矩形 89">
            <a:extLst>
              <a:ext uri="{FF2B5EF4-FFF2-40B4-BE49-F238E27FC236}">
                <a16:creationId xmlns:a16="http://schemas.microsoft.com/office/drawing/2014/main" id="{264E8122-4D78-4BA9-BA00-0C70F2D2B0C0}"/>
              </a:ext>
            </a:extLst>
          </p:cNvPr>
          <p:cNvSpPr/>
          <p:nvPr/>
        </p:nvSpPr>
        <p:spPr>
          <a:xfrm>
            <a:off x="1815605" y="5294199"/>
            <a:ext cx="6056466" cy="707886"/>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4000" b="0" i="0" u="none" strike="noStrike" kern="0" cap="none" spc="0" normalizeH="0" baseline="0" noProof="0" dirty="0">
                <a:ln>
                  <a:noFill/>
                </a:ln>
                <a:solidFill>
                  <a:srgbClr val="9999FF">
                    <a:lumMod val="50000"/>
                  </a:srgbClr>
                </a:solidFill>
                <a:effectLst/>
                <a:uLnTx/>
                <a:uFillTx/>
                <a:latin typeface="+mn-lt"/>
              </a:rPr>
              <a:t>14÷2</a:t>
            </a:r>
            <a:r>
              <a:rPr kumimoji="0" lang="en-US" altLang="zh-CN" sz="4000" b="0" i="0" u="none" strike="noStrike" kern="0" cap="none" spc="0" normalizeH="0" baseline="30000" noProof="0" dirty="0">
                <a:ln>
                  <a:noFill/>
                </a:ln>
                <a:solidFill>
                  <a:srgbClr val="9999FF">
                    <a:lumMod val="50000"/>
                  </a:srgbClr>
                </a:solidFill>
                <a:effectLst/>
                <a:uLnTx/>
                <a:uFillTx/>
                <a:latin typeface="+mn-lt"/>
              </a:rPr>
              <a:t>1</a:t>
            </a:r>
            <a:r>
              <a:rPr kumimoji="0" lang="en-US" altLang="zh-CN" sz="4000" b="0" i="0" u="none" strike="noStrike" kern="0" cap="none" spc="0" normalizeH="0" baseline="0" noProof="0" dirty="0">
                <a:ln>
                  <a:noFill/>
                </a:ln>
                <a:solidFill>
                  <a:srgbClr val="9999FF">
                    <a:lumMod val="50000"/>
                  </a:srgbClr>
                </a:solidFill>
                <a:effectLst/>
                <a:uLnTx/>
                <a:uFillTx/>
                <a:latin typeface="+mn-lt"/>
              </a:rPr>
              <a:t>÷2</a:t>
            </a:r>
            <a:r>
              <a:rPr kumimoji="0" lang="en-US" altLang="zh-CN" sz="4000" b="0" i="0" u="none" strike="noStrike" kern="0" cap="none" spc="0" normalizeH="0" baseline="30000" noProof="0" dirty="0">
                <a:ln>
                  <a:noFill/>
                </a:ln>
                <a:solidFill>
                  <a:srgbClr val="9999FF">
                    <a:lumMod val="50000"/>
                  </a:srgbClr>
                </a:solidFill>
                <a:effectLst/>
                <a:uLnTx/>
                <a:uFillTx/>
                <a:latin typeface="+mn-lt"/>
              </a:rPr>
              <a:t>1</a:t>
            </a:r>
            <a:r>
              <a:rPr kumimoji="0" lang="en-US" altLang="zh-CN" sz="4000" b="0" i="0" u="none" strike="noStrike" kern="0" cap="none" spc="0" normalizeH="0" baseline="0" noProof="0" dirty="0">
                <a:ln>
                  <a:noFill/>
                </a:ln>
                <a:solidFill>
                  <a:srgbClr val="9999FF">
                    <a:lumMod val="50000"/>
                  </a:srgbClr>
                </a:solidFill>
                <a:effectLst/>
                <a:uLnTx/>
                <a:uFillTx/>
                <a:latin typeface="+mn-lt"/>
              </a:rPr>
              <a:t>=3.5→3 (</a:t>
            </a:r>
            <a:r>
              <a:rPr kumimoji="0" lang="zh-CN" altLang="en-US" sz="4000" b="0" i="0" u="none" strike="noStrike" kern="0" cap="none" spc="0" normalizeH="0" baseline="0" noProof="0" dirty="0">
                <a:ln>
                  <a:noFill/>
                </a:ln>
                <a:solidFill>
                  <a:srgbClr val="9999FF">
                    <a:lumMod val="50000"/>
                  </a:srgbClr>
                </a:solidFill>
                <a:effectLst/>
                <a:uLnTx/>
                <a:uFillTx/>
                <a:latin typeface="黑体" panose="02010609060101010101" pitchFamily="49" charset="-122"/>
                <a:ea typeface="黑体" panose="02010609060101010101" pitchFamily="49" charset="-122"/>
              </a:rPr>
              <a:t>取整</a:t>
            </a:r>
            <a:r>
              <a:rPr kumimoji="0" lang="en-US" altLang="zh-CN" sz="4000" b="0" i="0" u="none" strike="noStrike" kern="0" cap="none" spc="0" normalizeH="0" baseline="0" noProof="0" dirty="0">
                <a:ln>
                  <a:noFill/>
                </a:ln>
                <a:solidFill>
                  <a:srgbClr val="9999FF">
                    <a:lumMod val="50000"/>
                  </a:srgbClr>
                </a:solidFill>
                <a:effectLst/>
                <a:uLnTx/>
                <a:uFillTx/>
                <a:latin typeface="+mn-lt"/>
              </a:rPr>
              <a:t>)</a:t>
            </a:r>
            <a:endParaRPr kumimoji="0" lang="zh-CN" altLang="en-US" sz="1400" b="0" i="0" u="none" strike="noStrike" kern="0" cap="none" spc="0" normalizeH="0" baseline="0" noProof="0" dirty="0">
              <a:ln>
                <a:noFill/>
              </a:ln>
              <a:solidFill>
                <a:sysClr val="windowText" lastClr="000000"/>
              </a:solidFill>
              <a:effectLst/>
              <a:uLnTx/>
              <a:uFillTx/>
              <a:latin typeface="+mn-lt"/>
            </a:endParaRPr>
          </a:p>
        </p:txBody>
      </p:sp>
      <p:sp>
        <p:nvSpPr>
          <p:cNvPr id="3" name="Title 4">
            <a:extLst>
              <a:ext uri="{FF2B5EF4-FFF2-40B4-BE49-F238E27FC236}">
                <a16:creationId xmlns:a16="http://schemas.microsoft.com/office/drawing/2014/main" id="{549F3844-0095-EC50-6A90-94C045463A29}"/>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kumimoji="1" lang="zh-CN" altLang="en-US" dirty="0"/>
              <a:t>右移移位寄存器</a:t>
            </a:r>
            <a:endParaRPr lang="en-CN" altLang="zh-CN" sz="4000" dirty="0">
              <a:solidFill>
                <a:srgbClr val="0000FF"/>
              </a:solidFill>
              <a:latin typeface="Arial" panose="020B0604020202020204" pitchFamily="34" charset="0"/>
              <a:cs typeface="Arial" panose="020B0604020202020204" pitchFamily="34" charset="0"/>
            </a:endParaRPr>
          </a:p>
        </p:txBody>
      </p:sp>
      <p:sp>
        <p:nvSpPr>
          <p:cNvPr id="21" name="矩形 20">
            <a:extLst>
              <a:ext uri="{FF2B5EF4-FFF2-40B4-BE49-F238E27FC236}">
                <a16:creationId xmlns:a16="http://schemas.microsoft.com/office/drawing/2014/main" id="{8E9747AE-C453-48C3-B654-8DAB3F957822}"/>
              </a:ext>
            </a:extLst>
          </p:cNvPr>
          <p:cNvSpPr/>
          <p:nvPr/>
        </p:nvSpPr>
        <p:spPr>
          <a:xfrm>
            <a:off x="1942524" y="1434936"/>
            <a:ext cx="5639243" cy="523220"/>
          </a:xfrm>
          <a:prstGeom prst="rect">
            <a:avLst/>
          </a:prstGeom>
        </p:spPr>
        <p:txBody>
          <a:bodyPr wrap="square">
            <a:sp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2800" dirty="0">
                <a:solidFill>
                  <a:srgbClr val="C00000"/>
                </a:solidFill>
                <a:latin typeface="黑体" panose="02010609060101010101" pitchFamily="49" charset="-122"/>
                <a:ea typeface="黑体" panose="02010609060101010101" pitchFamily="49" charset="-122"/>
              </a:rPr>
              <a:t>第二个时钟上升沿到来：右移两位</a:t>
            </a:r>
          </a:p>
        </p:txBody>
      </p:sp>
    </p:spTree>
    <p:extLst>
      <p:ext uri="{BB962C8B-B14F-4D97-AF65-F5344CB8AC3E}">
        <p14:creationId xmlns:p14="http://schemas.microsoft.com/office/powerpoint/2010/main" val="422467714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C861A63E-2CEF-9D4D-97AF-41737419C68C}"/>
              </a:ext>
            </a:extLst>
          </p:cNvPr>
          <p:cNvSpPr>
            <a:spLocks noGrp="1"/>
          </p:cNvSpPr>
          <p:nvPr>
            <p:ph type="sldNum" sz="quarter" idx="12"/>
          </p:nvPr>
        </p:nvSpPr>
        <p:spPr/>
        <p:txBody>
          <a:bodyPr/>
          <a:lstStyle/>
          <a:p>
            <a:pPr>
              <a:defRPr/>
            </a:pPr>
            <a:fld id="{3259D7DD-E1BE-4482-9234-29898EB39847}" type="slidenum">
              <a:rPr lang="en-US" altLang="zh-CN" smtClean="0"/>
              <a:pPr>
                <a:defRPr/>
              </a:pPr>
              <a:t>70</a:t>
            </a:fld>
            <a:endParaRPr lang="en-US" altLang="zh-CN" dirty="0"/>
          </a:p>
        </p:txBody>
      </p:sp>
      <p:sp>
        <p:nvSpPr>
          <p:cNvPr id="3" name="内容占位符 2">
            <a:extLst>
              <a:ext uri="{FF2B5EF4-FFF2-40B4-BE49-F238E27FC236}">
                <a16:creationId xmlns:a16="http://schemas.microsoft.com/office/drawing/2014/main" id="{C914837A-A18C-9B44-AD1B-4D35E71BDF0B}"/>
              </a:ext>
            </a:extLst>
          </p:cNvPr>
          <p:cNvSpPr>
            <a:spLocks noGrp="1"/>
          </p:cNvSpPr>
          <p:nvPr>
            <p:ph idx="4294967295"/>
          </p:nvPr>
        </p:nvSpPr>
        <p:spPr>
          <a:xfrm>
            <a:off x="483393" y="1440893"/>
            <a:ext cx="7886700" cy="4351338"/>
          </a:xfrm>
        </p:spPr>
        <p:txBody>
          <a:bodyPr>
            <a:normAutofit/>
          </a:bodyPr>
          <a:lstStyle/>
          <a:p>
            <a:r>
              <a:rPr lang="zh-CN" altLang="en-US" sz="2800" b="0" dirty="0">
                <a:latin typeface="Arial" panose="020B0604020202020204" pitchFamily="34" charset="0"/>
                <a:ea typeface="SimHei" panose="02010609060101010101" pitchFamily="49" charset="-122"/>
                <a:cs typeface="Arial" panose="020B0604020202020204" pitchFamily="34" charset="0"/>
              </a:rPr>
              <a:t>分析方法同右移移位寄存器</a:t>
            </a:r>
            <a:endParaRPr lang="en-US" altLang="zh-CN" sz="2800" b="0" dirty="0">
              <a:latin typeface="Arial" panose="020B0604020202020204" pitchFamily="34" charset="0"/>
              <a:ea typeface="SimHei" panose="02010609060101010101" pitchFamily="49" charset="-122"/>
              <a:cs typeface="Arial" panose="020B0604020202020204" pitchFamily="34" charset="0"/>
            </a:endParaRPr>
          </a:p>
          <a:p>
            <a:r>
              <a:rPr lang="zh-CN" altLang="en-US" sz="2800" b="0" dirty="0">
                <a:latin typeface="Arial" panose="020B0604020202020204" pitchFamily="34" charset="0"/>
                <a:ea typeface="SimHei" panose="02010609060101010101" pitchFamily="49" charset="-122"/>
                <a:cs typeface="Arial" panose="020B0604020202020204" pitchFamily="34" charset="0"/>
              </a:rPr>
              <a:t>右移</a:t>
            </a:r>
            <a:r>
              <a:rPr lang="en-US" altLang="zh-CN" sz="2800" b="0" dirty="0">
                <a:latin typeface="Arial" panose="020B0604020202020204" pitchFamily="34" charset="0"/>
                <a:ea typeface="SimHei" panose="02010609060101010101" pitchFamily="49" charset="-122"/>
                <a:cs typeface="Arial" panose="020B0604020202020204" pitchFamily="34" charset="0"/>
              </a:rPr>
              <a:t>→</a:t>
            </a:r>
            <a:r>
              <a:rPr lang="zh-CN" altLang="en-US" sz="2800" b="0" dirty="0">
                <a:latin typeface="Arial" panose="020B0604020202020204" pitchFamily="34" charset="0"/>
                <a:ea typeface="SimHei" panose="02010609060101010101" pitchFamily="49" charset="-122"/>
                <a:cs typeface="Arial" panose="020B0604020202020204" pitchFamily="34" charset="0"/>
              </a:rPr>
              <a:t>除</a:t>
            </a:r>
            <a:r>
              <a:rPr lang="en-US" altLang="zh-CN" sz="2800" b="0" dirty="0">
                <a:latin typeface="Arial" panose="020B0604020202020204" pitchFamily="34" charset="0"/>
                <a:ea typeface="SimHei" panose="02010609060101010101" pitchFamily="49" charset="-122"/>
                <a:cs typeface="Arial" panose="020B0604020202020204" pitchFamily="34" charset="0"/>
              </a:rPr>
              <a:t>2</a:t>
            </a:r>
            <a:r>
              <a:rPr lang="zh-CN" altLang="en-US" sz="2800" b="0" dirty="0">
                <a:latin typeface="Arial" panose="020B0604020202020204" pitchFamily="34" charset="0"/>
                <a:ea typeface="SimHei" panose="02010609060101010101" pitchFamily="49" charset="-122"/>
                <a:cs typeface="Arial" panose="020B0604020202020204" pitchFamily="34" charset="0"/>
              </a:rPr>
              <a:t>，左移</a:t>
            </a:r>
            <a:r>
              <a:rPr lang="en-US" altLang="zh-CN" sz="2800" b="0" dirty="0">
                <a:latin typeface="Arial" panose="020B0604020202020204" pitchFamily="34" charset="0"/>
                <a:ea typeface="SimHei" panose="02010609060101010101" pitchFamily="49" charset="-122"/>
                <a:cs typeface="Arial" panose="020B0604020202020204" pitchFamily="34" charset="0"/>
              </a:rPr>
              <a:t>→</a:t>
            </a:r>
            <a:r>
              <a:rPr lang="zh-CN" altLang="en-US" sz="2800" b="0" dirty="0">
                <a:latin typeface="Arial" panose="020B0604020202020204" pitchFamily="34" charset="0"/>
                <a:ea typeface="SimHei" panose="02010609060101010101" pitchFamily="49" charset="-122"/>
                <a:cs typeface="Arial" panose="020B0604020202020204" pitchFamily="34" charset="0"/>
              </a:rPr>
              <a:t>乘</a:t>
            </a:r>
            <a:r>
              <a:rPr lang="en-US" altLang="zh-CN" sz="2800" b="0" dirty="0">
                <a:latin typeface="Arial" panose="020B0604020202020204" pitchFamily="34" charset="0"/>
                <a:ea typeface="SimHei" panose="02010609060101010101" pitchFamily="49" charset="-122"/>
                <a:cs typeface="Arial" panose="020B0604020202020204" pitchFamily="34" charset="0"/>
              </a:rPr>
              <a:t>2</a:t>
            </a:r>
            <a:endParaRPr lang="zh-CN" altLang="en-US" sz="2800" b="0" dirty="0">
              <a:latin typeface="Arial" panose="020B0604020202020204" pitchFamily="34" charset="0"/>
              <a:ea typeface="SimHei" panose="02010609060101010101" pitchFamily="49" charset="-122"/>
              <a:cs typeface="Arial" panose="020B0604020202020204" pitchFamily="34" charset="0"/>
            </a:endParaRPr>
          </a:p>
        </p:txBody>
      </p:sp>
      <p:grpSp>
        <p:nvGrpSpPr>
          <p:cNvPr id="5" name="组合 4">
            <a:extLst>
              <a:ext uri="{FF2B5EF4-FFF2-40B4-BE49-F238E27FC236}">
                <a16:creationId xmlns:a16="http://schemas.microsoft.com/office/drawing/2014/main" id="{4068DD00-D2F5-5142-A4CA-57A4E6F07977}"/>
              </a:ext>
            </a:extLst>
          </p:cNvPr>
          <p:cNvGrpSpPr/>
          <p:nvPr/>
        </p:nvGrpSpPr>
        <p:grpSpPr>
          <a:xfrm>
            <a:off x="543719" y="2652713"/>
            <a:ext cx="8056562" cy="3830637"/>
            <a:chOff x="503238" y="2022475"/>
            <a:chExt cx="8056562" cy="3830637"/>
          </a:xfrm>
        </p:grpSpPr>
        <p:sp>
          <p:nvSpPr>
            <p:cNvPr id="24" name="Rectangle 3">
              <a:extLst>
                <a:ext uri="{FF2B5EF4-FFF2-40B4-BE49-F238E27FC236}">
                  <a16:creationId xmlns:a16="http://schemas.microsoft.com/office/drawing/2014/main" id="{47898259-180E-C143-A32D-9DB727B12745}"/>
                </a:ext>
              </a:extLst>
            </p:cNvPr>
            <p:cNvSpPr>
              <a:spLocks noChangeArrowheads="1"/>
            </p:cNvSpPr>
            <p:nvPr/>
          </p:nvSpPr>
          <p:spPr bwMode="auto">
            <a:xfrm>
              <a:off x="1738313" y="2979738"/>
              <a:ext cx="992187" cy="1606550"/>
            </a:xfrm>
            <a:prstGeom prst="rect">
              <a:avLst/>
            </a:prstGeom>
            <a:noFill/>
            <a:ln w="2222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25" name="Rectangle 4">
              <a:extLst>
                <a:ext uri="{FF2B5EF4-FFF2-40B4-BE49-F238E27FC236}">
                  <a16:creationId xmlns:a16="http://schemas.microsoft.com/office/drawing/2014/main" id="{1C6987CF-FFDE-B94C-AE4A-A52B95D1FD86}"/>
                </a:ext>
              </a:extLst>
            </p:cNvPr>
            <p:cNvSpPr>
              <a:spLocks noChangeArrowheads="1"/>
            </p:cNvSpPr>
            <p:nvPr/>
          </p:nvSpPr>
          <p:spPr bwMode="auto">
            <a:xfrm>
              <a:off x="1809750" y="3130550"/>
              <a:ext cx="274638" cy="457200"/>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30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D</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6" name="Rectangle 5">
              <a:extLst>
                <a:ext uri="{FF2B5EF4-FFF2-40B4-BE49-F238E27FC236}">
                  <a16:creationId xmlns:a16="http://schemas.microsoft.com/office/drawing/2014/main" id="{C1C50145-500D-4B42-85A0-CAFA939FDA52}"/>
                </a:ext>
              </a:extLst>
            </p:cNvPr>
            <p:cNvSpPr>
              <a:spLocks noChangeArrowheads="1"/>
            </p:cNvSpPr>
            <p:nvPr/>
          </p:nvSpPr>
          <p:spPr bwMode="auto">
            <a:xfrm>
              <a:off x="2419350" y="3106738"/>
              <a:ext cx="274638" cy="457200"/>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30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7" name="Rectangle 6">
              <a:extLst>
                <a:ext uri="{FF2B5EF4-FFF2-40B4-BE49-F238E27FC236}">
                  <a16:creationId xmlns:a16="http://schemas.microsoft.com/office/drawing/2014/main" id="{65BE3863-81F3-AC4B-9CE0-AA127F353CD8}"/>
                </a:ext>
              </a:extLst>
            </p:cNvPr>
            <p:cNvSpPr>
              <a:spLocks noChangeArrowheads="1"/>
            </p:cNvSpPr>
            <p:nvPr/>
          </p:nvSpPr>
          <p:spPr bwMode="auto">
            <a:xfrm>
              <a:off x="2419350" y="3956050"/>
              <a:ext cx="274638" cy="457200"/>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30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28" name="Oval 7">
              <a:extLst>
                <a:ext uri="{FF2B5EF4-FFF2-40B4-BE49-F238E27FC236}">
                  <a16:creationId xmlns:a16="http://schemas.microsoft.com/office/drawing/2014/main" id="{13921E98-D632-1945-8A12-81BC367C52D2}"/>
                </a:ext>
              </a:extLst>
            </p:cNvPr>
            <p:cNvSpPr>
              <a:spLocks noChangeArrowheads="1"/>
            </p:cNvSpPr>
            <p:nvPr/>
          </p:nvSpPr>
          <p:spPr bwMode="auto">
            <a:xfrm>
              <a:off x="2730500" y="4140200"/>
              <a:ext cx="147638" cy="179388"/>
            </a:xfrm>
            <a:prstGeom prst="ellipse">
              <a:avLst/>
            </a:prstGeom>
            <a:solidFill>
              <a:srgbClr val="FFFFFF"/>
            </a:solidFill>
            <a:ln w="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29" name="Oval 8">
              <a:extLst>
                <a:ext uri="{FF2B5EF4-FFF2-40B4-BE49-F238E27FC236}">
                  <a16:creationId xmlns:a16="http://schemas.microsoft.com/office/drawing/2014/main" id="{D2DCB351-8A47-224D-8F7E-7D2029A80DE6}"/>
                </a:ext>
              </a:extLst>
            </p:cNvPr>
            <p:cNvSpPr>
              <a:spLocks noChangeArrowheads="1"/>
            </p:cNvSpPr>
            <p:nvPr/>
          </p:nvSpPr>
          <p:spPr bwMode="auto">
            <a:xfrm>
              <a:off x="2730500" y="4140200"/>
              <a:ext cx="147638" cy="179388"/>
            </a:xfrm>
            <a:prstGeom prst="ellipse">
              <a:avLst/>
            </a:prstGeom>
            <a:noFill/>
            <a:ln w="2222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30" name="Rectangle 9">
              <a:extLst>
                <a:ext uri="{FF2B5EF4-FFF2-40B4-BE49-F238E27FC236}">
                  <a16:creationId xmlns:a16="http://schemas.microsoft.com/office/drawing/2014/main" id="{314C028B-4357-AF45-BD05-7B739E8A159E}"/>
                </a:ext>
              </a:extLst>
            </p:cNvPr>
            <p:cNvSpPr>
              <a:spLocks noChangeArrowheads="1"/>
            </p:cNvSpPr>
            <p:nvPr/>
          </p:nvSpPr>
          <p:spPr bwMode="auto">
            <a:xfrm>
              <a:off x="2027238" y="3649663"/>
              <a:ext cx="254000" cy="457200"/>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30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C</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31" name="Freeform 10">
              <a:extLst>
                <a:ext uri="{FF2B5EF4-FFF2-40B4-BE49-F238E27FC236}">
                  <a16:creationId xmlns:a16="http://schemas.microsoft.com/office/drawing/2014/main" id="{2DBA8B37-C555-2544-9B64-887F4C746FF7}"/>
                </a:ext>
              </a:extLst>
            </p:cNvPr>
            <p:cNvSpPr>
              <a:spLocks/>
            </p:cNvSpPr>
            <p:nvPr/>
          </p:nvSpPr>
          <p:spPr bwMode="auto">
            <a:xfrm>
              <a:off x="1738313" y="3694113"/>
              <a:ext cx="247650" cy="357187"/>
            </a:xfrm>
            <a:custGeom>
              <a:avLst/>
              <a:gdLst>
                <a:gd name="T0" fmla="*/ 0 w 169"/>
                <a:gd name="T1" fmla="*/ 2147483647 h 225"/>
                <a:gd name="T2" fmla="*/ 2147483647 w 169"/>
                <a:gd name="T3" fmla="*/ 2147483647 h 225"/>
                <a:gd name="T4" fmla="*/ 0 w 169"/>
                <a:gd name="T5" fmla="*/ 0 h 225"/>
                <a:gd name="T6" fmla="*/ 0 60000 65536"/>
                <a:gd name="T7" fmla="*/ 0 60000 65536"/>
                <a:gd name="T8" fmla="*/ 0 60000 65536"/>
                <a:gd name="T9" fmla="*/ 0 w 169"/>
                <a:gd name="T10" fmla="*/ 0 h 225"/>
                <a:gd name="T11" fmla="*/ 169 w 169"/>
                <a:gd name="T12" fmla="*/ 225 h 225"/>
              </a:gdLst>
              <a:ahLst/>
              <a:cxnLst>
                <a:cxn ang="T6">
                  <a:pos x="T0" y="T1"/>
                </a:cxn>
                <a:cxn ang="T7">
                  <a:pos x="T2" y="T3"/>
                </a:cxn>
                <a:cxn ang="T8">
                  <a:pos x="T4" y="T5"/>
                </a:cxn>
              </a:cxnLst>
              <a:rect l="T9" t="T10" r="T11" b="T12"/>
              <a:pathLst>
                <a:path w="169" h="225">
                  <a:moveTo>
                    <a:pt x="0" y="225"/>
                  </a:moveTo>
                  <a:lnTo>
                    <a:pt x="169" y="112"/>
                  </a:lnTo>
                  <a:lnTo>
                    <a:pt x="0" y="0"/>
                  </a:lnTo>
                </a:path>
              </a:pathLst>
            </a:custGeom>
            <a:noFill/>
            <a:ln w="22225"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32" name="Rectangle 11">
              <a:extLst>
                <a:ext uri="{FF2B5EF4-FFF2-40B4-BE49-F238E27FC236}">
                  <a16:creationId xmlns:a16="http://schemas.microsoft.com/office/drawing/2014/main" id="{58883E3B-2A4B-184D-BBB6-84B39D23C0A0}"/>
                </a:ext>
              </a:extLst>
            </p:cNvPr>
            <p:cNvSpPr>
              <a:spLocks noChangeArrowheads="1"/>
            </p:cNvSpPr>
            <p:nvPr/>
          </p:nvSpPr>
          <p:spPr bwMode="auto">
            <a:xfrm>
              <a:off x="3406775" y="2979738"/>
              <a:ext cx="992188" cy="1606550"/>
            </a:xfrm>
            <a:prstGeom prst="rect">
              <a:avLst/>
            </a:prstGeom>
            <a:noFill/>
            <a:ln w="2222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33" name="Rectangle 12">
              <a:extLst>
                <a:ext uri="{FF2B5EF4-FFF2-40B4-BE49-F238E27FC236}">
                  <a16:creationId xmlns:a16="http://schemas.microsoft.com/office/drawing/2014/main" id="{EED0CE70-B409-044B-8F49-E6FFCBED65E1}"/>
                </a:ext>
              </a:extLst>
            </p:cNvPr>
            <p:cNvSpPr>
              <a:spLocks noChangeArrowheads="1"/>
            </p:cNvSpPr>
            <p:nvPr/>
          </p:nvSpPr>
          <p:spPr bwMode="auto">
            <a:xfrm>
              <a:off x="3486150" y="3130550"/>
              <a:ext cx="274638" cy="457200"/>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30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D</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34" name="Rectangle 13">
              <a:extLst>
                <a:ext uri="{FF2B5EF4-FFF2-40B4-BE49-F238E27FC236}">
                  <a16:creationId xmlns:a16="http://schemas.microsoft.com/office/drawing/2014/main" id="{79B722AB-E0D7-5E44-9F29-BEA50AF29BED}"/>
                </a:ext>
              </a:extLst>
            </p:cNvPr>
            <p:cNvSpPr>
              <a:spLocks noChangeArrowheads="1"/>
            </p:cNvSpPr>
            <p:nvPr/>
          </p:nvSpPr>
          <p:spPr bwMode="auto">
            <a:xfrm>
              <a:off x="4073525" y="3106738"/>
              <a:ext cx="274638" cy="457200"/>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30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35" name="Rectangle 14">
              <a:extLst>
                <a:ext uri="{FF2B5EF4-FFF2-40B4-BE49-F238E27FC236}">
                  <a16:creationId xmlns:a16="http://schemas.microsoft.com/office/drawing/2014/main" id="{E0F1F282-3190-8645-87B7-45286820195A}"/>
                </a:ext>
              </a:extLst>
            </p:cNvPr>
            <p:cNvSpPr>
              <a:spLocks noChangeArrowheads="1"/>
            </p:cNvSpPr>
            <p:nvPr/>
          </p:nvSpPr>
          <p:spPr bwMode="auto">
            <a:xfrm>
              <a:off x="4095750" y="3956050"/>
              <a:ext cx="274638" cy="457200"/>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30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36" name="Oval 15">
              <a:extLst>
                <a:ext uri="{FF2B5EF4-FFF2-40B4-BE49-F238E27FC236}">
                  <a16:creationId xmlns:a16="http://schemas.microsoft.com/office/drawing/2014/main" id="{8D6BECBD-78A1-5C45-8D94-617634B6C1C3}"/>
                </a:ext>
              </a:extLst>
            </p:cNvPr>
            <p:cNvSpPr>
              <a:spLocks noChangeArrowheads="1"/>
            </p:cNvSpPr>
            <p:nvPr/>
          </p:nvSpPr>
          <p:spPr bwMode="auto">
            <a:xfrm>
              <a:off x="4398963" y="4140200"/>
              <a:ext cx="147637" cy="179388"/>
            </a:xfrm>
            <a:prstGeom prst="ellipse">
              <a:avLst/>
            </a:prstGeom>
            <a:solidFill>
              <a:srgbClr val="FFFFFF"/>
            </a:solidFill>
            <a:ln w="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37" name="Oval 16">
              <a:extLst>
                <a:ext uri="{FF2B5EF4-FFF2-40B4-BE49-F238E27FC236}">
                  <a16:creationId xmlns:a16="http://schemas.microsoft.com/office/drawing/2014/main" id="{014DA064-9CCD-FD46-8730-0C042CC34338}"/>
                </a:ext>
              </a:extLst>
            </p:cNvPr>
            <p:cNvSpPr>
              <a:spLocks noChangeArrowheads="1"/>
            </p:cNvSpPr>
            <p:nvPr/>
          </p:nvSpPr>
          <p:spPr bwMode="auto">
            <a:xfrm>
              <a:off x="4398963" y="4140200"/>
              <a:ext cx="147637" cy="179388"/>
            </a:xfrm>
            <a:prstGeom prst="ellipse">
              <a:avLst/>
            </a:prstGeom>
            <a:noFill/>
            <a:ln w="2222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38" name="Rectangle 17">
              <a:extLst>
                <a:ext uri="{FF2B5EF4-FFF2-40B4-BE49-F238E27FC236}">
                  <a16:creationId xmlns:a16="http://schemas.microsoft.com/office/drawing/2014/main" id="{7055CF92-BA3D-AC41-99C3-74F87D2E017F}"/>
                </a:ext>
              </a:extLst>
            </p:cNvPr>
            <p:cNvSpPr>
              <a:spLocks noChangeArrowheads="1"/>
            </p:cNvSpPr>
            <p:nvPr/>
          </p:nvSpPr>
          <p:spPr bwMode="auto">
            <a:xfrm>
              <a:off x="3683000" y="3649663"/>
              <a:ext cx="254000" cy="457200"/>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30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C</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39" name="Freeform 18">
              <a:extLst>
                <a:ext uri="{FF2B5EF4-FFF2-40B4-BE49-F238E27FC236}">
                  <a16:creationId xmlns:a16="http://schemas.microsoft.com/office/drawing/2014/main" id="{C5390CA2-FA70-2C42-A755-FDCBCF71B249}"/>
                </a:ext>
              </a:extLst>
            </p:cNvPr>
            <p:cNvSpPr>
              <a:spLocks/>
            </p:cNvSpPr>
            <p:nvPr/>
          </p:nvSpPr>
          <p:spPr bwMode="auto">
            <a:xfrm>
              <a:off x="3406775" y="3694113"/>
              <a:ext cx="247650" cy="357187"/>
            </a:xfrm>
            <a:custGeom>
              <a:avLst/>
              <a:gdLst>
                <a:gd name="T0" fmla="*/ 0 w 169"/>
                <a:gd name="T1" fmla="*/ 2147483647 h 225"/>
                <a:gd name="T2" fmla="*/ 2147483647 w 169"/>
                <a:gd name="T3" fmla="*/ 2147483647 h 225"/>
                <a:gd name="T4" fmla="*/ 0 w 169"/>
                <a:gd name="T5" fmla="*/ 0 h 225"/>
                <a:gd name="T6" fmla="*/ 0 60000 65536"/>
                <a:gd name="T7" fmla="*/ 0 60000 65536"/>
                <a:gd name="T8" fmla="*/ 0 60000 65536"/>
                <a:gd name="T9" fmla="*/ 0 w 169"/>
                <a:gd name="T10" fmla="*/ 0 h 225"/>
                <a:gd name="T11" fmla="*/ 169 w 169"/>
                <a:gd name="T12" fmla="*/ 225 h 225"/>
              </a:gdLst>
              <a:ahLst/>
              <a:cxnLst>
                <a:cxn ang="T6">
                  <a:pos x="T0" y="T1"/>
                </a:cxn>
                <a:cxn ang="T7">
                  <a:pos x="T2" y="T3"/>
                </a:cxn>
                <a:cxn ang="T8">
                  <a:pos x="T4" y="T5"/>
                </a:cxn>
              </a:cxnLst>
              <a:rect l="T9" t="T10" r="T11" b="T12"/>
              <a:pathLst>
                <a:path w="169" h="225">
                  <a:moveTo>
                    <a:pt x="0" y="225"/>
                  </a:moveTo>
                  <a:lnTo>
                    <a:pt x="169" y="112"/>
                  </a:lnTo>
                  <a:lnTo>
                    <a:pt x="0" y="0"/>
                  </a:lnTo>
                </a:path>
              </a:pathLst>
            </a:custGeom>
            <a:noFill/>
            <a:ln w="22225"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40" name="Rectangle 19">
              <a:extLst>
                <a:ext uri="{FF2B5EF4-FFF2-40B4-BE49-F238E27FC236}">
                  <a16:creationId xmlns:a16="http://schemas.microsoft.com/office/drawing/2014/main" id="{688155ED-8D7C-AA45-A830-C3A1494D7CBB}"/>
                </a:ext>
              </a:extLst>
            </p:cNvPr>
            <p:cNvSpPr>
              <a:spLocks noChangeArrowheads="1"/>
            </p:cNvSpPr>
            <p:nvPr/>
          </p:nvSpPr>
          <p:spPr bwMode="auto">
            <a:xfrm>
              <a:off x="5057775" y="2979738"/>
              <a:ext cx="990600" cy="1606550"/>
            </a:xfrm>
            <a:prstGeom prst="rect">
              <a:avLst/>
            </a:prstGeom>
            <a:noFill/>
            <a:ln w="2222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41" name="Rectangle 20">
              <a:extLst>
                <a:ext uri="{FF2B5EF4-FFF2-40B4-BE49-F238E27FC236}">
                  <a16:creationId xmlns:a16="http://schemas.microsoft.com/office/drawing/2014/main" id="{8CA6D399-8C96-3148-BD1F-ED93C465A047}"/>
                </a:ext>
              </a:extLst>
            </p:cNvPr>
            <p:cNvSpPr>
              <a:spLocks noChangeArrowheads="1"/>
            </p:cNvSpPr>
            <p:nvPr/>
          </p:nvSpPr>
          <p:spPr bwMode="auto">
            <a:xfrm>
              <a:off x="5141913" y="3130550"/>
              <a:ext cx="274637" cy="457200"/>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30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D</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42" name="Rectangle 21">
              <a:extLst>
                <a:ext uri="{FF2B5EF4-FFF2-40B4-BE49-F238E27FC236}">
                  <a16:creationId xmlns:a16="http://schemas.microsoft.com/office/drawing/2014/main" id="{2178831D-983A-5940-8BF8-EC26896FA4F9}"/>
                </a:ext>
              </a:extLst>
            </p:cNvPr>
            <p:cNvSpPr>
              <a:spLocks noChangeArrowheads="1"/>
            </p:cNvSpPr>
            <p:nvPr/>
          </p:nvSpPr>
          <p:spPr bwMode="auto">
            <a:xfrm>
              <a:off x="5729288" y="3106738"/>
              <a:ext cx="274637" cy="457200"/>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30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43" name="Rectangle 22">
              <a:extLst>
                <a:ext uri="{FF2B5EF4-FFF2-40B4-BE49-F238E27FC236}">
                  <a16:creationId xmlns:a16="http://schemas.microsoft.com/office/drawing/2014/main" id="{A31C128E-4944-414C-8B87-D4A11D25B60F}"/>
                </a:ext>
              </a:extLst>
            </p:cNvPr>
            <p:cNvSpPr>
              <a:spLocks noChangeArrowheads="1"/>
            </p:cNvSpPr>
            <p:nvPr/>
          </p:nvSpPr>
          <p:spPr bwMode="auto">
            <a:xfrm>
              <a:off x="5729288" y="3956050"/>
              <a:ext cx="274637" cy="457200"/>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30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44" name="Oval 23">
              <a:extLst>
                <a:ext uri="{FF2B5EF4-FFF2-40B4-BE49-F238E27FC236}">
                  <a16:creationId xmlns:a16="http://schemas.microsoft.com/office/drawing/2014/main" id="{25B76AEC-5932-7C47-9E7C-14A00227086E}"/>
                </a:ext>
              </a:extLst>
            </p:cNvPr>
            <p:cNvSpPr>
              <a:spLocks noChangeArrowheads="1"/>
            </p:cNvSpPr>
            <p:nvPr/>
          </p:nvSpPr>
          <p:spPr bwMode="auto">
            <a:xfrm>
              <a:off x="6048375" y="4140200"/>
              <a:ext cx="152400" cy="179388"/>
            </a:xfrm>
            <a:prstGeom prst="ellipse">
              <a:avLst/>
            </a:prstGeom>
            <a:solidFill>
              <a:srgbClr val="FFFFFF"/>
            </a:solidFill>
            <a:ln w="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45" name="Oval 24">
              <a:extLst>
                <a:ext uri="{FF2B5EF4-FFF2-40B4-BE49-F238E27FC236}">
                  <a16:creationId xmlns:a16="http://schemas.microsoft.com/office/drawing/2014/main" id="{FEC343E4-43F7-E74E-A2A8-143CB9679817}"/>
                </a:ext>
              </a:extLst>
            </p:cNvPr>
            <p:cNvSpPr>
              <a:spLocks noChangeArrowheads="1"/>
            </p:cNvSpPr>
            <p:nvPr/>
          </p:nvSpPr>
          <p:spPr bwMode="auto">
            <a:xfrm>
              <a:off x="6048375" y="4140200"/>
              <a:ext cx="152400" cy="179388"/>
            </a:xfrm>
            <a:prstGeom prst="ellipse">
              <a:avLst/>
            </a:prstGeom>
            <a:noFill/>
            <a:ln w="2222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46" name="Rectangle 25">
              <a:extLst>
                <a:ext uri="{FF2B5EF4-FFF2-40B4-BE49-F238E27FC236}">
                  <a16:creationId xmlns:a16="http://schemas.microsoft.com/office/drawing/2014/main" id="{AC52AF21-22C3-274B-B17C-BCCFB1AF5F1E}"/>
                </a:ext>
              </a:extLst>
            </p:cNvPr>
            <p:cNvSpPr>
              <a:spLocks noChangeArrowheads="1"/>
            </p:cNvSpPr>
            <p:nvPr/>
          </p:nvSpPr>
          <p:spPr bwMode="auto">
            <a:xfrm>
              <a:off x="5338763" y="3649663"/>
              <a:ext cx="254000" cy="457200"/>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30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C</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47" name="Freeform 26">
              <a:extLst>
                <a:ext uri="{FF2B5EF4-FFF2-40B4-BE49-F238E27FC236}">
                  <a16:creationId xmlns:a16="http://schemas.microsoft.com/office/drawing/2014/main" id="{A71E9E2E-6853-FD41-8015-911795D824A8}"/>
                </a:ext>
              </a:extLst>
            </p:cNvPr>
            <p:cNvSpPr>
              <a:spLocks/>
            </p:cNvSpPr>
            <p:nvPr/>
          </p:nvSpPr>
          <p:spPr bwMode="auto">
            <a:xfrm>
              <a:off x="5057775" y="3694113"/>
              <a:ext cx="247650" cy="357187"/>
            </a:xfrm>
            <a:custGeom>
              <a:avLst/>
              <a:gdLst>
                <a:gd name="T0" fmla="*/ 0 w 169"/>
                <a:gd name="T1" fmla="*/ 2147483647 h 225"/>
                <a:gd name="T2" fmla="*/ 2147483647 w 169"/>
                <a:gd name="T3" fmla="*/ 2147483647 h 225"/>
                <a:gd name="T4" fmla="*/ 0 w 169"/>
                <a:gd name="T5" fmla="*/ 0 h 225"/>
                <a:gd name="T6" fmla="*/ 0 60000 65536"/>
                <a:gd name="T7" fmla="*/ 0 60000 65536"/>
                <a:gd name="T8" fmla="*/ 0 60000 65536"/>
                <a:gd name="T9" fmla="*/ 0 w 169"/>
                <a:gd name="T10" fmla="*/ 0 h 225"/>
                <a:gd name="T11" fmla="*/ 169 w 169"/>
                <a:gd name="T12" fmla="*/ 225 h 225"/>
              </a:gdLst>
              <a:ahLst/>
              <a:cxnLst>
                <a:cxn ang="T6">
                  <a:pos x="T0" y="T1"/>
                </a:cxn>
                <a:cxn ang="T7">
                  <a:pos x="T2" y="T3"/>
                </a:cxn>
                <a:cxn ang="T8">
                  <a:pos x="T4" y="T5"/>
                </a:cxn>
              </a:cxnLst>
              <a:rect l="T9" t="T10" r="T11" b="T12"/>
              <a:pathLst>
                <a:path w="169" h="225">
                  <a:moveTo>
                    <a:pt x="0" y="225"/>
                  </a:moveTo>
                  <a:lnTo>
                    <a:pt x="169" y="112"/>
                  </a:lnTo>
                  <a:lnTo>
                    <a:pt x="0" y="0"/>
                  </a:lnTo>
                </a:path>
              </a:pathLst>
            </a:custGeom>
            <a:noFill/>
            <a:ln w="22225"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48" name="Rectangle 27">
              <a:extLst>
                <a:ext uri="{FF2B5EF4-FFF2-40B4-BE49-F238E27FC236}">
                  <a16:creationId xmlns:a16="http://schemas.microsoft.com/office/drawing/2014/main" id="{C6FE5C5B-5570-5F4C-990C-4B87F1C68616}"/>
                </a:ext>
              </a:extLst>
            </p:cNvPr>
            <p:cNvSpPr>
              <a:spLocks noChangeArrowheads="1"/>
            </p:cNvSpPr>
            <p:nvPr/>
          </p:nvSpPr>
          <p:spPr bwMode="auto">
            <a:xfrm>
              <a:off x="6711950" y="2979738"/>
              <a:ext cx="990600" cy="1606550"/>
            </a:xfrm>
            <a:prstGeom prst="rect">
              <a:avLst/>
            </a:prstGeom>
            <a:noFill/>
            <a:ln w="2222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49" name="Rectangle 28">
              <a:extLst>
                <a:ext uri="{FF2B5EF4-FFF2-40B4-BE49-F238E27FC236}">
                  <a16:creationId xmlns:a16="http://schemas.microsoft.com/office/drawing/2014/main" id="{223E1343-B422-994B-802B-1CEC4223C100}"/>
                </a:ext>
              </a:extLst>
            </p:cNvPr>
            <p:cNvSpPr>
              <a:spLocks noChangeArrowheads="1"/>
            </p:cNvSpPr>
            <p:nvPr/>
          </p:nvSpPr>
          <p:spPr bwMode="auto">
            <a:xfrm>
              <a:off x="6775450" y="3130550"/>
              <a:ext cx="274638" cy="457200"/>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30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D</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50" name="Rectangle 29">
              <a:extLst>
                <a:ext uri="{FF2B5EF4-FFF2-40B4-BE49-F238E27FC236}">
                  <a16:creationId xmlns:a16="http://schemas.microsoft.com/office/drawing/2014/main" id="{2AC0BC93-9F1D-E74D-9764-6F994890F25D}"/>
                </a:ext>
              </a:extLst>
            </p:cNvPr>
            <p:cNvSpPr>
              <a:spLocks noChangeArrowheads="1"/>
            </p:cNvSpPr>
            <p:nvPr/>
          </p:nvSpPr>
          <p:spPr bwMode="auto">
            <a:xfrm>
              <a:off x="7385050" y="3106738"/>
              <a:ext cx="274638" cy="457200"/>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30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51" name="Rectangle 30">
              <a:extLst>
                <a:ext uri="{FF2B5EF4-FFF2-40B4-BE49-F238E27FC236}">
                  <a16:creationId xmlns:a16="http://schemas.microsoft.com/office/drawing/2014/main" id="{36BEE250-1FFA-354E-BE9B-BB13BC2DB58D}"/>
                </a:ext>
              </a:extLst>
            </p:cNvPr>
            <p:cNvSpPr>
              <a:spLocks noChangeArrowheads="1"/>
            </p:cNvSpPr>
            <p:nvPr/>
          </p:nvSpPr>
          <p:spPr bwMode="auto">
            <a:xfrm>
              <a:off x="7385050" y="3956050"/>
              <a:ext cx="274638" cy="457200"/>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30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52" name="Oval 31">
              <a:extLst>
                <a:ext uri="{FF2B5EF4-FFF2-40B4-BE49-F238E27FC236}">
                  <a16:creationId xmlns:a16="http://schemas.microsoft.com/office/drawing/2014/main" id="{84B157F9-79BF-D548-A1D4-E385CE79414B}"/>
                </a:ext>
              </a:extLst>
            </p:cNvPr>
            <p:cNvSpPr>
              <a:spLocks noChangeArrowheads="1"/>
            </p:cNvSpPr>
            <p:nvPr/>
          </p:nvSpPr>
          <p:spPr bwMode="auto">
            <a:xfrm>
              <a:off x="7702550" y="4140200"/>
              <a:ext cx="147638" cy="179388"/>
            </a:xfrm>
            <a:prstGeom prst="ellipse">
              <a:avLst/>
            </a:prstGeom>
            <a:solidFill>
              <a:srgbClr val="FFFFFF"/>
            </a:solidFill>
            <a:ln w="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53" name="Oval 32">
              <a:extLst>
                <a:ext uri="{FF2B5EF4-FFF2-40B4-BE49-F238E27FC236}">
                  <a16:creationId xmlns:a16="http://schemas.microsoft.com/office/drawing/2014/main" id="{0B0E5589-EFC1-6E4B-A20A-69A30B694000}"/>
                </a:ext>
              </a:extLst>
            </p:cNvPr>
            <p:cNvSpPr>
              <a:spLocks noChangeArrowheads="1"/>
            </p:cNvSpPr>
            <p:nvPr/>
          </p:nvSpPr>
          <p:spPr bwMode="auto">
            <a:xfrm>
              <a:off x="7702550" y="4140200"/>
              <a:ext cx="147638" cy="179388"/>
            </a:xfrm>
            <a:prstGeom prst="ellipse">
              <a:avLst/>
            </a:prstGeom>
            <a:noFill/>
            <a:ln w="2222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57" name="Rectangle 33">
              <a:extLst>
                <a:ext uri="{FF2B5EF4-FFF2-40B4-BE49-F238E27FC236}">
                  <a16:creationId xmlns:a16="http://schemas.microsoft.com/office/drawing/2014/main" id="{336A5503-46BC-C541-B74A-FAD22AA9DBED}"/>
                </a:ext>
              </a:extLst>
            </p:cNvPr>
            <p:cNvSpPr>
              <a:spLocks noChangeArrowheads="1"/>
            </p:cNvSpPr>
            <p:nvPr/>
          </p:nvSpPr>
          <p:spPr bwMode="auto">
            <a:xfrm>
              <a:off x="6992938" y="3649663"/>
              <a:ext cx="254000" cy="457200"/>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30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C</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58" name="Freeform 34">
              <a:extLst>
                <a:ext uri="{FF2B5EF4-FFF2-40B4-BE49-F238E27FC236}">
                  <a16:creationId xmlns:a16="http://schemas.microsoft.com/office/drawing/2014/main" id="{3ACD0ED9-7B3B-9F41-ADC9-D81E05932775}"/>
                </a:ext>
              </a:extLst>
            </p:cNvPr>
            <p:cNvSpPr>
              <a:spLocks/>
            </p:cNvSpPr>
            <p:nvPr/>
          </p:nvSpPr>
          <p:spPr bwMode="auto">
            <a:xfrm>
              <a:off x="6711950" y="3694113"/>
              <a:ext cx="247650" cy="357187"/>
            </a:xfrm>
            <a:custGeom>
              <a:avLst/>
              <a:gdLst>
                <a:gd name="T0" fmla="*/ 0 w 169"/>
                <a:gd name="T1" fmla="*/ 2147483647 h 225"/>
                <a:gd name="T2" fmla="*/ 2147483647 w 169"/>
                <a:gd name="T3" fmla="*/ 2147483647 h 225"/>
                <a:gd name="T4" fmla="*/ 0 w 169"/>
                <a:gd name="T5" fmla="*/ 0 h 225"/>
                <a:gd name="T6" fmla="*/ 0 60000 65536"/>
                <a:gd name="T7" fmla="*/ 0 60000 65536"/>
                <a:gd name="T8" fmla="*/ 0 60000 65536"/>
                <a:gd name="T9" fmla="*/ 0 w 169"/>
                <a:gd name="T10" fmla="*/ 0 h 225"/>
                <a:gd name="T11" fmla="*/ 169 w 169"/>
                <a:gd name="T12" fmla="*/ 225 h 225"/>
              </a:gdLst>
              <a:ahLst/>
              <a:cxnLst>
                <a:cxn ang="T6">
                  <a:pos x="T0" y="T1"/>
                </a:cxn>
                <a:cxn ang="T7">
                  <a:pos x="T2" y="T3"/>
                </a:cxn>
                <a:cxn ang="T8">
                  <a:pos x="T4" y="T5"/>
                </a:cxn>
              </a:cxnLst>
              <a:rect l="T9" t="T10" r="T11" b="T12"/>
              <a:pathLst>
                <a:path w="169" h="225">
                  <a:moveTo>
                    <a:pt x="0" y="225"/>
                  </a:moveTo>
                  <a:lnTo>
                    <a:pt x="169" y="112"/>
                  </a:lnTo>
                  <a:lnTo>
                    <a:pt x="0" y="0"/>
                  </a:lnTo>
                </a:path>
              </a:pathLst>
            </a:custGeom>
            <a:noFill/>
            <a:ln w="22225"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59" name="Line 35">
              <a:extLst>
                <a:ext uri="{FF2B5EF4-FFF2-40B4-BE49-F238E27FC236}">
                  <a16:creationId xmlns:a16="http://schemas.microsoft.com/office/drawing/2014/main" id="{CE93DBF8-FDA2-EC48-B027-AFBE51C158A9}"/>
                </a:ext>
              </a:extLst>
            </p:cNvPr>
            <p:cNvSpPr>
              <a:spLocks noChangeShapeType="1"/>
            </p:cNvSpPr>
            <p:nvPr/>
          </p:nvSpPr>
          <p:spPr bwMode="auto">
            <a:xfrm>
              <a:off x="6438900" y="3352800"/>
              <a:ext cx="304800" cy="0"/>
            </a:xfrm>
            <a:prstGeom prst="line">
              <a:avLst/>
            </a:prstGeom>
            <a:noFill/>
            <a:ln w="22225" cap="rnd">
              <a:solidFill>
                <a:srgbClr val="000000"/>
              </a:solidFill>
              <a:round/>
              <a:headEnd/>
              <a:tailEnd type="triangle"/>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0" name="Line 36">
              <a:extLst>
                <a:ext uri="{FF2B5EF4-FFF2-40B4-BE49-F238E27FC236}">
                  <a16:creationId xmlns:a16="http://schemas.microsoft.com/office/drawing/2014/main" id="{F83D3AB5-5A14-A840-AFF6-5A4F7DC4DD8C}"/>
                </a:ext>
              </a:extLst>
            </p:cNvPr>
            <p:cNvSpPr>
              <a:spLocks noChangeShapeType="1"/>
            </p:cNvSpPr>
            <p:nvPr/>
          </p:nvSpPr>
          <p:spPr bwMode="auto">
            <a:xfrm flipH="1">
              <a:off x="911225" y="3871913"/>
              <a:ext cx="827088" cy="1587"/>
            </a:xfrm>
            <a:prstGeom prst="line">
              <a:avLst/>
            </a:prstGeom>
            <a:noFill/>
            <a:ln w="2222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8" name="Freeform 37">
              <a:extLst>
                <a:ext uri="{FF2B5EF4-FFF2-40B4-BE49-F238E27FC236}">
                  <a16:creationId xmlns:a16="http://schemas.microsoft.com/office/drawing/2014/main" id="{F2505D92-859F-2F42-AA5F-6E78F450D80D}"/>
                </a:ext>
              </a:extLst>
            </p:cNvPr>
            <p:cNvSpPr>
              <a:spLocks/>
            </p:cNvSpPr>
            <p:nvPr/>
          </p:nvSpPr>
          <p:spPr bwMode="auto">
            <a:xfrm>
              <a:off x="1408113" y="3871913"/>
              <a:ext cx="5303837" cy="1250950"/>
            </a:xfrm>
            <a:custGeom>
              <a:avLst/>
              <a:gdLst>
                <a:gd name="T0" fmla="*/ 0 w 3619"/>
                <a:gd name="T1" fmla="*/ 0 h 788"/>
                <a:gd name="T2" fmla="*/ 0 w 3619"/>
                <a:gd name="T3" fmla="*/ 2147483647 h 788"/>
                <a:gd name="T4" fmla="*/ 2147483647 w 3619"/>
                <a:gd name="T5" fmla="*/ 2147483647 h 788"/>
                <a:gd name="T6" fmla="*/ 2147483647 w 3619"/>
                <a:gd name="T7" fmla="*/ 0 h 788"/>
                <a:gd name="T8" fmla="*/ 2147483647 w 3619"/>
                <a:gd name="T9" fmla="*/ 0 h 788"/>
                <a:gd name="T10" fmla="*/ 0 60000 65536"/>
                <a:gd name="T11" fmla="*/ 0 60000 65536"/>
                <a:gd name="T12" fmla="*/ 0 60000 65536"/>
                <a:gd name="T13" fmla="*/ 0 60000 65536"/>
                <a:gd name="T14" fmla="*/ 0 60000 65536"/>
                <a:gd name="T15" fmla="*/ 0 w 3619"/>
                <a:gd name="T16" fmla="*/ 0 h 788"/>
                <a:gd name="T17" fmla="*/ 3619 w 3619"/>
                <a:gd name="T18" fmla="*/ 788 h 788"/>
              </a:gdLst>
              <a:ahLst/>
              <a:cxnLst>
                <a:cxn ang="T10">
                  <a:pos x="T0" y="T1"/>
                </a:cxn>
                <a:cxn ang="T11">
                  <a:pos x="T2" y="T3"/>
                </a:cxn>
                <a:cxn ang="T12">
                  <a:pos x="T4" y="T5"/>
                </a:cxn>
                <a:cxn ang="T13">
                  <a:pos x="T6" y="T7"/>
                </a:cxn>
                <a:cxn ang="T14">
                  <a:pos x="T8" y="T9"/>
                </a:cxn>
              </a:cxnLst>
              <a:rect l="T15" t="T16" r="T17" b="T18"/>
              <a:pathLst>
                <a:path w="3619" h="788">
                  <a:moveTo>
                    <a:pt x="0" y="0"/>
                  </a:moveTo>
                  <a:lnTo>
                    <a:pt x="0" y="788"/>
                  </a:lnTo>
                  <a:lnTo>
                    <a:pt x="3494" y="788"/>
                  </a:lnTo>
                  <a:lnTo>
                    <a:pt x="3494" y="0"/>
                  </a:lnTo>
                  <a:lnTo>
                    <a:pt x="3619" y="0"/>
                  </a:lnTo>
                </a:path>
              </a:pathLst>
            </a:custGeom>
            <a:noFill/>
            <a:ln w="22225"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9" name="Freeform 38">
              <a:extLst>
                <a:ext uri="{FF2B5EF4-FFF2-40B4-BE49-F238E27FC236}">
                  <a16:creationId xmlns:a16="http://schemas.microsoft.com/office/drawing/2014/main" id="{42625070-EA78-2543-88F1-28DD04773340}"/>
                </a:ext>
              </a:extLst>
            </p:cNvPr>
            <p:cNvSpPr>
              <a:spLocks/>
            </p:cNvSpPr>
            <p:nvPr/>
          </p:nvSpPr>
          <p:spPr bwMode="auto">
            <a:xfrm>
              <a:off x="1336675" y="3795713"/>
              <a:ext cx="141288" cy="152400"/>
            </a:xfrm>
            <a:custGeom>
              <a:avLst/>
              <a:gdLst>
                <a:gd name="T0" fmla="*/ 2147483647 w 104"/>
                <a:gd name="T1" fmla="*/ 2147483647 h 104"/>
                <a:gd name="T2" fmla="*/ 2147483647 w 104"/>
                <a:gd name="T3" fmla="*/ 2147483647 h 104"/>
                <a:gd name="T4" fmla="*/ 2147483647 w 104"/>
                <a:gd name="T5" fmla="*/ 0 h 104"/>
                <a:gd name="T6" fmla="*/ 2147483647 w 104"/>
                <a:gd name="T7" fmla="*/ 0 h 104"/>
                <a:gd name="T8" fmla="*/ 0 w 104"/>
                <a:gd name="T9" fmla="*/ 2147483647 h 104"/>
                <a:gd name="T10" fmla="*/ 2147483647 w 104"/>
                <a:gd name="T11" fmla="*/ 2147483647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52" y="104"/>
                  </a:moveTo>
                  <a:cubicBezTo>
                    <a:pt x="81" y="104"/>
                    <a:pt x="104" y="81"/>
                    <a:pt x="104" y="52"/>
                  </a:cubicBezTo>
                  <a:cubicBezTo>
                    <a:pt x="104" y="23"/>
                    <a:pt x="81" y="0"/>
                    <a:pt x="52" y="0"/>
                  </a:cubicBezTo>
                  <a:cubicBezTo>
                    <a:pt x="52" y="0"/>
                    <a:pt x="52" y="0"/>
                    <a:pt x="52" y="0"/>
                  </a:cubicBezTo>
                  <a:cubicBezTo>
                    <a:pt x="23" y="0"/>
                    <a:pt x="0" y="23"/>
                    <a:pt x="0" y="52"/>
                  </a:cubicBezTo>
                  <a:cubicBezTo>
                    <a:pt x="0" y="81"/>
                    <a:pt x="23" y="104"/>
                    <a:pt x="52" y="104"/>
                  </a:cubicBezTo>
                </a:path>
              </a:pathLst>
            </a:custGeom>
            <a:solidFill>
              <a:srgbClr val="000000"/>
            </a:solidFill>
            <a:ln w="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70" name="Freeform 39">
              <a:extLst>
                <a:ext uri="{FF2B5EF4-FFF2-40B4-BE49-F238E27FC236}">
                  <a16:creationId xmlns:a16="http://schemas.microsoft.com/office/drawing/2014/main" id="{291088C4-2EC8-6B49-AAF5-74C5D90D4E95}"/>
                </a:ext>
              </a:extLst>
            </p:cNvPr>
            <p:cNvSpPr>
              <a:spLocks/>
            </p:cNvSpPr>
            <p:nvPr/>
          </p:nvSpPr>
          <p:spPr bwMode="auto">
            <a:xfrm>
              <a:off x="4878388" y="3871913"/>
              <a:ext cx="179387" cy="1250950"/>
            </a:xfrm>
            <a:custGeom>
              <a:avLst/>
              <a:gdLst>
                <a:gd name="T0" fmla="*/ 0 w 123"/>
                <a:gd name="T1" fmla="*/ 2147483647 h 788"/>
                <a:gd name="T2" fmla="*/ 0 w 123"/>
                <a:gd name="T3" fmla="*/ 0 h 788"/>
                <a:gd name="T4" fmla="*/ 2147483647 w 123"/>
                <a:gd name="T5" fmla="*/ 0 h 788"/>
                <a:gd name="T6" fmla="*/ 0 60000 65536"/>
                <a:gd name="T7" fmla="*/ 0 60000 65536"/>
                <a:gd name="T8" fmla="*/ 0 60000 65536"/>
                <a:gd name="T9" fmla="*/ 0 w 123"/>
                <a:gd name="T10" fmla="*/ 0 h 788"/>
                <a:gd name="T11" fmla="*/ 123 w 123"/>
                <a:gd name="T12" fmla="*/ 788 h 788"/>
              </a:gdLst>
              <a:ahLst/>
              <a:cxnLst>
                <a:cxn ang="T6">
                  <a:pos x="T0" y="T1"/>
                </a:cxn>
                <a:cxn ang="T7">
                  <a:pos x="T2" y="T3"/>
                </a:cxn>
                <a:cxn ang="T8">
                  <a:pos x="T4" y="T5"/>
                </a:cxn>
              </a:cxnLst>
              <a:rect l="T9" t="T10" r="T11" b="T12"/>
              <a:pathLst>
                <a:path w="123" h="788">
                  <a:moveTo>
                    <a:pt x="0" y="788"/>
                  </a:moveTo>
                  <a:lnTo>
                    <a:pt x="0" y="0"/>
                  </a:lnTo>
                  <a:lnTo>
                    <a:pt x="123" y="0"/>
                  </a:lnTo>
                </a:path>
              </a:pathLst>
            </a:custGeom>
            <a:noFill/>
            <a:ln w="22225"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71" name="Freeform 40">
              <a:extLst>
                <a:ext uri="{FF2B5EF4-FFF2-40B4-BE49-F238E27FC236}">
                  <a16:creationId xmlns:a16="http://schemas.microsoft.com/office/drawing/2014/main" id="{B3D4B283-A302-0B4E-8684-6FFF23FC7BE6}"/>
                </a:ext>
              </a:extLst>
            </p:cNvPr>
            <p:cNvSpPr>
              <a:spLocks/>
            </p:cNvSpPr>
            <p:nvPr/>
          </p:nvSpPr>
          <p:spPr bwMode="auto">
            <a:xfrm>
              <a:off x="4806950" y="5046663"/>
              <a:ext cx="141288" cy="150812"/>
            </a:xfrm>
            <a:custGeom>
              <a:avLst/>
              <a:gdLst>
                <a:gd name="T0" fmla="*/ 2147483647 w 104"/>
                <a:gd name="T1" fmla="*/ 0 h 103"/>
                <a:gd name="T2" fmla="*/ 0 w 104"/>
                <a:gd name="T3" fmla="*/ 2147483647 h 103"/>
                <a:gd name="T4" fmla="*/ 2147483647 w 104"/>
                <a:gd name="T5" fmla="*/ 2147483647 h 103"/>
                <a:gd name="T6" fmla="*/ 2147483647 w 104"/>
                <a:gd name="T7" fmla="*/ 2147483647 h 103"/>
                <a:gd name="T8" fmla="*/ 2147483647 w 104"/>
                <a:gd name="T9" fmla="*/ 2147483647 h 103"/>
                <a:gd name="T10" fmla="*/ 2147483647 w 104"/>
                <a:gd name="T11" fmla="*/ 0 h 103"/>
                <a:gd name="T12" fmla="*/ 0 60000 65536"/>
                <a:gd name="T13" fmla="*/ 0 60000 65536"/>
                <a:gd name="T14" fmla="*/ 0 60000 65536"/>
                <a:gd name="T15" fmla="*/ 0 60000 65536"/>
                <a:gd name="T16" fmla="*/ 0 60000 65536"/>
                <a:gd name="T17" fmla="*/ 0 60000 65536"/>
                <a:gd name="T18" fmla="*/ 0 w 104"/>
                <a:gd name="T19" fmla="*/ 0 h 103"/>
                <a:gd name="T20" fmla="*/ 104 w 104"/>
                <a:gd name="T21" fmla="*/ 103 h 103"/>
              </a:gdLst>
              <a:ahLst/>
              <a:cxnLst>
                <a:cxn ang="T12">
                  <a:pos x="T0" y="T1"/>
                </a:cxn>
                <a:cxn ang="T13">
                  <a:pos x="T2" y="T3"/>
                </a:cxn>
                <a:cxn ang="T14">
                  <a:pos x="T4" y="T5"/>
                </a:cxn>
                <a:cxn ang="T15">
                  <a:pos x="T6" y="T7"/>
                </a:cxn>
                <a:cxn ang="T16">
                  <a:pos x="T8" y="T9"/>
                </a:cxn>
                <a:cxn ang="T17">
                  <a:pos x="T10" y="T11"/>
                </a:cxn>
              </a:cxnLst>
              <a:rect l="T18" t="T19" r="T20" b="T21"/>
              <a:pathLst>
                <a:path w="104" h="103">
                  <a:moveTo>
                    <a:pt x="52" y="0"/>
                  </a:moveTo>
                  <a:cubicBezTo>
                    <a:pt x="23" y="0"/>
                    <a:pt x="0" y="23"/>
                    <a:pt x="0" y="52"/>
                  </a:cubicBezTo>
                  <a:cubicBezTo>
                    <a:pt x="0" y="80"/>
                    <a:pt x="23" y="103"/>
                    <a:pt x="52" y="103"/>
                  </a:cubicBezTo>
                  <a:cubicBezTo>
                    <a:pt x="52" y="103"/>
                    <a:pt x="52" y="103"/>
                    <a:pt x="52" y="103"/>
                  </a:cubicBezTo>
                  <a:cubicBezTo>
                    <a:pt x="80" y="103"/>
                    <a:pt x="104" y="80"/>
                    <a:pt x="104" y="52"/>
                  </a:cubicBezTo>
                  <a:cubicBezTo>
                    <a:pt x="104" y="23"/>
                    <a:pt x="80" y="0"/>
                    <a:pt x="52" y="0"/>
                  </a:cubicBezTo>
                </a:path>
              </a:pathLst>
            </a:custGeom>
            <a:solidFill>
              <a:srgbClr val="000000"/>
            </a:solidFill>
            <a:ln w="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72" name="Freeform 41">
              <a:extLst>
                <a:ext uri="{FF2B5EF4-FFF2-40B4-BE49-F238E27FC236}">
                  <a16:creationId xmlns:a16="http://schemas.microsoft.com/office/drawing/2014/main" id="{FE4A9811-3232-1C40-8BFB-96BB87369B09}"/>
                </a:ext>
              </a:extLst>
            </p:cNvPr>
            <p:cNvSpPr>
              <a:spLocks/>
            </p:cNvSpPr>
            <p:nvPr/>
          </p:nvSpPr>
          <p:spPr bwMode="auto">
            <a:xfrm>
              <a:off x="3225800" y="3871913"/>
              <a:ext cx="180975" cy="1250950"/>
            </a:xfrm>
            <a:custGeom>
              <a:avLst/>
              <a:gdLst>
                <a:gd name="T0" fmla="*/ 0 w 124"/>
                <a:gd name="T1" fmla="*/ 2147483647 h 788"/>
                <a:gd name="T2" fmla="*/ 0 w 124"/>
                <a:gd name="T3" fmla="*/ 0 h 788"/>
                <a:gd name="T4" fmla="*/ 2147483647 w 124"/>
                <a:gd name="T5" fmla="*/ 0 h 788"/>
                <a:gd name="T6" fmla="*/ 0 60000 65536"/>
                <a:gd name="T7" fmla="*/ 0 60000 65536"/>
                <a:gd name="T8" fmla="*/ 0 60000 65536"/>
                <a:gd name="T9" fmla="*/ 0 w 124"/>
                <a:gd name="T10" fmla="*/ 0 h 788"/>
                <a:gd name="T11" fmla="*/ 124 w 124"/>
                <a:gd name="T12" fmla="*/ 788 h 788"/>
              </a:gdLst>
              <a:ahLst/>
              <a:cxnLst>
                <a:cxn ang="T6">
                  <a:pos x="T0" y="T1"/>
                </a:cxn>
                <a:cxn ang="T7">
                  <a:pos x="T2" y="T3"/>
                </a:cxn>
                <a:cxn ang="T8">
                  <a:pos x="T4" y="T5"/>
                </a:cxn>
              </a:cxnLst>
              <a:rect l="T9" t="T10" r="T11" b="T12"/>
              <a:pathLst>
                <a:path w="124" h="788">
                  <a:moveTo>
                    <a:pt x="0" y="788"/>
                  </a:moveTo>
                  <a:lnTo>
                    <a:pt x="0" y="0"/>
                  </a:lnTo>
                  <a:lnTo>
                    <a:pt x="124" y="0"/>
                  </a:lnTo>
                </a:path>
              </a:pathLst>
            </a:custGeom>
            <a:noFill/>
            <a:ln w="22225"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73" name="Freeform 42">
              <a:extLst>
                <a:ext uri="{FF2B5EF4-FFF2-40B4-BE49-F238E27FC236}">
                  <a16:creationId xmlns:a16="http://schemas.microsoft.com/office/drawing/2014/main" id="{B001D81C-9590-D64E-A854-3C3A1E1DD144}"/>
                </a:ext>
              </a:extLst>
            </p:cNvPr>
            <p:cNvSpPr>
              <a:spLocks/>
            </p:cNvSpPr>
            <p:nvPr/>
          </p:nvSpPr>
          <p:spPr bwMode="auto">
            <a:xfrm>
              <a:off x="3154363" y="5046663"/>
              <a:ext cx="141287" cy="150812"/>
            </a:xfrm>
            <a:custGeom>
              <a:avLst/>
              <a:gdLst>
                <a:gd name="T0" fmla="*/ 2147483647 w 104"/>
                <a:gd name="T1" fmla="*/ 0 h 103"/>
                <a:gd name="T2" fmla="*/ 0 w 104"/>
                <a:gd name="T3" fmla="*/ 2147483647 h 103"/>
                <a:gd name="T4" fmla="*/ 2147483647 w 104"/>
                <a:gd name="T5" fmla="*/ 2147483647 h 103"/>
                <a:gd name="T6" fmla="*/ 2147483647 w 104"/>
                <a:gd name="T7" fmla="*/ 2147483647 h 103"/>
                <a:gd name="T8" fmla="*/ 2147483647 w 104"/>
                <a:gd name="T9" fmla="*/ 2147483647 h 103"/>
                <a:gd name="T10" fmla="*/ 2147483647 w 104"/>
                <a:gd name="T11" fmla="*/ 0 h 103"/>
                <a:gd name="T12" fmla="*/ 0 60000 65536"/>
                <a:gd name="T13" fmla="*/ 0 60000 65536"/>
                <a:gd name="T14" fmla="*/ 0 60000 65536"/>
                <a:gd name="T15" fmla="*/ 0 60000 65536"/>
                <a:gd name="T16" fmla="*/ 0 60000 65536"/>
                <a:gd name="T17" fmla="*/ 0 60000 65536"/>
                <a:gd name="T18" fmla="*/ 0 w 104"/>
                <a:gd name="T19" fmla="*/ 0 h 103"/>
                <a:gd name="T20" fmla="*/ 104 w 104"/>
                <a:gd name="T21" fmla="*/ 103 h 103"/>
              </a:gdLst>
              <a:ahLst/>
              <a:cxnLst>
                <a:cxn ang="T12">
                  <a:pos x="T0" y="T1"/>
                </a:cxn>
                <a:cxn ang="T13">
                  <a:pos x="T2" y="T3"/>
                </a:cxn>
                <a:cxn ang="T14">
                  <a:pos x="T4" y="T5"/>
                </a:cxn>
                <a:cxn ang="T15">
                  <a:pos x="T6" y="T7"/>
                </a:cxn>
                <a:cxn ang="T16">
                  <a:pos x="T8" y="T9"/>
                </a:cxn>
                <a:cxn ang="T17">
                  <a:pos x="T10" y="T11"/>
                </a:cxn>
              </a:cxnLst>
              <a:rect l="T18" t="T19" r="T20" b="T21"/>
              <a:pathLst>
                <a:path w="104" h="103">
                  <a:moveTo>
                    <a:pt x="52" y="0"/>
                  </a:moveTo>
                  <a:cubicBezTo>
                    <a:pt x="23" y="0"/>
                    <a:pt x="0" y="23"/>
                    <a:pt x="0" y="52"/>
                  </a:cubicBezTo>
                  <a:cubicBezTo>
                    <a:pt x="0" y="80"/>
                    <a:pt x="23" y="103"/>
                    <a:pt x="52" y="103"/>
                  </a:cubicBezTo>
                  <a:cubicBezTo>
                    <a:pt x="52" y="103"/>
                    <a:pt x="52" y="103"/>
                    <a:pt x="52" y="103"/>
                  </a:cubicBezTo>
                  <a:cubicBezTo>
                    <a:pt x="81" y="103"/>
                    <a:pt x="104" y="80"/>
                    <a:pt x="104" y="52"/>
                  </a:cubicBezTo>
                  <a:cubicBezTo>
                    <a:pt x="104" y="23"/>
                    <a:pt x="81" y="0"/>
                    <a:pt x="52" y="0"/>
                  </a:cubicBezTo>
                </a:path>
              </a:pathLst>
            </a:custGeom>
            <a:solidFill>
              <a:srgbClr val="000000"/>
            </a:solidFill>
            <a:ln w="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74" name="Rectangle 43">
              <a:extLst>
                <a:ext uri="{FF2B5EF4-FFF2-40B4-BE49-F238E27FC236}">
                  <a16:creationId xmlns:a16="http://schemas.microsoft.com/office/drawing/2014/main" id="{B769E240-6848-814A-8683-824B0BB47891}"/>
                </a:ext>
              </a:extLst>
            </p:cNvPr>
            <p:cNvSpPr>
              <a:spLocks noChangeArrowheads="1"/>
            </p:cNvSpPr>
            <p:nvPr/>
          </p:nvSpPr>
          <p:spPr bwMode="auto">
            <a:xfrm>
              <a:off x="5181600" y="5422225"/>
              <a:ext cx="2368550" cy="430887"/>
            </a:xfrm>
            <a:prstGeom prst="rect">
              <a:avLst/>
            </a:prstGeom>
            <a:noFill/>
            <a:ln w="9525">
              <a:noFill/>
              <a:miter lim="800000"/>
              <a:headEnd/>
              <a:tailEnd/>
            </a:ln>
          </p:spPr>
          <p:txBody>
            <a:bodyPr wrap="square" lIns="0" tIns="0" rIns="0" bIns="0">
              <a:spAutoFit/>
            </a:bodyPr>
            <a:lstStyle/>
            <a:p>
              <a:pPr marL="0" marR="0" lvl="0" indent="0" defTabSz="914400" rtl="0" eaLnBrk="1" fontAlgn="base" latinLnBrk="0" hangingPunct="1">
                <a:lnSpc>
                  <a:spcPct val="100000"/>
                </a:lnSpc>
                <a:spcBef>
                  <a:spcPct val="0"/>
                </a:spcBef>
                <a:spcAft>
                  <a:spcPct val="0"/>
                </a:spcAft>
                <a:buClrTx/>
                <a:buSzTx/>
                <a:buFontTx/>
                <a:buNone/>
                <a:tabLst/>
                <a:defRPr/>
              </a:pPr>
              <a:r>
                <a:rPr kumimoji="0" lang="zh-CN" altLang="en-US" sz="28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串行输入</a:t>
              </a:r>
              <a:endParaRPr kumimoji="0" lang="en-US" altLang="zh-CN" sz="28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endParaRPr>
            </a:p>
          </p:txBody>
        </p:sp>
        <p:sp>
          <p:nvSpPr>
            <p:cNvPr id="75" name="Rectangle 44">
              <a:extLst>
                <a:ext uri="{FF2B5EF4-FFF2-40B4-BE49-F238E27FC236}">
                  <a16:creationId xmlns:a16="http://schemas.microsoft.com/office/drawing/2014/main" id="{886E71AC-5DAA-8F4F-BF6A-ABE81551EBB3}"/>
                </a:ext>
              </a:extLst>
            </p:cNvPr>
            <p:cNvSpPr>
              <a:spLocks noChangeArrowheads="1"/>
            </p:cNvSpPr>
            <p:nvPr/>
          </p:nvSpPr>
          <p:spPr bwMode="auto">
            <a:xfrm>
              <a:off x="1862138" y="5422225"/>
              <a:ext cx="2144697" cy="430887"/>
            </a:xfrm>
            <a:prstGeom prst="rect">
              <a:avLst/>
            </a:prstGeom>
            <a:noFill/>
            <a:ln w="9525">
              <a:noFill/>
              <a:miter lim="800000"/>
              <a:headEnd/>
              <a:tailEnd/>
            </a:ln>
          </p:spPr>
          <p:txBody>
            <a:bodyPr wrap="square" lIns="0" tIns="0" rIns="0" bIns="0">
              <a:spAutoFit/>
            </a:bodyPr>
            <a:lstStyle/>
            <a:p>
              <a:pPr marL="0" marR="0" lvl="0" indent="0" defTabSz="914400" rtl="0" eaLnBrk="1" fontAlgn="base" latinLnBrk="0" hangingPunct="1">
                <a:lnSpc>
                  <a:spcPct val="100000"/>
                </a:lnSpc>
                <a:spcBef>
                  <a:spcPct val="0"/>
                </a:spcBef>
                <a:spcAft>
                  <a:spcPct val="0"/>
                </a:spcAft>
                <a:buClrTx/>
                <a:buSzTx/>
                <a:buFontTx/>
                <a:buNone/>
                <a:tabLst/>
                <a:defRPr/>
              </a:pPr>
              <a:r>
                <a:rPr lang="zh-CN" altLang="en-US" sz="2800" b="0">
                  <a:solidFill>
                    <a:srgbClr val="000000"/>
                  </a:solidFill>
                  <a:latin typeface="黑体" panose="02010609060101010101" pitchFamily="49" charset="-122"/>
                  <a:ea typeface="黑体" panose="02010609060101010101" pitchFamily="49" charset="-122"/>
                </a:rPr>
                <a:t>串行输出</a:t>
              </a:r>
              <a:endParaRPr kumimoji="0" lang="en-US" altLang="zh-CN" sz="28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endParaRPr>
            </a:p>
          </p:txBody>
        </p:sp>
        <p:sp>
          <p:nvSpPr>
            <p:cNvPr id="76" name="Rectangle 45">
              <a:extLst>
                <a:ext uri="{FF2B5EF4-FFF2-40B4-BE49-F238E27FC236}">
                  <a16:creationId xmlns:a16="http://schemas.microsoft.com/office/drawing/2014/main" id="{DDE288E6-C4C1-9E42-9796-0E4C57535D43}"/>
                </a:ext>
              </a:extLst>
            </p:cNvPr>
            <p:cNvSpPr>
              <a:spLocks noChangeArrowheads="1"/>
            </p:cNvSpPr>
            <p:nvPr/>
          </p:nvSpPr>
          <p:spPr bwMode="auto">
            <a:xfrm>
              <a:off x="503238" y="3886200"/>
              <a:ext cx="875240" cy="46166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3000" b="0" i="0" u="none" strike="noStrike" kern="1200" cap="none" spc="0" normalizeH="0" baseline="0" noProof="0" dirty="0">
                  <a:ln>
                    <a:noFill/>
                  </a:ln>
                  <a:solidFill>
                    <a:srgbClr val="000000"/>
                  </a:solidFill>
                  <a:effectLst/>
                  <a:uLnTx/>
                  <a:uFillTx/>
                  <a:latin typeface="+mn-lt"/>
                  <a:ea typeface="宋体" pitchFamily="2" charset="-122"/>
                  <a:cs typeface="+mn-cs"/>
                </a:rPr>
                <a:t>clock</a:t>
              </a:r>
              <a:endParaRPr kumimoji="0" lang="en-US" altLang="zh-CN" sz="2800" b="0" i="0" u="none" strike="noStrike" kern="1200" cap="none" spc="0" normalizeH="0" baseline="0" noProof="0" dirty="0">
                <a:ln>
                  <a:noFill/>
                </a:ln>
                <a:solidFill>
                  <a:srgbClr val="000000"/>
                </a:solidFill>
                <a:effectLst/>
                <a:uLnTx/>
                <a:uFillTx/>
                <a:latin typeface="+mn-lt"/>
                <a:ea typeface="宋体" pitchFamily="2" charset="-122"/>
                <a:cs typeface="+mn-cs"/>
              </a:endParaRPr>
            </a:p>
          </p:txBody>
        </p:sp>
        <p:sp>
          <p:nvSpPr>
            <p:cNvPr id="77" name="Text Box 46">
              <a:extLst>
                <a:ext uri="{FF2B5EF4-FFF2-40B4-BE49-F238E27FC236}">
                  <a16:creationId xmlns:a16="http://schemas.microsoft.com/office/drawing/2014/main" id="{194B2EC7-42AD-DC4D-998F-1E14A313C704}"/>
                </a:ext>
              </a:extLst>
            </p:cNvPr>
            <p:cNvSpPr txBox="1">
              <a:spLocks noChangeArrowheads="1"/>
            </p:cNvSpPr>
            <p:nvPr/>
          </p:nvSpPr>
          <p:spPr bwMode="auto">
            <a:xfrm>
              <a:off x="2603807" y="3382010"/>
              <a:ext cx="887412" cy="461665"/>
            </a:xfrm>
            <a:prstGeom prst="rect">
              <a:avLst/>
            </a:prstGeom>
            <a:noFill/>
            <a:ln w="9525" algn="ctr">
              <a:noFill/>
              <a:miter lim="800000"/>
              <a:headEnd/>
              <a:tailEnd/>
            </a:ln>
          </p:spPr>
          <p:txBody>
            <a:bodyPr wrap="square">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400" b="1" i="0" u="none" strike="noStrike" kern="1200" cap="none" spc="0" normalizeH="0" baseline="0" noProof="0" dirty="0">
                  <a:ln>
                    <a:noFill/>
                  </a:ln>
                  <a:solidFill>
                    <a:srgbClr val="0000CC"/>
                  </a:solidFill>
                  <a:effectLst/>
                  <a:uLnTx/>
                  <a:uFillTx/>
                  <a:latin typeface="+mn-lt"/>
                  <a:ea typeface="宋体" pitchFamily="2" charset="-122"/>
                  <a:cs typeface="+mn-cs"/>
                </a:rPr>
                <a:t>MSB</a:t>
              </a:r>
            </a:p>
          </p:txBody>
        </p:sp>
        <p:sp>
          <p:nvSpPr>
            <p:cNvPr id="78" name="Text Box 47">
              <a:extLst>
                <a:ext uri="{FF2B5EF4-FFF2-40B4-BE49-F238E27FC236}">
                  <a16:creationId xmlns:a16="http://schemas.microsoft.com/office/drawing/2014/main" id="{FB910392-5009-3D40-AD54-8474C1F0F0C1}"/>
                </a:ext>
              </a:extLst>
            </p:cNvPr>
            <p:cNvSpPr txBox="1">
              <a:spLocks noChangeArrowheads="1"/>
            </p:cNvSpPr>
            <p:nvPr/>
          </p:nvSpPr>
          <p:spPr bwMode="auto">
            <a:xfrm>
              <a:off x="7665640" y="3276600"/>
              <a:ext cx="894160" cy="461665"/>
            </a:xfrm>
            <a:prstGeom prst="rect">
              <a:avLst/>
            </a:prstGeom>
            <a:noFill/>
            <a:ln w="9525" algn="ctr">
              <a:noFill/>
              <a:miter lim="800000"/>
              <a:headEnd/>
              <a:tailEnd/>
            </a:ln>
          </p:spPr>
          <p:txBody>
            <a:bodyPr wrap="square">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400" b="1" i="0" u="none" strike="noStrike" kern="1200" cap="none" spc="0" normalizeH="0" baseline="0" noProof="0" dirty="0">
                  <a:ln>
                    <a:noFill/>
                  </a:ln>
                  <a:solidFill>
                    <a:srgbClr val="0000CC"/>
                  </a:solidFill>
                  <a:effectLst/>
                  <a:uLnTx/>
                  <a:uFillTx/>
                  <a:latin typeface="+mn-lt"/>
                  <a:ea typeface="宋体" pitchFamily="2" charset="-122"/>
                  <a:cs typeface="+mn-cs"/>
                </a:rPr>
                <a:t>LSB</a:t>
              </a:r>
            </a:p>
          </p:txBody>
        </p:sp>
        <p:grpSp>
          <p:nvGrpSpPr>
            <p:cNvPr id="79" name="Group 48">
              <a:extLst>
                <a:ext uri="{FF2B5EF4-FFF2-40B4-BE49-F238E27FC236}">
                  <a16:creationId xmlns:a16="http://schemas.microsoft.com/office/drawing/2014/main" id="{2565D6D5-CA9F-B94C-B2E7-5F98C90C45AF}"/>
                </a:ext>
              </a:extLst>
            </p:cNvPr>
            <p:cNvGrpSpPr>
              <a:grpSpLocks/>
            </p:cNvGrpSpPr>
            <p:nvPr/>
          </p:nvGrpSpPr>
          <p:grpSpPr bwMode="auto">
            <a:xfrm>
              <a:off x="3162300" y="2590800"/>
              <a:ext cx="3200400" cy="838200"/>
              <a:chOff x="1728" y="1056"/>
              <a:chExt cx="2016" cy="528"/>
            </a:xfrm>
          </p:grpSpPr>
          <p:sp>
            <p:nvSpPr>
              <p:cNvPr id="80" name="Line 49">
                <a:extLst>
                  <a:ext uri="{FF2B5EF4-FFF2-40B4-BE49-F238E27FC236}">
                    <a16:creationId xmlns:a16="http://schemas.microsoft.com/office/drawing/2014/main" id="{EB873EB9-D045-BD45-81E0-2781D8199F1D}"/>
                  </a:ext>
                </a:extLst>
              </p:cNvPr>
              <p:cNvSpPr>
                <a:spLocks noChangeShapeType="1"/>
              </p:cNvSpPr>
              <p:nvPr/>
            </p:nvSpPr>
            <p:spPr bwMode="auto">
              <a:xfrm>
                <a:off x="1728" y="1056"/>
                <a:ext cx="2016" cy="0"/>
              </a:xfrm>
              <a:prstGeom prst="line">
                <a:avLst/>
              </a:prstGeom>
              <a:noFill/>
              <a:ln w="2222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81" name="Line 50">
                <a:extLst>
                  <a:ext uri="{FF2B5EF4-FFF2-40B4-BE49-F238E27FC236}">
                    <a16:creationId xmlns:a16="http://schemas.microsoft.com/office/drawing/2014/main" id="{CEB24A21-F2D5-644E-BCB9-F7D40B30FEC2}"/>
                  </a:ext>
                </a:extLst>
              </p:cNvPr>
              <p:cNvSpPr>
                <a:spLocks noChangeShapeType="1"/>
              </p:cNvSpPr>
              <p:nvPr/>
            </p:nvSpPr>
            <p:spPr bwMode="auto">
              <a:xfrm>
                <a:off x="3552" y="1536"/>
                <a:ext cx="192" cy="0"/>
              </a:xfrm>
              <a:prstGeom prst="line">
                <a:avLst/>
              </a:prstGeom>
              <a:noFill/>
              <a:ln w="19050">
                <a:solidFill>
                  <a:schemeClr val="tx1"/>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82" name="Line 51">
                <a:extLst>
                  <a:ext uri="{FF2B5EF4-FFF2-40B4-BE49-F238E27FC236}">
                    <a16:creationId xmlns:a16="http://schemas.microsoft.com/office/drawing/2014/main" id="{31850B82-B351-734E-AD70-4A0E7184CCFF}"/>
                  </a:ext>
                </a:extLst>
              </p:cNvPr>
              <p:cNvSpPr>
                <a:spLocks noChangeShapeType="1"/>
              </p:cNvSpPr>
              <p:nvPr/>
            </p:nvSpPr>
            <p:spPr bwMode="auto">
              <a:xfrm flipV="1">
                <a:off x="3744" y="1056"/>
                <a:ext cx="0" cy="480"/>
              </a:xfrm>
              <a:prstGeom prst="line">
                <a:avLst/>
              </a:prstGeom>
              <a:noFill/>
              <a:ln w="19050">
                <a:solidFill>
                  <a:schemeClr val="tx1"/>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83" name="Line 52">
                <a:extLst>
                  <a:ext uri="{FF2B5EF4-FFF2-40B4-BE49-F238E27FC236}">
                    <a16:creationId xmlns:a16="http://schemas.microsoft.com/office/drawing/2014/main" id="{AE0043CC-CA07-AD4A-B551-0F66B7B40543}"/>
                  </a:ext>
                </a:extLst>
              </p:cNvPr>
              <p:cNvSpPr>
                <a:spLocks noChangeShapeType="1"/>
              </p:cNvSpPr>
              <p:nvPr/>
            </p:nvSpPr>
            <p:spPr bwMode="auto">
              <a:xfrm>
                <a:off x="1728" y="1584"/>
                <a:ext cx="144" cy="0"/>
              </a:xfrm>
              <a:prstGeom prst="line">
                <a:avLst/>
              </a:prstGeom>
              <a:noFill/>
              <a:ln w="19050">
                <a:solidFill>
                  <a:schemeClr val="tx1"/>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84" name="Line 53">
                <a:extLst>
                  <a:ext uri="{FF2B5EF4-FFF2-40B4-BE49-F238E27FC236}">
                    <a16:creationId xmlns:a16="http://schemas.microsoft.com/office/drawing/2014/main" id="{91BCA0E8-C0CA-6A4D-B4BC-F0B802644D82}"/>
                  </a:ext>
                </a:extLst>
              </p:cNvPr>
              <p:cNvSpPr>
                <a:spLocks noChangeShapeType="1"/>
              </p:cNvSpPr>
              <p:nvPr/>
            </p:nvSpPr>
            <p:spPr bwMode="auto">
              <a:xfrm flipV="1">
                <a:off x="1728" y="1056"/>
                <a:ext cx="0" cy="528"/>
              </a:xfrm>
              <a:prstGeom prst="line">
                <a:avLst/>
              </a:prstGeom>
              <a:noFill/>
              <a:ln w="19050">
                <a:solidFill>
                  <a:schemeClr val="tx1"/>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grpSp>
        <p:grpSp>
          <p:nvGrpSpPr>
            <p:cNvPr id="85" name="Group 54">
              <a:extLst>
                <a:ext uri="{FF2B5EF4-FFF2-40B4-BE49-F238E27FC236}">
                  <a16:creationId xmlns:a16="http://schemas.microsoft.com/office/drawing/2014/main" id="{1140F4D7-84EC-E641-B51D-E07FD3253636}"/>
                </a:ext>
              </a:extLst>
            </p:cNvPr>
            <p:cNvGrpSpPr>
              <a:grpSpLocks/>
            </p:cNvGrpSpPr>
            <p:nvPr/>
          </p:nvGrpSpPr>
          <p:grpSpPr bwMode="auto">
            <a:xfrm>
              <a:off x="4838700" y="2362200"/>
              <a:ext cx="3200400" cy="1066800"/>
              <a:chOff x="1728" y="1056"/>
              <a:chExt cx="2016" cy="528"/>
            </a:xfrm>
          </p:grpSpPr>
          <p:sp>
            <p:nvSpPr>
              <p:cNvPr id="86" name="Line 55">
                <a:extLst>
                  <a:ext uri="{FF2B5EF4-FFF2-40B4-BE49-F238E27FC236}">
                    <a16:creationId xmlns:a16="http://schemas.microsoft.com/office/drawing/2014/main" id="{EA20AF4E-40C0-1044-9D1F-E6D2B077CD94}"/>
                  </a:ext>
                </a:extLst>
              </p:cNvPr>
              <p:cNvSpPr>
                <a:spLocks noChangeShapeType="1"/>
              </p:cNvSpPr>
              <p:nvPr/>
            </p:nvSpPr>
            <p:spPr bwMode="auto">
              <a:xfrm>
                <a:off x="1728" y="1056"/>
                <a:ext cx="2016" cy="0"/>
              </a:xfrm>
              <a:prstGeom prst="line">
                <a:avLst/>
              </a:prstGeom>
              <a:noFill/>
              <a:ln w="28575" cap="rnd">
                <a:solidFill>
                  <a:srgbClr val="C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87" name="Line 56">
                <a:extLst>
                  <a:ext uri="{FF2B5EF4-FFF2-40B4-BE49-F238E27FC236}">
                    <a16:creationId xmlns:a16="http://schemas.microsoft.com/office/drawing/2014/main" id="{4E90692D-252F-2C45-9CF9-DD7ED17AC50C}"/>
                  </a:ext>
                </a:extLst>
              </p:cNvPr>
              <p:cNvSpPr>
                <a:spLocks noChangeShapeType="1"/>
              </p:cNvSpPr>
              <p:nvPr/>
            </p:nvSpPr>
            <p:spPr bwMode="auto">
              <a:xfrm>
                <a:off x="3552" y="1536"/>
                <a:ext cx="192" cy="0"/>
              </a:xfrm>
              <a:prstGeom prst="line">
                <a:avLst/>
              </a:prstGeom>
              <a:noFill/>
              <a:ln w="28575">
                <a:solidFill>
                  <a:srgbClr val="C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88" name="Line 57">
                <a:extLst>
                  <a:ext uri="{FF2B5EF4-FFF2-40B4-BE49-F238E27FC236}">
                    <a16:creationId xmlns:a16="http://schemas.microsoft.com/office/drawing/2014/main" id="{8FC59F6B-135A-0544-96BA-3F123451E4F0}"/>
                  </a:ext>
                </a:extLst>
              </p:cNvPr>
              <p:cNvSpPr>
                <a:spLocks noChangeShapeType="1"/>
              </p:cNvSpPr>
              <p:nvPr/>
            </p:nvSpPr>
            <p:spPr bwMode="auto">
              <a:xfrm flipV="1">
                <a:off x="3744" y="1056"/>
                <a:ext cx="0" cy="480"/>
              </a:xfrm>
              <a:prstGeom prst="line">
                <a:avLst/>
              </a:prstGeom>
              <a:noFill/>
              <a:ln w="28575">
                <a:solidFill>
                  <a:srgbClr val="C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89" name="Line 58">
                <a:extLst>
                  <a:ext uri="{FF2B5EF4-FFF2-40B4-BE49-F238E27FC236}">
                    <a16:creationId xmlns:a16="http://schemas.microsoft.com/office/drawing/2014/main" id="{456A5001-440F-8348-ADEA-F2CAB9E46925}"/>
                  </a:ext>
                </a:extLst>
              </p:cNvPr>
              <p:cNvSpPr>
                <a:spLocks noChangeShapeType="1"/>
              </p:cNvSpPr>
              <p:nvPr/>
            </p:nvSpPr>
            <p:spPr bwMode="auto">
              <a:xfrm>
                <a:off x="1728" y="1584"/>
                <a:ext cx="144" cy="0"/>
              </a:xfrm>
              <a:prstGeom prst="line">
                <a:avLst/>
              </a:prstGeom>
              <a:noFill/>
              <a:ln w="28575">
                <a:solidFill>
                  <a:srgbClr val="C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90" name="Line 59">
                <a:extLst>
                  <a:ext uri="{FF2B5EF4-FFF2-40B4-BE49-F238E27FC236}">
                    <a16:creationId xmlns:a16="http://schemas.microsoft.com/office/drawing/2014/main" id="{1C808065-3F76-C844-8006-83DE6FC74042}"/>
                  </a:ext>
                </a:extLst>
              </p:cNvPr>
              <p:cNvSpPr>
                <a:spLocks noChangeShapeType="1"/>
              </p:cNvSpPr>
              <p:nvPr/>
            </p:nvSpPr>
            <p:spPr bwMode="auto">
              <a:xfrm flipV="1">
                <a:off x="1728" y="1056"/>
                <a:ext cx="0" cy="528"/>
              </a:xfrm>
              <a:prstGeom prst="line">
                <a:avLst/>
              </a:prstGeom>
              <a:noFill/>
              <a:ln w="28575">
                <a:solidFill>
                  <a:srgbClr val="C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grpSp>
        <p:sp>
          <p:nvSpPr>
            <p:cNvPr id="91" name="Line 60">
              <a:extLst>
                <a:ext uri="{FF2B5EF4-FFF2-40B4-BE49-F238E27FC236}">
                  <a16:creationId xmlns:a16="http://schemas.microsoft.com/office/drawing/2014/main" id="{3E546C99-2B70-D147-9AF8-A2F98C745AB2}"/>
                </a:ext>
              </a:extLst>
            </p:cNvPr>
            <p:cNvSpPr>
              <a:spLocks noChangeShapeType="1"/>
            </p:cNvSpPr>
            <p:nvPr/>
          </p:nvSpPr>
          <p:spPr bwMode="auto">
            <a:xfrm>
              <a:off x="6438900" y="3352800"/>
              <a:ext cx="0" cy="2057400"/>
            </a:xfrm>
            <a:prstGeom prst="line">
              <a:avLst/>
            </a:prstGeom>
            <a:noFill/>
            <a:ln w="19050">
              <a:solidFill>
                <a:schemeClr val="tx1"/>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92" name="Line 61">
              <a:extLst>
                <a:ext uri="{FF2B5EF4-FFF2-40B4-BE49-F238E27FC236}">
                  <a16:creationId xmlns:a16="http://schemas.microsoft.com/office/drawing/2014/main" id="{B0AC3271-CB8C-4D43-BC16-EFD111920A25}"/>
                </a:ext>
              </a:extLst>
            </p:cNvPr>
            <p:cNvSpPr>
              <a:spLocks noChangeShapeType="1"/>
            </p:cNvSpPr>
            <p:nvPr/>
          </p:nvSpPr>
          <p:spPr bwMode="auto">
            <a:xfrm>
              <a:off x="2705100" y="3352800"/>
              <a:ext cx="228600" cy="0"/>
            </a:xfrm>
            <a:prstGeom prst="line">
              <a:avLst/>
            </a:prstGeom>
            <a:noFill/>
            <a:ln w="2222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93" name="Line 62">
              <a:extLst>
                <a:ext uri="{FF2B5EF4-FFF2-40B4-BE49-F238E27FC236}">
                  <a16:creationId xmlns:a16="http://schemas.microsoft.com/office/drawing/2014/main" id="{F36C2373-40CF-DD46-8587-C1904CB45776}"/>
                </a:ext>
              </a:extLst>
            </p:cNvPr>
            <p:cNvSpPr>
              <a:spLocks noChangeShapeType="1"/>
            </p:cNvSpPr>
            <p:nvPr/>
          </p:nvSpPr>
          <p:spPr bwMode="auto">
            <a:xfrm>
              <a:off x="2933700" y="3352800"/>
              <a:ext cx="0" cy="2057400"/>
            </a:xfrm>
            <a:prstGeom prst="line">
              <a:avLst/>
            </a:prstGeom>
            <a:noFill/>
            <a:ln w="19050">
              <a:solidFill>
                <a:schemeClr val="tx1"/>
              </a:solidFill>
              <a:round/>
              <a:headEnd/>
              <a:tailEnd type="triangle"/>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grpSp>
          <p:nvGrpSpPr>
            <p:cNvPr id="94" name="Group 63">
              <a:extLst>
                <a:ext uri="{FF2B5EF4-FFF2-40B4-BE49-F238E27FC236}">
                  <a16:creationId xmlns:a16="http://schemas.microsoft.com/office/drawing/2014/main" id="{E8C627F1-0C1B-C849-BE18-0DAE1A6A0B7D}"/>
                </a:ext>
              </a:extLst>
            </p:cNvPr>
            <p:cNvGrpSpPr>
              <a:grpSpLocks/>
            </p:cNvGrpSpPr>
            <p:nvPr/>
          </p:nvGrpSpPr>
          <p:grpSpPr bwMode="auto">
            <a:xfrm>
              <a:off x="1485900" y="2514600"/>
              <a:ext cx="3200400" cy="838200"/>
              <a:chOff x="1728" y="1056"/>
              <a:chExt cx="2016" cy="528"/>
            </a:xfrm>
          </p:grpSpPr>
          <p:sp>
            <p:nvSpPr>
              <p:cNvPr id="95" name="Line 64">
                <a:extLst>
                  <a:ext uri="{FF2B5EF4-FFF2-40B4-BE49-F238E27FC236}">
                    <a16:creationId xmlns:a16="http://schemas.microsoft.com/office/drawing/2014/main" id="{F070F8C5-FBD5-A84D-AA31-AA43AA0C08E8}"/>
                  </a:ext>
                </a:extLst>
              </p:cNvPr>
              <p:cNvSpPr>
                <a:spLocks noChangeShapeType="1"/>
              </p:cNvSpPr>
              <p:nvPr/>
            </p:nvSpPr>
            <p:spPr bwMode="auto">
              <a:xfrm>
                <a:off x="1728" y="1056"/>
                <a:ext cx="2016" cy="0"/>
              </a:xfrm>
              <a:prstGeom prst="line">
                <a:avLst/>
              </a:prstGeom>
              <a:noFill/>
              <a:ln w="2222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96" name="Line 65">
                <a:extLst>
                  <a:ext uri="{FF2B5EF4-FFF2-40B4-BE49-F238E27FC236}">
                    <a16:creationId xmlns:a16="http://schemas.microsoft.com/office/drawing/2014/main" id="{BAB5E591-4980-4E49-83B3-433D9C84F438}"/>
                  </a:ext>
                </a:extLst>
              </p:cNvPr>
              <p:cNvSpPr>
                <a:spLocks noChangeShapeType="1"/>
              </p:cNvSpPr>
              <p:nvPr/>
            </p:nvSpPr>
            <p:spPr bwMode="auto">
              <a:xfrm>
                <a:off x="3552" y="1536"/>
                <a:ext cx="192" cy="0"/>
              </a:xfrm>
              <a:prstGeom prst="line">
                <a:avLst/>
              </a:prstGeom>
              <a:noFill/>
              <a:ln w="19050">
                <a:solidFill>
                  <a:schemeClr val="tx1"/>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97" name="Line 66">
                <a:extLst>
                  <a:ext uri="{FF2B5EF4-FFF2-40B4-BE49-F238E27FC236}">
                    <a16:creationId xmlns:a16="http://schemas.microsoft.com/office/drawing/2014/main" id="{DD60761E-8AF9-0241-B860-094A9C4131EE}"/>
                  </a:ext>
                </a:extLst>
              </p:cNvPr>
              <p:cNvSpPr>
                <a:spLocks noChangeShapeType="1"/>
              </p:cNvSpPr>
              <p:nvPr/>
            </p:nvSpPr>
            <p:spPr bwMode="auto">
              <a:xfrm flipV="1">
                <a:off x="3744" y="1056"/>
                <a:ext cx="0" cy="480"/>
              </a:xfrm>
              <a:prstGeom prst="line">
                <a:avLst/>
              </a:prstGeom>
              <a:noFill/>
              <a:ln w="19050">
                <a:solidFill>
                  <a:schemeClr val="tx1"/>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98" name="Line 67">
                <a:extLst>
                  <a:ext uri="{FF2B5EF4-FFF2-40B4-BE49-F238E27FC236}">
                    <a16:creationId xmlns:a16="http://schemas.microsoft.com/office/drawing/2014/main" id="{078B5DDA-BACF-5145-97EF-0FDDCCFAAD83}"/>
                  </a:ext>
                </a:extLst>
              </p:cNvPr>
              <p:cNvSpPr>
                <a:spLocks noChangeShapeType="1"/>
              </p:cNvSpPr>
              <p:nvPr/>
            </p:nvSpPr>
            <p:spPr bwMode="auto">
              <a:xfrm>
                <a:off x="1728" y="1584"/>
                <a:ext cx="144" cy="0"/>
              </a:xfrm>
              <a:prstGeom prst="line">
                <a:avLst/>
              </a:prstGeom>
              <a:noFill/>
              <a:ln w="19050">
                <a:solidFill>
                  <a:schemeClr val="tx1"/>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99" name="Line 68">
                <a:extLst>
                  <a:ext uri="{FF2B5EF4-FFF2-40B4-BE49-F238E27FC236}">
                    <a16:creationId xmlns:a16="http://schemas.microsoft.com/office/drawing/2014/main" id="{633B4D7E-01CB-0C44-9D3E-4910399ED4B3}"/>
                  </a:ext>
                </a:extLst>
              </p:cNvPr>
              <p:cNvSpPr>
                <a:spLocks noChangeShapeType="1"/>
              </p:cNvSpPr>
              <p:nvPr/>
            </p:nvSpPr>
            <p:spPr bwMode="auto">
              <a:xfrm flipV="1">
                <a:off x="1728" y="1056"/>
                <a:ext cx="0" cy="528"/>
              </a:xfrm>
              <a:prstGeom prst="line">
                <a:avLst/>
              </a:prstGeom>
              <a:noFill/>
              <a:ln w="19050">
                <a:solidFill>
                  <a:schemeClr val="tx1"/>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grpSp>
        <p:grpSp>
          <p:nvGrpSpPr>
            <p:cNvPr id="105" name="Group 74">
              <a:extLst>
                <a:ext uri="{FF2B5EF4-FFF2-40B4-BE49-F238E27FC236}">
                  <a16:creationId xmlns:a16="http://schemas.microsoft.com/office/drawing/2014/main" id="{A0A20BC6-C706-1341-A8C2-4E6AA64F9620}"/>
                </a:ext>
              </a:extLst>
            </p:cNvPr>
            <p:cNvGrpSpPr>
              <a:grpSpLocks/>
            </p:cNvGrpSpPr>
            <p:nvPr/>
          </p:nvGrpSpPr>
          <p:grpSpPr bwMode="auto">
            <a:xfrm>
              <a:off x="606425" y="4413250"/>
              <a:ext cx="609600" cy="533400"/>
              <a:chOff x="262" y="3480"/>
              <a:chExt cx="384" cy="336"/>
            </a:xfrm>
          </p:grpSpPr>
          <p:sp>
            <p:nvSpPr>
              <p:cNvPr id="106" name="Line 75">
                <a:extLst>
                  <a:ext uri="{FF2B5EF4-FFF2-40B4-BE49-F238E27FC236}">
                    <a16:creationId xmlns:a16="http://schemas.microsoft.com/office/drawing/2014/main" id="{6390AC3F-AA7E-6B42-922A-7288B579AA9D}"/>
                  </a:ext>
                </a:extLst>
              </p:cNvPr>
              <p:cNvSpPr>
                <a:spLocks noChangeShapeType="1"/>
              </p:cNvSpPr>
              <p:nvPr/>
            </p:nvSpPr>
            <p:spPr bwMode="auto">
              <a:xfrm>
                <a:off x="262" y="3816"/>
                <a:ext cx="192" cy="0"/>
              </a:xfrm>
              <a:prstGeom prst="line">
                <a:avLst/>
              </a:prstGeom>
              <a:noFill/>
              <a:ln w="44450" cap="rnd">
                <a:solidFill>
                  <a:srgbClr val="FF0066"/>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07" name="Line 76">
                <a:extLst>
                  <a:ext uri="{FF2B5EF4-FFF2-40B4-BE49-F238E27FC236}">
                    <a16:creationId xmlns:a16="http://schemas.microsoft.com/office/drawing/2014/main" id="{10F86667-E307-7445-886A-B1827B0BBC06}"/>
                  </a:ext>
                </a:extLst>
              </p:cNvPr>
              <p:cNvSpPr>
                <a:spLocks noChangeShapeType="1"/>
              </p:cNvSpPr>
              <p:nvPr/>
            </p:nvSpPr>
            <p:spPr bwMode="auto">
              <a:xfrm>
                <a:off x="454" y="3480"/>
                <a:ext cx="192" cy="0"/>
              </a:xfrm>
              <a:prstGeom prst="line">
                <a:avLst/>
              </a:prstGeom>
              <a:noFill/>
              <a:ln w="44450" cap="rnd">
                <a:solidFill>
                  <a:srgbClr val="FF0066"/>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08" name="Line 77">
                <a:extLst>
                  <a:ext uri="{FF2B5EF4-FFF2-40B4-BE49-F238E27FC236}">
                    <a16:creationId xmlns:a16="http://schemas.microsoft.com/office/drawing/2014/main" id="{92D8BED5-A1F4-244A-AB56-B8EA3ED3BEE3}"/>
                  </a:ext>
                </a:extLst>
              </p:cNvPr>
              <p:cNvSpPr>
                <a:spLocks noChangeShapeType="1"/>
              </p:cNvSpPr>
              <p:nvPr/>
            </p:nvSpPr>
            <p:spPr bwMode="auto">
              <a:xfrm flipV="1">
                <a:off x="454" y="3480"/>
                <a:ext cx="0" cy="336"/>
              </a:xfrm>
              <a:prstGeom prst="line">
                <a:avLst/>
              </a:prstGeom>
              <a:noFill/>
              <a:ln w="44450" cap="rnd">
                <a:solidFill>
                  <a:srgbClr val="FF0066"/>
                </a:solidFill>
                <a:round/>
                <a:headEnd/>
                <a:tailEnd type="triangle" w="med" len="me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grpSp>
        <p:sp>
          <p:nvSpPr>
            <p:cNvPr id="111" name="左箭头 110">
              <a:extLst>
                <a:ext uri="{FF2B5EF4-FFF2-40B4-BE49-F238E27FC236}">
                  <a16:creationId xmlns:a16="http://schemas.microsoft.com/office/drawing/2014/main" id="{5139CB74-66FD-5D4D-B4E6-502A1CDA0B94}"/>
                </a:ext>
              </a:extLst>
            </p:cNvPr>
            <p:cNvSpPr/>
            <p:nvPr/>
          </p:nvSpPr>
          <p:spPr bwMode="auto">
            <a:xfrm>
              <a:off x="3683000" y="2022475"/>
              <a:ext cx="1793081" cy="304800"/>
            </a:xfrm>
            <a:prstGeom prst="leftArrow">
              <a:avLst/>
            </a:prstGeom>
            <a:solidFill>
              <a:srgbClr val="9999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4600" b="1" i="0" u="none" strike="noStrike" cap="none" normalizeH="0" baseline="0">
                <a:ln>
                  <a:noFill/>
                </a:ln>
                <a:solidFill>
                  <a:srgbClr val="FF3300"/>
                </a:solidFill>
                <a:effectLst/>
                <a:latin typeface="Garamond" pitchFamily="18" charset="0"/>
                <a:ea typeface="宋体" pitchFamily="2" charset="-122"/>
              </a:endParaRPr>
            </a:p>
          </p:txBody>
        </p:sp>
      </p:grpSp>
      <p:sp>
        <p:nvSpPr>
          <p:cNvPr id="9" name="Title 4">
            <a:extLst>
              <a:ext uri="{FF2B5EF4-FFF2-40B4-BE49-F238E27FC236}">
                <a16:creationId xmlns:a16="http://schemas.microsoft.com/office/drawing/2014/main" id="{FCACC913-DEAF-F625-F238-168D5D12C302}"/>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kumimoji="1" lang="zh-CN" altLang="en-US" dirty="0"/>
              <a:t>左移移位寄存器</a:t>
            </a:r>
            <a:endParaRPr lang="en-CN" altLang="zh-CN" sz="4000" dirty="0">
              <a:solidFill>
                <a:srgbClr val="0000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234106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灯片编号占位符 90"/>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13123CC-A5CC-40BF-912E-9416D5179362}" type="slidenum">
              <a:rPr kumimoji="0" lang="en-US" altLang="zh-CN" sz="1200" b="0" i="0" u="none" strike="noStrike" kern="1200" cap="none" spc="0" normalizeH="0" baseline="0" noProof="0" smtClean="0">
                <a:ln>
                  <a:noFill/>
                </a:ln>
                <a:solidFill>
                  <a:srgbClr val="000000"/>
                </a:solidFill>
                <a:effectLst/>
                <a:uLnTx/>
                <a:uFillTx/>
                <a:latin typeface="Arial Black"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71</a:t>
            </a:fld>
            <a:endParaRPr kumimoji="0" lang="en-US" altLang="zh-CN" sz="1200" b="0" i="0" u="none" strike="noStrike" kern="1200" cap="none" spc="0" normalizeH="0" baseline="0" noProof="0" dirty="0">
              <a:ln>
                <a:noFill/>
              </a:ln>
              <a:solidFill>
                <a:srgbClr val="000000"/>
              </a:solidFill>
              <a:effectLst/>
              <a:uLnTx/>
              <a:uFillTx/>
              <a:latin typeface="Arial Black" pitchFamily="34" charset="0"/>
              <a:ea typeface="宋体" pitchFamily="2" charset="-122"/>
              <a:cs typeface="+mn-cs"/>
            </a:endParaRPr>
          </a:p>
        </p:txBody>
      </p:sp>
      <p:grpSp>
        <p:nvGrpSpPr>
          <p:cNvPr id="3" name="组合 2">
            <a:extLst>
              <a:ext uri="{FF2B5EF4-FFF2-40B4-BE49-F238E27FC236}">
                <a16:creationId xmlns:a16="http://schemas.microsoft.com/office/drawing/2014/main" id="{3E4AD327-732B-BAA0-464B-5DFF69890C5F}"/>
              </a:ext>
            </a:extLst>
          </p:cNvPr>
          <p:cNvGrpSpPr/>
          <p:nvPr/>
        </p:nvGrpSpPr>
        <p:grpSpPr>
          <a:xfrm>
            <a:off x="729865" y="1587430"/>
            <a:ext cx="8134962" cy="2487981"/>
            <a:chOff x="758096" y="1284228"/>
            <a:chExt cx="8134962" cy="2487981"/>
          </a:xfrm>
        </p:grpSpPr>
        <p:sp>
          <p:nvSpPr>
            <p:cNvPr id="111658" name="Rectangle 5"/>
            <p:cNvSpPr>
              <a:spLocks noChangeArrowheads="1"/>
            </p:cNvSpPr>
            <p:nvPr/>
          </p:nvSpPr>
          <p:spPr bwMode="auto">
            <a:xfrm>
              <a:off x="1949164" y="1744981"/>
              <a:ext cx="906832" cy="1468543"/>
            </a:xfrm>
            <a:prstGeom prst="rect">
              <a:avLst/>
            </a:prstGeom>
            <a:noFill/>
            <a:ln w="2222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1659" name="Rectangle 6"/>
            <p:cNvSpPr>
              <a:spLocks noChangeArrowheads="1"/>
            </p:cNvSpPr>
            <p:nvPr/>
          </p:nvSpPr>
          <p:spPr bwMode="auto">
            <a:xfrm>
              <a:off x="2014799" y="1882838"/>
              <a:ext cx="250484" cy="41792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30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D</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1660" name="Rectangle 7"/>
            <p:cNvSpPr>
              <a:spLocks noChangeArrowheads="1"/>
            </p:cNvSpPr>
            <p:nvPr/>
          </p:nvSpPr>
          <p:spPr bwMode="auto">
            <a:xfrm>
              <a:off x="2572025" y="1861071"/>
              <a:ext cx="250484" cy="41792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30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1661" name="Rectangle 8"/>
            <p:cNvSpPr>
              <a:spLocks noChangeArrowheads="1"/>
            </p:cNvSpPr>
            <p:nvPr/>
          </p:nvSpPr>
          <p:spPr bwMode="auto">
            <a:xfrm>
              <a:off x="2572025" y="2637426"/>
              <a:ext cx="250484" cy="41792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30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1662" name="Oval 9"/>
            <p:cNvSpPr>
              <a:spLocks noChangeArrowheads="1"/>
            </p:cNvSpPr>
            <p:nvPr/>
          </p:nvSpPr>
          <p:spPr bwMode="auto">
            <a:xfrm>
              <a:off x="2855996" y="2805757"/>
              <a:ext cx="135288" cy="163978"/>
            </a:xfrm>
            <a:prstGeom prst="ellipse">
              <a:avLst/>
            </a:prstGeom>
            <a:solidFill>
              <a:srgbClr val="FFFFFF"/>
            </a:solidFill>
            <a:ln w="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1663" name="Oval 10"/>
            <p:cNvSpPr>
              <a:spLocks noChangeArrowheads="1"/>
            </p:cNvSpPr>
            <p:nvPr/>
          </p:nvSpPr>
          <p:spPr bwMode="auto">
            <a:xfrm>
              <a:off x="2855996" y="2805757"/>
              <a:ext cx="135288" cy="163978"/>
            </a:xfrm>
            <a:prstGeom prst="ellipse">
              <a:avLst/>
            </a:prstGeom>
            <a:noFill/>
            <a:ln w="2222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1664" name="Rectangle 11"/>
            <p:cNvSpPr>
              <a:spLocks noChangeArrowheads="1"/>
            </p:cNvSpPr>
            <p:nvPr/>
          </p:nvSpPr>
          <p:spPr bwMode="auto">
            <a:xfrm>
              <a:off x="2213043" y="2357358"/>
              <a:ext cx="233071" cy="41792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30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C</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1665" name="Freeform 12"/>
            <p:cNvSpPr>
              <a:spLocks/>
            </p:cNvSpPr>
            <p:nvPr/>
          </p:nvSpPr>
          <p:spPr bwMode="auto">
            <a:xfrm>
              <a:off x="1949164" y="2397989"/>
              <a:ext cx="226373" cy="326504"/>
            </a:xfrm>
            <a:custGeom>
              <a:avLst/>
              <a:gdLst>
                <a:gd name="T0" fmla="*/ 0 w 169"/>
                <a:gd name="T1" fmla="*/ 225 h 225"/>
                <a:gd name="T2" fmla="*/ 169 w 169"/>
                <a:gd name="T3" fmla="*/ 112 h 225"/>
                <a:gd name="T4" fmla="*/ 0 w 169"/>
                <a:gd name="T5" fmla="*/ 0 h 225"/>
                <a:gd name="T6" fmla="*/ 0 60000 65536"/>
                <a:gd name="T7" fmla="*/ 0 60000 65536"/>
                <a:gd name="T8" fmla="*/ 0 60000 65536"/>
                <a:gd name="T9" fmla="*/ 0 w 169"/>
                <a:gd name="T10" fmla="*/ 0 h 225"/>
                <a:gd name="T11" fmla="*/ 169 w 169"/>
                <a:gd name="T12" fmla="*/ 225 h 225"/>
              </a:gdLst>
              <a:ahLst/>
              <a:cxnLst>
                <a:cxn ang="T6">
                  <a:pos x="T0" y="T1"/>
                </a:cxn>
                <a:cxn ang="T7">
                  <a:pos x="T2" y="T3"/>
                </a:cxn>
                <a:cxn ang="T8">
                  <a:pos x="T4" y="T5"/>
                </a:cxn>
              </a:cxnLst>
              <a:rect l="T9" t="T10" r="T11" b="T12"/>
              <a:pathLst>
                <a:path w="169" h="225">
                  <a:moveTo>
                    <a:pt x="0" y="225"/>
                  </a:moveTo>
                  <a:lnTo>
                    <a:pt x="169" y="112"/>
                  </a:lnTo>
                  <a:lnTo>
                    <a:pt x="0" y="0"/>
                  </a:lnTo>
                </a:path>
              </a:pathLst>
            </a:custGeom>
            <a:noFill/>
            <a:ln w="22225"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1666" name="Rectangle 13"/>
            <p:cNvSpPr>
              <a:spLocks noChangeArrowheads="1"/>
            </p:cNvSpPr>
            <p:nvPr/>
          </p:nvSpPr>
          <p:spPr bwMode="auto">
            <a:xfrm>
              <a:off x="3474839" y="1744981"/>
              <a:ext cx="906832" cy="1468543"/>
            </a:xfrm>
            <a:prstGeom prst="rect">
              <a:avLst/>
            </a:prstGeom>
            <a:noFill/>
            <a:ln w="2222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1667" name="Rectangle 14"/>
            <p:cNvSpPr>
              <a:spLocks noChangeArrowheads="1"/>
            </p:cNvSpPr>
            <p:nvPr/>
          </p:nvSpPr>
          <p:spPr bwMode="auto">
            <a:xfrm>
              <a:off x="3547171" y="1882838"/>
              <a:ext cx="250484" cy="41792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30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D</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1668" name="Rectangle 15"/>
            <p:cNvSpPr>
              <a:spLocks noChangeArrowheads="1"/>
            </p:cNvSpPr>
            <p:nvPr/>
          </p:nvSpPr>
          <p:spPr bwMode="auto">
            <a:xfrm>
              <a:off x="4084305" y="1861071"/>
              <a:ext cx="250484" cy="41792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30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1669" name="Rectangle 16"/>
            <p:cNvSpPr>
              <a:spLocks noChangeArrowheads="1"/>
            </p:cNvSpPr>
            <p:nvPr/>
          </p:nvSpPr>
          <p:spPr bwMode="auto">
            <a:xfrm>
              <a:off x="4104397" y="2637426"/>
              <a:ext cx="250484" cy="41792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30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1670" name="Oval 17"/>
            <p:cNvSpPr>
              <a:spLocks noChangeArrowheads="1"/>
            </p:cNvSpPr>
            <p:nvPr/>
          </p:nvSpPr>
          <p:spPr bwMode="auto">
            <a:xfrm>
              <a:off x="4381670" y="2805757"/>
              <a:ext cx="135288" cy="163978"/>
            </a:xfrm>
            <a:prstGeom prst="ellipse">
              <a:avLst/>
            </a:prstGeom>
            <a:solidFill>
              <a:srgbClr val="FFFFFF"/>
            </a:solidFill>
            <a:ln w="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1671" name="Oval 18"/>
            <p:cNvSpPr>
              <a:spLocks noChangeArrowheads="1"/>
            </p:cNvSpPr>
            <p:nvPr/>
          </p:nvSpPr>
          <p:spPr bwMode="auto">
            <a:xfrm>
              <a:off x="4381670" y="2805757"/>
              <a:ext cx="135288" cy="163978"/>
            </a:xfrm>
            <a:prstGeom prst="ellipse">
              <a:avLst/>
            </a:prstGeom>
            <a:noFill/>
            <a:ln w="2222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1672" name="Rectangle 19"/>
            <p:cNvSpPr>
              <a:spLocks noChangeArrowheads="1"/>
            </p:cNvSpPr>
            <p:nvPr/>
          </p:nvSpPr>
          <p:spPr bwMode="auto">
            <a:xfrm>
              <a:off x="3726662" y="2357358"/>
              <a:ext cx="233071" cy="41792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30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C</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1673" name="Freeform 20"/>
            <p:cNvSpPr>
              <a:spLocks/>
            </p:cNvSpPr>
            <p:nvPr/>
          </p:nvSpPr>
          <p:spPr bwMode="auto">
            <a:xfrm>
              <a:off x="3474839" y="2397989"/>
              <a:ext cx="226373" cy="326504"/>
            </a:xfrm>
            <a:custGeom>
              <a:avLst/>
              <a:gdLst>
                <a:gd name="T0" fmla="*/ 0 w 169"/>
                <a:gd name="T1" fmla="*/ 225 h 225"/>
                <a:gd name="T2" fmla="*/ 169 w 169"/>
                <a:gd name="T3" fmla="*/ 112 h 225"/>
                <a:gd name="T4" fmla="*/ 0 w 169"/>
                <a:gd name="T5" fmla="*/ 0 h 225"/>
                <a:gd name="T6" fmla="*/ 0 60000 65536"/>
                <a:gd name="T7" fmla="*/ 0 60000 65536"/>
                <a:gd name="T8" fmla="*/ 0 60000 65536"/>
                <a:gd name="T9" fmla="*/ 0 w 169"/>
                <a:gd name="T10" fmla="*/ 0 h 225"/>
                <a:gd name="T11" fmla="*/ 169 w 169"/>
                <a:gd name="T12" fmla="*/ 225 h 225"/>
              </a:gdLst>
              <a:ahLst/>
              <a:cxnLst>
                <a:cxn ang="T6">
                  <a:pos x="T0" y="T1"/>
                </a:cxn>
                <a:cxn ang="T7">
                  <a:pos x="T2" y="T3"/>
                </a:cxn>
                <a:cxn ang="T8">
                  <a:pos x="T4" y="T5"/>
                </a:cxn>
              </a:cxnLst>
              <a:rect l="T9" t="T10" r="T11" b="T12"/>
              <a:pathLst>
                <a:path w="169" h="225">
                  <a:moveTo>
                    <a:pt x="0" y="225"/>
                  </a:moveTo>
                  <a:lnTo>
                    <a:pt x="169" y="112"/>
                  </a:lnTo>
                  <a:lnTo>
                    <a:pt x="0" y="0"/>
                  </a:lnTo>
                </a:path>
              </a:pathLst>
            </a:custGeom>
            <a:noFill/>
            <a:ln w="22225"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1674" name="Rectangle 21"/>
            <p:cNvSpPr>
              <a:spLocks noChangeArrowheads="1"/>
            </p:cNvSpPr>
            <p:nvPr/>
          </p:nvSpPr>
          <p:spPr bwMode="auto">
            <a:xfrm>
              <a:off x="4984439" y="1744981"/>
              <a:ext cx="905492" cy="1468543"/>
            </a:xfrm>
            <a:prstGeom prst="rect">
              <a:avLst/>
            </a:prstGeom>
            <a:noFill/>
            <a:ln w="2222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1675" name="Rectangle 22"/>
            <p:cNvSpPr>
              <a:spLocks noChangeArrowheads="1"/>
            </p:cNvSpPr>
            <p:nvPr/>
          </p:nvSpPr>
          <p:spPr bwMode="auto">
            <a:xfrm>
              <a:off x="5060790" y="1882838"/>
              <a:ext cx="250484" cy="41792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30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D</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1676" name="Rectangle 23"/>
            <p:cNvSpPr>
              <a:spLocks noChangeArrowheads="1"/>
            </p:cNvSpPr>
            <p:nvPr/>
          </p:nvSpPr>
          <p:spPr bwMode="auto">
            <a:xfrm>
              <a:off x="5597923" y="1861071"/>
              <a:ext cx="250484" cy="41792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30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1677" name="Rectangle 24"/>
            <p:cNvSpPr>
              <a:spLocks noChangeArrowheads="1"/>
            </p:cNvSpPr>
            <p:nvPr/>
          </p:nvSpPr>
          <p:spPr bwMode="auto">
            <a:xfrm>
              <a:off x="5597923" y="2637426"/>
              <a:ext cx="250484" cy="41792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30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1678" name="Oval 25"/>
            <p:cNvSpPr>
              <a:spLocks noChangeArrowheads="1"/>
            </p:cNvSpPr>
            <p:nvPr/>
          </p:nvSpPr>
          <p:spPr bwMode="auto">
            <a:xfrm>
              <a:off x="5889931" y="2805757"/>
              <a:ext cx="137967" cy="163978"/>
            </a:xfrm>
            <a:prstGeom prst="ellipse">
              <a:avLst/>
            </a:prstGeom>
            <a:solidFill>
              <a:srgbClr val="FFFFFF"/>
            </a:solidFill>
            <a:ln w="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1679" name="Oval 26"/>
            <p:cNvSpPr>
              <a:spLocks noChangeArrowheads="1"/>
            </p:cNvSpPr>
            <p:nvPr/>
          </p:nvSpPr>
          <p:spPr bwMode="auto">
            <a:xfrm>
              <a:off x="5889931" y="2805757"/>
              <a:ext cx="137967" cy="163978"/>
            </a:xfrm>
            <a:prstGeom prst="ellipse">
              <a:avLst/>
            </a:prstGeom>
            <a:noFill/>
            <a:ln w="2222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1680" name="Rectangle 27"/>
            <p:cNvSpPr>
              <a:spLocks noChangeArrowheads="1"/>
            </p:cNvSpPr>
            <p:nvPr/>
          </p:nvSpPr>
          <p:spPr bwMode="auto">
            <a:xfrm>
              <a:off x="5240281" y="2357358"/>
              <a:ext cx="233071" cy="41792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30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C</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1681" name="Freeform 28"/>
            <p:cNvSpPr>
              <a:spLocks/>
            </p:cNvSpPr>
            <p:nvPr/>
          </p:nvSpPr>
          <p:spPr bwMode="auto">
            <a:xfrm>
              <a:off x="4984439" y="2397989"/>
              <a:ext cx="226373" cy="326504"/>
            </a:xfrm>
            <a:custGeom>
              <a:avLst/>
              <a:gdLst>
                <a:gd name="T0" fmla="*/ 0 w 169"/>
                <a:gd name="T1" fmla="*/ 225 h 225"/>
                <a:gd name="T2" fmla="*/ 169 w 169"/>
                <a:gd name="T3" fmla="*/ 112 h 225"/>
                <a:gd name="T4" fmla="*/ 0 w 169"/>
                <a:gd name="T5" fmla="*/ 0 h 225"/>
                <a:gd name="T6" fmla="*/ 0 60000 65536"/>
                <a:gd name="T7" fmla="*/ 0 60000 65536"/>
                <a:gd name="T8" fmla="*/ 0 60000 65536"/>
                <a:gd name="T9" fmla="*/ 0 w 169"/>
                <a:gd name="T10" fmla="*/ 0 h 225"/>
                <a:gd name="T11" fmla="*/ 169 w 169"/>
                <a:gd name="T12" fmla="*/ 225 h 225"/>
              </a:gdLst>
              <a:ahLst/>
              <a:cxnLst>
                <a:cxn ang="T6">
                  <a:pos x="T0" y="T1"/>
                </a:cxn>
                <a:cxn ang="T7">
                  <a:pos x="T2" y="T3"/>
                </a:cxn>
                <a:cxn ang="T8">
                  <a:pos x="T4" y="T5"/>
                </a:cxn>
              </a:cxnLst>
              <a:rect l="T9" t="T10" r="T11" b="T12"/>
              <a:pathLst>
                <a:path w="169" h="225">
                  <a:moveTo>
                    <a:pt x="0" y="225"/>
                  </a:moveTo>
                  <a:lnTo>
                    <a:pt x="169" y="112"/>
                  </a:lnTo>
                  <a:lnTo>
                    <a:pt x="0" y="0"/>
                  </a:lnTo>
                </a:path>
              </a:pathLst>
            </a:custGeom>
            <a:noFill/>
            <a:ln w="22225"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1682" name="Rectangle 29"/>
            <p:cNvSpPr>
              <a:spLocks noChangeArrowheads="1"/>
            </p:cNvSpPr>
            <p:nvPr/>
          </p:nvSpPr>
          <p:spPr bwMode="auto">
            <a:xfrm>
              <a:off x="6495379" y="1744981"/>
              <a:ext cx="905492" cy="1468543"/>
            </a:xfrm>
            <a:prstGeom prst="rect">
              <a:avLst/>
            </a:prstGeom>
            <a:noFill/>
            <a:ln w="2222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1683" name="Rectangle 30"/>
            <p:cNvSpPr>
              <a:spLocks noChangeArrowheads="1"/>
            </p:cNvSpPr>
            <p:nvPr/>
          </p:nvSpPr>
          <p:spPr bwMode="auto">
            <a:xfrm>
              <a:off x="6554316" y="1882838"/>
              <a:ext cx="250484" cy="41792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30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D</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1684" name="Rectangle 31"/>
            <p:cNvSpPr>
              <a:spLocks noChangeArrowheads="1"/>
            </p:cNvSpPr>
            <p:nvPr/>
          </p:nvSpPr>
          <p:spPr bwMode="auto">
            <a:xfrm>
              <a:off x="7111542" y="1861071"/>
              <a:ext cx="250484" cy="41792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30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dirty="0">
                <a:ln>
                  <a:noFill/>
                </a:ln>
                <a:solidFill>
                  <a:srgbClr val="000000"/>
                </a:solidFill>
                <a:effectLst/>
                <a:uLnTx/>
                <a:uFillTx/>
                <a:latin typeface="Arial" charset="0"/>
                <a:ea typeface="宋体" pitchFamily="2" charset="-122"/>
                <a:cs typeface="+mn-cs"/>
              </a:endParaRPr>
            </a:p>
          </p:txBody>
        </p:sp>
        <p:sp>
          <p:nvSpPr>
            <p:cNvPr id="111685" name="Rectangle 32"/>
            <p:cNvSpPr>
              <a:spLocks noChangeArrowheads="1"/>
            </p:cNvSpPr>
            <p:nvPr/>
          </p:nvSpPr>
          <p:spPr bwMode="auto">
            <a:xfrm>
              <a:off x="7111542" y="2637426"/>
              <a:ext cx="250484" cy="41792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30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1686" name="Oval 33"/>
            <p:cNvSpPr>
              <a:spLocks noChangeArrowheads="1"/>
            </p:cNvSpPr>
            <p:nvPr/>
          </p:nvSpPr>
          <p:spPr bwMode="auto">
            <a:xfrm>
              <a:off x="7400871" y="2805757"/>
              <a:ext cx="135288" cy="163978"/>
            </a:xfrm>
            <a:prstGeom prst="ellipse">
              <a:avLst/>
            </a:prstGeom>
            <a:solidFill>
              <a:srgbClr val="FFFFFF"/>
            </a:solidFill>
            <a:ln w="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1687" name="Oval 34"/>
            <p:cNvSpPr>
              <a:spLocks noChangeArrowheads="1"/>
            </p:cNvSpPr>
            <p:nvPr/>
          </p:nvSpPr>
          <p:spPr bwMode="auto">
            <a:xfrm>
              <a:off x="7400871" y="2805757"/>
              <a:ext cx="135288" cy="163978"/>
            </a:xfrm>
            <a:prstGeom prst="ellipse">
              <a:avLst/>
            </a:prstGeom>
            <a:noFill/>
            <a:ln w="2222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1688" name="Rectangle 35"/>
            <p:cNvSpPr>
              <a:spLocks noChangeArrowheads="1"/>
            </p:cNvSpPr>
            <p:nvPr/>
          </p:nvSpPr>
          <p:spPr bwMode="auto">
            <a:xfrm>
              <a:off x="6752560" y="2357358"/>
              <a:ext cx="231731" cy="41792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30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C</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1689" name="Freeform 36"/>
            <p:cNvSpPr>
              <a:spLocks/>
            </p:cNvSpPr>
            <p:nvPr/>
          </p:nvSpPr>
          <p:spPr bwMode="auto">
            <a:xfrm>
              <a:off x="6495379" y="2397989"/>
              <a:ext cx="226373" cy="326504"/>
            </a:xfrm>
            <a:custGeom>
              <a:avLst/>
              <a:gdLst>
                <a:gd name="T0" fmla="*/ 0 w 169"/>
                <a:gd name="T1" fmla="*/ 225 h 225"/>
                <a:gd name="T2" fmla="*/ 169 w 169"/>
                <a:gd name="T3" fmla="*/ 112 h 225"/>
                <a:gd name="T4" fmla="*/ 0 w 169"/>
                <a:gd name="T5" fmla="*/ 0 h 225"/>
                <a:gd name="T6" fmla="*/ 0 60000 65536"/>
                <a:gd name="T7" fmla="*/ 0 60000 65536"/>
                <a:gd name="T8" fmla="*/ 0 60000 65536"/>
                <a:gd name="T9" fmla="*/ 0 w 169"/>
                <a:gd name="T10" fmla="*/ 0 h 225"/>
                <a:gd name="T11" fmla="*/ 169 w 169"/>
                <a:gd name="T12" fmla="*/ 225 h 225"/>
              </a:gdLst>
              <a:ahLst/>
              <a:cxnLst>
                <a:cxn ang="T6">
                  <a:pos x="T0" y="T1"/>
                </a:cxn>
                <a:cxn ang="T7">
                  <a:pos x="T2" y="T3"/>
                </a:cxn>
                <a:cxn ang="T8">
                  <a:pos x="T4" y="T5"/>
                </a:cxn>
              </a:cxnLst>
              <a:rect l="T9" t="T10" r="T11" b="T12"/>
              <a:pathLst>
                <a:path w="169" h="225">
                  <a:moveTo>
                    <a:pt x="0" y="225"/>
                  </a:moveTo>
                  <a:lnTo>
                    <a:pt x="169" y="112"/>
                  </a:lnTo>
                  <a:lnTo>
                    <a:pt x="0" y="0"/>
                  </a:lnTo>
                </a:path>
              </a:pathLst>
            </a:custGeom>
            <a:noFill/>
            <a:ln w="22225"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1690" name="Line 37"/>
            <p:cNvSpPr>
              <a:spLocks noChangeShapeType="1"/>
            </p:cNvSpPr>
            <p:nvPr/>
          </p:nvSpPr>
          <p:spPr bwMode="auto">
            <a:xfrm>
              <a:off x="2855996" y="2071485"/>
              <a:ext cx="579997" cy="1451"/>
            </a:xfrm>
            <a:prstGeom prst="line">
              <a:avLst/>
            </a:prstGeom>
            <a:noFill/>
            <a:ln w="2222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1691" name="Line 38"/>
            <p:cNvSpPr>
              <a:spLocks noChangeShapeType="1"/>
            </p:cNvSpPr>
            <p:nvPr/>
          </p:nvSpPr>
          <p:spPr bwMode="auto">
            <a:xfrm>
              <a:off x="4381670" y="2071485"/>
              <a:ext cx="602769" cy="1451"/>
            </a:xfrm>
            <a:prstGeom prst="line">
              <a:avLst/>
            </a:prstGeom>
            <a:noFill/>
            <a:ln w="2222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1692" name="Line 39"/>
            <p:cNvSpPr>
              <a:spLocks noChangeShapeType="1"/>
            </p:cNvSpPr>
            <p:nvPr/>
          </p:nvSpPr>
          <p:spPr bwMode="auto">
            <a:xfrm>
              <a:off x="5889931" y="2071485"/>
              <a:ext cx="567942" cy="1451"/>
            </a:xfrm>
            <a:prstGeom prst="line">
              <a:avLst/>
            </a:prstGeom>
            <a:noFill/>
            <a:ln w="2222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1693" name="Line 40"/>
            <p:cNvSpPr>
              <a:spLocks noChangeShapeType="1"/>
            </p:cNvSpPr>
            <p:nvPr/>
          </p:nvSpPr>
          <p:spPr bwMode="auto">
            <a:xfrm>
              <a:off x="7400871" y="2071485"/>
              <a:ext cx="589374" cy="1451"/>
            </a:xfrm>
            <a:prstGeom prst="line">
              <a:avLst/>
            </a:prstGeom>
            <a:noFill/>
            <a:ln w="2222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1694" name="Line 41"/>
            <p:cNvSpPr>
              <a:spLocks noChangeShapeType="1"/>
            </p:cNvSpPr>
            <p:nvPr/>
          </p:nvSpPr>
          <p:spPr bwMode="auto">
            <a:xfrm>
              <a:off x="1193694" y="2071485"/>
              <a:ext cx="755470" cy="1451"/>
            </a:xfrm>
            <a:prstGeom prst="line">
              <a:avLst/>
            </a:prstGeom>
            <a:noFill/>
            <a:ln w="2222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1695" name="Line 42"/>
            <p:cNvSpPr>
              <a:spLocks noChangeShapeType="1"/>
            </p:cNvSpPr>
            <p:nvPr/>
          </p:nvSpPr>
          <p:spPr bwMode="auto">
            <a:xfrm flipH="1">
              <a:off x="1193694" y="2560516"/>
              <a:ext cx="755470" cy="1451"/>
            </a:xfrm>
            <a:prstGeom prst="line">
              <a:avLst/>
            </a:prstGeom>
            <a:noFill/>
            <a:ln w="2222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1696" name="Freeform 43"/>
            <p:cNvSpPr>
              <a:spLocks/>
            </p:cNvSpPr>
            <p:nvPr/>
          </p:nvSpPr>
          <p:spPr bwMode="auto">
            <a:xfrm>
              <a:off x="1647780" y="2560516"/>
              <a:ext cx="4847599" cy="1143490"/>
            </a:xfrm>
            <a:custGeom>
              <a:avLst/>
              <a:gdLst>
                <a:gd name="T0" fmla="*/ 0 w 3619"/>
                <a:gd name="T1" fmla="*/ 0 h 788"/>
                <a:gd name="T2" fmla="*/ 0 w 3619"/>
                <a:gd name="T3" fmla="*/ 788 h 788"/>
                <a:gd name="T4" fmla="*/ 3494 w 3619"/>
                <a:gd name="T5" fmla="*/ 788 h 788"/>
                <a:gd name="T6" fmla="*/ 3494 w 3619"/>
                <a:gd name="T7" fmla="*/ 0 h 788"/>
                <a:gd name="T8" fmla="*/ 3619 w 3619"/>
                <a:gd name="T9" fmla="*/ 0 h 788"/>
                <a:gd name="T10" fmla="*/ 0 60000 65536"/>
                <a:gd name="T11" fmla="*/ 0 60000 65536"/>
                <a:gd name="T12" fmla="*/ 0 60000 65536"/>
                <a:gd name="T13" fmla="*/ 0 60000 65536"/>
                <a:gd name="T14" fmla="*/ 0 60000 65536"/>
                <a:gd name="T15" fmla="*/ 0 w 3619"/>
                <a:gd name="T16" fmla="*/ 0 h 788"/>
                <a:gd name="T17" fmla="*/ 3619 w 3619"/>
                <a:gd name="T18" fmla="*/ 788 h 788"/>
              </a:gdLst>
              <a:ahLst/>
              <a:cxnLst>
                <a:cxn ang="T10">
                  <a:pos x="T0" y="T1"/>
                </a:cxn>
                <a:cxn ang="T11">
                  <a:pos x="T2" y="T3"/>
                </a:cxn>
                <a:cxn ang="T12">
                  <a:pos x="T4" y="T5"/>
                </a:cxn>
                <a:cxn ang="T13">
                  <a:pos x="T6" y="T7"/>
                </a:cxn>
                <a:cxn ang="T14">
                  <a:pos x="T8" y="T9"/>
                </a:cxn>
              </a:cxnLst>
              <a:rect l="T15" t="T16" r="T17" b="T18"/>
              <a:pathLst>
                <a:path w="3619" h="788">
                  <a:moveTo>
                    <a:pt x="0" y="0"/>
                  </a:moveTo>
                  <a:lnTo>
                    <a:pt x="0" y="788"/>
                  </a:lnTo>
                  <a:lnTo>
                    <a:pt x="3494" y="788"/>
                  </a:lnTo>
                  <a:lnTo>
                    <a:pt x="3494" y="0"/>
                  </a:lnTo>
                  <a:lnTo>
                    <a:pt x="3619" y="0"/>
                  </a:lnTo>
                </a:path>
              </a:pathLst>
            </a:custGeom>
            <a:noFill/>
            <a:ln w="22225"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1697" name="Freeform 44"/>
            <p:cNvSpPr>
              <a:spLocks/>
            </p:cNvSpPr>
            <p:nvPr/>
          </p:nvSpPr>
          <p:spPr bwMode="auto">
            <a:xfrm>
              <a:off x="1582145" y="2490861"/>
              <a:ext cx="129930" cy="139308"/>
            </a:xfrm>
            <a:custGeom>
              <a:avLst/>
              <a:gdLst>
                <a:gd name="T0" fmla="*/ 37 w 104"/>
                <a:gd name="T1" fmla="*/ 70 h 104"/>
                <a:gd name="T2" fmla="*/ 73 w 104"/>
                <a:gd name="T3" fmla="*/ 35 h 104"/>
                <a:gd name="T4" fmla="*/ 37 w 104"/>
                <a:gd name="T5" fmla="*/ 0 h 104"/>
                <a:gd name="T6" fmla="*/ 37 w 104"/>
                <a:gd name="T7" fmla="*/ 0 h 104"/>
                <a:gd name="T8" fmla="*/ 0 w 104"/>
                <a:gd name="T9" fmla="*/ 35 h 104"/>
                <a:gd name="T10" fmla="*/ 37 w 104"/>
                <a:gd name="T11" fmla="*/ 70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52" y="104"/>
                  </a:moveTo>
                  <a:cubicBezTo>
                    <a:pt x="81" y="104"/>
                    <a:pt x="104" y="81"/>
                    <a:pt x="104" y="52"/>
                  </a:cubicBezTo>
                  <a:cubicBezTo>
                    <a:pt x="104" y="23"/>
                    <a:pt x="81" y="0"/>
                    <a:pt x="52" y="0"/>
                  </a:cubicBezTo>
                  <a:cubicBezTo>
                    <a:pt x="52" y="0"/>
                    <a:pt x="52" y="0"/>
                    <a:pt x="52" y="0"/>
                  </a:cubicBezTo>
                  <a:cubicBezTo>
                    <a:pt x="23" y="0"/>
                    <a:pt x="0" y="23"/>
                    <a:pt x="0" y="52"/>
                  </a:cubicBezTo>
                  <a:cubicBezTo>
                    <a:pt x="0" y="81"/>
                    <a:pt x="23" y="104"/>
                    <a:pt x="52" y="104"/>
                  </a:cubicBezTo>
                </a:path>
              </a:pathLst>
            </a:custGeom>
            <a:solidFill>
              <a:srgbClr val="000000"/>
            </a:solidFill>
            <a:ln w="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1698" name="Freeform 45"/>
            <p:cNvSpPr>
              <a:spLocks/>
            </p:cNvSpPr>
            <p:nvPr/>
          </p:nvSpPr>
          <p:spPr bwMode="auto">
            <a:xfrm>
              <a:off x="4819682" y="2560516"/>
              <a:ext cx="164757" cy="1143490"/>
            </a:xfrm>
            <a:custGeom>
              <a:avLst/>
              <a:gdLst>
                <a:gd name="T0" fmla="*/ 0 w 123"/>
                <a:gd name="T1" fmla="*/ 788 h 788"/>
                <a:gd name="T2" fmla="*/ 0 w 123"/>
                <a:gd name="T3" fmla="*/ 0 h 788"/>
                <a:gd name="T4" fmla="*/ 123 w 123"/>
                <a:gd name="T5" fmla="*/ 0 h 788"/>
                <a:gd name="T6" fmla="*/ 0 60000 65536"/>
                <a:gd name="T7" fmla="*/ 0 60000 65536"/>
                <a:gd name="T8" fmla="*/ 0 60000 65536"/>
                <a:gd name="T9" fmla="*/ 0 w 123"/>
                <a:gd name="T10" fmla="*/ 0 h 788"/>
                <a:gd name="T11" fmla="*/ 123 w 123"/>
                <a:gd name="T12" fmla="*/ 788 h 788"/>
              </a:gdLst>
              <a:ahLst/>
              <a:cxnLst>
                <a:cxn ang="T6">
                  <a:pos x="T0" y="T1"/>
                </a:cxn>
                <a:cxn ang="T7">
                  <a:pos x="T2" y="T3"/>
                </a:cxn>
                <a:cxn ang="T8">
                  <a:pos x="T4" y="T5"/>
                </a:cxn>
              </a:cxnLst>
              <a:rect l="T9" t="T10" r="T11" b="T12"/>
              <a:pathLst>
                <a:path w="123" h="788">
                  <a:moveTo>
                    <a:pt x="0" y="788"/>
                  </a:moveTo>
                  <a:lnTo>
                    <a:pt x="0" y="0"/>
                  </a:lnTo>
                  <a:lnTo>
                    <a:pt x="123" y="0"/>
                  </a:lnTo>
                </a:path>
              </a:pathLst>
            </a:custGeom>
            <a:noFill/>
            <a:ln w="22225"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1699" name="Freeform 46"/>
            <p:cNvSpPr>
              <a:spLocks/>
            </p:cNvSpPr>
            <p:nvPr/>
          </p:nvSpPr>
          <p:spPr bwMode="auto">
            <a:xfrm>
              <a:off x="4754047" y="3634352"/>
              <a:ext cx="129930" cy="137857"/>
            </a:xfrm>
            <a:custGeom>
              <a:avLst/>
              <a:gdLst>
                <a:gd name="T0" fmla="*/ 37 w 104"/>
                <a:gd name="T1" fmla="*/ 0 h 103"/>
                <a:gd name="T2" fmla="*/ 0 w 104"/>
                <a:gd name="T3" fmla="*/ 35 h 103"/>
                <a:gd name="T4" fmla="*/ 37 w 104"/>
                <a:gd name="T5" fmla="*/ 69 h 103"/>
                <a:gd name="T6" fmla="*/ 37 w 104"/>
                <a:gd name="T7" fmla="*/ 69 h 103"/>
                <a:gd name="T8" fmla="*/ 73 w 104"/>
                <a:gd name="T9" fmla="*/ 35 h 103"/>
                <a:gd name="T10" fmla="*/ 37 w 104"/>
                <a:gd name="T11" fmla="*/ 0 h 103"/>
                <a:gd name="T12" fmla="*/ 0 60000 65536"/>
                <a:gd name="T13" fmla="*/ 0 60000 65536"/>
                <a:gd name="T14" fmla="*/ 0 60000 65536"/>
                <a:gd name="T15" fmla="*/ 0 60000 65536"/>
                <a:gd name="T16" fmla="*/ 0 60000 65536"/>
                <a:gd name="T17" fmla="*/ 0 60000 65536"/>
                <a:gd name="T18" fmla="*/ 0 w 104"/>
                <a:gd name="T19" fmla="*/ 0 h 103"/>
                <a:gd name="T20" fmla="*/ 104 w 104"/>
                <a:gd name="T21" fmla="*/ 103 h 103"/>
              </a:gdLst>
              <a:ahLst/>
              <a:cxnLst>
                <a:cxn ang="T12">
                  <a:pos x="T0" y="T1"/>
                </a:cxn>
                <a:cxn ang="T13">
                  <a:pos x="T2" y="T3"/>
                </a:cxn>
                <a:cxn ang="T14">
                  <a:pos x="T4" y="T5"/>
                </a:cxn>
                <a:cxn ang="T15">
                  <a:pos x="T6" y="T7"/>
                </a:cxn>
                <a:cxn ang="T16">
                  <a:pos x="T8" y="T9"/>
                </a:cxn>
                <a:cxn ang="T17">
                  <a:pos x="T10" y="T11"/>
                </a:cxn>
              </a:cxnLst>
              <a:rect l="T18" t="T19" r="T20" b="T21"/>
              <a:pathLst>
                <a:path w="104" h="103">
                  <a:moveTo>
                    <a:pt x="52" y="0"/>
                  </a:moveTo>
                  <a:cubicBezTo>
                    <a:pt x="23" y="0"/>
                    <a:pt x="0" y="23"/>
                    <a:pt x="0" y="52"/>
                  </a:cubicBezTo>
                  <a:cubicBezTo>
                    <a:pt x="0" y="80"/>
                    <a:pt x="23" y="103"/>
                    <a:pt x="52" y="103"/>
                  </a:cubicBezTo>
                  <a:cubicBezTo>
                    <a:pt x="52" y="103"/>
                    <a:pt x="52" y="103"/>
                    <a:pt x="52" y="103"/>
                  </a:cubicBezTo>
                  <a:cubicBezTo>
                    <a:pt x="80" y="103"/>
                    <a:pt x="104" y="80"/>
                    <a:pt x="104" y="52"/>
                  </a:cubicBezTo>
                  <a:cubicBezTo>
                    <a:pt x="104" y="23"/>
                    <a:pt x="80" y="0"/>
                    <a:pt x="52" y="0"/>
                  </a:cubicBezTo>
                </a:path>
              </a:pathLst>
            </a:custGeom>
            <a:solidFill>
              <a:srgbClr val="000000"/>
            </a:solidFill>
            <a:ln w="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1700" name="Freeform 47"/>
            <p:cNvSpPr>
              <a:spLocks/>
            </p:cNvSpPr>
            <p:nvPr/>
          </p:nvSpPr>
          <p:spPr bwMode="auto">
            <a:xfrm>
              <a:off x="3308742" y="2560516"/>
              <a:ext cx="166096" cy="1143490"/>
            </a:xfrm>
            <a:custGeom>
              <a:avLst/>
              <a:gdLst>
                <a:gd name="T0" fmla="*/ 0 w 124"/>
                <a:gd name="T1" fmla="*/ 788 h 788"/>
                <a:gd name="T2" fmla="*/ 0 w 124"/>
                <a:gd name="T3" fmla="*/ 0 h 788"/>
                <a:gd name="T4" fmla="*/ 124 w 124"/>
                <a:gd name="T5" fmla="*/ 0 h 788"/>
                <a:gd name="T6" fmla="*/ 0 60000 65536"/>
                <a:gd name="T7" fmla="*/ 0 60000 65536"/>
                <a:gd name="T8" fmla="*/ 0 60000 65536"/>
                <a:gd name="T9" fmla="*/ 0 w 124"/>
                <a:gd name="T10" fmla="*/ 0 h 788"/>
                <a:gd name="T11" fmla="*/ 124 w 124"/>
                <a:gd name="T12" fmla="*/ 788 h 788"/>
              </a:gdLst>
              <a:ahLst/>
              <a:cxnLst>
                <a:cxn ang="T6">
                  <a:pos x="T0" y="T1"/>
                </a:cxn>
                <a:cxn ang="T7">
                  <a:pos x="T2" y="T3"/>
                </a:cxn>
                <a:cxn ang="T8">
                  <a:pos x="T4" y="T5"/>
                </a:cxn>
              </a:cxnLst>
              <a:rect l="T9" t="T10" r="T11" b="T12"/>
              <a:pathLst>
                <a:path w="124" h="788">
                  <a:moveTo>
                    <a:pt x="0" y="788"/>
                  </a:moveTo>
                  <a:lnTo>
                    <a:pt x="0" y="0"/>
                  </a:lnTo>
                  <a:lnTo>
                    <a:pt x="124" y="0"/>
                  </a:lnTo>
                </a:path>
              </a:pathLst>
            </a:custGeom>
            <a:noFill/>
            <a:ln w="22225"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1701" name="Freeform 48"/>
            <p:cNvSpPr>
              <a:spLocks/>
            </p:cNvSpPr>
            <p:nvPr/>
          </p:nvSpPr>
          <p:spPr bwMode="auto">
            <a:xfrm>
              <a:off x="3243108" y="3634352"/>
              <a:ext cx="129930" cy="137857"/>
            </a:xfrm>
            <a:custGeom>
              <a:avLst/>
              <a:gdLst>
                <a:gd name="T0" fmla="*/ 37 w 104"/>
                <a:gd name="T1" fmla="*/ 0 h 103"/>
                <a:gd name="T2" fmla="*/ 0 w 104"/>
                <a:gd name="T3" fmla="*/ 35 h 103"/>
                <a:gd name="T4" fmla="*/ 37 w 104"/>
                <a:gd name="T5" fmla="*/ 69 h 103"/>
                <a:gd name="T6" fmla="*/ 37 w 104"/>
                <a:gd name="T7" fmla="*/ 69 h 103"/>
                <a:gd name="T8" fmla="*/ 73 w 104"/>
                <a:gd name="T9" fmla="*/ 35 h 103"/>
                <a:gd name="T10" fmla="*/ 37 w 104"/>
                <a:gd name="T11" fmla="*/ 0 h 103"/>
                <a:gd name="T12" fmla="*/ 0 60000 65536"/>
                <a:gd name="T13" fmla="*/ 0 60000 65536"/>
                <a:gd name="T14" fmla="*/ 0 60000 65536"/>
                <a:gd name="T15" fmla="*/ 0 60000 65536"/>
                <a:gd name="T16" fmla="*/ 0 60000 65536"/>
                <a:gd name="T17" fmla="*/ 0 60000 65536"/>
                <a:gd name="T18" fmla="*/ 0 w 104"/>
                <a:gd name="T19" fmla="*/ 0 h 103"/>
                <a:gd name="T20" fmla="*/ 104 w 104"/>
                <a:gd name="T21" fmla="*/ 103 h 103"/>
              </a:gdLst>
              <a:ahLst/>
              <a:cxnLst>
                <a:cxn ang="T12">
                  <a:pos x="T0" y="T1"/>
                </a:cxn>
                <a:cxn ang="T13">
                  <a:pos x="T2" y="T3"/>
                </a:cxn>
                <a:cxn ang="T14">
                  <a:pos x="T4" y="T5"/>
                </a:cxn>
                <a:cxn ang="T15">
                  <a:pos x="T6" y="T7"/>
                </a:cxn>
                <a:cxn ang="T16">
                  <a:pos x="T8" y="T9"/>
                </a:cxn>
                <a:cxn ang="T17">
                  <a:pos x="T10" y="T11"/>
                </a:cxn>
              </a:cxnLst>
              <a:rect l="T18" t="T19" r="T20" b="T21"/>
              <a:pathLst>
                <a:path w="104" h="103">
                  <a:moveTo>
                    <a:pt x="52" y="0"/>
                  </a:moveTo>
                  <a:cubicBezTo>
                    <a:pt x="23" y="0"/>
                    <a:pt x="0" y="23"/>
                    <a:pt x="0" y="52"/>
                  </a:cubicBezTo>
                  <a:cubicBezTo>
                    <a:pt x="0" y="80"/>
                    <a:pt x="23" y="103"/>
                    <a:pt x="52" y="103"/>
                  </a:cubicBezTo>
                  <a:cubicBezTo>
                    <a:pt x="52" y="103"/>
                    <a:pt x="52" y="103"/>
                    <a:pt x="52" y="103"/>
                  </a:cubicBezTo>
                  <a:cubicBezTo>
                    <a:pt x="81" y="103"/>
                    <a:pt x="104" y="80"/>
                    <a:pt x="104" y="52"/>
                  </a:cubicBezTo>
                  <a:cubicBezTo>
                    <a:pt x="104" y="23"/>
                    <a:pt x="81" y="0"/>
                    <a:pt x="52" y="0"/>
                  </a:cubicBezTo>
                </a:path>
              </a:pathLst>
            </a:custGeom>
            <a:solidFill>
              <a:srgbClr val="000000"/>
            </a:solidFill>
            <a:ln w="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1703" name="Rectangle 50"/>
            <p:cNvSpPr>
              <a:spLocks noChangeArrowheads="1"/>
            </p:cNvSpPr>
            <p:nvPr/>
          </p:nvSpPr>
          <p:spPr bwMode="auto">
            <a:xfrm>
              <a:off x="7987566" y="1646304"/>
              <a:ext cx="905492" cy="738664"/>
            </a:xfrm>
            <a:prstGeom prst="rect">
              <a:avLst/>
            </a:prstGeom>
            <a:noFill/>
            <a:ln w="9525">
              <a:noFill/>
              <a:miter lim="800000"/>
              <a:headEnd/>
              <a:tailEnd/>
            </a:ln>
          </p:spPr>
          <p:txBody>
            <a:bodyPr wrap="squar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0" i="0" u="none" strike="noStrike" kern="1200" cap="none" spc="0" normalizeH="0" baseline="0" noProof="0">
                  <a:ln>
                    <a:noFill/>
                  </a:ln>
                  <a:solidFill>
                    <a:srgbClr val="000000"/>
                  </a:solidFill>
                  <a:effectLst/>
                  <a:uLnTx/>
                  <a:uFillTx/>
                  <a:latin typeface="黑体" panose="02010609060101010101" pitchFamily="49" charset="-122"/>
                  <a:ea typeface="黑体" panose="02010609060101010101" pitchFamily="49" charset="-122"/>
                </a:rPr>
                <a:t>串行输出</a:t>
              </a:r>
              <a:endParaRPr kumimoji="0" lang="en-US" altLang="zh-CN"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endParaRPr>
            </a:p>
          </p:txBody>
        </p:sp>
        <p:sp>
          <p:nvSpPr>
            <p:cNvPr id="111706" name="Rectangle 53"/>
            <p:cNvSpPr>
              <a:spLocks noChangeArrowheads="1"/>
            </p:cNvSpPr>
            <p:nvPr/>
          </p:nvSpPr>
          <p:spPr bwMode="auto">
            <a:xfrm>
              <a:off x="770863" y="2573576"/>
              <a:ext cx="771045" cy="369332"/>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mn-lt"/>
                  <a:ea typeface="宋体" pitchFamily="2" charset="-122"/>
                  <a:cs typeface="+mn-cs"/>
                </a:rPr>
                <a:t>Clock</a:t>
              </a:r>
            </a:p>
          </p:txBody>
        </p:sp>
        <p:sp>
          <p:nvSpPr>
            <p:cNvPr id="92" name="Rectangle 51"/>
            <p:cNvSpPr>
              <a:spLocks noChangeArrowheads="1"/>
            </p:cNvSpPr>
            <p:nvPr/>
          </p:nvSpPr>
          <p:spPr bwMode="auto">
            <a:xfrm>
              <a:off x="758096" y="1284228"/>
              <a:ext cx="837802" cy="738664"/>
            </a:xfrm>
            <a:prstGeom prst="rect">
              <a:avLst/>
            </a:prstGeom>
            <a:noFill/>
            <a:ln w="9525">
              <a:noFill/>
              <a:miter lim="800000"/>
              <a:headEnd/>
              <a:tailEnd/>
            </a:ln>
          </p:spPr>
          <p:txBody>
            <a:bodyPr wrap="squar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串行输入</a:t>
              </a:r>
              <a:endParaRPr kumimoji="0" lang="en-US" altLang="zh-CN"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endParaRPr>
            </a:p>
          </p:txBody>
        </p:sp>
      </p:grpSp>
      <p:grpSp>
        <p:nvGrpSpPr>
          <p:cNvPr id="5" name="组合 4">
            <a:extLst>
              <a:ext uri="{FF2B5EF4-FFF2-40B4-BE49-F238E27FC236}">
                <a16:creationId xmlns:a16="http://schemas.microsoft.com/office/drawing/2014/main" id="{E26D78A6-F436-2CAC-26B4-0A1F1367868B}"/>
              </a:ext>
            </a:extLst>
          </p:cNvPr>
          <p:cNvGrpSpPr/>
          <p:nvPr/>
        </p:nvGrpSpPr>
        <p:grpSpPr>
          <a:xfrm>
            <a:off x="481987" y="4514716"/>
            <a:ext cx="8162072" cy="1635496"/>
            <a:chOff x="424716" y="4495800"/>
            <a:chExt cx="8162072" cy="1635496"/>
          </a:xfrm>
        </p:grpSpPr>
        <p:grpSp>
          <p:nvGrpSpPr>
            <p:cNvPr id="7" name="Group 81"/>
            <p:cNvGrpSpPr>
              <a:grpSpLocks/>
            </p:cNvGrpSpPr>
            <p:nvPr/>
          </p:nvGrpSpPr>
          <p:grpSpPr bwMode="auto">
            <a:xfrm>
              <a:off x="424716" y="4495800"/>
              <a:ext cx="8162072" cy="1635496"/>
              <a:chOff x="149" y="2840"/>
              <a:chExt cx="5779" cy="1173"/>
            </a:xfrm>
          </p:grpSpPr>
          <p:sp>
            <p:nvSpPr>
              <p:cNvPr id="111637" name="Freeform 82"/>
              <p:cNvSpPr>
                <a:spLocks/>
              </p:cNvSpPr>
              <p:nvPr/>
            </p:nvSpPr>
            <p:spPr bwMode="auto">
              <a:xfrm>
                <a:off x="670" y="2840"/>
                <a:ext cx="5248" cy="309"/>
              </a:xfrm>
              <a:custGeom>
                <a:avLst/>
                <a:gdLst>
                  <a:gd name="T0" fmla="*/ 0 w 5248"/>
                  <a:gd name="T1" fmla="*/ 309 h 309"/>
                  <a:gd name="T2" fmla="*/ 309 w 5248"/>
                  <a:gd name="T3" fmla="*/ 309 h 309"/>
                  <a:gd name="T4" fmla="*/ 309 w 5248"/>
                  <a:gd name="T5" fmla="*/ 0 h 309"/>
                  <a:gd name="T6" fmla="*/ 619 w 5248"/>
                  <a:gd name="T7" fmla="*/ 0 h 309"/>
                  <a:gd name="T8" fmla="*/ 619 w 5248"/>
                  <a:gd name="T9" fmla="*/ 309 h 309"/>
                  <a:gd name="T10" fmla="*/ 928 w 5248"/>
                  <a:gd name="T11" fmla="*/ 309 h 309"/>
                  <a:gd name="T12" fmla="*/ 928 w 5248"/>
                  <a:gd name="T13" fmla="*/ 0 h 309"/>
                  <a:gd name="T14" fmla="*/ 1237 w 5248"/>
                  <a:gd name="T15" fmla="*/ 0 h 309"/>
                  <a:gd name="T16" fmla="*/ 1237 w 5248"/>
                  <a:gd name="T17" fmla="*/ 309 h 309"/>
                  <a:gd name="T18" fmla="*/ 1546 w 5248"/>
                  <a:gd name="T19" fmla="*/ 309 h 309"/>
                  <a:gd name="T20" fmla="*/ 1546 w 5248"/>
                  <a:gd name="T21" fmla="*/ 0 h 309"/>
                  <a:gd name="T22" fmla="*/ 1856 w 5248"/>
                  <a:gd name="T23" fmla="*/ 0 h 309"/>
                  <a:gd name="T24" fmla="*/ 1856 w 5248"/>
                  <a:gd name="T25" fmla="*/ 309 h 309"/>
                  <a:gd name="T26" fmla="*/ 2165 w 5248"/>
                  <a:gd name="T27" fmla="*/ 309 h 309"/>
                  <a:gd name="T28" fmla="*/ 2165 w 5248"/>
                  <a:gd name="T29" fmla="*/ 0 h 309"/>
                  <a:gd name="T30" fmla="*/ 2475 w 5248"/>
                  <a:gd name="T31" fmla="*/ 0 h 309"/>
                  <a:gd name="T32" fmla="*/ 2475 w 5248"/>
                  <a:gd name="T33" fmla="*/ 309 h 309"/>
                  <a:gd name="T34" fmla="*/ 2784 w 5248"/>
                  <a:gd name="T35" fmla="*/ 309 h 309"/>
                  <a:gd name="T36" fmla="*/ 2784 w 5248"/>
                  <a:gd name="T37" fmla="*/ 0 h 309"/>
                  <a:gd name="T38" fmla="*/ 3093 w 5248"/>
                  <a:gd name="T39" fmla="*/ 0 h 309"/>
                  <a:gd name="T40" fmla="*/ 3093 w 5248"/>
                  <a:gd name="T41" fmla="*/ 309 h 309"/>
                  <a:gd name="T42" fmla="*/ 3402 w 5248"/>
                  <a:gd name="T43" fmla="*/ 309 h 309"/>
                  <a:gd name="T44" fmla="*/ 3402 w 5248"/>
                  <a:gd name="T45" fmla="*/ 0 h 309"/>
                  <a:gd name="T46" fmla="*/ 3712 w 5248"/>
                  <a:gd name="T47" fmla="*/ 0 h 309"/>
                  <a:gd name="T48" fmla="*/ 3712 w 5248"/>
                  <a:gd name="T49" fmla="*/ 309 h 309"/>
                  <a:gd name="T50" fmla="*/ 4021 w 5248"/>
                  <a:gd name="T51" fmla="*/ 309 h 309"/>
                  <a:gd name="T52" fmla="*/ 4021 w 5248"/>
                  <a:gd name="T53" fmla="*/ 0 h 309"/>
                  <a:gd name="T54" fmla="*/ 4330 w 5248"/>
                  <a:gd name="T55" fmla="*/ 0 h 309"/>
                  <a:gd name="T56" fmla="*/ 4330 w 5248"/>
                  <a:gd name="T57" fmla="*/ 309 h 309"/>
                  <a:gd name="T58" fmla="*/ 4640 w 5248"/>
                  <a:gd name="T59" fmla="*/ 309 h 309"/>
                  <a:gd name="T60" fmla="*/ 4640 w 5248"/>
                  <a:gd name="T61" fmla="*/ 0 h 309"/>
                  <a:gd name="T62" fmla="*/ 4949 w 5248"/>
                  <a:gd name="T63" fmla="*/ 0 h 309"/>
                  <a:gd name="T64" fmla="*/ 4949 w 5248"/>
                  <a:gd name="T65" fmla="*/ 309 h 309"/>
                  <a:gd name="T66" fmla="*/ 5248 w 5248"/>
                  <a:gd name="T67" fmla="*/ 309 h 30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48"/>
                  <a:gd name="T103" fmla="*/ 0 h 309"/>
                  <a:gd name="T104" fmla="*/ 5248 w 5248"/>
                  <a:gd name="T105" fmla="*/ 309 h 30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48" h="309">
                    <a:moveTo>
                      <a:pt x="0" y="309"/>
                    </a:moveTo>
                    <a:lnTo>
                      <a:pt x="309" y="309"/>
                    </a:lnTo>
                    <a:lnTo>
                      <a:pt x="309" y="0"/>
                    </a:lnTo>
                    <a:lnTo>
                      <a:pt x="619" y="0"/>
                    </a:lnTo>
                    <a:lnTo>
                      <a:pt x="619" y="309"/>
                    </a:lnTo>
                    <a:lnTo>
                      <a:pt x="928" y="309"/>
                    </a:lnTo>
                    <a:lnTo>
                      <a:pt x="928" y="0"/>
                    </a:lnTo>
                    <a:lnTo>
                      <a:pt x="1237" y="0"/>
                    </a:lnTo>
                    <a:lnTo>
                      <a:pt x="1237" y="309"/>
                    </a:lnTo>
                    <a:lnTo>
                      <a:pt x="1546" y="309"/>
                    </a:lnTo>
                    <a:lnTo>
                      <a:pt x="1546" y="0"/>
                    </a:lnTo>
                    <a:lnTo>
                      <a:pt x="1856" y="0"/>
                    </a:lnTo>
                    <a:lnTo>
                      <a:pt x="1856" y="309"/>
                    </a:lnTo>
                    <a:lnTo>
                      <a:pt x="2165" y="309"/>
                    </a:lnTo>
                    <a:lnTo>
                      <a:pt x="2165" y="0"/>
                    </a:lnTo>
                    <a:lnTo>
                      <a:pt x="2475" y="0"/>
                    </a:lnTo>
                    <a:lnTo>
                      <a:pt x="2475" y="309"/>
                    </a:lnTo>
                    <a:lnTo>
                      <a:pt x="2784" y="309"/>
                    </a:lnTo>
                    <a:lnTo>
                      <a:pt x="2784" y="0"/>
                    </a:lnTo>
                    <a:lnTo>
                      <a:pt x="3093" y="0"/>
                    </a:lnTo>
                    <a:lnTo>
                      <a:pt x="3093" y="309"/>
                    </a:lnTo>
                    <a:lnTo>
                      <a:pt x="3402" y="309"/>
                    </a:lnTo>
                    <a:lnTo>
                      <a:pt x="3402" y="0"/>
                    </a:lnTo>
                    <a:lnTo>
                      <a:pt x="3712" y="0"/>
                    </a:lnTo>
                    <a:lnTo>
                      <a:pt x="3712" y="309"/>
                    </a:lnTo>
                    <a:lnTo>
                      <a:pt x="4021" y="309"/>
                    </a:lnTo>
                    <a:lnTo>
                      <a:pt x="4021" y="0"/>
                    </a:lnTo>
                    <a:lnTo>
                      <a:pt x="4330" y="0"/>
                    </a:lnTo>
                    <a:lnTo>
                      <a:pt x="4330" y="309"/>
                    </a:lnTo>
                    <a:lnTo>
                      <a:pt x="4640" y="309"/>
                    </a:lnTo>
                    <a:lnTo>
                      <a:pt x="4640" y="0"/>
                    </a:lnTo>
                    <a:lnTo>
                      <a:pt x="4949" y="0"/>
                    </a:lnTo>
                    <a:lnTo>
                      <a:pt x="4949" y="309"/>
                    </a:lnTo>
                    <a:lnTo>
                      <a:pt x="5248" y="309"/>
                    </a:lnTo>
                  </a:path>
                </a:pathLst>
              </a:custGeom>
              <a:noFill/>
              <a:ln w="12700"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1638" name="Rectangle 83"/>
              <p:cNvSpPr>
                <a:spLocks noChangeArrowheads="1"/>
              </p:cNvSpPr>
              <p:nvPr/>
            </p:nvSpPr>
            <p:spPr bwMode="auto">
              <a:xfrm>
                <a:off x="149" y="2840"/>
                <a:ext cx="455" cy="221"/>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mn-lt"/>
                    <a:ea typeface="宋体" pitchFamily="2" charset="-122"/>
                    <a:cs typeface="+mn-cs"/>
                  </a:rPr>
                  <a:t>Clock</a:t>
                </a:r>
              </a:p>
            </p:txBody>
          </p:sp>
          <p:sp>
            <p:nvSpPr>
              <p:cNvPr id="111640" name="Rectangle 85"/>
              <p:cNvSpPr>
                <a:spLocks noChangeArrowheads="1"/>
              </p:cNvSpPr>
              <p:nvPr/>
            </p:nvSpPr>
            <p:spPr bwMode="auto">
              <a:xfrm>
                <a:off x="149" y="3296"/>
                <a:ext cx="1092" cy="221"/>
              </a:xfrm>
              <a:prstGeom prst="rect">
                <a:avLst/>
              </a:prstGeom>
              <a:noFill/>
              <a:ln w="9525">
                <a:noFill/>
                <a:miter lim="800000"/>
                <a:headEnd/>
                <a:tailEnd/>
              </a:ln>
            </p:spPr>
            <p:txBody>
              <a:bodyPr wrap="squar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zh-CN" altLang="en-US" sz="2000" b="0">
                    <a:solidFill>
                      <a:srgbClr val="000000"/>
                    </a:solidFill>
                    <a:latin typeface="黑体" panose="02010609060101010101" pitchFamily="49" charset="-122"/>
                    <a:ea typeface="黑体" panose="02010609060101010101" pitchFamily="49" charset="-122"/>
                  </a:rPr>
                  <a:t>串行输入</a:t>
                </a:r>
                <a:endParaRPr kumimoji="0" lang="en-US" altLang="zh-CN" sz="20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endParaRPr>
              </a:p>
            </p:txBody>
          </p:sp>
          <p:sp>
            <p:nvSpPr>
              <p:cNvPr id="111641" name="Freeform 86"/>
              <p:cNvSpPr>
                <a:spLocks/>
              </p:cNvSpPr>
              <p:nvPr/>
            </p:nvSpPr>
            <p:spPr bwMode="auto">
              <a:xfrm>
                <a:off x="670" y="3273"/>
                <a:ext cx="5258" cy="308"/>
              </a:xfrm>
              <a:custGeom>
                <a:avLst/>
                <a:gdLst>
                  <a:gd name="T0" fmla="*/ 5258 w 5258"/>
                  <a:gd name="T1" fmla="*/ 308 h 308"/>
                  <a:gd name="T2" fmla="*/ 2289 w 5258"/>
                  <a:gd name="T3" fmla="*/ 308 h 308"/>
                  <a:gd name="T4" fmla="*/ 2289 w 5258"/>
                  <a:gd name="T5" fmla="*/ 0 h 308"/>
                  <a:gd name="T6" fmla="*/ 1052 w 5258"/>
                  <a:gd name="T7" fmla="*/ 0 h 308"/>
                  <a:gd name="T8" fmla="*/ 1052 w 5258"/>
                  <a:gd name="T9" fmla="*/ 308 h 308"/>
                  <a:gd name="T10" fmla="*/ 433 w 5258"/>
                  <a:gd name="T11" fmla="*/ 308 h 308"/>
                  <a:gd name="T12" fmla="*/ 433 w 5258"/>
                  <a:gd name="T13" fmla="*/ 0 h 308"/>
                  <a:gd name="T14" fmla="*/ 0 w 5258"/>
                  <a:gd name="T15" fmla="*/ 0 h 308"/>
                  <a:gd name="T16" fmla="*/ 0 60000 65536"/>
                  <a:gd name="T17" fmla="*/ 0 60000 65536"/>
                  <a:gd name="T18" fmla="*/ 0 60000 65536"/>
                  <a:gd name="T19" fmla="*/ 0 60000 65536"/>
                  <a:gd name="T20" fmla="*/ 0 60000 65536"/>
                  <a:gd name="T21" fmla="*/ 0 60000 65536"/>
                  <a:gd name="T22" fmla="*/ 0 60000 65536"/>
                  <a:gd name="T23" fmla="*/ 0 60000 65536"/>
                  <a:gd name="T24" fmla="*/ 0 w 5258"/>
                  <a:gd name="T25" fmla="*/ 0 h 308"/>
                  <a:gd name="T26" fmla="*/ 5258 w 5258"/>
                  <a:gd name="T27" fmla="*/ 308 h 30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258" h="308">
                    <a:moveTo>
                      <a:pt x="5258" y="308"/>
                    </a:moveTo>
                    <a:lnTo>
                      <a:pt x="2289" y="308"/>
                    </a:lnTo>
                    <a:lnTo>
                      <a:pt x="2289" y="0"/>
                    </a:lnTo>
                    <a:lnTo>
                      <a:pt x="1052" y="0"/>
                    </a:lnTo>
                    <a:lnTo>
                      <a:pt x="1052" y="308"/>
                    </a:lnTo>
                    <a:lnTo>
                      <a:pt x="433" y="308"/>
                    </a:lnTo>
                    <a:lnTo>
                      <a:pt x="433" y="0"/>
                    </a:lnTo>
                    <a:lnTo>
                      <a:pt x="0" y="0"/>
                    </a:lnTo>
                  </a:path>
                </a:pathLst>
              </a:custGeom>
              <a:noFill/>
              <a:ln w="12700"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1643" name="Rectangle 88"/>
              <p:cNvSpPr>
                <a:spLocks noChangeArrowheads="1"/>
              </p:cNvSpPr>
              <p:nvPr/>
            </p:nvSpPr>
            <p:spPr bwMode="auto">
              <a:xfrm>
                <a:off x="149" y="3728"/>
                <a:ext cx="726" cy="221"/>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000" b="0" i="0" u="none" strike="noStrike" kern="1200" cap="none" spc="0" normalizeH="0" baseline="0" noProof="0">
                    <a:ln>
                      <a:noFill/>
                    </a:ln>
                    <a:solidFill>
                      <a:srgbClr val="000000"/>
                    </a:solidFill>
                    <a:effectLst/>
                    <a:uLnTx/>
                    <a:uFillTx/>
                    <a:latin typeface="黑体" panose="02010609060101010101" pitchFamily="49" charset="-122"/>
                    <a:ea typeface="黑体" panose="02010609060101010101" pitchFamily="49" charset="-122"/>
                  </a:rPr>
                  <a:t>串行输出</a:t>
                </a:r>
                <a:endParaRPr kumimoji="0" lang="en-US" altLang="zh-CN" sz="20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endParaRPr>
              </a:p>
            </p:txBody>
          </p:sp>
          <p:sp>
            <p:nvSpPr>
              <p:cNvPr id="111644" name="Freeform 89"/>
              <p:cNvSpPr>
                <a:spLocks/>
              </p:cNvSpPr>
              <p:nvPr/>
            </p:nvSpPr>
            <p:spPr bwMode="auto">
              <a:xfrm>
                <a:off x="670" y="3705"/>
                <a:ext cx="5258" cy="308"/>
              </a:xfrm>
              <a:custGeom>
                <a:avLst/>
                <a:gdLst>
                  <a:gd name="T0" fmla="*/ 0 w 5258"/>
                  <a:gd name="T1" fmla="*/ 308 h 308"/>
                  <a:gd name="T2" fmla="*/ 2165 w 5258"/>
                  <a:gd name="T3" fmla="*/ 308 h 308"/>
                  <a:gd name="T4" fmla="*/ 2165 w 5258"/>
                  <a:gd name="T5" fmla="*/ 0 h 308"/>
                  <a:gd name="T6" fmla="*/ 2784 w 5258"/>
                  <a:gd name="T7" fmla="*/ 0 h 308"/>
                  <a:gd name="T8" fmla="*/ 2784 w 5258"/>
                  <a:gd name="T9" fmla="*/ 308 h 308"/>
                  <a:gd name="T10" fmla="*/ 3402 w 5258"/>
                  <a:gd name="T11" fmla="*/ 308 h 308"/>
                  <a:gd name="T12" fmla="*/ 3402 w 5258"/>
                  <a:gd name="T13" fmla="*/ 0 h 308"/>
                  <a:gd name="T14" fmla="*/ 4640 w 5258"/>
                  <a:gd name="T15" fmla="*/ 0 h 308"/>
                  <a:gd name="T16" fmla="*/ 4640 w 5258"/>
                  <a:gd name="T17" fmla="*/ 308 h 308"/>
                  <a:gd name="T18" fmla="*/ 5258 w 5258"/>
                  <a:gd name="T19" fmla="*/ 308 h 30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258"/>
                  <a:gd name="T31" fmla="*/ 0 h 308"/>
                  <a:gd name="T32" fmla="*/ 5258 w 5258"/>
                  <a:gd name="T33" fmla="*/ 308 h 30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258" h="308">
                    <a:moveTo>
                      <a:pt x="0" y="308"/>
                    </a:moveTo>
                    <a:lnTo>
                      <a:pt x="2165" y="308"/>
                    </a:lnTo>
                    <a:lnTo>
                      <a:pt x="2165" y="0"/>
                    </a:lnTo>
                    <a:lnTo>
                      <a:pt x="2784" y="0"/>
                    </a:lnTo>
                    <a:lnTo>
                      <a:pt x="2784" y="308"/>
                    </a:lnTo>
                    <a:lnTo>
                      <a:pt x="3402" y="308"/>
                    </a:lnTo>
                    <a:lnTo>
                      <a:pt x="3402" y="0"/>
                    </a:lnTo>
                    <a:lnTo>
                      <a:pt x="4640" y="0"/>
                    </a:lnTo>
                    <a:lnTo>
                      <a:pt x="4640" y="308"/>
                    </a:lnTo>
                    <a:lnTo>
                      <a:pt x="5258" y="308"/>
                    </a:lnTo>
                  </a:path>
                </a:pathLst>
              </a:custGeom>
              <a:noFill/>
              <a:ln w="12700"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grpSp>
        <p:sp>
          <p:nvSpPr>
            <p:cNvPr id="63" name="椭圆 62">
              <a:extLst>
                <a:ext uri="{FF2B5EF4-FFF2-40B4-BE49-F238E27FC236}">
                  <a16:creationId xmlns:a16="http://schemas.microsoft.com/office/drawing/2014/main" id="{9A56B59E-C357-BC49-B09C-D445589D25F5}"/>
                </a:ext>
              </a:extLst>
            </p:cNvPr>
            <p:cNvSpPr/>
            <p:nvPr/>
          </p:nvSpPr>
          <p:spPr bwMode="auto">
            <a:xfrm>
              <a:off x="2375375" y="4973374"/>
              <a:ext cx="2285380" cy="488057"/>
            </a:xfrm>
            <a:prstGeom prst="ellipse">
              <a:avLst/>
            </a:prstGeom>
            <a:noFill/>
            <a:ln w="381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4600" b="1" i="0" u="none" strike="noStrike" cap="none" normalizeH="0" baseline="0">
                <a:ln>
                  <a:noFill/>
                </a:ln>
                <a:solidFill>
                  <a:srgbClr val="FF3300"/>
                </a:solidFill>
                <a:effectLst/>
                <a:latin typeface="Garamond" pitchFamily="18" charset="0"/>
                <a:ea typeface="宋体" pitchFamily="2" charset="-122"/>
              </a:endParaRPr>
            </a:p>
          </p:txBody>
        </p:sp>
        <p:sp>
          <p:nvSpPr>
            <p:cNvPr id="64" name="椭圆 63">
              <a:extLst>
                <a:ext uri="{FF2B5EF4-FFF2-40B4-BE49-F238E27FC236}">
                  <a16:creationId xmlns:a16="http://schemas.microsoft.com/office/drawing/2014/main" id="{C3113517-EC62-5343-9317-F0F42E0769C3}"/>
                </a:ext>
              </a:extLst>
            </p:cNvPr>
            <p:cNvSpPr/>
            <p:nvPr/>
          </p:nvSpPr>
          <p:spPr bwMode="auto">
            <a:xfrm>
              <a:off x="5698061" y="5560745"/>
              <a:ext cx="2285380" cy="488057"/>
            </a:xfrm>
            <a:prstGeom prst="ellipse">
              <a:avLst/>
            </a:prstGeom>
            <a:noFill/>
            <a:ln w="381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4600" b="1" i="0" u="none" strike="noStrike" cap="none" normalizeH="0" baseline="0">
                <a:ln>
                  <a:noFill/>
                </a:ln>
                <a:solidFill>
                  <a:srgbClr val="FF3300"/>
                </a:solidFill>
                <a:effectLst/>
                <a:latin typeface="Garamond" pitchFamily="18" charset="0"/>
                <a:ea typeface="宋体" pitchFamily="2" charset="-122"/>
              </a:endParaRPr>
            </a:p>
          </p:txBody>
        </p:sp>
        <p:cxnSp>
          <p:nvCxnSpPr>
            <p:cNvPr id="6" name="直线箭头连接符 5">
              <a:extLst>
                <a:ext uri="{FF2B5EF4-FFF2-40B4-BE49-F238E27FC236}">
                  <a16:creationId xmlns:a16="http://schemas.microsoft.com/office/drawing/2014/main" id="{3CA41B7F-580D-794C-837B-D1A76560E3D5}"/>
                </a:ext>
              </a:extLst>
            </p:cNvPr>
            <p:cNvCxnSpPr>
              <a:cxnSpLocks/>
              <a:stCxn id="63" idx="5"/>
              <a:endCxn id="64" idx="2"/>
            </p:cNvCxnSpPr>
            <p:nvPr/>
          </p:nvCxnSpPr>
          <p:spPr bwMode="auto">
            <a:xfrm>
              <a:off x="4326069" y="5389957"/>
              <a:ext cx="1371992" cy="414817"/>
            </a:xfrm>
            <a:prstGeom prst="straightConnector1">
              <a:avLst/>
            </a:prstGeom>
            <a:noFill/>
            <a:ln w="28575" cap="flat" cmpd="sng" algn="ctr">
              <a:solidFill>
                <a:srgbClr val="C00000"/>
              </a:solidFill>
              <a:prstDash val="solid"/>
              <a:round/>
              <a:headEnd type="none" w="med" len="med"/>
              <a:tailEnd type="triangle" w="lg" len="lg"/>
            </a:ln>
            <a:effectLst/>
          </p:spPr>
        </p:cxnSp>
      </p:grpSp>
      <p:sp>
        <p:nvSpPr>
          <p:cNvPr id="2" name="Title 4">
            <a:extLst>
              <a:ext uri="{FF2B5EF4-FFF2-40B4-BE49-F238E27FC236}">
                <a16:creationId xmlns:a16="http://schemas.microsoft.com/office/drawing/2014/main" id="{6EB02333-ACCD-D83D-8E07-05E9EB15CB80}"/>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t>串行输入，串行输出</a:t>
            </a:r>
            <a:endParaRPr lang="en-CN" altLang="zh-CN" sz="4000" dirty="0">
              <a:solidFill>
                <a:srgbClr val="0000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6003101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灯片编号占位符 70"/>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259D7DD-E1BE-4482-9234-29898EB39847}" type="slidenum">
              <a:rPr kumimoji="0" lang="en-US" altLang="zh-CN" sz="1200" b="0" i="0" u="none" strike="noStrike" kern="1200" cap="none" spc="0" normalizeH="0" baseline="0" noProof="0" smtClean="0">
                <a:ln>
                  <a:noFill/>
                </a:ln>
                <a:solidFill>
                  <a:srgbClr val="000000"/>
                </a:solidFill>
                <a:effectLst/>
                <a:uLnTx/>
                <a:uFillTx/>
                <a:latin typeface="Arial Black"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72</a:t>
            </a:fld>
            <a:endParaRPr kumimoji="0" lang="en-US" altLang="zh-CN" sz="1200" b="0" i="0" u="none" strike="noStrike" kern="1200" cap="none" spc="0" normalizeH="0" baseline="0" noProof="0" dirty="0">
              <a:ln>
                <a:noFill/>
              </a:ln>
              <a:solidFill>
                <a:srgbClr val="000000"/>
              </a:solidFill>
              <a:effectLst/>
              <a:uLnTx/>
              <a:uFillTx/>
              <a:latin typeface="Arial Black" pitchFamily="34" charset="0"/>
              <a:ea typeface="宋体" pitchFamily="2" charset="-122"/>
              <a:cs typeface="+mn-cs"/>
            </a:endParaRPr>
          </a:p>
        </p:txBody>
      </p:sp>
      <p:grpSp>
        <p:nvGrpSpPr>
          <p:cNvPr id="2" name="Group 3"/>
          <p:cNvGrpSpPr>
            <a:grpSpLocks noChangeAspect="1"/>
          </p:cNvGrpSpPr>
          <p:nvPr/>
        </p:nvGrpSpPr>
        <p:grpSpPr bwMode="auto">
          <a:xfrm>
            <a:off x="590790" y="1412875"/>
            <a:ext cx="8021889" cy="3997325"/>
            <a:chOff x="403" y="1223"/>
            <a:chExt cx="5474" cy="2518"/>
          </a:xfrm>
        </p:grpSpPr>
        <p:sp>
          <p:nvSpPr>
            <p:cNvPr id="112645" name="AutoShape 4"/>
            <p:cNvSpPr>
              <a:spLocks noChangeAspect="1" noChangeArrowheads="1" noTextEdit="1"/>
            </p:cNvSpPr>
            <p:nvPr/>
          </p:nvSpPr>
          <p:spPr bwMode="auto">
            <a:xfrm>
              <a:off x="444" y="1223"/>
              <a:ext cx="5398" cy="2518"/>
            </a:xfrm>
            <a:prstGeom prst="rect">
              <a:avLst/>
            </a:prstGeom>
            <a:noFill/>
            <a:ln w="9525">
              <a:noFill/>
              <a:miter lim="800000"/>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2646" name="Rectangle 5"/>
            <p:cNvSpPr>
              <a:spLocks noChangeArrowheads="1"/>
            </p:cNvSpPr>
            <p:nvPr/>
          </p:nvSpPr>
          <p:spPr bwMode="auto">
            <a:xfrm>
              <a:off x="1307" y="2338"/>
              <a:ext cx="668" cy="1000"/>
            </a:xfrm>
            <a:prstGeom prst="rect">
              <a:avLst/>
            </a:prstGeom>
            <a:noFill/>
            <a:ln w="2222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2647" name="Rectangle 6"/>
            <p:cNvSpPr>
              <a:spLocks noChangeArrowheads="1"/>
            </p:cNvSpPr>
            <p:nvPr/>
          </p:nvSpPr>
          <p:spPr bwMode="auto">
            <a:xfrm>
              <a:off x="1354" y="2427"/>
              <a:ext cx="264" cy="323"/>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9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D</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2648" name="Rectangle 7"/>
            <p:cNvSpPr>
              <a:spLocks noChangeArrowheads="1"/>
            </p:cNvSpPr>
            <p:nvPr/>
          </p:nvSpPr>
          <p:spPr bwMode="auto">
            <a:xfrm>
              <a:off x="1766" y="2412"/>
              <a:ext cx="264" cy="323"/>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9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2649" name="Rectangle 8"/>
            <p:cNvSpPr>
              <a:spLocks noChangeArrowheads="1"/>
            </p:cNvSpPr>
            <p:nvPr/>
          </p:nvSpPr>
          <p:spPr bwMode="auto">
            <a:xfrm>
              <a:off x="1766" y="2955"/>
              <a:ext cx="264" cy="323"/>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9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2650" name="Oval 9"/>
            <p:cNvSpPr>
              <a:spLocks noChangeArrowheads="1"/>
            </p:cNvSpPr>
            <p:nvPr/>
          </p:nvSpPr>
          <p:spPr bwMode="auto">
            <a:xfrm>
              <a:off x="1975" y="3060"/>
              <a:ext cx="100" cy="111"/>
            </a:xfrm>
            <a:prstGeom prst="ellipse">
              <a:avLst/>
            </a:prstGeom>
            <a:solidFill>
              <a:srgbClr val="FFFFFF"/>
            </a:solidFill>
            <a:ln w="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2651" name="Oval 10"/>
            <p:cNvSpPr>
              <a:spLocks noChangeArrowheads="1"/>
            </p:cNvSpPr>
            <p:nvPr/>
          </p:nvSpPr>
          <p:spPr bwMode="auto">
            <a:xfrm>
              <a:off x="1975" y="3060"/>
              <a:ext cx="100" cy="111"/>
            </a:xfrm>
            <a:prstGeom prst="ellipse">
              <a:avLst/>
            </a:prstGeom>
            <a:noFill/>
            <a:ln w="2222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2652" name="Rectangle 11"/>
            <p:cNvSpPr>
              <a:spLocks noChangeArrowheads="1"/>
            </p:cNvSpPr>
            <p:nvPr/>
          </p:nvSpPr>
          <p:spPr bwMode="auto">
            <a:xfrm>
              <a:off x="1501" y="2764"/>
              <a:ext cx="250" cy="323"/>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9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C</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2653" name="Freeform 12"/>
            <p:cNvSpPr>
              <a:spLocks/>
            </p:cNvSpPr>
            <p:nvPr/>
          </p:nvSpPr>
          <p:spPr bwMode="auto">
            <a:xfrm>
              <a:off x="1307" y="2783"/>
              <a:ext cx="167" cy="222"/>
            </a:xfrm>
            <a:custGeom>
              <a:avLst/>
              <a:gdLst>
                <a:gd name="T0" fmla="*/ 0 w 167"/>
                <a:gd name="T1" fmla="*/ 222 h 222"/>
                <a:gd name="T2" fmla="*/ 167 w 167"/>
                <a:gd name="T3" fmla="*/ 111 h 222"/>
                <a:gd name="T4" fmla="*/ 0 w 167"/>
                <a:gd name="T5" fmla="*/ 0 h 222"/>
                <a:gd name="T6" fmla="*/ 0 60000 65536"/>
                <a:gd name="T7" fmla="*/ 0 60000 65536"/>
                <a:gd name="T8" fmla="*/ 0 60000 65536"/>
                <a:gd name="T9" fmla="*/ 0 w 167"/>
                <a:gd name="T10" fmla="*/ 0 h 222"/>
                <a:gd name="T11" fmla="*/ 167 w 167"/>
                <a:gd name="T12" fmla="*/ 222 h 222"/>
              </a:gdLst>
              <a:ahLst/>
              <a:cxnLst>
                <a:cxn ang="T6">
                  <a:pos x="T0" y="T1"/>
                </a:cxn>
                <a:cxn ang="T7">
                  <a:pos x="T2" y="T3"/>
                </a:cxn>
                <a:cxn ang="T8">
                  <a:pos x="T4" y="T5"/>
                </a:cxn>
              </a:cxnLst>
              <a:rect l="T9" t="T10" r="T11" b="T12"/>
              <a:pathLst>
                <a:path w="167" h="222">
                  <a:moveTo>
                    <a:pt x="0" y="222"/>
                  </a:moveTo>
                  <a:lnTo>
                    <a:pt x="167" y="111"/>
                  </a:lnTo>
                  <a:lnTo>
                    <a:pt x="0" y="0"/>
                  </a:lnTo>
                </a:path>
              </a:pathLst>
            </a:custGeom>
            <a:noFill/>
            <a:ln w="22225"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2654" name="Rectangle 13"/>
            <p:cNvSpPr>
              <a:spLocks noChangeArrowheads="1"/>
            </p:cNvSpPr>
            <p:nvPr/>
          </p:nvSpPr>
          <p:spPr bwMode="auto">
            <a:xfrm>
              <a:off x="2432" y="2338"/>
              <a:ext cx="668" cy="1000"/>
            </a:xfrm>
            <a:prstGeom prst="rect">
              <a:avLst/>
            </a:prstGeom>
            <a:noFill/>
            <a:ln w="2222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2655" name="Rectangle 14"/>
            <p:cNvSpPr>
              <a:spLocks noChangeArrowheads="1"/>
            </p:cNvSpPr>
            <p:nvPr/>
          </p:nvSpPr>
          <p:spPr bwMode="auto">
            <a:xfrm>
              <a:off x="2485" y="2427"/>
              <a:ext cx="264" cy="323"/>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9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D</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2656" name="Rectangle 15"/>
            <p:cNvSpPr>
              <a:spLocks noChangeArrowheads="1"/>
            </p:cNvSpPr>
            <p:nvPr/>
          </p:nvSpPr>
          <p:spPr bwMode="auto">
            <a:xfrm>
              <a:off x="2882" y="2412"/>
              <a:ext cx="264" cy="323"/>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9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2657" name="Rectangle 16"/>
            <p:cNvSpPr>
              <a:spLocks noChangeArrowheads="1"/>
            </p:cNvSpPr>
            <p:nvPr/>
          </p:nvSpPr>
          <p:spPr bwMode="auto">
            <a:xfrm>
              <a:off x="2896" y="2955"/>
              <a:ext cx="264" cy="323"/>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9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2658" name="Oval 17"/>
            <p:cNvSpPr>
              <a:spLocks noChangeArrowheads="1"/>
            </p:cNvSpPr>
            <p:nvPr/>
          </p:nvSpPr>
          <p:spPr bwMode="auto">
            <a:xfrm>
              <a:off x="3100" y="3060"/>
              <a:ext cx="100" cy="111"/>
            </a:xfrm>
            <a:prstGeom prst="ellipse">
              <a:avLst/>
            </a:prstGeom>
            <a:solidFill>
              <a:srgbClr val="FFFFFF"/>
            </a:solidFill>
            <a:ln w="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2659" name="Freeform 18"/>
            <p:cNvSpPr>
              <a:spLocks/>
            </p:cNvSpPr>
            <p:nvPr/>
          </p:nvSpPr>
          <p:spPr bwMode="auto">
            <a:xfrm>
              <a:off x="3100" y="3060"/>
              <a:ext cx="100" cy="111"/>
            </a:xfrm>
            <a:custGeom>
              <a:avLst/>
              <a:gdLst>
                <a:gd name="T0" fmla="*/ 100 w 100"/>
                <a:gd name="T1" fmla="*/ 56 h 111"/>
                <a:gd name="T2" fmla="*/ 49 w 100"/>
                <a:gd name="T3" fmla="*/ 0 h 111"/>
                <a:gd name="T4" fmla="*/ 0 w 100"/>
                <a:gd name="T5" fmla="*/ 56 h 111"/>
                <a:gd name="T6" fmla="*/ 49 w 100"/>
                <a:gd name="T7" fmla="*/ 111 h 111"/>
                <a:gd name="T8" fmla="*/ 100 w 100"/>
                <a:gd name="T9" fmla="*/ 56 h 111"/>
                <a:gd name="T10" fmla="*/ 0 60000 65536"/>
                <a:gd name="T11" fmla="*/ 0 60000 65536"/>
                <a:gd name="T12" fmla="*/ 0 60000 65536"/>
                <a:gd name="T13" fmla="*/ 0 60000 65536"/>
                <a:gd name="T14" fmla="*/ 0 60000 65536"/>
                <a:gd name="T15" fmla="*/ 0 w 100"/>
                <a:gd name="T16" fmla="*/ 0 h 111"/>
                <a:gd name="T17" fmla="*/ 100 w 100"/>
                <a:gd name="T18" fmla="*/ 111 h 111"/>
              </a:gdLst>
              <a:ahLst/>
              <a:cxnLst>
                <a:cxn ang="T10">
                  <a:pos x="T0" y="T1"/>
                </a:cxn>
                <a:cxn ang="T11">
                  <a:pos x="T2" y="T3"/>
                </a:cxn>
                <a:cxn ang="T12">
                  <a:pos x="T4" y="T5"/>
                </a:cxn>
                <a:cxn ang="T13">
                  <a:pos x="T6" y="T7"/>
                </a:cxn>
                <a:cxn ang="T14">
                  <a:pos x="T8" y="T9"/>
                </a:cxn>
              </a:cxnLst>
              <a:rect l="T15" t="T16" r="T17" b="T18"/>
              <a:pathLst>
                <a:path w="100" h="111">
                  <a:moveTo>
                    <a:pt x="100" y="56"/>
                  </a:moveTo>
                  <a:cubicBezTo>
                    <a:pt x="100" y="25"/>
                    <a:pt x="78" y="0"/>
                    <a:pt x="49" y="0"/>
                  </a:cubicBezTo>
                  <a:cubicBezTo>
                    <a:pt x="22" y="0"/>
                    <a:pt x="0" y="25"/>
                    <a:pt x="0" y="56"/>
                  </a:cubicBezTo>
                  <a:cubicBezTo>
                    <a:pt x="0" y="86"/>
                    <a:pt x="22" y="111"/>
                    <a:pt x="49" y="111"/>
                  </a:cubicBezTo>
                  <a:cubicBezTo>
                    <a:pt x="78" y="111"/>
                    <a:pt x="100" y="86"/>
                    <a:pt x="100" y="56"/>
                  </a:cubicBezTo>
                </a:path>
              </a:pathLst>
            </a:custGeom>
            <a:noFill/>
            <a:ln w="22225"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2660" name="Rectangle 19"/>
            <p:cNvSpPr>
              <a:spLocks noChangeArrowheads="1"/>
            </p:cNvSpPr>
            <p:nvPr/>
          </p:nvSpPr>
          <p:spPr bwMode="auto">
            <a:xfrm>
              <a:off x="2617" y="2764"/>
              <a:ext cx="250" cy="323"/>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9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C</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2661" name="Freeform 20"/>
            <p:cNvSpPr>
              <a:spLocks/>
            </p:cNvSpPr>
            <p:nvPr/>
          </p:nvSpPr>
          <p:spPr bwMode="auto">
            <a:xfrm>
              <a:off x="2432" y="2783"/>
              <a:ext cx="167" cy="222"/>
            </a:xfrm>
            <a:custGeom>
              <a:avLst/>
              <a:gdLst>
                <a:gd name="T0" fmla="*/ 0 w 167"/>
                <a:gd name="T1" fmla="*/ 222 h 222"/>
                <a:gd name="T2" fmla="*/ 167 w 167"/>
                <a:gd name="T3" fmla="*/ 111 h 222"/>
                <a:gd name="T4" fmla="*/ 0 w 167"/>
                <a:gd name="T5" fmla="*/ 0 h 222"/>
                <a:gd name="T6" fmla="*/ 0 60000 65536"/>
                <a:gd name="T7" fmla="*/ 0 60000 65536"/>
                <a:gd name="T8" fmla="*/ 0 60000 65536"/>
                <a:gd name="T9" fmla="*/ 0 w 167"/>
                <a:gd name="T10" fmla="*/ 0 h 222"/>
                <a:gd name="T11" fmla="*/ 167 w 167"/>
                <a:gd name="T12" fmla="*/ 222 h 222"/>
              </a:gdLst>
              <a:ahLst/>
              <a:cxnLst>
                <a:cxn ang="T6">
                  <a:pos x="T0" y="T1"/>
                </a:cxn>
                <a:cxn ang="T7">
                  <a:pos x="T2" y="T3"/>
                </a:cxn>
                <a:cxn ang="T8">
                  <a:pos x="T4" y="T5"/>
                </a:cxn>
              </a:cxnLst>
              <a:rect l="T9" t="T10" r="T11" b="T12"/>
              <a:pathLst>
                <a:path w="167" h="222">
                  <a:moveTo>
                    <a:pt x="0" y="222"/>
                  </a:moveTo>
                  <a:lnTo>
                    <a:pt x="167" y="111"/>
                  </a:lnTo>
                  <a:lnTo>
                    <a:pt x="0" y="0"/>
                  </a:lnTo>
                </a:path>
              </a:pathLst>
            </a:custGeom>
            <a:noFill/>
            <a:ln w="22225"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2662" name="Rectangle 21"/>
            <p:cNvSpPr>
              <a:spLocks noChangeArrowheads="1"/>
            </p:cNvSpPr>
            <p:nvPr/>
          </p:nvSpPr>
          <p:spPr bwMode="auto">
            <a:xfrm>
              <a:off x="3545" y="2338"/>
              <a:ext cx="668" cy="1000"/>
            </a:xfrm>
            <a:prstGeom prst="rect">
              <a:avLst/>
            </a:prstGeom>
            <a:noFill/>
            <a:ln w="2222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2663" name="Rectangle 22"/>
            <p:cNvSpPr>
              <a:spLocks noChangeArrowheads="1"/>
            </p:cNvSpPr>
            <p:nvPr/>
          </p:nvSpPr>
          <p:spPr bwMode="auto">
            <a:xfrm>
              <a:off x="3601" y="2427"/>
              <a:ext cx="264" cy="323"/>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9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D</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2664" name="Rectangle 23"/>
            <p:cNvSpPr>
              <a:spLocks noChangeArrowheads="1"/>
            </p:cNvSpPr>
            <p:nvPr/>
          </p:nvSpPr>
          <p:spPr bwMode="auto">
            <a:xfrm>
              <a:off x="3997" y="2412"/>
              <a:ext cx="264" cy="323"/>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9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2665" name="Rectangle 24"/>
            <p:cNvSpPr>
              <a:spLocks noChangeArrowheads="1"/>
            </p:cNvSpPr>
            <p:nvPr/>
          </p:nvSpPr>
          <p:spPr bwMode="auto">
            <a:xfrm>
              <a:off x="3997" y="2955"/>
              <a:ext cx="264" cy="323"/>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9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2666" name="Oval 25"/>
            <p:cNvSpPr>
              <a:spLocks noChangeArrowheads="1"/>
            </p:cNvSpPr>
            <p:nvPr/>
          </p:nvSpPr>
          <p:spPr bwMode="auto">
            <a:xfrm>
              <a:off x="4213" y="3060"/>
              <a:ext cx="101" cy="111"/>
            </a:xfrm>
            <a:prstGeom prst="ellipse">
              <a:avLst/>
            </a:prstGeom>
            <a:solidFill>
              <a:srgbClr val="FFFFFF"/>
            </a:solidFill>
            <a:ln w="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2667" name="Oval 26"/>
            <p:cNvSpPr>
              <a:spLocks noChangeArrowheads="1"/>
            </p:cNvSpPr>
            <p:nvPr/>
          </p:nvSpPr>
          <p:spPr bwMode="auto">
            <a:xfrm>
              <a:off x="4213" y="3060"/>
              <a:ext cx="101" cy="111"/>
            </a:xfrm>
            <a:prstGeom prst="ellipse">
              <a:avLst/>
            </a:prstGeom>
            <a:noFill/>
            <a:ln w="2222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2668" name="Rectangle 27"/>
            <p:cNvSpPr>
              <a:spLocks noChangeArrowheads="1"/>
            </p:cNvSpPr>
            <p:nvPr/>
          </p:nvSpPr>
          <p:spPr bwMode="auto">
            <a:xfrm>
              <a:off x="3733" y="2764"/>
              <a:ext cx="250" cy="323"/>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9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C</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2669" name="Freeform 28"/>
            <p:cNvSpPr>
              <a:spLocks/>
            </p:cNvSpPr>
            <p:nvPr/>
          </p:nvSpPr>
          <p:spPr bwMode="auto">
            <a:xfrm>
              <a:off x="3545" y="2783"/>
              <a:ext cx="167" cy="222"/>
            </a:xfrm>
            <a:custGeom>
              <a:avLst/>
              <a:gdLst>
                <a:gd name="T0" fmla="*/ 0 w 167"/>
                <a:gd name="T1" fmla="*/ 222 h 222"/>
                <a:gd name="T2" fmla="*/ 167 w 167"/>
                <a:gd name="T3" fmla="*/ 111 h 222"/>
                <a:gd name="T4" fmla="*/ 0 w 167"/>
                <a:gd name="T5" fmla="*/ 0 h 222"/>
                <a:gd name="T6" fmla="*/ 0 60000 65536"/>
                <a:gd name="T7" fmla="*/ 0 60000 65536"/>
                <a:gd name="T8" fmla="*/ 0 60000 65536"/>
                <a:gd name="T9" fmla="*/ 0 w 167"/>
                <a:gd name="T10" fmla="*/ 0 h 222"/>
                <a:gd name="T11" fmla="*/ 167 w 167"/>
                <a:gd name="T12" fmla="*/ 222 h 222"/>
              </a:gdLst>
              <a:ahLst/>
              <a:cxnLst>
                <a:cxn ang="T6">
                  <a:pos x="T0" y="T1"/>
                </a:cxn>
                <a:cxn ang="T7">
                  <a:pos x="T2" y="T3"/>
                </a:cxn>
                <a:cxn ang="T8">
                  <a:pos x="T4" y="T5"/>
                </a:cxn>
              </a:cxnLst>
              <a:rect l="T9" t="T10" r="T11" b="T12"/>
              <a:pathLst>
                <a:path w="167" h="222">
                  <a:moveTo>
                    <a:pt x="0" y="222"/>
                  </a:moveTo>
                  <a:lnTo>
                    <a:pt x="167" y="111"/>
                  </a:lnTo>
                  <a:lnTo>
                    <a:pt x="0" y="0"/>
                  </a:lnTo>
                </a:path>
              </a:pathLst>
            </a:custGeom>
            <a:noFill/>
            <a:ln w="22225"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2670" name="Rectangle 29"/>
            <p:cNvSpPr>
              <a:spLocks noChangeArrowheads="1"/>
            </p:cNvSpPr>
            <p:nvPr/>
          </p:nvSpPr>
          <p:spPr bwMode="auto">
            <a:xfrm>
              <a:off x="4659" y="2338"/>
              <a:ext cx="668" cy="1000"/>
            </a:xfrm>
            <a:prstGeom prst="rect">
              <a:avLst/>
            </a:prstGeom>
            <a:noFill/>
            <a:ln w="2222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2671" name="Rectangle 30"/>
            <p:cNvSpPr>
              <a:spLocks noChangeArrowheads="1"/>
            </p:cNvSpPr>
            <p:nvPr/>
          </p:nvSpPr>
          <p:spPr bwMode="auto">
            <a:xfrm>
              <a:off x="4702" y="2427"/>
              <a:ext cx="264" cy="323"/>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9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D</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2672" name="Rectangle 31"/>
            <p:cNvSpPr>
              <a:spLocks noChangeArrowheads="1"/>
            </p:cNvSpPr>
            <p:nvPr/>
          </p:nvSpPr>
          <p:spPr bwMode="auto">
            <a:xfrm>
              <a:off x="5113" y="2412"/>
              <a:ext cx="264" cy="323"/>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9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2673" name="Rectangle 32"/>
            <p:cNvSpPr>
              <a:spLocks noChangeArrowheads="1"/>
            </p:cNvSpPr>
            <p:nvPr/>
          </p:nvSpPr>
          <p:spPr bwMode="auto">
            <a:xfrm>
              <a:off x="5113" y="2955"/>
              <a:ext cx="264" cy="323"/>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9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2674" name="Oval 33"/>
            <p:cNvSpPr>
              <a:spLocks noChangeArrowheads="1"/>
            </p:cNvSpPr>
            <p:nvPr/>
          </p:nvSpPr>
          <p:spPr bwMode="auto">
            <a:xfrm>
              <a:off x="5327" y="3060"/>
              <a:ext cx="100" cy="111"/>
            </a:xfrm>
            <a:prstGeom prst="ellipse">
              <a:avLst/>
            </a:prstGeom>
            <a:solidFill>
              <a:srgbClr val="FFFFFF"/>
            </a:solidFill>
            <a:ln w="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2675" name="Oval 34"/>
            <p:cNvSpPr>
              <a:spLocks noChangeArrowheads="1"/>
            </p:cNvSpPr>
            <p:nvPr/>
          </p:nvSpPr>
          <p:spPr bwMode="auto">
            <a:xfrm>
              <a:off x="5327" y="3060"/>
              <a:ext cx="100" cy="111"/>
            </a:xfrm>
            <a:prstGeom prst="ellipse">
              <a:avLst/>
            </a:prstGeom>
            <a:noFill/>
            <a:ln w="2222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2676" name="Rectangle 35"/>
            <p:cNvSpPr>
              <a:spLocks noChangeArrowheads="1"/>
            </p:cNvSpPr>
            <p:nvPr/>
          </p:nvSpPr>
          <p:spPr bwMode="auto">
            <a:xfrm>
              <a:off x="4849" y="2764"/>
              <a:ext cx="250" cy="323"/>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9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C</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2677" name="Freeform 36"/>
            <p:cNvSpPr>
              <a:spLocks/>
            </p:cNvSpPr>
            <p:nvPr/>
          </p:nvSpPr>
          <p:spPr bwMode="auto">
            <a:xfrm>
              <a:off x="4659" y="2783"/>
              <a:ext cx="167" cy="222"/>
            </a:xfrm>
            <a:custGeom>
              <a:avLst/>
              <a:gdLst>
                <a:gd name="T0" fmla="*/ 0 w 167"/>
                <a:gd name="T1" fmla="*/ 222 h 222"/>
                <a:gd name="T2" fmla="*/ 167 w 167"/>
                <a:gd name="T3" fmla="*/ 111 h 222"/>
                <a:gd name="T4" fmla="*/ 0 w 167"/>
                <a:gd name="T5" fmla="*/ 0 h 222"/>
                <a:gd name="T6" fmla="*/ 0 60000 65536"/>
                <a:gd name="T7" fmla="*/ 0 60000 65536"/>
                <a:gd name="T8" fmla="*/ 0 60000 65536"/>
                <a:gd name="T9" fmla="*/ 0 w 167"/>
                <a:gd name="T10" fmla="*/ 0 h 222"/>
                <a:gd name="T11" fmla="*/ 167 w 167"/>
                <a:gd name="T12" fmla="*/ 222 h 222"/>
              </a:gdLst>
              <a:ahLst/>
              <a:cxnLst>
                <a:cxn ang="T6">
                  <a:pos x="T0" y="T1"/>
                </a:cxn>
                <a:cxn ang="T7">
                  <a:pos x="T2" y="T3"/>
                </a:cxn>
                <a:cxn ang="T8">
                  <a:pos x="T4" y="T5"/>
                </a:cxn>
              </a:cxnLst>
              <a:rect l="T9" t="T10" r="T11" b="T12"/>
              <a:pathLst>
                <a:path w="167" h="222">
                  <a:moveTo>
                    <a:pt x="0" y="222"/>
                  </a:moveTo>
                  <a:lnTo>
                    <a:pt x="167" y="111"/>
                  </a:lnTo>
                  <a:lnTo>
                    <a:pt x="0" y="0"/>
                  </a:lnTo>
                </a:path>
              </a:pathLst>
            </a:custGeom>
            <a:noFill/>
            <a:ln w="22225"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2678" name="Line 37"/>
            <p:cNvSpPr>
              <a:spLocks noChangeShapeType="1"/>
            </p:cNvSpPr>
            <p:nvPr/>
          </p:nvSpPr>
          <p:spPr bwMode="auto">
            <a:xfrm>
              <a:off x="1975" y="2561"/>
              <a:ext cx="428" cy="1"/>
            </a:xfrm>
            <a:prstGeom prst="line">
              <a:avLst/>
            </a:prstGeom>
            <a:noFill/>
            <a:ln w="2222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2679" name="Line 38"/>
            <p:cNvSpPr>
              <a:spLocks noChangeShapeType="1"/>
            </p:cNvSpPr>
            <p:nvPr/>
          </p:nvSpPr>
          <p:spPr bwMode="auto">
            <a:xfrm>
              <a:off x="3100" y="2561"/>
              <a:ext cx="445" cy="1"/>
            </a:xfrm>
            <a:prstGeom prst="line">
              <a:avLst/>
            </a:prstGeom>
            <a:noFill/>
            <a:ln w="2222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2680" name="Line 39"/>
            <p:cNvSpPr>
              <a:spLocks noChangeShapeType="1"/>
            </p:cNvSpPr>
            <p:nvPr/>
          </p:nvSpPr>
          <p:spPr bwMode="auto">
            <a:xfrm>
              <a:off x="4213" y="2561"/>
              <a:ext cx="419" cy="1"/>
            </a:xfrm>
            <a:prstGeom prst="line">
              <a:avLst/>
            </a:prstGeom>
            <a:noFill/>
            <a:ln w="2222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2681" name="Line 40"/>
            <p:cNvSpPr>
              <a:spLocks noChangeShapeType="1"/>
            </p:cNvSpPr>
            <p:nvPr/>
          </p:nvSpPr>
          <p:spPr bwMode="auto">
            <a:xfrm>
              <a:off x="5327" y="2561"/>
              <a:ext cx="434" cy="1"/>
            </a:xfrm>
            <a:prstGeom prst="line">
              <a:avLst/>
            </a:prstGeom>
            <a:noFill/>
            <a:ln w="2222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2682" name="Line 41"/>
            <p:cNvSpPr>
              <a:spLocks noChangeShapeType="1"/>
            </p:cNvSpPr>
            <p:nvPr/>
          </p:nvSpPr>
          <p:spPr bwMode="auto">
            <a:xfrm>
              <a:off x="750" y="2561"/>
              <a:ext cx="557" cy="1"/>
            </a:xfrm>
            <a:prstGeom prst="line">
              <a:avLst/>
            </a:prstGeom>
            <a:noFill/>
            <a:ln w="2222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2683" name="Line 42"/>
            <p:cNvSpPr>
              <a:spLocks noChangeShapeType="1"/>
            </p:cNvSpPr>
            <p:nvPr/>
          </p:nvSpPr>
          <p:spPr bwMode="auto">
            <a:xfrm flipH="1">
              <a:off x="750" y="2894"/>
              <a:ext cx="557" cy="1"/>
            </a:xfrm>
            <a:prstGeom prst="line">
              <a:avLst/>
            </a:prstGeom>
            <a:noFill/>
            <a:ln w="2222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2684" name="Freeform 43"/>
            <p:cNvSpPr>
              <a:spLocks/>
            </p:cNvSpPr>
            <p:nvPr/>
          </p:nvSpPr>
          <p:spPr bwMode="auto">
            <a:xfrm>
              <a:off x="1084" y="2894"/>
              <a:ext cx="3575" cy="777"/>
            </a:xfrm>
            <a:custGeom>
              <a:avLst/>
              <a:gdLst>
                <a:gd name="T0" fmla="*/ 0 w 3575"/>
                <a:gd name="T1" fmla="*/ 0 h 777"/>
                <a:gd name="T2" fmla="*/ 0 w 3575"/>
                <a:gd name="T3" fmla="*/ 777 h 777"/>
                <a:gd name="T4" fmla="*/ 3452 w 3575"/>
                <a:gd name="T5" fmla="*/ 777 h 777"/>
                <a:gd name="T6" fmla="*/ 3452 w 3575"/>
                <a:gd name="T7" fmla="*/ 0 h 777"/>
                <a:gd name="T8" fmla="*/ 3575 w 3575"/>
                <a:gd name="T9" fmla="*/ 0 h 777"/>
                <a:gd name="T10" fmla="*/ 0 60000 65536"/>
                <a:gd name="T11" fmla="*/ 0 60000 65536"/>
                <a:gd name="T12" fmla="*/ 0 60000 65536"/>
                <a:gd name="T13" fmla="*/ 0 60000 65536"/>
                <a:gd name="T14" fmla="*/ 0 60000 65536"/>
                <a:gd name="T15" fmla="*/ 0 w 3575"/>
                <a:gd name="T16" fmla="*/ 0 h 777"/>
                <a:gd name="T17" fmla="*/ 3575 w 3575"/>
                <a:gd name="T18" fmla="*/ 777 h 777"/>
              </a:gdLst>
              <a:ahLst/>
              <a:cxnLst>
                <a:cxn ang="T10">
                  <a:pos x="T0" y="T1"/>
                </a:cxn>
                <a:cxn ang="T11">
                  <a:pos x="T2" y="T3"/>
                </a:cxn>
                <a:cxn ang="T12">
                  <a:pos x="T4" y="T5"/>
                </a:cxn>
                <a:cxn ang="T13">
                  <a:pos x="T6" y="T7"/>
                </a:cxn>
                <a:cxn ang="T14">
                  <a:pos x="T8" y="T9"/>
                </a:cxn>
              </a:cxnLst>
              <a:rect l="T15" t="T16" r="T17" b="T18"/>
              <a:pathLst>
                <a:path w="3575" h="777">
                  <a:moveTo>
                    <a:pt x="0" y="0"/>
                  </a:moveTo>
                  <a:lnTo>
                    <a:pt x="0" y="777"/>
                  </a:lnTo>
                  <a:lnTo>
                    <a:pt x="3452" y="777"/>
                  </a:lnTo>
                  <a:lnTo>
                    <a:pt x="3452" y="0"/>
                  </a:lnTo>
                  <a:lnTo>
                    <a:pt x="3575" y="0"/>
                  </a:lnTo>
                </a:path>
              </a:pathLst>
            </a:custGeom>
            <a:noFill/>
            <a:ln w="22225"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2685" name="Freeform 44"/>
            <p:cNvSpPr>
              <a:spLocks/>
            </p:cNvSpPr>
            <p:nvPr/>
          </p:nvSpPr>
          <p:spPr bwMode="auto">
            <a:xfrm>
              <a:off x="1036" y="2846"/>
              <a:ext cx="95" cy="96"/>
            </a:xfrm>
            <a:custGeom>
              <a:avLst/>
              <a:gdLst>
                <a:gd name="T0" fmla="*/ 34 w 104"/>
                <a:gd name="T1" fmla="*/ 70 h 104"/>
                <a:gd name="T2" fmla="*/ 66 w 104"/>
                <a:gd name="T3" fmla="*/ 35 h 104"/>
                <a:gd name="T4" fmla="*/ 34 w 104"/>
                <a:gd name="T5" fmla="*/ 0 h 104"/>
                <a:gd name="T6" fmla="*/ 34 w 104"/>
                <a:gd name="T7" fmla="*/ 0 h 104"/>
                <a:gd name="T8" fmla="*/ 0 w 104"/>
                <a:gd name="T9" fmla="*/ 35 h 104"/>
                <a:gd name="T10" fmla="*/ 34 w 104"/>
                <a:gd name="T11" fmla="*/ 70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52" y="104"/>
                  </a:moveTo>
                  <a:cubicBezTo>
                    <a:pt x="81" y="104"/>
                    <a:pt x="104" y="80"/>
                    <a:pt x="104" y="52"/>
                  </a:cubicBezTo>
                  <a:cubicBezTo>
                    <a:pt x="104" y="23"/>
                    <a:pt x="81" y="0"/>
                    <a:pt x="52" y="0"/>
                  </a:cubicBezTo>
                  <a:cubicBezTo>
                    <a:pt x="52" y="0"/>
                    <a:pt x="52" y="0"/>
                    <a:pt x="52" y="0"/>
                  </a:cubicBezTo>
                  <a:cubicBezTo>
                    <a:pt x="23" y="0"/>
                    <a:pt x="0" y="23"/>
                    <a:pt x="0" y="52"/>
                  </a:cubicBezTo>
                  <a:cubicBezTo>
                    <a:pt x="0" y="80"/>
                    <a:pt x="23" y="104"/>
                    <a:pt x="52" y="104"/>
                  </a:cubicBezTo>
                </a:path>
              </a:pathLst>
            </a:custGeom>
            <a:solidFill>
              <a:srgbClr val="000000"/>
            </a:solidFill>
            <a:ln w="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2686" name="Freeform 45"/>
            <p:cNvSpPr>
              <a:spLocks/>
            </p:cNvSpPr>
            <p:nvPr/>
          </p:nvSpPr>
          <p:spPr bwMode="auto">
            <a:xfrm>
              <a:off x="3423" y="2894"/>
              <a:ext cx="122" cy="777"/>
            </a:xfrm>
            <a:custGeom>
              <a:avLst/>
              <a:gdLst>
                <a:gd name="T0" fmla="*/ 0 w 122"/>
                <a:gd name="T1" fmla="*/ 777 h 777"/>
                <a:gd name="T2" fmla="*/ 0 w 122"/>
                <a:gd name="T3" fmla="*/ 0 h 777"/>
                <a:gd name="T4" fmla="*/ 122 w 122"/>
                <a:gd name="T5" fmla="*/ 0 h 777"/>
                <a:gd name="T6" fmla="*/ 0 60000 65536"/>
                <a:gd name="T7" fmla="*/ 0 60000 65536"/>
                <a:gd name="T8" fmla="*/ 0 60000 65536"/>
                <a:gd name="T9" fmla="*/ 0 w 122"/>
                <a:gd name="T10" fmla="*/ 0 h 777"/>
                <a:gd name="T11" fmla="*/ 122 w 122"/>
                <a:gd name="T12" fmla="*/ 777 h 777"/>
              </a:gdLst>
              <a:ahLst/>
              <a:cxnLst>
                <a:cxn ang="T6">
                  <a:pos x="T0" y="T1"/>
                </a:cxn>
                <a:cxn ang="T7">
                  <a:pos x="T2" y="T3"/>
                </a:cxn>
                <a:cxn ang="T8">
                  <a:pos x="T4" y="T5"/>
                </a:cxn>
              </a:cxnLst>
              <a:rect l="T9" t="T10" r="T11" b="T12"/>
              <a:pathLst>
                <a:path w="122" h="777">
                  <a:moveTo>
                    <a:pt x="0" y="777"/>
                  </a:moveTo>
                  <a:lnTo>
                    <a:pt x="0" y="0"/>
                  </a:lnTo>
                  <a:lnTo>
                    <a:pt x="122" y="0"/>
                  </a:lnTo>
                </a:path>
              </a:pathLst>
            </a:custGeom>
            <a:noFill/>
            <a:ln w="22225"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2687" name="Freeform 46"/>
            <p:cNvSpPr>
              <a:spLocks/>
            </p:cNvSpPr>
            <p:nvPr/>
          </p:nvSpPr>
          <p:spPr bwMode="auto">
            <a:xfrm>
              <a:off x="3375" y="3624"/>
              <a:ext cx="96" cy="95"/>
            </a:xfrm>
            <a:custGeom>
              <a:avLst/>
              <a:gdLst>
                <a:gd name="T0" fmla="*/ 35 w 104"/>
                <a:gd name="T1" fmla="*/ 0 h 104"/>
                <a:gd name="T2" fmla="*/ 0 w 104"/>
                <a:gd name="T3" fmla="*/ 34 h 104"/>
                <a:gd name="T4" fmla="*/ 35 w 104"/>
                <a:gd name="T5" fmla="*/ 66 h 104"/>
                <a:gd name="T6" fmla="*/ 35 w 104"/>
                <a:gd name="T7" fmla="*/ 66 h 104"/>
                <a:gd name="T8" fmla="*/ 70 w 104"/>
                <a:gd name="T9" fmla="*/ 34 h 104"/>
                <a:gd name="T10" fmla="*/ 35 w 104"/>
                <a:gd name="T11" fmla="*/ 0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52" y="0"/>
                  </a:moveTo>
                  <a:cubicBezTo>
                    <a:pt x="23" y="0"/>
                    <a:pt x="0" y="24"/>
                    <a:pt x="0" y="52"/>
                  </a:cubicBezTo>
                  <a:cubicBezTo>
                    <a:pt x="0" y="81"/>
                    <a:pt x="23" y="104"/>
                    <a:pt x="52" y="104"/>
                  </a:cubicBezTo>
                  <a:cubicBezTo>
                    <a:pt x="52" y="104"/>
                    <a:pt x="52" y="104"/>
                    <a:pt x="52" y="104"/>
                  </a:cubicBezTo>
                  <a:cubicBezTo>
                    <a:pt x="80" y="104"/>
                    <a:pt x="104" y="81"/>
                    <a:pt x="104" y="52"/>
                  </a:cubicBezTo>
                  <a:cubicBezTo>
                    <a:pt x="104" y="24"/>
                    <a:pt x="80" y="0"/>
                    <a:pt x="52" y="0"/>
                  </a:cubicBezTo>
                </a:path>
              </a:pathLst>
            </a:custGeom>
            <a:solidFill>
              <a:srgbClr val="000000"/>
            </a:solidFill>
            <a:ln w="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2688" name="Freeform 47"/>
            <p:cNvSpPr>
              <a:spLocks/>
            </p:cNvSpPr>
            <p:nvPr/>
          </p:nvSpPr>
          <p:spPr bwMode="auto">
            <a:xfrm>
              <a:off x="2309" y="2894"/>
              <a:ext cx="123" cy="777"/>
            </a:xfrm>
            <a:custGeom>
              <a:avLst/>
              <a:gdLst>
                <a:gd name="T0" fmla="*/ 0 w 123"/>
                <a:gd name="T1" fmla="*/ 777 h 777"/>
                <a:gd name="T2" fmla="*/ 0 w 123"/>
                <a:gd name="T3" fmla="*/ 0 h 777"/>
                <a:gd name="T4" fmla="*/ 123 w 123"/>
                <a:gd name="T5" fmla="*/ 0 h 777"/>
                <a:gd name="T6" fmla="*/ 0 60000 65536"/>
                <a:gd name="T7" fmla="*/ 0 60000 65536"/>
                <a:gd name="T8" fmla="*/ 0 60000 65536"/>
                <a:gd name="T9" fmla="*/ 0 w 123"/>
                <a:gd name="T10" fmla="*/ 0 h 777"/>
                <a:gd name="T11" fmla="*/ 123 w 123"/>
                <a:gd name="T12" fmla="*/ 777 h 777"/>
              </a:gdLst>
              <a:ahLst/>
              <a:cxnLst>
                <a:cxn ang="T6">
                  <a:pos x="T0" y="T1"/>
                </a:cxn>
                <a:cxn ang="T7">
                  <a:pos x="T2" y="T3"/>
                </a:cxn>
                <a:cxn ang="T8">
                  <a:pos x="T4" y="T5"/>
                </a:cxn>
              </a:cxnLst>
              <a:rect l="T9" t="T10" r="T11" b="T12"/>
              <a:pathLst>
                <a:path w="123" h="777">
                  <a:moveTo>
                    <a:pt x="0" y="777"/>
                  </a:moveTo>
                  <a:lnTo>
                    <a:pt x="0" y="0"/>
                  </a:lnTo>
                  <a:lnTo>
                    <a:pt x="123" y="0"/>
                  </a:lnTo>
                </a:path>
              </a:pathLst>
            </a:custGeom>
            <a:noFill/>
            <a:ln w="22225"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2689" name="Freeform 48"/>
            <p:cNvSpPr>
              <a:spLocks/>
            </p:cNvSpPr>
            <p:nvPr/>
          </p:nvSpPr>
          <p:spPr bwMode="auto">
            <a:xfrm>
              <a:off x="2261" y="3624"/>
              <a:ext cx="96" cy="95"/>
            </a:xfrm>
            <a:custGeom>
              <a:avLst/>
              <a:gdLst>
                <a:gd name="T0" fmla="*/ 35 w 104"/>
                <a:gd name="T1" fmla="*/ 0 h 104"/>
                <a:gd name="T2" fmla="*/ 0 w 104"/>
                <a:gd name="T3" fmla="*/ 34 h 104"/>
                <a:gd name="T4" fmla="*/ 35 w 104"/>
                <a:gd name="T5" fmla="*/ 66 h 104"/>
                <a:gd name="T6" fmla="*/ 35 w 104"/>
                <a:gd name="T7" fmla="*/ 66 h 104"/>
                <a:gd name="T8" fmla="*/ 70 w 104"/>
                <a:gd name="T9" fmla="*/ 34 h 104"/>
                <a:gd name="T10" fmla="*/ 35 w 104"/>
                <a:gd name="T11" fmla="*/ 0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52" y="0"/>
                  </a:moveTo>
                  <a:cubicBezTo>
                    <a:pt x="23" y="0"/>
                    <a:pt x="0" y="24"/>
                    <a:pt x="0" y="52"/>
                  </a:cubicBezTo>
                  <a:cubicBezTo>
                    <a:pt x="0" y="81"/>
                    <a:pt x="23" y="104"/>
                    <a:pt x="52" y="104"/>
                  </a:cubicBezTo>
                  <a:cubicBezTo>
                    <a:pt x="52" y="104"/>
                    <a:pt x="52" y="104"/>
                    <a:pt x="52" y="104"/>
                  </a:cubicBezTo>
                  <a:cubicBezTo>
                    <a:pt x="81" y="104"/>
                    <a:pt x="104" y="81"/>
                    <a:pt x="104" y="52"/>
                  </a:cubicBezTo>
                  <a:cubicBezTo>
                    <a:pt x="104" y="24"/>
                    <a:pt x="81" y="0"/>
                    <a:pt x="52" y="0"/>
                  </a:cubicBezTo>
                </a:path>
              </a:pathLst>
            </a:custGeom>
            <a:solidFill>
              <a:srgbClr val="000000"/>
            </a:solidFill>
            <a:ln w="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2690" name="Rectangle 49"/>
            <p:cNvSpPr>
              <a:spLocks noChangeArrowheads="1"/>
            </p:cNvSpPr>
            <p:nvPr/>
          </p:nvSpPr>
          <p:spPr bwMode="auto">
            <a:xfrm>
              <a:off x="3256" y="1296"/>
              <a:ext cx="840" cy="233"/>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并行输出</a:t>
              </a:r>
              <a:endParaRPr kumimoji="0" lang="en-US" altLang="zh-CN"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endParaRPr>
            </a:p>
          </p:txBody>
        </p:sp>
        <p:sp>
          <p:nvSpPr>
            <p:cNvPr id="112692" name="Rectangle 51"/>
            <p:cNvSpPr>
              <a:spLocks noChangeArrowheads="1"/>
            </p:cNvSpPr>
            <p:nvPr/>
          </p:nvSpPr>
          <p:spPr bwMode="auto">
            <a:xfrm>
              <a:off x="403" y="2014"/>
              <a:ext cx="868" cy="233"/>
            </a:xfrm>
            <a:prstGeom prst="rect">
              <a:avLst/>
            </a:prstGeom>
            <a:noFill/>
            <a:ln w="9525">
              <a:noFill/>
              <a:miter lim="800000"/>
              <a:headEnd/>
              <a:tailEnd/>
            </a:ln>
          </p:spPr>
          <p:txBody>
            <a:bodyPr wrap="squar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串行输入</a:t>
              </a:r>
              <a:endParaRPr kumimoji="0" lang="en-US" altLang="zh-CN"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endParaRPr>
            </a:p>
          </p:txBody>
        </p:sp>
        <p:sp>
          <p:nvSpPr>
            <p:cNvPr id="112693" name="Rectangle 52"/>
            <p:cNvSpPr>
              <a:spLocks noChangeArrowheads="1"/>
            </p:cNvSpPr>
            <p:nvPr/>
          </p:nvSpPr>
          <p:spPr bwMode="auto">
            <a:xfrm>
              <a:off x="473" y="2896"/>
              <a:ext cx="526" cy="233"/>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mn-lt"/>
                  <a:ea typeface="宋体" pitchFamily="2" charset="-122"/>
                  <a:cs typeface="+mn-cs"/>
                </a:rPr>
                <a:t>Clock</a:t>
              </a:r>
            </a:p>
          </p:txBody>
        </p:sp>
        <p:sp>
          <p:nvSpPr>
            <p:cNvPr id="112694" name="Line 53"/>
            <p:cNvSpPr>
              <a:spLocks noChangeShapeType="1"/>
            </p:cNvSpPr>
            <p:nvPr/>
          </p:nvSpPr>
          <p:spPr bwMode="auto">
            <a:xfrm flipV="1">
              <a:off x="2198" y="2116"/>
              <a:ext cx="1" cy="445"/>
            </a:xfrm>
            <a:prstGeom prst="line">
              <a:avLst/>
            </a:prstGeom>
            <a:noFill/>
            <a:ln w="2222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2695" name="Freeform 54"/>
            <p:cNvSpPr>
              <a:spLocks/>
            </p:cNvSpPr>
            <p:nvPr/>
          </p:nvSpPr>
          <p:spPr bwMode="auto">
            <a:xfrm>
              <a:off x="2150" y="2513"/>
              <a:ext cx="96" cy="95"/>
            </a:xfrm>
            <a:custGeom>
              <a:avLst/>
              <a:gdLst>
                <a:gd name="T0" fmla="*/ 35 w 104"/>
                <a:gd name="T1" fmla="*/ 0 h 103"/>
                <a:gd name="T2" fmla="*/ 0 w 104"/>
                <a:gd name="T3" fmla="*/ 35 h 103"/>
                <a:gd name="T4" fmla="*/ 35 w 104"/>
                <a:gd name="T5" fmla="*/ 69 h 103"/>
                <a:gd name="T6" fmla="*/ 35 w 104"/>
                <a:gd name="T7" fmla="*/ 69 h 103"/>
                <a:gd name="T8" fmla="*/ 70 w 104"/>
                <a:gd name="T9" fmla="*/ 35 h 103"/>
                <a:gd name="T10" fmla="*/ 35 w 104"/>
                <a:gd name="T11" fmla="*/ 0 h 103"/>
                <a:gd name="T12" fmla="*/ 0 60000 65536"/>
                <a:gd name="T13" fmla="*/ 0 60000 65536"/>
                <a:gd name="T14" fmla="*/ 0 60000 65536"/>
                <a:gd name="T15" fmla="*/ 0 60000 65536"/>
                <a:gd name="T16" fmla="*/ 0 60000 65536"/>
                <a:gd name="T17" fmla="*/ 0 60000 65536"/>
                <a:gd name="T18" fmla="*/ 0 w 104"/>
                <a:gd name="T19" fmla="*/ 0 h 103"/>
                <a:gd name="T20" fmla="*/ 104 w 104"/>
                <a:gd name="T21" fmla="*/ 103 h 103"/>
              </a:gdLst>
              <a:ahLst/>
              <a:cxnLst>
                <a:cxn ang="T12">
                  <a:pos x="T0" y="T1"/>
                </a:cxn>
                <a:cxn ang="T13">
                  <a:pos x="T2" y="T3"/>
                </a:cxn>
                <a:cxn ang="T14">
                  <a:pos x="T4" y="T5"/>
                </a:cxn>
                <a:cxn ang="T15">
                  <a:pos x="T6" y="T7"/>
                </a:cxn>
                <a:cxn ang="T16">
                  <a:pos x="T8" y="T9"/>
                </a:cxn>
                <a:cxn ang="T17">
                  <a:pos x="T10" y="T11"/>
                </a:cxn>
              </a:cxnLst>
              <a:rect l="T18" t="T19" r="T20" b="T21"/>
              <a:pathLst>
                <a:path w="104" h="103">
                  <a:moveTo>
                    <a:pt x="52" y="0"/>
                  </a:moveTo>
                  <a:cubicBezTo>
                    <a:pt x="23" y="0"/>
                    <a:pt x="0" y="23"/>
                    <a:pt x="0" y="52"/>
                  </a:cubicBezTo>
                  <a:cubicBezTo>
                    <a:pt x="0" y="80"/>
                    <a:pt x="23" y="103"/>
                    <a:pt x="52" y="103"/>
                  </a:cubicBezTo>
                  <a:cubicBezTo>
                    <a:pt x="52" y="103"/>
                    <a:pt x="52" y="103"/>
                    <a:pt x="52" y="103"/>
                  </a:cubicBezTo>
                  <a:cubicBezTo>
                    <a:pt x="80" y="103"/>
                    <a:pt x="104" y="80"/>
                    <a:pt x="104" y="52"/>
                  </a:cubicBezTo>
                  <a:cubicBezTo>
                    <a:pt x="104" y="23"/>
                    <a:pt x="80" y="0"/>
                    <a:pt x="52" y="0"/>
                  </a:cubicBezTo>
                </a:path>
              </a:pathLst>
            </a:custGeom>
            <a:solidFill>
              <a:srgbClr val="000000"/>
            </a:solidFill>
            <a:ln w="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2696" name="Line 55"/>
            <p:cNvSpPr>
              <a:spLocks noChangeShapeType="1"/>
            </p:cNvSpPr>
            <p:nvPr/>
          </p:nvSpPr>
          <p:spPr bwMode="auto">
            <a:xfrm flipV="1">
              <a:off x="3311" y="2116"/>
              <a:ext cx="1" cy="445"/>
            </a:xfrm>
            <a:prstGeom prst="line">
              <a:avLst/>
            </a:prstGeom>
            <a:noFill/>
            <a:ln w="2222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2697" name="Freeform 56"/>
            <p:cNvSpPr>
              <a:spLocks/>
            </p:cNvSpPr>
            <p:nvPr/>
          </p:nvSpPr>
          <p:spPr bwMode="auto">
            <a:xfrm>
              <a:off x="3263" y="2513"/>
              <a:ext cx="96" cy="95"/>
            </a:xfrm>
            <a:custGeom>
              <a:avLst/>
              <a:gdLst>
                <a:gd name="T0" fmla="*/ 35 w 104"/>
                <a:gd name="T1" fmla="*/ 0 h 103"/>
                <a:gd name="T2" fmla="*/ 0 w 104"/>
                <a:gd name="T3" fmla="*/ 35 h 103"/>
                <a:gd name="T4" fmla="*/ 35 w 104"/>
                <a:gd name="T5" fmla="*/ 69 h 103"/>
                <a:gd name="T6" fmla="*/ 35 w 104"/>
                <a:gd name="T7" fmla="*/ 69 h 103"/>
                <a:gd name="T8" fmla="*/ 70 w 104"/>
                <a:gd name="T9" fmla="*/ 35 h 103"/>
                <a:gd name="T10" fmla="*/ 35 w 104"/>
                <a:gd name="T11" fmla="*/ 0 h 103"/>
                <a:gd name="T12" fmla="*/ 0 60000 65536"/>
                <a:gd name="T13" fmla="*/ 0 60000 65536"/>
                <a:gd name="T14" fmla="*/ 0 60000 65536"/>
                <a:gd name="T15" fmla="*/ 0 60000 65536"/>
                <a:gd name="T16" fmla="*/ 0 60000 65536"/>
                <a:gd name="T17" fmla="*/ 0 60000 65536"/>
                <a:gd name="T18" fmla="*/ 0 w 104"/>
                <a:gd name="T19" fmla="*/ 0 h 103"/>
                <a:gd name="T20" fmla="*/ 104 w 104"/>
                <a:gd name="T21" fmla="*/ 103 h 103"/>
              </a:gdLst>
              <a:ahLst/>
              <a:cxnLst>
                <a:cxn ang="T12">
                  <a:pos x="T0" y="T1"/>
                </a:cxn>
                <a:cxn ang="T13">
                  <a:pos x="T2" y="T3"/>
                </a:cxn>
                <a:cxn ang="T14">
                  <a:pos x="T4" y="T5"/>
                </a:cxn>
                <a:cxn ang="T15">
                  <a:pos x="T6" y="T7"/>
                </a:cxn>
                <a:cxn ang="T16">
                  <a:pos x="T8" y="T9"/>
                </a:cxn>
                <a:cxn ang="T17">
                  <a:pos x="T10" y="T11"/>
                </a:cxn>
              </a:cxnLst>
              <a:rect l="T18" t="T19" r="T20" b="T21"/>
              <a:pathLst>
                <a:path w="104" h="103">
                  <a:moveTo>
                    <a:pt x="52" y="0"/>
                  </a:moveTo>
                  <a:cubicBezTo>
                    <a:pt x="24" y="0"/>
                    <a:pt x="0" y="23"/>
                    <a:pt x="0" y="52"/>
                  </a:cubicBezTo>
                  <a:cubicBezTo>
                    <a:pt x="0" y="80"/>
                    <a:pt x="24" y="103"/>
                    <a:pt x="52" y="103"/>
                  </a:cubicBezTo>
                  <a:cubicBezTo>
                    <a:pt x="52" y="103"/>
                    <a:pt x="52" y="103"/>
                    <a:pt x="52" y="103"/>
                  </a:cubicBezTo>
                  <a:cubicBezTo>
                    <a:pt x="81" y="103"/>
                    <a:pt x="104" y="80"/>
                    <a:pt x="104" y="52"/>
                  </a:cubicBezTo>
                  <a:cubicBezTo>
                    <a:pt x="104" y="23"/>
                    <a:pt x="81" y="0"/>
                    <a:pt x="52" y="0"/>
                  </a:cubicBezTo>
                </a:path>
              </a:pathLst>
            </a:custGeom>
            <a:solidFill>
              <a:srgbClr val="000000"/>
            </a:solidFill>
            <a:ln w="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2698" name="Line 57"/>
            <p:cNvSpPr>
              <a:spLocks noChangeShapeType="1"/>
            </p:cNvSpPr>
            <p:nvPr/>
          </p:nvSpPr>
          <p:spPr bwMode="auto">
            <a:xfrm flipV="1">
              <a:off x="4425" y="2116"/>
              <a:ext cx="1" cy="445"/>
            </a:xfrm>
            <a:prstGeom prst="line">
              <a:avLst/>
            </a:prstGeom>
            <a:noFill/>
            <a:ln w="2222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2699" name="Freeform 58"/>
            <p:cNvSpPr>
              <a:spLocks/>
            </p:cNvSpPr>
            <p:nvPr/>
          </p:nvSpPr>
          <p:spPr bwMode="auto">
            <a:xfrm>
              <a:off x="4377" y="2513"/>
              <a:ext cx="96" cy="95"/>
            </a:xfrm>
            <a:custGeom>
              <a:avLst/>
              <a:gdLst>
                <a:gd name="T0" fmla="*/ 35 w 104"/>
                <a:gd name="T1" fmla="*/ 0 h 103"/>
                <a:gd name="T2" fmla="*/ 0 w 104"/>
                <a:gd name="T3" fmla="*/ 35 h 103"/>
                <a:gd name="T4" fmla="*/ 35 w 104"/>
                <a:gd name="T5" fmla="*/ 69 h 103"/>
                <a:gd name="T6" fmla="*/ 35 w 104"/>
                <a:gd name="T7" fmla="*/ 69 h 103"/>
                <a:gd name="T8" fmla="*/ 70 w 104"/>
                <a:gd name="T9" fmla="*/ 35 h 103"/>
                <a:gd name="T10" fmla="*/ 35 w 104"/>
                <a:gd name="T11" fmla="*/ 0 h 103"/>
                <a:gd name="T12" fmla="*/ 0 60000 65536"/>
                <a:gd name="T13" fmla="*/ 0 60000 65536"/>
                <a:gd name="T14" fmla="*/ 0 60000 65536"/>
                <a:gd name="T15" fmla="*/ 0 60000 65536"/>
                <a:gd name="T16" fmla="*/ 0 60000 65536"/>
                <a:gd name="T17" fmla="*/ 0 60000 65536"/>
                <a:gd name="T18" fmla="*/ 0 w 104"/>
                <a:gd name="T19" fmla="*/ 0 h 103"/>
                <a:gd name="T20" fmla="*/ 104 w 104"/>
                <a:gd name="T21" fmla="*/ 103 h 103"/>
              </a:gdLst>
              <a:ahLst/>
              <a:cxnLst>
                <a:cxn ang="T12">
                  <a:pos x="T0" y="T1"/>
                </a:cxn>
                <a:cxn ang="T13">
                  <a:pos x="T2" y="T3"/>
                </a:cxn>
                <a:cxn ang="T14">
                  <a:pos x="T4" y="T5"/>
                </a:cxn>
                <a:cxn ang="T15">
                  <a:pos x="T6" y="T7"/>
                </a:cxn>
                <a:cxn ang="T16">
                  <a:pos x="T8" y="T9"/>
                </a:cxn>
                <a:cxn ang="T17">
                  <a:pos x="T10" y="T11"/>
                </a:cxn>
              </a:cxnLst>
              <a:rect l="T18" t="T19" r="T20" b="T21"/>
              <a:pathLst>
                <a:path w="104" h="103">
                  <a:moveTo>
                    <a:pt x="52" y="0"/>
                  </a:moveTo>
                  <a:cubicBezTo>
                    <a:pt x="23" y="0"/>
                    <a:pt x="0" y="23"/>
                    <a:pt x="0" y="52"/>
                  </a:cubicBezTo>
                  <a:cubicBezTo>
                    <a:pt x="0" y="80"/>
                    <a:pt x="23" y="103"/>
                    <a:pt x="52" y="103"/>
                  </a:cubicBezTo>
                  <a:cubicBezTo>
                    <a:pt x="52" y="103"/>
                    <a:pt x="52" y="103"/>
                    <a:pt x="52" y="103"/>
                  </a:cubicBezTo>
                  <a:cubicBezTo>
                    <a:pt x="81" y="103"/>
                    <a:pt x="104" y="80"/>
                    <a:pt x="104" y="52"/>
                  </a:cubicBezTo>
                  <a:cubicBezTo>
                    <a:pt x="104" y="23"/>
                    <a:pt x="81" y="0"/>
                    <a:pt x="52" y="0"/>
                  </a:cubicBezTo>
                </a:path>
              </a:pathLst>
            </a:custGeom>
            <a:solidFill>
              <a:srgbClr val="000000"/>
            </a:solidFill>
            <a:ln w="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2700" name="Line 59"/>
            <p:cNvSpPr>
              <a:spLocks noChangeShapeType="1"/>
            </p:cNvSpPr>
            <p:nvPr/>
          </p:nvSpPr>
          <p:spPr bwMode="auto">
            <a:xfrm flipV="1">
              <a:off x="5539" y="2116"/>
              <a:ext cx="1" cy="445"/>
            </a:xfrm>
            <a:prstGeom prst="line">
              <a:avLst/>
            </a:prstGeom>
            <a:noFill/>
            <a:ln w="2222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2701" name="Freeform 60"/>
            <p:cNvSpPr>
              <a:spLocks/>
            </p:cNvSpPr>
            <p:nvPr/>
          </p:nvSpPr>
          <p:spPr bwMode="auto">
            <a:xfrm>
              <a:off x="5492" y="2513"/>
              <a:ext cx="95" cy="95"/>
            </a:xfrm>
            <a:custGeom>
              <a:avLst/>
              <a:gdLst>
                <a:gd name="T0" fmla="*/ 34 w 104"/>
                <a:gd name="T1" fmla="*/ 0 h 103"/>
                <a:gd name="T2" fmla="*/ 0 w 104"/>
                <a:gd name="T3" fmla="*/ 35 h 103"/>
                <a:gd name="T4" fmla="*/ 34 w 104"/>
                <a:gd name="T5" fmla="*/ 69 h 103"/>
                <a:gd name="T6" fmla="*/ 34 w 104"/>
                <a:gd name="T7" fmla="*/ 69 h 103"/>
                <a:gd name="T8" fmla="*/ 66 w 104"/>
                <a:gd name="T9" fmla="*/ 35 h 103"/>
                <a:gd name="T10" fmla="*/ 34 w 104"/>
                <a:gd name="T11" fmla="*/ 0 h 103"/>
                <a:gd name="T12" fmla="*/ 0 60000 65536"/>
                <a:gd name="T13" fmla="*/ 0 60000 65536"/>
                <a:gd name="T14" fmla="*/ 0 60000 65536"/>
                <a:gd name="T15" fmla="*/ 0 60000 65536"/>
                <a:gd name="T16" fmla="*/ 0 60000 65536"/>
                <a:gd name="T17" fmla="*/ 0 60000 65536"/>
                <a:gd name="T18" fmla="*/ 0 w 104"/>
                <a:gd name="T19" fmla="*/ 0 h 103"/>
                <a:gd name="T20" fmla="*/ 104 w 104"/>
                <a:gd name="T21" fmla="*/ 103 h 103"/>
              </a:gdLst>
              <a:ahLst/>
              <a:cxnLst>
                <a:cxn ang="T12">
                  <a:pos x="T0" y="T1"/>
                </a:cxn>
                <a:cxn ang="T13">
                  <a:pos x="T2" y="T3"/>
                </a:cxn>
                <a:cxn ang="T14">
                  <a:pos x="T4" y="T5"/>
                </a:cxn>
                <a:cxn ang="T15">
                  <a:pos x="T6" y="T7"/>
                </a:cxn>
                <a:cxn ang="T16">
                  <a:pos x="T8" y="T9"/>
                </a:cxn>
                <a:cxn ang="T17">
                  <a:pos x="T10" y="T11"/>
                </a:cxn>
              </a:cxnLst>
              <a:rect l="T18" t="T19" r="T20" b="T21"/>
              <a:pathLst>
                <a:path w="104" h="103">
                  <a:moveTo>
                    <a:pt x="52" y="0"/>
                  </a:moveTo>
                  <a:cubicBezTo>
                    <a:pt x="23" y="0"/>
                    <a:pt x="0" y="23"/>
                    <a:pt x="0" y="52"/>
                  </a:cubicBezTo>
                  <a:cubicBezTo>
                    <a:pt x="0" y="80"/>
                    <a:pt x="23" y="103"/>
                    <a:pt x="52" y="103"/>
                  </a:cubicBezTo>
                  <a:cubicBezTo>
                    <a:pt x="52" y="103"/>
                    <a:pt x="52" y="103"/>
                    <a:pt x="52" y="103"/>
                  </a:cubicBezTo>
                  <a:cubicBezTo>
                    <a:pt x="80" y="103"/>
                    <a:pt x="104" y="80"/>
                    <a:pt x="104" y="52"/>
                  </a:cubicBezTo>
                  <a:cubicBezTo>
                    <a:pt x="104" y="23"/>
                    <a:pt x="80" y="0"/>
                    <a:pt x="52" y="0"/>
                  </a:cubicBezTo>
                </a:path>
              </a:pathLst>
            </a:custGeom>
            <a:solidFill>
              <a:srgbClr val="000000"/>
            </a:solidFill>
            <a:ln w="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2702" name="Rectangle 61"/>
            <p:cNvSpPr>
              <a:spLocks noChangeArrowheads="1"/>
            </p:cNvSpPr>
            <p:nvPr/>
          </p:nvSpPr>
          <p:spPr bwMode="auto">
            <a:xfrm>
              <a:off x="2191" y="1821"/>
              <a:ext cx="264" cy="323"/>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9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dirty="0">
                <a:ln>
                  <a:noFill/>
                </a:ln>
                <a:solidFill>
                  <a:srgbClr val="000000"/>
                </a:solidFill>
                <a:effectLst/>
                <a:uLnTx/>
                <a:uFillTx/>
                <a:latin typeface="Arial" charset="0"/>
                <a:ea typeface="宋体" pitchFamily="2" charset="-122"/>
                <a:cs typeface="+mn-cs"/>
              </a:endParaRPr>
            </a:p>
          </p:txBody>
        </p:sp>
        <p:sp>
          <p:nvSpPr>
            <p:cNvPr id="112703" name="Rectangle 62"/>
            <p:cNvSpPr>
              <a:spLocks noChangeArrowheads="1"/>
            </p:cNvSpPr>
            <p:nvPr/>
          </p:nvSpPr>
          <p:spPr bwMode="auto">
            <a:xfrm>
              <a:off x="2368" y="1953"/>
              <a:ext cx="176" cy="206"/>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000" b="0"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A</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2704" name="Rectangle 63"/>
            <p:cNvSpPr>
              <a:spLocks noChangeArrowheads="1"/>
            </p:cNvSpPr>
            <p:nvPr/>
          </p:nvSpPr>
          <p:spPr bwMode="auto">
            <a:xfrm>
              <a:off x="3307" y="1821"/>
              <a:ext cx="264" cy="323"/>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9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2705" name="Rectangle 64"/>
            <p:cNvSpPr>
              <a:spLocks noChangeArrowheads="1"/>
            </p:cNvSpPr>
            <p:nvPr/>
          </p:nvSpPr>
          <p:spPr bwMode="auto">
            <a:xfrm>
              <a:off x="3484" y="1953"/>
              <a:ext cx="162" cy="206"/>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000" b="0"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B</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2706" name="Rectangle 65"/>
            <p:cNvSpPr>
              <a:spLocks noChangeArrowheads="1"/>
            </p:cNvSpPr>
            <p:nvPr/>
          </p:nvSpPr>
          <p:spPr bwMode="auto">
            <a:xfrm>
              <a:off x="4423" y="1821"/>
              <a:ext cx="264" cy="323"/>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9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2707" name="Rectangle 66"/>
            <p:cNvSpPr>
              <a:spLocks noChangeArrowheads="1"/>
            </p:cNvSpPr>
            <p:nvPr/>
          </p:nvSpPr>
          <p:spPr bwMode="auto">
            <a:xfrm>
              <a:off x="4600" y="1953"/>
              <a:ext cx="162" cy="206"/>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000" b="0"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C</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2708" name="Rectangle 67"/>
            <p:cNvSpPr>
              <a:spLocks noChangeArrowheads="1"/>
            </p:cNvSpPr>
            <p:nvPr/>
          </p:nvSpPr>
          <p:spPr bwMode="auto">
            <a:xfrm>
              <a:off x="5539" y="1821"/>
              <a:ext cx="264" cy="323"/>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9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2709" name="Rectangle 68"/>
            <p:cNvSpPr>
              <a:spLocks noChangeArrowheads="1"/>
            </p:cNvSpPr>
            <p:nvPr/>
          </p:nvSpPr>
          <p:spPr bwMode="auto">
            <a:xfrm>
              <a:off x="5701" y="1953"/>
              <a:ext cx="176" cy="206"/>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000" b="0"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D</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2710" name="Freeform 69"/>
            <p:cNvSpPr>
              <a:spLocks/>
            </p:cNvSpPr>
            <p:nvPr/>
          </p:nvSpPr>
          <p:spPr bwMode="auto">
            <a:xfrm>
              <a:off x="2298" y="1548"/>
              <a:ext cx="3323" cy="296"/>
            </a:xfrm>
            <a:custGeom>
              <a:avLst/>
              <a:gdLst>
                <a:gd name="T0" fmla="*/ 0 w 15500"/>
                <a:gd name="T1" fmla="*/ 0 h 2642"/>
                <a:gd name="T2" fmla="*/ 1 w 15500"/>
                <a:gd name="T3" fmla="*/ 0 h 2642"/>
                <a:gd name="T4" fmla="*/ 3 w 15500"/>
                <a:gd name="T5" fmla="*/ 0 h 2642"/>
                <a:gd name="T6" fmla="*/ 3 w 15500"/>
                <a:gd name="T7" fmla="*/ 0 h 2642"/>
                <a:gd name="T8" fmla="*/ 4 w 15500"/>
                <a:gd name="T9" fmla="*/ 0 h 2642"/>
                <a:gd name="T10" fmla="*/ 6 w 15500"/>
                <a:gd name="T11" fmla="*/ 0 h 2642"/>
                <a:gd name="T12" fmla="*/ 7 w 15500"/>
                <a:gd name="T13" fmla="*/ 0 h 2642"/>
                <a:gd name="T14" fmla="*/ 0 60000 65536"/>
                <a:gd name="T15" fmla="*/ 0 60000 65536"/>
                <a:gd name="T16" fmla="*/ 0 60000 65536"/>
                <a:gd name="T17" fmla="*/ 0 60000 65536"/>
                <a:gd name="T18" fmla="*/ 0 60000 65536"/>
                <a:gd name="T19" fmla="*/ 0 60000 65536"/>
                <a:gd name="T20" fmla="*/ 0 60000 65536"/>
                <a:gd name="T21" fmla="*/ 0 w 15500"/>
                <a:gd name="T22" fmla="*/ 0 h 2642"/>
                <a:gd name="T23" fmla="*/ 15500 w 15500"/>
                <a:gd name="T24" fmla="*/ 2642 h 26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500" h="2642">
                  <a:moveTo>
                    <a:pt x="0" y="2642"/>
                  </a:moveTo>
                  <a:cubicBezTo>
                    <a:pt x="0" y="1912"/>
                    <a:pt x="579" y="1321"/>
                    <a:pt x="1292" y="1321"/>
                  </a:cubicBezTo>
                  <a:lnTo>
                    <a:pt x="6459" y="1321"/>
                  </a:lnTo>
                  <a:cubicBezTo>
                    <a:pt x="7172" y="1321"/>
                    <a:pt x="7750" y="730"/>
                    <a:pt x="7750" y="0"/>
                  </a:cubicBezTo>
                  <a:cubicBezTo>
                    <a:pt x="7750" y="730"/>
                    <a:pt x="8329" y="1321"/>
                    <a:pt x="9042" y="1321"/>
                  </a:cubicBezTo>
                  <a:lnTo>
                    <a:pt x="14209" y="1321"/>
                  </a:lnTo>
                  <a:cubicBezTo>
                    <a:pt x="14922" y="1321"/>
                    <a:pt x="15500" y="1912"/>
                    <a:pt x="15500" y="2642"/>
                  </a:cubicBezTo>
                </a:path>
              </a:pathLst>
            </a:custGeom>
            <a:noFill/>
            <a:ln w="15875"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grpSp>
      <p:sp>
        <p:nvSpPr>
          <p:cNvPr id="3" name="Title 4">
            <a:extLst>
              <a:ext uri="{FF2B5EF4-FFF2-40B4-BE49-F238E27FC236}">
                <a16:creationId xmlns:a16="http://schemas.microsoft.com/office/drawing/2014/main" id="{7D1E462B-B6AD-4954-074F-DC9C2546E7C6}"/>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t>串行输入，并行输出</a:t>
            </a:r>
            <a:endParaRPr lang="en-CN" altLang="zh-CN" sz="4000" dirty="0">
              <a:solidFill>
                <a:srgbClr val="0000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918193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灯片编号占位符 10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259D7DD-E1BE-4482-9234-29898EB39847}" type="slidenum">
              <a:rPr kumimoji="0" lang="en-US" altLang="zh-CN" sz="1200" b="0" i="0" u="none" strike="noStrike" kern="1200" cap="none" spc="0" normalizeH="0" baseline="0" noProof="0" smtClean="0">
                <a:ln>
                  <a:noFill/>
                </a:ln>
                <a:solidFill>
                  <a:srgbClr val="000000"/>
                </a:solidFill>
                <a:effectLst/>
                <a:uLnTx/>
                <a:uFillTx/>
                <a:latin typeface="Arial Black"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73</a:t>
            </a:fld>
            <a:endParaRPr kumimoji="0" lang="en-US" altLang="zh-CN" sz="1200" b="0" i="0" u="none" strike="noStrike" kern="1200" cap="none" spc="0" normalizeH="0" baseline="0" noProof="0" dirty="0">
              <a:ln>
                <a:noFill/>
              </a:ln>
              <a:solidFill>
                <a:srgbClr val="000000"/>
              </a:solidFill>
              <a:effectLst/>
              <a:uLnTx/>
              <a:uFillTx/>
              <a:latin typeface="Arial Black" pitchFamily="34" charset="0"/>
              <a:ea typeface="宋体" pitchFamily="2" charset="-122"/>
              <a:cs typeface="+mn-cs"/>
            </a:endParaRPr>
          </a:p>
        </p:txBody>
      </p:sp>
      <p:sp>
        <p:nvSpPr>
          <p:cNvPr id="2" name="内容占位符 1">
            <a:extLst>
              <a:ext uri="{FF2B5EF4-FFF2-40B4-BE49-F238E27FC236}">
                <a16:creationId xmlns:a16="http://schemas.microsoft.com/office/drawing/2014/main" id="{6477899F-350A-42C1-911B-71FE99703924}"/>
              </a:ext>
            </a:extLst>
          </p:cNvPr>
          <p:cNvSpPr>
            <a:spLocks noGrp="1"/>
          </p:cNvSpPr>
          <p:nvPr>
            <p:ph idx="4294967295"/>
          </p:nvPr>
        </p:nvSpPr>
        <p:spPr>
          <a:xfrm>
            <a:off x="492706" y="1395438"/>
            <a:ext cx="7886700" cy="4351338"/>
          </a:xfrm>
        </p:spPr>
        <p:txBody>
          <a:bodyPr>
            <a:normAutofit/>
          </a:bodyPr>
          <a:lstStyle/>
          <a:p>
            <a:r>
              <a:rPr lang="zh-CN" altLang="en-US" sz="2800" b="0" dirty="0">
                <a:latin typeface="SimHei" panose="02010609060101010101" pitchFamily="49" charset="-122"/>
                <a:ea typeface="SimHei" panose="02010609060101010101" pitchFamily="49" charset="-122"/>
              </a:rPr>
              <a:t>串行输入并行输出的移位寄存器</a:t>
            </a:r>
          </a:p>
        </p:txBody>
      </p:sp>
      <p:grpSp>
        <p:nvGrpSpPr>
          <p:cNvPr id="337" name="组合 336">
            <a:extLst>
              <a:ext uri="{FF2B5EF4-FFF2-40B4-BE49-F238E27FC236}">
                <a16:creationId xmlns:a16="http://schemas.microsoft.com/office/drawing/2014/main" id="{76F6D1D5-77DE-4B75-96C9-F49FA2DF08EE}"/>
              </a:ext>
            </a:extLst>
          </p:cNvPr>
          <p:cNvGrpSpPr/>
          <p:nvPr/>
        </p:nvGrpSpPr>
        <p:grpSpPr>
          <a:xfrm>
            <a:off x="732005" y="2133600"/>
            <a:ext cx="7408101" cy="3962400"/>
            <a:chOff x="59499" y="1657350"/>
            <a:chExt cx="7408101" cy="4475577"/>
          </a:xfrm>
        </p:grpSpPr>
        <p:sp>
          <p:nvSpPr>
            <p:cNvPr id="338" name="Rectangle 3">
              <a:extLst>
                <a:ext uri="{FF2B5EF4-FFF2-40B4-BE49-F238E27FC236}">
                  <a16:creationId xmlns:a16="http://schemas.microsoft.com/office/drawing/2014/main" id="{47D9F7C8-E05A-4D92-B093-DCC2A56FF3A7}"/>
                </a:ext>
              </a:extLst>
            </p:cNvPr>
            <p:cNvSpPr>
              <a:spLocks noChangeArrowheads="1"/>
            </p:cNvSpPr>
            <p:nvPr/>
          </p:nvSpPr>
          <p:spPr bwMode="auto">
            <a:xfrm>
              <a:off x="1114442" y="1985963"/>
              <a:ext cx="819135" cy="486692"/>
            </a:xfrm>
            <a:prstGeom prst="rect">
              <a:avLst/>
            </a:prstGeom>
            <a:noFill/>
            <a:ln w="9525">
              <a:noFill/>
              <a:miter lim="800000"/>
              <a:headEnd/>
              <a:tailEnd/>
            </a:ln>
          </p:spPr>
          <p:txBody>
            <a:bodyPr wrap="none" lIns="0" tIns="0" rIns="0" bIns="0">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2800" b="0" i="0" u="none" strike="noStrike" kern="0" cap="none" spc="0" normalizeH="0" baseline="0" noProof="0">
                  <a:ln>
                    <a:noFill/>
                  </a:ln>
                  <a:solidFill>
                    <a:srgbClr val="000000"/>
                  </a:solidFill>
                  <a:effectLst/>
                  <a:uLnTx/>
                  <a:uFillTx/>
                  <a:latin typeface="+mn-lt"/>
                </a:rPr>
                <a:t>clock</a:t>
              </a:r>
            </a:p>
          </p:txBody>
        </p:sp>
        <p:sp>
          <p:nvSpPr>
            <p:cNvPr id="339" name="Rectangle 5">
              <a:extLst>
                <a:ext uri="{FF2B5EF4-FFF2-40B4-BE49-F238E27FC236}">
                  <a16:creationId xmlns:a16="http://schemas.microsoft.com/office/drawing/2014/main" id="{8D70688B-2C0C-46DA-BCE0-B260B6437830}"/>
                </a:ext>
              </a:extLst>
            </p:cNvPr>
            <p:cNvSpPr>
              <a:spLocks noChangeArrowheads="1"/>
            </p:cNvSpPr>
            <p:nvPr/>
          </p:nvSpPr>
          <p:spPr bwMode="auto">
            <a:xfrm>
              <a:off x="1068427" y="2897229"/>
              <a:ext cx="865150" cy="486692"/>
            </a:xfrm>
            <a:prstGeom prst="rect">
              <a:avLst/>
            </a:prstGeom>
            <a:noFill/>
            <a:ln w="9525">
              <a:noFill/>
              <a:miter lim="800000"/>
              <a:headEnd/>
              <a:tailEnd/>
            </a:ln>
          </p:spPr>
          <p:txBody>
            <a:bodyPr wrap="squar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800" b="0" i="0" u="none" strike="noStrike" kern="0" cap="none" spc="0" normalizeH="0" baseline="0" noProof="0">
                  <a:ln>
                    <a:noFill/>
                  </a:ln>
                  <a:solidFill>
                    <a:srgbClr val="000000"/>
                  </a:solidFill>
                  <a:effectLst/>
                  <a:uLnTx/>
                  <a:uFillTx/>
                  <a:latin typeface="黑体" panose="02010609060101010101" pitchFamily="49" charset="-122"/>
                  <a:ea typeface="黑体" panose="02010609060101010101" pitchFamily="49" charset="-122"/>
                </a:rPr>
                <a:t>输入</a:t>
              </a:r>
              <a:endParaRPr kumimoji="0" lang="en-US" altLang="zh-CN" sz="2800" b="0"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endParaRPr>
            </a:p>
          </p:txBody>
        </p:sp>
        <p:sp>
          <p:nvSpPr>
            <p:cNvPr id="340" name="Rectangle 6">
              <a:extLst>
                <a:ext uri="{FF2B5EF4-FFF2-40B4-BE49-F238E27FC236}">
                  <a16:creationId xmlns:a16="http://schemas.microsoft.com/office/drawing/2014/main" id="{C34CD5D8-C8BB-47FA-971B-E4AC7BDA5198}"/>
                </a:ext>
              </a:extLst>
            </p:cNvPr>
            <p:cNvSpPr>
              <a:spLocks noChangeArrowheads="1"/>
            </p:cNvSpPr>
            <p:nvPr/>
          </p:nvSpPr>
          <p:spPr bwMode="auto">
            <a:xfrm>
              <a:off x="1384300" y="3657600"/>
              <a:ext cx="220663" cy="365125"/>
            </a:xfrm>
            <a:prstGeom prst="rect">
              <a:avLst/>
            </a:prstGeom>
            <a:noFill/>
            <a:ln w="9525">
              <a:noFill/>
              <a:miter lim="800000"/>
              <a:headEnd/>
              <a:tailEnd/>
            </a:ln>
          </p:spPr>
          <p:txBody>
            <a:bodyPr wrap="none" lIns="0" tIns="0" rIns="0" bIns="0">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2400" b="0" i="1" u="none" strike="noStrike" kern="0" cap="none" spc="0" normalizeH="0" baseline="0" noProof="0">
                  <a:ln>
                    <a:noFill/>
                  </a:ln>
                  <a:solidFill>
                    <a:srgbClr val="000000"/>
                  </a:solidFill>
                  <a:effectLst/>
                  <a:uLnTx/>
                  <a:uFillTx/>
                  <a:latin typeface="Times New Roman" pitchFamily="18" charset="0"/>
                </a:rPr>
                <a:t>Q</a:t>
              </a:r>
              <a:endParaRPr kumimoji="0" lang="en-US" altLang="zh-CN" sz="2400" b="0" i="0" u="none" strike="noStrike" kern="0" cap="none" spc="0" normalizeH="0" baseline="0" noProof="0">
                <a:ln>
                  <a:noFill/>
                </a:ln>
                <a:solidFill>
                  <a:srgbClr val="000000"/>
                </a:solidFill>
                <a:effectLst/>
                <a:uLnTx/>
                <a:uFillTx/>
                <a:latin typeface="Arial" charset="0"/>
              </a:endParaRPr>
            </a:p>
          </p:txBody>
        </p:sp>
        <p:sp>
          <p:nvSpPr>
            <p:cNvPr id="341" name="Rectangle 7">
              <a:extLst>
                <a:ext uri="{FF2B5EF4-FFF2-40B4-BE49-F238E27FC236}">
                  <a16:creationId xmlns:a16="http://schemas.microsoft.com/office/drawing/2014/main" id="{9D3DD06E-91AF-424C-8368-02D306E9B0E4}"/>
                </a:ext>
              </a:extLst>
            </p:cNvPr>
            <p:cNvSpPr>
              <a:spLocks noChangeArrowheads="1"/>
            </p:cNvSpPr>
            <p:nvPr/>
          </p:nvSpPr>
          <p:spPr bwMode="auto">
            <a:xfrm>
              <a:off x="1582738" y="3760788"/>
              <a:ext cx="220662" cy="365125"/>
            </a:xfrm>
            <a:prstGeom prst="rect">
              <a:avLst/>
            </a:prstGeom>
            <a:noFill/>
            <a:ln w="9525">
              <a:noFill/>
              <a:miter lim="800000"/>
              <a:headEnd/>
              <a:tailEnd/>
            </a:ln>
          </p:spPr>
          <p:txBody>
            <a:bodyPr wrap="none" lIns="0" tIns="0" rIns="0" bIns="0">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solidFill>
                    <a:srgbClr val="000000"/>
                  </a:solidFill>
                  <a:effectLst/>
                  <a:uLnTx/>
                  <a:uFillTx/>
                  <a:latin typeface="Times New Roman" pitchFamily="18" charset="0"/>
                </a:rPr>
                <a:t>A</a:t>
              </a:r>
              <a:endParaRPr kumimoji="0" lang="en-US" altLang="zh-CN" sz="2400" b="0" i="0" u="none" strike="noStrike" kern="0" cap="none" spc="0" normalizeH="0" baseline="0" noProof="0" dirty="0">
                <a:ln>
                  <a:noFill/>
                </a:ln>
                <a:solidFill>
                  <a:srgbClr val="000000"/>
                </a:solidFill>
                <a:effectLst/>
                <a:uLnTx/>
                <a:uFillTx/>
                <a:latin typeface="Arial" charset="0"/>
              </a:endParaRPr>
            </a:p>
          </p:txBody>
        </p:sp>
        <p:sp>
          <p:nvSpPr>
            <p:cNvPr id="342" name="Rectangle 8">
              <a:extLst>
                <a:ext uri="{FF2B5EF4-FFF2-40B4-BE49-F238E27FC236}">
                  <a16:creationId xmlns:a16="http://schemas.microsoft.com/office/drawing/2014/main" id="{7846D3B7-6FDC-4612-9EC6-0BC13D0FA822}"/>
                </a:ext>
              </a:extLst>
            </p:cNvPr>
            <p:cNvSpPr>
              <a:spLocks noChangeArrowheads="1"/>
            </p:cNvSpPr>
            <p:nvPr/>
          </p:nvSpPr>
          <p:spPr bwMode="auto">
            <a:xfrm>
              <a:off x="1371600" y="4343400"/>
              <a:ext cx="220663" cy="365125"/>
            </a:xfrm>
            <a:prstGeom prst="rect">
              <a:avLst/>
            </a:prstGeom>
            <a:noFill/>
            <a:ln w="9525">
              <a:noFill/>
              <a:miter lim="800000"/>
              <a:headEnd/>
              <a:tailEnd/>
            </a:ln>
          </p:spPr>
          <p:txBody>
            <a:bodyPr wrap="none" lIns="0" tIns="0" rIns="0" bIns="0">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2400" b="0" i="1" u="none" strike="noStrike" kern="0" cap="none" spc="0" normalizeH="0" baseline="0" noProof="0">
                  <a:ln>
                    <a:noFill/>
                  </a:ln>
                  <a:solidFill>
                    <a:srgbClr val="000000"/>
                  </a:solidFill>
                  <a:effectLst/>
                  <a:uLnTx/>
                  <a:uFillTx/>
                  <a:latin typeface="Times New Roman" pitchFamily="18" charset="0"/>
                </a:rPr>
                <a:t>Q</a:t>
              </a:r>
              <a:endParaRPr kumimoji="0" lang="en-US" altLang="zh-CN" sz="2400" b="0" i="0" u="none" strike="noStrike" kern="0" cap="none" spc="0" normalizeH="0" baseline="0" noProof="0">
                <a:ln>
                  <a:noFill/>
                </a:ln>
                <a:solidFill>
                  <a:srgbClr val="000000"/>
                </a:solidFill>
                <a:effectLst/>
                <a:uLnTx/>
                <a:uFillTx/>
                <a:latin typeface="Arial" charset="0"/>
              </a:endParaRPr>
            </a:p>
          </p:txBody>
        </p:sp>
        <p:sp>
          <p:nvSpPr>
            <p:cNvPr id="343" name="Rectangle 9">
              <a:extLst>
                <a:ext uri="{FF2B5EF4-FFF2-40B4-BE49-F238E27FC236}">
                  <a16:creationId xmlns:a16="http://schemas.microsoft.com/office/drawing/2014/main" id="{50258F7B-99A9-4C2D-BE70-FAA5ECA8B45B}"/>
                </a:ext>
              </a:extLst>
            </p:cNvPr>
            <p:cNvSpPr>
              <a:spLocks noChangeArrowheads="1"/>
            </p:cNvSpPr>
            <p:nvPr/>
          </p:nvSpPr>
          <p:spPr bwMode="auto">
            <a:xfrm>
              <a:off x="1598613" y="4446587"/>
              <a:ext cx="203200" cy="365125"/>
            </a:xfrm>
            <a:prstGeom prst="rect">
              <a:avLst/>
            </a:prstGeom>
            <a:noFill/>
            <a:ln w="9525">
              <a:noFill/>
              <a:miter lim="800000"/>
              <a:headEnd/>
              <a:tailEnd/>
            </a:ln>
          </p:spPr>
          <p:txBody>
            <a:bodyPr wrap="none" lIns="0" tIns="0" rIns="0" bIns="0">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a:ln>
                    <a:noFill/>
                  </a:ln>
                  <a:solidFill>
                    <a:srgbClr val="000000"/>
                  </a:solidFill>
                  <a:effectLst/>
                  <a:uLnTx/>
                  <a:uFillTx/>
                  <a:latin typeface="Times New Roman" pitchFamily="18" charset="0"/>
                </a:rPr>
                <a:t>B</a:t>
              </a:r>
              <a:endParaRPr kumimoji="0" lang="en-US" altLang="zh-CN" sz="2400" b="0" i="0" u="none" strike="noStrike" kern="0" cap="none" spc="0" normalizeH="0" baseline="0" noProof="0">
                <a:ln>
                  <a:noFill/>
                </a:ln>
                <a:solidFill>
                  <a:srgbClr val="000000"/>
                </a:solidFill>
                <a:effectLst/>
                <a:uLnTx/>
                <a:uFillTx/>
                <a:latin typeface="Arial" charset="0"/>
              </a:endParaRPr>
            </a:p>
          </p:txBody>
        </p:sp>
        <p:sp>
          <p:nvSpPr>
            <p:cNvPr id="344" name="Rectangle 10">
              <a:extLst>
                <a:ext uri="{FF2B5EF4-FFF2-40B4-BE49-F238E27FC236}">
                  <a16:creationId xmlns:a16="http://schemas.microsoft.com/office/drawing/2014/main" id="{22F6876D-B0E0-4492-8B46-08BEA9B58FF1}"/>
                </a:ext>
              </a:extLst>
            </p:cNvPr>
            <p:cNvSpPr>
              <a:spLocks noChangeArrowheads="1"/>
            </p:cNvSpPr>
            <p:nvPr/>
          </p:nvSpPr>
          <p:spPr bwMode="auto">
            <a:xfrm>
              <a:off x="1371600" y="5003800"/>
              <a:ext cx="220663" cy="365125"/>
            </a:xfrm>
            <a:prstGeom prst="rect">
              <a:avLst/>
            </a:prstGeom>
            <a:noFill/>
            <a:ln w="9525">
              <a:noFill/>
              <a:miter lim="800000"/>
              <a:headEnd/>
              <a:tailEnd/>
            </a:ln>
          </p:spPr>
          <p:txBody>
            <a:bodyPr wrap="none" lIns="0" tIns="0" rIns="0" bIns="0">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2400" b="0" i="1" u="none" strike="noStrike" kern="0" cap="none" spc="0" normalizeH="0" baseline="0" noProof="0" dirty="0">
                  <a:ln>
                    <a:noFill/>
                  </a:ln>
                  <a:solidFill>
                    <a:srgbClr val="000000"/>
                  </a:solidFill>
                  <a:effectLst/>
                  <a:uLnTx/>
                  <a:uFillTx/>
                  <a:latin typeface="Times New Roman" pitchFamily="18" charset="0"/>
                </a:rPr>
                <a:t>Q</a:t>
              </a:r>
              <a:endParaRPr kumimoji="0" lang="en-US" altLang="zh-CN" sz="2400" b="0" i="0" u="none" strike="noStrike" kern="0" cap="none" spc="0" normalizeH="0" baseline="0" noProof="0" dirty="0">
                <a:ln>
                  <a:noFill/>
                </a:ln>
                <a:solidFill>
                  <a:srgbClr val="000000"/>
                </a:solidFill>
                <a:effectLst/>
                <a:uLnTx/>
                <a:uFillTx/>
                <a:latin typeface="Arial" charset="0"/>
              </a:endParaRPr>
            </a:p>
          </p:txBody>
        </p:sp>
        <p:sp>
          <p:nvSpPr>
            <p:cNvPr id="345" name="Rectangle 11">
              <a:extLst>
                <a:ext uri="{FF2B5EF4-FFF2-40B4-BE49-F238E27FC236}">
                  <a16:creationId xmlns:a16="http://schemas.microsoft.com/office/drawing/2014/main" id="{E0DAE67F-CE76-494B-8F2D-E92ACBEB23B1}"/>
                </a:ext>
              </a:extLst>
            </p:cNvPr>
            <p:cNvSpPr>
              <a:spLocks noChangeArrowheads="1"/>
            </p:cNvSpPr>
            <p:nvPr/>
          </p:nvSpPr>
          <p:spPr bwMode="auto">
            <a:xfrm>
              <a:off x="1598613" y="5121275"/>
              <a:ext cx="203200" cy="365125"/>
            </a:xfrm>
            <a:prstGeom prst="rect">
              <a:avLst/>
            </a:prstGeom>
            <a:noFill/>
            <a:ln w="9525">
              <a:noFill/>
              <a:miter lim="800000"/>
              <a:headEnd/>
              <a:tailEnd/>
            </a:ln>
          </p:spPr>
          <p:txBody>
            <a:bodyPr wrap="none" lIns="0" tIns="0" rIns="0" bIns="0">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a:ln>
                    <a:noFill/>
                  </a:ln>
                  <a:solidFill>
                    <a:srgbClr val="000000"/>
                  </a:solidFill>
                  <a:effectLst/>
                  <a:uLnTx/>
                  <a:uFillTx/>
                  <a:latin typeface="Times New Roman" pitchFamily="18" charset="0"/>
                </a:rPr>
                <a:t>C</a:t>
              </a:r>
              <a:endParaRPr kumimoji="0" lang="en-US" altLang="zh-CN" sz="2400" b="0" i="0" u="none" strike="noStrike" kern="0" cap="none" spc="0" normalizeH="0" baseline="0" noProof="0">
                <a:ln>
                  <a:noFill/>
                </a:ln>
                <a:solidFill>
                  <a:srgbClr val="000000"/>
                </a:solidFill>
                <a:effectLst/>
                <a:uLnTx/>
                <a:uFillTx/>
                <a:latin typeface="Arial" charset="0"/>
              </a:endParaRPr>
            </a:p>
          </p:txBody>
        </p:sp>
        <p:sp>
          <p:nvSpPr>
            <p:cNvPr id="346" name="Rectangle 12">
              <a:extLst>
                <a:ext uri="{FF2B5EF4-FFF2-40B4-BE49-F238E27FC236}">
                  <a16:creationId xmlns:a16="http://schemas.microsoft.com/office/drawing/2014/main" id="{5E9F25DF-031D-4570-8FF3-5DA8AEF72D25}"/>
                </a:ext>
              </a:extLst>
            </p:cNvPr>
            <p:cNvSpPr>
              <a:spLocks noChangeArrowheads="1"/>
            </p:cNvSpPr>
            <p:nvPr/>
          </p:nvSpPr>
          <p:spPr bwMode="auto">
            <a:xfrm>
              <a:off x="1371600" y="5611812"/>
              <a:ext cx="220663" cy="365125"/>
            </a:xfrm>
            <a:prstGeom prst="rect">
              <a:avLst/>
            </a:prstGeom>
            <a:noFill/>
            <a:ln w="9525">
              <a:noFill/>
              <a:miter lim="800000"/>
              <a:headEnd/>
              <a:tailEnd/>
            </a:ln>
          </p:spPr>
          <p:txBody>
            <a:bodyPr wrap="none" lIns="0" tIns="0" rIns="0" bIns="0">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2400" b="0" i="1" u="none" strike="noStrike" kern="0" cap="none" spc="0" normalizeH="0" baseline="0" noProof="0">
                  <a:ln>
                    <a:noFill/>
                  </a:ln>
                  <a:solidFill>
                    <a:srgbClr val="000000"/>
                  </a:solidFill>
                  <a:effectLst/>
                  <a:uLnTx/>
                  <a:uFillTx/>
                  <a:latin typeface="Times New Roman" pitchFamily="18" charset="0"/>
                </a:rPr>
                <a:t>Q</a:t>
              </a:r>
              <a:endParaRPr kumimoji="0" lang="en-US" altLang="zh-CN" sz="2400" b="0" i="0" u="none" strike="noStrike" kern="0" cap="none" spc="0" normalizeH="0" baseline="0" noProof="0">
                <a:ln>
                  <a:noFill/>
                </a:ln>
                <a:solidFill>
                  <a:srgbClr val="000000"/>
                </a:solidFill>
                <a:effectLst/>
                <a:uLnTx/>
                <a:uFillTx/>
                <a:latin typeface="Arial" charset="0"/>
              </a:endParaRPr>
            </a:p>
          </p:txBody>
        </p:sp>
        <p:sp>
          <p:nvSpPr>
            <p:cNvPr id="347" name="Rectangle 13">
              <a:extLst>
                <a:ext uri="{FF2B5EF4-FFF2-40B4-BE49-F238E27FC236}">
                  <a16:creationId xmlns:a16="http://schemas.microsoft.com/office/drawing/2014/main" id="{96756F36-3445-4600-9BFD-F4E9AD88E574}"/>
                </a:ext>
              </a:extLst>
            </p:cNvPr>
            <p:cNvSpPr>
              <a:spLocks noChangeArrowheads="1"/>
            </p:cNvSpPr>
            <p:nvPr/>
          </p:nvSpPr>
          <p:spPr bwMode="auto">
            <a:xfrm>
              <a:off x="1587500" y="5730875"/>
              <a:ext cx="220663" cy="365125"/>
            </a:xfrm>
            <a:prstGeom prst="rect">
              <a:avLst/>
            </a:prstGeom>
            <a:noFill/>
            <a:ln w="9525">
              <a:noFill/>
              <a:miter lim="800000"/>
              <a:headEnd/>
              <a:tailEnd/>
            </a:ln>
          </p:spPr>
          <p:txBody>
            <a:bodyPr wrap="none" lIns="0" tIns="0" rIns="0" bIns="0">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a:ln>
                    <a:noFill/>
                  </a:ln>
                  <a:solidFill>
                    <a:srgbClr val="000000"/>
                  </a:solidFill>
                  <a:effectLst/>
                  <a:uLnTx/>
                  <a:uFillTx/>
                  <a:latin typeface="Times New Roman" pitchFamily="18" charset="0"/>
                </a:rPr>
                <a:t>D</a:t>
              </a:r>
              <a:endParaRPr kumimoji="0" lang="en-US" altLang="zh-CN" sz="2400" b="0" i="0" u="none" strike="noStrike" kern="0" cap="none" spc="0" normalizeH="0" baseline="0" noProof="0">
                <a:ln>
                  <a:noFill/>
                </a:ln>
                <a:solidFill>
                  <a:srgbClr val="000000"/>
                </a:solidFill>
                <a:effectLst/>
                <a:uLnTx/>
                <a:uFillTx/>
                <a:latin typeface="Arial" charset="0"/>
              </a:endParaRPr>
            </a:p>
          </p:txBody>
        </p:sp>
        <p:grpSp>
          <p:nvGrpSpPr>
            <p:cNvPr id="348" name="Group 14">
              <a:extLst>
                <a:ext uri="{FF2B5EF4-FFF2-40B4-BE49-F238E27FC236}">
                  <a16:creationId xmlns:a16="http://schemas.microsoft.com/office/drawing/2014/main" id="{EEE4F15B-26EA-4ECA-93A6-EE233DB99961}"/>
                </a:ext>
              </a:extLst>
            </p:cNvPr>
            <p:cNvGrpSpPr>
              <a:grpSpLocks/>
            </p:cNvGrpSpPr>
            <p:nvPr/>
          </p:nvGrpSpPr>
          <p:grpSpPr bwMode="auto">
            <a:xfrm>
              <a:off x="1995488" y="1657350"/>
              <a:ext cx="5472112" cy="1009650"/>
              <a:chOff x="922" y="768"/>
              <a:chExt cx="3734" cy="444"/>
            </a:xfrm>
          </p:grpSpPr>
          <p:sp>
            <p:nvSpPr>
              <p:cNvPr id="407" name="Line 15">
                <a:extLst>
                  <a:ext uri="{FF2B5EF4-FFF2-40B4-BE49-F238E27FC236}">
                    <a16:creationId xmlns:a16="http://schemas.microsoft.com/office/drawing/2014/main" id="{F148E69B-FCD3-448F-9834-242674F0C762}"/>
                  </a:ext>
                </a:extLst>
              </p:cNvPr>
              <p:cNvSpPr>
                <a:spLocks noChangeShapeType="1"/>
              </p:cNvSpPr>
              <p:nvPr/>
            </p:nvSpPr>
            <p:spPr bwMode="auto">
              <a:xfrm>
                <a:off x="922" y="1212"/>
                <a:ext cx="283"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408" name="Line 16">
                <a:extLst>
                  <a:ext uri="{FF2B5EF4-FFF2-40B4-BE49-F238E27FC236}">
                    <a16:creationId xmlns:a16="http://schemas.microsoft.com/office/drawing/2014/main" id="{472A5E2C-99BA-46A2-8705-09C13C7F64D3}"/>
                  </a:ext>
                </a:extLst>
              </p:cNvPr>
              <p:cNvSpPr>
                <a:spLocks noChangeShapeType="1"/>
              </p:cNvSpPr>
              <p:nvPr/>
            </p:nvSpPr>
            <p:spPr bwMode="auto">
              <a:xfrm flipV="1">
                <a:off x="1200" y="1008"/>
                <a:ext cx="0" cy="204"/>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409" name="Line 17">
                <a:extLst>
                  <a:ext uri="{FF2B5EF4-FFF2-40B4-BE49-F238E27FC236}">
                    <a16:creationId xmlns:a16="http://schemas.microsoft.com/office/drawing/2014/main" id="{B03BB25F-A3AC-4C2E-A407-9804EEC18AAC}"/>
                  </a:ext>
                </a:extLst>
              </p:cNvPr>
              <p:cNvSpPr>
                <a:spLocks noChangeShapeType="1"/>
              </p:cNvSpPr>
              <p:nvPr/>
            </p:nvSpPr>
            <p:spPr bwMode="auto">
              <a:xfrm>
                <a:off x="1200" y="1008"/>
                <a:ext cx="204"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410" name="Line 18">
                <a:extLst>
                  <a:ext uri="{FF2B5EF4-FFF2-40B4-BE49-F238E27FC236}">
                    <a16:creationId xmlns:a16="http://schemas.microsoft.com/office/drawing/2014/main" id="{1757EC51-BD9D-4DDD-9527-4F19809C1EFE}"/>
                  </a:ext>
                </a:extLst>
              </p:cNvPr>
              <p:cNvSpPr>
                <a:spLocks noChangeShapeType="1"/>
              </p:cNvSpPr>
              <p:nvPr/>
            </p:nvSpPr>
            <p:spPr bwMode="auto">
              <a:xfrm flipV="1">
                <a:off x="1392" y="1008"/>
                <a:ext cx="0" cy="204"/>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411" name="Line 19">
                <a:extLst>
                  <a:ext uri="{FF2B5EF4-FFF2-40B4-BE49-F238E27FC236}">
                    <a16:creationId xmlns:a16="http://schemas.microsoft.com/office/drawing/2014/main" id="{2444CBDD-ED04-4448-8F64-0B87088D6C30}"/>
                  </a:ext>
                </a:extLst>
              </p:cNvPr>
              <p:cNvSpPr>
                <a:spLocks noChangeShapeType="1"/>
              </p:cNvSpPr>
              <p:nvPr/>
            </p:nvSpPr>
            <p:spPr bwMode="auto">
              <a:xfrm>
                <a:off x="1392" y="1212"/>
                <a:ext cx="249"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412" name="Line 20">
                <a:extLst>
                  <a:ext uri="{FF2B5EF4-FFF2-40B4-BE49-F238E27FC236}">
                    <a16:creationId xmlns:a16="http://schemas.microsoft.com/office/drawing/2014/main" id="{B71B2572-7708-4B8E-AC96-738D5235DE1A}"/>
                  </a:ext>
                </a:extLst>
              </p:cNvPr>
              <p:cNvSpPr>
                <a:spLocks noChangeShapeType="1"/>
              </p:cNvSpPr>
              <p:nvPr/>
            </p:nvSpPr>
            <p:spPr bwMode="auto">
              <a:xfrm flipV="1">
                <a:off x="1632" y="1008"/>
                <a:ext cx="0" cy="204"/>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413" name="Line 21">
                <a:extLst>
                  <a:ext uri="{FF2B5EF4-FFF2-40B4-BE49-F238E27FC236}">
                    <a16:creationId xmlns:a16="http://schemas.microsoft.com/office/drawing/2014/main" id="{5C1EE05A-51B2-4782-A1DE-C4169A3E10B5}"/>
                  </a:ext>
                </a:extLst>
              </p:cNvPr>
              <p:cNvSpPr>
                <a:spLocks noChangeShapeType="1"/>
              </p:cNvSpPr>
              <p:nvPr/>
            </p:nvSpPr>
            <p:spPr bwMode="auto">
              <a:xfrm>
                <a:off x="1632" y="1008"/>
                <a:ext cx="204"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414" name="Line 22">
                <a:extLst>
                  <a:ext uri="{FF2B5EF4-FFF2-40B4-BE49-F238E27FC236}">
                    <a16:creationId xmlns:a16="http://schemas.microsoft.com/office/drawing/2014/main" id="{04F7DBAC-C06E-4433-A47D-78913CD41759}"/>
                  </a:ext>
                </a:extLst>
              </p:cNvPr>
              <p:cNvSpPr>
                <a:spLocks noChangeShapeType="1"/>
              </p:cNvSpPr>
              <p:nvPr/>
            </p:nvSpPr>
            <p:spPr bwMode="auto">
              <a:xfrm flipV="1">
                <a:off x="1824" y="1008"/>
                <a:ext cx="0" cy="204"/>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415" name="Line 23">
                <a:extLst>
                  <a:ext uri="{FF2B5EF4-FFF2-40B4-BE49-F238E27FC236}">
                    <a16:creationId xmlns:a16="http://schemas.microsoft.com/office/drawing/2014/main" id="{06EB08B0-8F84-48F0-A784-E110B6FF4B24}"/>
                  </a:ext>
                </a:extLst>
              </p:cNvPr>
              <p:cNvSpPr>
                <a:spLocks noChangeShapeType="1"/>
              </p:cNvSpPr>
              <p:nvPr/>
            </p:nvSpPr>
            <p:spPr bwMode="auto">
              <a:xfrm>
                <a:off x="1824" y="1212"/>
                <a:ext cx="249"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416" name="Text Box 24">
                <a:extLst>
                  <a:ext uri="{FF2B5EF4-FFF2-40B4-BE49-F238E27FC236}">
                    <a16:creationId xmlns:a16="http://schemas.microsoft.com/office/drawing/2014/main" id="{2C634C0E-C2CB-4B54-B573-D1D99E275ABC}"/>
                  </a:ext>
                </a:extLst>
              </p:cNvPr>
              <p:cNvSpPr txBox="1">
                <a:spLocks noChangeArrowheads="1"/>
              </p:cNvSpPr>
              <p:nvPr/>
            </p:nvSpPr>
            <p:spPr bwMode="auto">
              <a:xfrm>
                <a:off x="1183" y="768"/>
                <a:ext cx="209" cy="201"/>
              </a:xfrm>
              <a:prstGeom prst="rect">
                <a:avLst/>
              </a:prstGeom>
              <a:noFill/>
              <a:ln w="9525">
                <a:noFill/>
                <a:miter lim="800000"/>
                <a:headEnd/>
                <a:tailEnd/>
              </a:ln>
            </p:spPr>
            <p:txBody>
              <a:bodyPr>
                <a:spAutoFit/>
              </a:bodyPr>
              <a:lstStyle/>
              <a:p>
                <a:pPr marL="0" marR="0" lvl="0" indent="0" algn="l" defTabSz="914400" eaLnBrk="1" fontAlgn="auto" latinLnBrk="0" hangingPunct="1">
                  <a:lnSpc>
                    <a:spcPct val="100000"/>
                  </a:lnSpc>
                  <a:spcBef>
                    <a:spcPct val="5000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itchFamily="18" charset="0"/>
                  </a:rPr>
                  <a:t>1</a:t>
                </a:r>
              </a:p>
            </p:txBody>
          </p:sp>
          <p:sp>
            <p:nvSpPr>
              <p:cNvPr id="417" name="Text Box 25">
                <a:extLst>
                  <a:ext uri="{FF2B5EF4-FFF2-40B4-BE49-F238E27FC236}">
                    <a16:creationId xmlns:a16="http://schemas.microsoft.com/office/drawing/2014/main" id="{B9877D4E-220F-4CE2-A97E-D3B4297160DC}"/>
                  </a:ext>
                </a:extLst>
              </p:cNvPr>
              <p:cNvSpPr txBox="1">
                <a:spLocks noChangeArrowheads="1"/>
              </p:cNvSpPr>
              <p:nvPr/>
            </p:nvSpPr>
            <p:spPr bwMode="auto">
              <a:xfrm>
                <a:off x="1616" y="768"/>
                <a:ext cx="208" cy="201"/>
              </a:xfrm>
              <a:prstGeom prst="rect">
                <a:avLst/>
              </a:prstGeom>
              <a:noFill/>
              <a:ln w="9525">
                <a:noFill/>
                <a:miter lim="800000"/>
                <a:headEnd/>
                <a:tailEnd/>
              </a:ln>
            </p:spPr>
            <p:txBody>
              <a:bodyPr>
                <a:spAutoFit/>
              </a:bodyPr>
              <a:lstStyle/>
              <a:p>
                <a:pPr marL="0" marR="0" lvl="0" indent="0" algn="l" defTabSz="914400" eaLnBrk="1" fontAlgn="auto" latinLnBrk="0" hangingPunct="1">
                  <a:lnSpc>
                    <a:spcPct val="100000"/>
                  </a:lnSpc>
                  <a:spcBef>
                    <a:spcPct val="5000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itchFamily="18" charset="0"/>
                  </a:rPr>
                  <a:t>2</a:t>
                </a:r>
              </a:p>
            </p:txBody>
          </p:sp>
          <p:sp>
            <p:nvSpPr>
              <p:cNvPr id="418" name="Text Box 26">
                <a:extLst>
                  <a:ext uri="{FF2B5EF4-FFF2-40B4-BE49-F238E27FC236}">
                    <a16:creationId xmlns:a16="http://schemas.microsoft.com/office/drawing/2014/main" id="{6F43C18D-7D1F-47EB-98DF-F82C3B50EBE2}"/>
                  </a:ext>
                </a:extLst>
              </p:cNvPr>
              <p:cNvSpPr txBox="1">
                <a:spLocks noChangeArrowheads="1"/>
              </p:cNvSpPr>
              <p:nvPr/>
            </p:nvSpPr>
            <p:spPr bwMode="auto">
              <a:xfrm>
                <a:off x="2064" y="768"/>
                <a:ext cx="192" cy="201"/>
              </a:xfrm>
              <a:prstGeom prst="rect">
                <a:avLst/>
              </a:prstGeom>
              <a:noFill/>
              <a:ln w="9525">
                <a:noFill/>
                <a:miter lim="800000"/>
                <a:headEnd/>
                <a:tailEnd/>
              </a:ln>
            </p:spPr>
            <p:txBody>
              <a:bodyPr>
                <a:spAutoFit/>
              </a:bodyPr>
              <a:lstStyle/>
              <a:p>
                <a:pPr marL="0" marR="0" lvl="0" indent="0" algn="l" defTabSz="914400" eaLnBrk="1" fontAlgn="auto" latinLnBrk="0" hangingPunct="1">
                  <a:lnSpc>
                    <a:spcPct val="100000"/>
                  </a:lnSpc>
                  <a:spcBef>
                    <a:spcPct val="5000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itchFamily="18" charset="0"/>
                  </a:rPr>
                  <a:t>3</a:t>
                </a:r>
              </a:p>
            </p:txBody>
          </p:sp>
          <p:sp>
            <p:nvSpPr>
              <p:cNvPr id="419" name="Text Box 27">
                <a:extLst>
                  <a:ext uri="{FF2B5EF4-FFF2-40B4-BE49-F238E27FC236}">
                    <a16:creationId xmlns:a16="http://schemas.microsoft.com/office/drawing/2014/main" id="{22C10DCA-A996-41F9-A479-6DE9DD1069F5}"/>
                  </a:ext>
                </a:extLst>
              </p:cNvPr>
              <p:cNvSpPr txBox="1">
                <a:spLocks noChangeArrowheads="1"/>
              </p:cNvSpPr>
              <p:nvPr/>
            </p:nvSpPr>
            <p:spPr bwMode="auto">
              <a:xfrm>
                <a:off x="2448" y="768"/>
                <a:ext cx="177" cy="201"/>
              </a:xfrm>
              <a:prstGeom prst="rect">
                <a:avLst/>
              </a:prstGeom>
              <a:noFill/>
              <a:ln w="9525">
                <a:noFill/>
                <a:miter lim="800000"/>
                <a:headEnd/>
                <a:tailEnd/>
              </a:ln>
            </p:spPr>
            <p:txBody>
              <a:bodyPr>
                <a:spAutoFit/>
              </a:bodyPr>
              <a:lstStyle/>
              <a:p>
                <a:pPr marL="0" marR="0" lvl="0" indent="0" algn="l" defTabSz="914400" eaLnBrk="1" fontAlgn="auto" latinLnBrk="0" hangingPunct="1">
                  <a:lnSpc>
                    <a:spcPct val="100000"/>
                  </a:lnSpc>
                  <a:spcBef>
                    <a:spcPct val="5000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itchFamily="18" charset="0"/>
                  </a:rPr>
                  <a:t>4</a:t>
                </a:r>
              </a:p>
            </p:txBody>
          </p:sp>
          <p:sp>
            <p:nvSpPr>
              <p:cNvPr id="420" name="Text Box 28">
                <a:extLst>
                  <a:ext uri="{FF2B5EF4-FFF2-40B4-BE49-F238E27FC236}">
                    <a16:creationId xmlns:a16="http://schemas.microsoft.com/office/drawing/2014/main" id="{C2A93C01-EE8C-4560-A69D-B1F263F6C8AA}"/>
                  </a:ext>
                </a:extLst>
              </p:cNvPr>
              <p:cNvSpPr txBox="1">
                <a:spLocks noChangeArrowheads="1"/>
              </p:cNvSpPr>
              <p:nvPr/>
            </p:nvSpPr>
            <p:spPr bwMode="auto">
              <a:xfrm>
                <a:off x="2928" y="768"/>
                <a:ext cx="185" cy="201"/>
              </a:xfrm>
              <a:prstGeom prst="rect">
                <a:avLst/>
              </a:prstGeom>
              <a:noFill/>
              <a:ln w="9525">
                <a:noFill/>
                <a:miter lim="800000"/>
                <a:headEnd/>
                <a:tailEnd/>
              </a:ln>
            </p:spPr>
            <p:txBody>
              <a:bodyPr>
                <a:spAutoFit/>
              </a:bodyPr>
              <a:lstStyle/>
              <a:p>
                <a:pPr marL="0" marR="0" lvl="0" indent="0" algn="l" defTabSz="914400" eaLnBrk="1" fontAlgn="auto" latinLnBrk="0" hangingPunct="1">
                  <a:lnSpc>
                    <a:spcPct val="100000"/>
                  </a:lnSpc>
                  <a:spcBef>
                    <a:spcPct val="5000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itchFamily="18" charset="0"/>
                  </a:rPr>
                  <a:t>5</a:t>
                </a:r>
              </a:p>
            </p:txBody>
          </p:sp>
          <p:sp>
            <p:nvSpPr>
              <p:cNvPr id="421" name="Text Box 29">
                <a:extLst>
                  <a:ext uri="{FF2B5EF4-FFF2-40B4-BE49-F238E27FC236}">
                    <a16:creationId xmlns:a16="http://schemas.microsoft.com/office/drawing/2014/main" id="{BEF177EC-867F-4B5C-895C-BD7DF8D119AB}"/>
                  </a:ext>
                </a:extLst>
              </p:cNvPr>
              <p:cNvSpPr txBox="1">
                <a:spLocks noChangeArrowheads="1"/>
              </p:cNvSpPr>
              <p:nvPr/>
            </p:nvSpPr>
            <p:spPr bwMode="auto">
              <a:xfrm>
                <a:off x="3312" y="768"/>
                <a:ext cx="191" cy="201"/>
              </a:xfrm>
              <a:prstGeom prst="rect">
                <a:avLst/>
              </a:prstGeom>
              <a:noFill/>
              <a:ln w="9525">
                <a:noFill/>
                <a:miter lim="800000"/>
                <a:headEnd/>
                <a:tailEnd/>
              </a:ln>
            </p:spPr>
            <p:txBody>
              <a:bodyPr>
                <a:spAutoFit/>
              </a:bodyPr>
              <a:lstStyle/>
              <a:p>
                <a:pPr marL="0" marR="0" lvl="0" indent="0" algn="l" defTabSz="914400" eaLnBrk="1" fontAlgn="auto" latinLnBrk="0" hangingPunct="1">
                  <a:lnSpc>
                    <a:spcPct val="100000"/>
                  </a:lnSpc>
                  <a:spcBef>
                    <a:spcPct val="5000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itchFamily="18" charset="0"/>
                  </a:rPr>
                  <a:t>6</a:t>
                </a:r>
              </a:p>
            </p:txBody>
          </p:sp>
          <p:sp>
            <p:nvSpPr>
              <p:cNvPr id="422" name="Text Box 30">
                <a:extLst>
                  <a:ext uri="{FF2B5EF4-FFF2-40B4-BE49-F238E27FC236}">
                    <a16:creationId xmlns:a16="http://schemas.microsoft.com/office/drawing/2014/main" id="{CF896DE9-19CF-4D2E-8CD3-975AE4CCFE24}"/>
                  </a:ext>
                </a:extLst>
              </p:cNvPr>
              <p:cNvSpPr txBox="1">
                <a:spLocks noChangeArrowheads="1"/>
              </p:cNvSpPr>
              <p:nvPr/>
            </p:nvSpPr>
            <p:spPr bwMode="auto">
              <a:xfrm>
                <a:off x="3784" y="768"/>
                <a:ext cx="200" cy="201"/>
              </a:xfrm>
              <a:prstGeom prst="rect">
                <a:avLst/>
              </a:prstGeom>
              <a:noFill/>
              <a:ln w="9525">
                <a:noFill/>
                <a:miter lim="800000"/>
                <a:headEnd/>
                <a:tailEnd/>
              </a:ln>
            </p:spPr>
            <p:txBody>
              <a:bodyPr>
                <a:spAutoFit/>
              </a:bodyPr>
              <a:lstStyle/>
              <a:p>
                <a:pPr marL="0" marR="0" lvl="0" indent="0" algn="l" defTabSz="914400" eaLnBrk="1" fontAlgn="auto" latinLnBrk="0" hangingPunct="1">
                  <a:lnSpc>
                    <a:spcPct val="100000"/>
                  </a:lnSpc>
                  <a:spcBef>
                    <a:spcPct val="5000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itchFamily="18" charset="0"/>
                  </a:rPr>
                  <a:t>7</a:t>
                </a:r>
              </a:p>
            </p:txBody>
          </p:sp>
          <p:sp>
            <p:nvSpPr>
              <p:cNvPr id="423" name="Text Box 31">
                <a:extLst>
                  <a:ext uri="{FF2B5EF4-FFF2-40B4-BE49-F238E27FC236}">
                    <a16:creationId xmlns:a16="http://schemas.microsoft.com/office/drawing/2014/main" id="{76AAE556-4411-400C-A8E9-FCAA2B82DDBC}"/>
                  </a:ext>
                </a:extLst>
              </p:cNvPr>
              <p:cNvSpPr txBox="1">
                <a:spLocks noChangeArrowheads="1"/>
              </p:cNvSpPr>
              <p:nvPr/>
            </p:nvSpPr>
            <p:spPr bwMode="auto">
              <a:xfrm>
                <a:off x="4224" y="768"/>
                <a:ext cx="169" cy="201"/>
              </a:xfrm>
              <a:prstGeom prst="rect">
                <a:avLst/>
              </a:prstGeom>
              <a:noFill/>
              <a:ln w="9525">
                <a:noFill/>
                <a:miter lim="800000"/>
                <a:headEnd/>
                <a:tailEnd/>
              </a:ln>
            </p:spPr>
            <p:txBody>
              <a:bodyPr>
                <a:spAutoFit/>
              </a:bodyPr>
              <a:lstStyle/>
              <a:p>
                <a:pPr marL="0" marR="0" lvl="0" indent="0" algn="l" defTabSz="914400" eaLnBrk="1" fontAlgn="auto" latinLnBrk="0" hangingPunct="1">
                  <a:lnSpc>
                    <a:spcPct val="100000"/>
                  </a:lnSpc>
                  <a:spcBef>
                    <a:spcPct val="5000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itchFamily="18" charset="0"/>
                  </a:rPr>
                  <a:t>8</a:t>
                </a:r>
              </a:p>
            </p:txBody>
          </p:sp>
          <p:sp>
            <p:nvSpPr>
              <p:cNvPr id="424" name="Line 32">
                <a:extLst>
                  <a:ext uri="{FF2B5EF4-FFF2-40B4-BE49-F238E27FC236}">
                    <a16:creationId xmlns:a16="http://schemas.microsoft.com/office/drawing/2014/main" id="{BB467649-A1ED-4230-A23E-51820B1A3C7F}"/>
                  </a:ext>
                </a:extLst>
              </p:cNvPr>
              <p:cNvSpPr>
                <a:spLocks noChangeShapeType="1"/>
              </p:cNvSpPr>
              <p:nvPr/>
            </p:nvSpPr>
            <p:spPr bwMode="auto">
              <a:xfrm flipV="1">
                <a:off x="2060" y="1008"/>
                <a:ext cx="0" cy="204"/>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425" name="Line 33">
                <a:extLst>
                  <a:ext uri="{FF2B5EF4-FFF2-40B4-BE49-F238E27FC236}">
                    <a16:creationId xmlns:a16="http://schemas.microsoft.com/office/drawing/2014/main" id="{5F1304EF-FD15-4CFD-85B2-38A5ACD177A2}"/>
                  </a:ext>
                </a:extLst>
              </p:cNvPr>
              <p:cNvSpPr>
                <a:spLocks noChangeShapeType="1"/>
              </p:cNvSpPr>
              <p:nvPr/>
            </p:nvSpPr>
            <p:spPr bwMode="auto">
              <a:xfrm>
                <a:off x="2060" y="1008"/>
                <a:ext cx="204"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426" name="Line 34">
                <a:extLst>
                  <a:ext uri="{FF2B5EF4-FFF2-40B4-BE49-F238E27FC236}">
                    <a16:creationId xmlns:a16="http://schemas.microsoft.com/office/drawing/2014/main" id="{6E8EF149-AF61-4A6D-AF13-FC4E4A20F64B}"/>
                  </a:ext>
                </a:extLst>
              </p:cNvPr>
              <p:cNvSpPr>
                <a:spLocks noChangeShapeType="1"/>
              </p:cNvSpPr>
              <p:nvPr/>
            </p:nvSpPr>
            <p:spPr bwMode="auto">
              <a:xfrm flipV="1">
                <a:off x="2247" y="1008"/>
                <a:ext cx="0" cy="204"/>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427" name="Line 35">
                <a:extLst>
                  <a:ext uri="{FF2B5EF4-FFF2-40B4-BE49-F238E27FC236}">
                    <a16:creationId xmlns:a16="http://schemas.microsoft.com/office/drawing/2014/main" id="{63B6A14F-2008-4F67-ACB5-A7AB04C4D75E}"/>
                  </a:ext>
                </a:extLst>
              </p:cNvPr>
              <p:cNvSpPr>
                <a:spLocks noChangeShapeType="1"/>
              </p:cNvSpPr>
              <p:nvPr/>
            </p:nvSpPr>
            <p:spPr bwMode="auto">
              <a:xfrm>
                <a:off x="2256" y="1212"/>
                <a:ext cx="249"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428" name="Line 36">
                <a:extLst>
                  <a:ext uri="{FF2B5EF4-FFF2-40B4-BE49-F238E27FC236}">
                    <a16:creationId xmlns:a16="http://schemas.microsoft.com/office/drawing/2014/main" id="{25220422-9B24-47E2-B406-D4EE6E93B1D5}"/>
                  </a:ext>
                </a:extLst>
              </p:cNvPr>
              <p:cNvSpPr>
                <a:spLocks noChangeShapeType="1"/>
              </p:cNvSpPr>
              <p:nvPr/>
            </p:nvSpPr>
            <p:spPr bwMode="auto">
              <a:xfrm flipV="1">
                <a:off x="2496" y="1008"/>
                <a:ext cx="0" cy="204"/>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429" name="Line 37">
                <a:extLst>
                  <a:ext uri="{FF2B5EF4-FFF2-40B4-BE49-F238E27FC236}">
                    <a16:creationId xmlns:a16="http://schemas.microsoft.com/office/drawing/2014/main" id="{CE551191-FB30-4395-ACF4-D72C3694AADE}"/>
                  </a:ext>
                </a:extLst>
              </p:cNvPr>
              <p:cNvSpPr>
                <a:spLocks noChangeShapeType="1"/>
              </p:cNvSpPr>
              <p:nvPr/>
            </p:nvSpPr>
            <p:spPr bwMode="auto">
              <a:xfrm>
                <a:off x="2496" y="1008"/>
                <a:ext cx="204"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430" name="Line 38">
                <a:extLst>
                  <a:ext uri="{FF2B5EF4-FFF2-40B4-BE49-F238E27FC236}">
                    <a16:creationId xmlns:a16="http://schemas.microsoft.com/office/drawing/2014/main" id="{661223AB-B4B4-4E57-B7A9-0EBC7C77B98D}"/>
                  </a:ext>
                </a:extLst>
              </p:cNvPr>
              <p:cNvSpPr>
                <a:spLocks noChangeShapeType="1"/>
              </p:cNvSpPr>
              <p:nvPr/>
            </p:nvSpPr>
            <p:spPr bwMode="auto">
              <a:xfrm flipV="1">
                <a:off x="2688" y="1008"/>
                <a:ext cx="0" cy="204"/>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431" name="Line 39">
                <a:extLst>
                  <a:ext uri="{FF2B5EF4-FFF2-40B4-BE49-F238E27FC236}">
                    <a16:creationId xmlns:a16="http://schemas.microsoft.com/office/drawing/2014/main" id="{49738170-0586-4FD3-A0B8-A575FC111ED1}"/>
                  </a:ext>
                </a:extLst>
              </p:cNvPr>
              <p:cNvSpPr>
                <a:spLocks noChangeShapeType="1"/>
              </p:cNvSpPr>
              <p:nvPr/>
            </p:nvSpPr>
            <p:spPr bwMode="auto">
              <a:xfrm>
                <a:off x="2688" y="1212"/>
                <a:ext cx="249"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432" name="Line 40">
                <a:extLst>
                  <a:ext uri="{FF2B5EF4-FFF2-40B4-BE49-F238E27FC236}">
                    <a16:creationId xmlns:a16="http://schemas.microsoft.com/office/drawing/2014/main" id="{A70C0E9F-D1A6-4BC7-BD6B-65D39B3C33AB}"/>
                  </a:ext>
                </a:extLst>
              </p:cNvPr>
              <p:cNvSpPr>
                <a:spLocks noChangeShapeType="1"/>
              </p:cNvSpPr>
              <p:nvPr/>
            </p:nvSpPr>
            <p:spPr bwMode="auto">
              <a:xfrm flipV="1">
                <a:off x="2928" y="1008"/>
                <a:ext cx="0" cy="204"/>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433" name="Line 41">
                <a:extLst>
                  <a:ext uri="{FF2B5EF4-FFF2-40B4-BE49-F238E27FC236}">
                    <a16:creationId xmlns:a16="http://schemas.microsoft.com/office/drawing/2014/main" id="{AAAC6358-F7A5-4E2B-8C0D-1AB09CD072E7}"/>
                  </a:ext>
                </a:extLst>
              </p:cNvPr>
              <p:cNvSpPr>
                <a:spLocks noChangeShapeType="1"/>
              </p:cNvSpPr>
              <p:nvPr/>
            </p:nvSpPr>
            <p:spPr bwMode="auto">
              <a:xfrm>
                <a:off x="2928" y="1008"/>
                <a:ext cx="204"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434" name="Line 42">
                <a:extLst>
                  <a:ext uri="{FF2B5EF4-FFF2-40B4-BE49-F238E27FC236}">
                    <a16:creationId xmlns:a16="http://schemas.microsoft.com/office/drawing/2014/main" id="{3007DDFB-844B-49C4-AB59-A395BD8967DA}"/>
                  </a:ext>
                </a:extLst>
              </p:cNvPr>
              <p:cNvSpPr>
                <a:spLocks noChangeShapeType="1"/>
              </p:cNvSpPr>
              <p:nvPr/>
            </p:nvSpPr>
            <p:spPr bwMode="auto">
              <a:xfrm flipV="1">
                <a:off x="3111" y="1008"/>
                <a:ext cx="0" cy="204"/>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435" name="Line 43">
                <a:extLst>
                  <a:ext uri="{FF2B5EF4-FFF2-40B4-BE49-F238E27FC236}">
                    <a16:creationId xmlns:a16="http://schemas.microsoft.com/office/drawing/2014/main" id="{58973A4D-6EBF-48E4-84DB-32C0D39C006C}"/>
                  </a:ext>
                </a:extLst>
              </p:cNvPr>
              <p:cNvSpPr>
                <a:spLocks noChangeShapeType="1"/>
              </p:cNvSpPr>
              <p:nvPr/>
            </p:nvSpPr>
            <p:spPr bwMode="auto">
              <a:xfrm>
                <a:off x="3120" y="1212"/>
                <a:ext cx="249"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436" name="Line 44">
                <a:extLst>
                  <a:ext uri="{FF2B5EF4-FFF2-40B4-BE49-F238E27FC236}">
                    <a16:creationId xmlns:a16="http://schemas.microsoft.com/office/drawing/2014/main" id="{109C7C5D-D2CB-4F12-A7CB-10C07EB91593}"/>
                  </a:ext>
                </a:extLst>
              </p:cNvPr>
              <p:cNvSpPr>
                <a:spLocks noChangeShapeType="1"/>
              </p:cNvSpPr>
              <p:nvPr/>
            </p:nvSpPr>
            <p:spPr bwMode="auto">
              <a:xfrm flipV="1">
                <a:off x="3351" y="1008"/>
                <a:ext cx="0" cy="204"/>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437" name="Line 45">
                <a:extLst>
                  <a:ext uri="{FF2B5EF4-FFF2-40B4-BE49-F238E27FC236}">
                    <a16:creationId xmlns:a16="http://schemas.microsoft.com/office/drawing/2014/main" id="{A529492F-D620-4D6C-8536-928548CE8F73}"/>
                  </a:ext>
                </a:extLst>
              </p:cNvPr>
              <p:cNvSpPr>
                <a:spLocks noChangeShapeType="1"/>
              </p:cNvSpPr>
              <p:nvPr/>
            </p:nvSpPr>
            <p:spPr bwMode="auto">
              <a:xfrm>
                <a:off x="3351" y="1008"/>
                <a:ext cx="204"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438" name="Line 46">
                <a:extLst>
                  <a:ext uri="{FF2B5EF4-FFF2-40B4-BE49-F238E27FC236}">
                    <a16:creationId xmlns:a16="http://schemas.microsoft.com/office/drawing/2014/main" id="{A4E9FDA7-CDE7-4F93-BA3C-EC1251738572}"/>
                  </a:ext>
                </a:extLst>
              </p:cNvPr>
              <p:cNvSpPr>
                <a:spLocks noChangeShapeType="1"/>
              </p:cNvSpPr>
              <p:nvPr/>
            </p:nvSpPr>
            <p:spPr bwMode="auto">
              <a:xfrm flipV="1">
                <a:off x="3543" y="1008"/>
                <a:ext cx="0" cy="204"/>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439" name="Line 47">
                <a:extLst>
                  <a:ext uri="{FF2B5EF4-FFF2-40B4-BE49-F238E27FC236}">
                    <a16:creationId xmlns:a16="http://schemas.microsoft.com/office/drawing/2014/main" id="{207EDD98-7AF1-41C4-B531-9F906032C530}"/>
                  </a:ext>
                </a:extLst>
              </p:cNvPr>
              <p:cNvSpPr>
                <a:spLocks noChangeShapeType="1"/>
              </p:cNvSpPr>
              <p:nvPr/>
            </p:nvSpPr>
            <p:spPr bwMode="auto">
              <a:xfrm>
                <a:off x="3543" y="1212"/>
                <a:ext cx="249"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440" name="Line 48">
                <a:extLst>
                  <a:ext uri="{FF2B5EF4-FFF2-40B4-BE49-F238E27FC236}">
                    <a16:creationId xmlns:a16="http://schemas.microsoft.com/office/drawing/2014/main" id="{072D484E-35FF-476C-8C9B-A2D1F7C5E4DB}"/>
                  </a:ext>
                </a:extLst>
              </p:cNvPr>
              <p:cNvSpPr>
                <a:spLocks noChangeShapeType="1"/>
              </p:cNvSpPr>
              <p:nvPr/>
            </p:nvSpPr>
            <p:spPr bwMode="auto">
              <a:xfrm flipV="1">
                <a:off x="3792" y="1008"/>
                <a:ext cx="0" cy="204"/>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441" name="Line 49">
                <a:extLst>
                  <a:ext uri="{FF2B5EF4-FFF2-40B4-BE49-F238E27FC236}">
                    <a16:creationId xmlns:a16="http://schemas.microsoft.com/office/drawing/2014/main" id="{3DF3CAF7-CD94-484F-9EDE-75B51C573D23}"/>
                  </a:ext>
                </a:extLst>
              </p:cNvPr>
              <p:cNvSpPr>
                <a:spLocks noChangeShapeType="1"/>
              </p:cNvSpPr>
              <p:nvPr/>
            </p:nvSpPr>
            <p:spPr bwMode="auto">
              <a:xfrm>
                <a:off x="3788" y="1008"/>
                <a:ext cx="204"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442" name="Line 50">
                <a:extLst>
                  <a:ext uri="{FF2B5EF4-FFF2-40B4-BE49-F238E27FC236}">
                    <a16:creationId xmlns:a16="http://schemas.microsoft.com/office/drawing/2014/main" id="{2F602CCE-8A42-4B3A-820B-F29FD365F95A}"/>
                  </a:ext>
                </a:extLst>
              </p:cNvPr>
              <p:cNvSpPr>
                <a:spLocks noChangeShapeType="1"/>
              </p:cNvSpPr>
              <p:nvPr/>
            </p:nvSpPr>
            <p:spPr bwMode="auto">
              <a:xfrm flipV="1">
                <a:off x="3984" y="1008"/>
                <a:ext cx="0" cy="204"/>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443" name="Line 51">
                <a:extLst>
                  <a:ext uri="{FF2B5EF4-FFF2-40B4-BE49-F238E27FC236}">
                    <a16:creationId xmlns:a16="http://schemas.microsoft.com/office/drawing/2014/main" id="{39F56A95-7475-4C5B-B8CA-E591EE86919E}"/>
                  </a:ext>
                </a:extLst>
              </p:cNvPr>
              <p:cNvSpPr>
                <a:spLocks noChangeShapeType="1"/>
              </p:cNvSpPr>
              <p:nvPr/>
            </p:nvSpPr>
            <p:spPr bwMode="auto">
              <a:xfrm>
                <a:off x="3984" y="1212"/>
                <a:ext cx="249"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444" name="Line 52">
                <a:extLst>
                  <a:ext uri="{FF2B5EF4-FFF2-40B4-BE49-F238E27FC236}">
                    <a16:creationId xmlns:a16="http://schemas.microsoft.com/office/drawing/2014/main" id="{9C645C00-ECBE-41DE-AD4C-43C5AE037F50}"/>
                  </a:ext>
                </a:extLst>
              </p:cNvPr>
              <p:cNvSpPr>
                <a:spLocks noChangeShapeType="1"/>
              </p:cNvSpPr>
              <p:nvPr/>
            </p:nvSpPr>
            <p:spPr bwMode="auto">
              <a:xfrm flipV="1">
                <a:off x="4224" y="1008"/>
                <a:ext cx="0" cy="204"/>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445" name="Line 53">
                <a:extLst>
                  <a:ext uri="{FF2B5EF4-FFF2-40B4-BE49-F238E27FC236}">
                    <a16:creationId xmlns:a16="http://schemas.microsoft.com/office/drawing/2014/main" id="{DD474786-92B7-43C1-924F-3EB3A9808164}"/>
                  </a:ext>
                </a:extLst>
              </p:cNvPr>
              <p:cNvSpPr>
                <a:spLocks noChangeShapeType="1"/>
              </p:cNvSpPr>
              <p:nvPr/>
            </p:nvSpPr>
            <p:spPr bwMode="auto">
              <a:xfrm>
                <a:off x="4224" y="1008"/>
                <a:ext cx="204"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446" name="Line 54">
                <a:extLst>
                  <a:ext uri="{FF2B5EF4-FFF2-40B4-BE49-F238E27FC236}">
                    <a16:creationId xmlns:a16="http://schemas.microsoft.com/office/drawing/2014/main" id="{3786811E-C69E-41C0-834A-F82C3FE21029}"/>
                  </a:ext>
                </a:extLst>
              </p:cNvPr>
              <p:cNvSpPr>
                <a:spLocks noChangeShapeType="1"/>
              </p:cNvSpPr>
              <p:nvPr/>
            </p:nvSpPr>
            <p:spPr bwMode="auto">
              <a:xfrm flipV="1">
                <a:off x="4407" y="1008"/>
                <a:ext cx="0" cy="204"/>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447" name="Line 55">
                <a:extLst>
                  <a:ext uri="{FF2B5EF4-FFF2-40B4-BE49-F238E27FC236}">
                    <a16:creationId xmlns:a16="http://schemas.microsoft.com/office/drawing/2014/main" id="{E522957A-0194-4845-8A75-0FAE1EBA6E2E}"/>
                  </a:ext>
                </a:extLst>
              </p:cNvPr>
              <p:cNvSpPr>
                <a:spLocks noChangeShapeType="1"/>
              </p:cNvSpPr>
              <p:nvPr/>
            </p:nvSpPr>
            <p:spPr bwMode="auto">
              <a:xfrm>
                <a:off x="4407" y="1212"/>
                <a:ext cx="249"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grpSp>
        <p:grpSp>
          <p:nvGrpSpPr>
            <p:cNvPr id="349" name="Group 56">
              <a:extLst>
                <a:ext uri="{FF2B5EF4-FFF2-40B4-BE49-F238E27FC236}">
                  <a16:creationId xmlns:a16="http://schemas.microsoft.com/office/drawing/2014/main" id="{6933281C-8F05-4A8E-B42B-FCF6F4CC5720}"/>
                </a:ext>
              </a:extLst>
            </p:cNvPr>
            <p:cNvGrpSpPr>
              <a:grpSpLocks/>
            </p:cNvGrpSpPr>
            <p:nvPr/>
          </p:nvGrpSpPr>
          <p:grpSpPr bwMode="auto">
            <a:xfrm>
              <a:off x="1981200" y="2819400"/>
              <a:ext cx="5486400" cy="533400"/>
              <a:chOff x="912" y="1236"/>
              <a:chExt cx="3744" cy="204"/>
            </a:xfrm>
          </p:grpSpPr>
          <p:sp>
            <p:nvSpPr>
              <p:cNvPr id="398" name="Line 57">
                <a:extLst>
                  <a:ext uri="{FF2B5EF4-FFF2-40B4-BE49-F238E27FC236}">
                    <a16:creationId xmlns:a16="http://schemas.microsoft.com/office/drawing/2014/main" id="{57D207C8-C7AA-46E4-884F-45C9F2F3E1E6}"/>
                  </a:ext>
                </a:extLst>
              </p:cNvPr>
              <p:cNvSpPr>
                <a:spLocks noChangeShapeType="1"/>
              </p:cNvSpPr>
              <p:nvPr/>
            </p:nvSpPr>
            <p:spPr bwMode="auto">
              <a:xfrm>
                <a:off x="912" y="1440"/>
                <a:ext cx="192"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99" name="Line 58">
                <a:extLst>
                  <a:ext uri="{FF2B5EF4-FFF2-40B4-BE49-F238E27FC236}">
                    <a16:creationId xmlns:a16="http://schemas.microsoft.com/office/drawing/2014/main" id="{819DBFCA-8E1F-478E-9AF3-4CD66CA9BF1D}"/>
                  </a:ext>
                </a:extLst>
              </p:cNvPr>
              <p:cNvSpPr>
                <a:spLocks noChangeShapeType="1"/>
              </p:cNvSpPr>
              <p:nvPr/>
            </p:nvSpPr>
            <p:spPr bwMode="auto">
              <a:xfrm flipV="1">
                <a:off x="1104" y="1236"/>
                <a:ext cx="0" cy="204"/>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400" name="Line 59">
                <a:extLst>
                  <a:ext uri="{FF2B5EF4-FFF2-40B4-BE49-F238E27FC236}">
                    <a16:creationId xmlns:a16="http://schemas.microsoft.com/office/drawing/2014/main" id="{B9038267-178A-460A-90A1-70A61737AFD7}"/>
                  </a:ext>
                </a:extLst>
              </p:cNvPr>
              <p:cNvSpPr>
                <a:spLocks noChangeShapeType="1"/>
              </p:cNvSpPr>
              <p:nvPr/>
            </p:nvSpPr>
            <p:spPr bwMode="auto">
              <a:xfrm flipV="1">
                <a:off x="1968" y="1236"/>
                <a:ext cx="0" cy="204"/>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401" name="Line 60">
                <a:extLst>
                  <a:ext uri="{FF2B5EF4-FFF2-40B4-BE49-F238E27FC236}">
                    <a16:creationId xmlns:a16="http://schemas.microsoft.com/office/drawing/2014/main" id="{1AF0F93D-CBAF-4474-8869-7B1E0A7DF29B}"/>
                  </a:ext>
                </a:extLst>
              </p:cNvPr>
              <p:cNvSpPr>
                <a:spLocks noChangeShapeType="1"/>
              </p:cNvSpPr>
              <p:nvPr/>
            </p:nvSpPr>
            <p:spPr bwMode="auto">
              <a:xfrm>
                <a:off x="1104" y="1248"/>
                <a:ext cx="864"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402" name="Line 61">
                <a:extLst>
                  <a:ext uri="{FF2B5EF4-FFF2-40B4-BE49-F238E27FC236}">
                    <a16:creationId xmlns:a16="http://schemas.microsoft.com/office/drawing/2014/main" id="{79C80140-895D-4448-ACCD-9E13A02CB2F6}"/>
                  </a:ext>
                </a:extLst>
              </p:cNvPr>
              <p:cNvSpPr>
                <a:spLocks noChangeShapeType="1"/>
              </p:cNvSpPr>
              <p:nvPr/>
            </p:nvSpPr>
            <p:spPr bwMode="auto">
              <a:xfrm flipV="1">
                <a:off x="2400" y="1236"/>
                <a:ext cx="0" cy="204"/>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403" name="Line 62">
                <a:extLst>
                  <a:ext uri="{FF2B5EF4-FFF2-40B4-BE49-F238E27FC236}">
                    <a16:creationId xmlns:a16="http://schemas.microsoft.com/office/drawing/2014/main" id="{98C63F81-623A-4DA9-9DFA-4AF5DDBE8977}"/>
                  </a:ext>
                </a:extLst>
              </p:cNvPr>
              <p:cNvSpPr>
                <a:spLocks noChangeShapeType="1"/>
              </p:cNvSpPr>
              <p:nvPr/>
            </p:nvSpPr>
            <p:spPr bwMode="auto">
              <a:xfrm flipV="1">
                <a:off x="2784" y="1236"/>
                <a:ext cx="0" cy="204"/>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404" name="Line 63">
                <a:extLst>
                  <a:ext uri="{FF2B5EF4-FFF2-40B4-BE49-F238E27FC236}">
                    <a16:creationId xmlns:a16="http://schemas.microsoft.com/office/drawing/2014/main" id="{521EE4BB-8164-49D2-82CD-118AD2CA8AB4}"/>
                  </a:ext>
                </a:extLst>
              </p:cNvPr>
              <p:cNvSpPr>
                <a:spLocks noChangeShapeType="1"/>
              </p:cNvSpPr>
              <p:nvPr/>
            </p:nvSpPr>
            <p:spPr bwMode="auto">
              <a:xfrm>
                <a:off x="1968" y="1440"/>
                <a:ext cx="432"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405" name="Line 64">
                <a:extLst>
                  <a:ext uri="{FF2B5EF4-FFF2-40B4-BE49-F238E27FC236}">
                    <a16:creationId xmlns:a16="http://schemas.microsoft.com/office/drawing/2014/main" id="{F065C016-49DF-4534-8335-8D593DF068EC}"/>
                  </a:ext>
                </a:extLst>
              </p:cNvPr>
              <p:cNvSpPr>
                <a:spLocks noChangeShapeType="1"/>
              </p:cNvSpPr>
              <p:nvPr/>
            </p:nvSpPr>
            <p:spPr bwMode="auto">
              <a:xfrm>
                <a:off x="2400" y="1248"/>
                <a:ext cx="384"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406" name="Line 65">
                <a:extLst>
                  <a:ext uri="{FF2B5EF4-FFF2-40B4-BE49-F238E27FC236}">
                    <a16:creationId xmlns:a16="http://schemas.microsoft.com/office/drawing/2014/main" id="{818AC91C-E172-47A7-AAE1-757FB6FB7214}"/>
                  </a:ext>
                </a:extLst>
              </p:cNvPr>
              <p:cNvSpPr>
                <a:spLocks noChangeShapeType="1"/>
              </p:cNvSpPr>
              <p:nvPr/>
            </p:nvSpPr>
            <p:spPr bwMode="auto">
              <a:xfrm>
                <a:off x="2784" y="1440"/>
                <a:ext cx="1872"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grpSp>
        <p:sp>
          <p:nvSpPr>
            <p:cNvPr id="350" name="Rectangle 106">
              <a:extLst>
                <a:ext uri="{FF2B5EF4-FFF2-40B4-BE49-F238E27FC236}">
                  <a16:creationId xmlns:a16="http://schemas.microsoft.com/office/drawing/2014/main" id="{0FC967E3-5E71-4923-BC5C-A05D3B8DD829}"/>
                </a:ext>
              </a:extLst>
            </p:cNvPr>
            <p:cNvSpPr>
              <a:spLocks noChangeArrowheads="1"/>
            </p:cNvSpPr>
            <p:nvPr/>
          </p:nvSpPr>
          <p:spPr bwMode="auto">
            <a:xfrm>
              <a:off x="2362200" y="2833688"/>
              <a:ext cx="2362200" cy="519112"/>
            </a:xfrm>
            <a:prstGeom prst="rect">
              <a:avLst/>
            </a:prstGeom>
            <a:noFill/>
            <a:ln w="9525">
              <a:noFill/>
              <a:miter lim="800000"/>
              <a:headEnd/>
              <a:tailEnd/>
            </a:ln>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800" b="0" i="0" u="none" strike="noStrike" kern="0" cap="none" spc="0" normalizeH="0" baseline="0" noProof="0" dirty="0">
                  <a:ln>
                    <a:noFill/>
                  </a:ln>
                  <a:solidFill>
                    <a:srgbClr val="000000"/>
                  </a:solidFill>
                  <a:effectLst/>
                  <a:uLnTx/>
                  <a:uFillTx/>
                  <a:latin typeface="Arial" charset="0"/>
                </a:rPr>
                <a:t>1    </a:t>
              </a:r>
              <a:r>
                <a:rPr kumimoji="1" lang="en-US" altLang="zh-CN" sz="2800" b="0" i="0" u="none" strike="noStrike" kern="0" cap="none" spc="0" normalizeH="0" baseline="0" noProof="0" dirty="0">
                  <a:ln>
                    <a:noFill/>
                  </a:ln>
                  <a:solidFill>
                    <a:srgbClr val="00B0F0"/>
                  </a:solidFill>
                  <a:effectLst/>
                  <a:uLnTx/>
                  <a:uFillTx/>
                  <a:latin typeface="Arial" charset="0"/>
                </a:rPr>
                <a:t>1</a:t>
              </a:r>
              <a:r>
                <a:rPr kumimoji="1" lang="en-US" altLang="zh-CN" sz="2800" b="0" i="0" u="none" strike="noStrike" kern="0" cap="none" spc="0" normalizeH="0" baseline="0" noProof="0" dirty="0">
                  <a:ln>
                    <a:noFill/>
                  </a:ln>
                  <a:solidFill>
                    <a:srgbClr val="000000"/>
                  </a:solidFill>
                  <a:effectLst/>
                  <a:uLnTx/>
                  <a:uFillTx/>
                  <a:latin typeface="Arial" charset="0"/>
                </a:rPr>
                <a:t>    0    </a:t>
              </a:r>
              <a:r>
                <a:rPr kumimoji="1" lang="en-US" altLang="zh-CN" sz="2800" b="0" i="0" u="none" strike="noStrike" kern="0" cap="none" spc="0" normalizeH="0" baseline="0" noProof="0" dirty="0">
                  <a:ln>
                    <a:noFill/>
                  </a:ln>
                  <a:solidFill>
                    <a:srgbClr val="8A8AE7">
                      <a:lumMod val="75000"/>
                    </a:srgbClr>
                  </a:solidFill>
                  <a:effectLst/>
                  <a:uLnTx/>
                  <a:uFillTx/>
                  <a:latin typeface="Arial" charset="0"/>
                </a:rPr>
                <a:t>1</a:t>
              </a:r>
            </a:p>
          </p:txBody>
        </p:sp>
        <p:sp>
          <p:nvSpPr>
            <p:cNvPr id="351" name="Rectangle 49">
              <a:extLst>
                <a:ext uri="{FF2B5EF4-FFF2-40B4-BE49-F238E27FC236}">
                  <a16:creationId xmlns:a16="http://schemas.microsoft.com/office/drawing/2014/main" id="{E383DEA0-4C7D-4F23-8B25-528D97B336A3}"/>
                </a:ext>
              </a:extLst>
            </p:cNvPr>
            <p:cNvSpPr>
              <a:spLocks noChangeArrowheads="1"/>
            </p:cNvSpPr>
            <p:nvPr/>
          </p:nvSpPr>
          <p:spPr bwMode="auto">
            <a:xfrm>
              <a:off x="59499" y="4488725"/>
              <a:ext cx="951182" cy="486692"/>
            </a:xfrm>
            <a:prstGeom prst="rect">
              <a:avLst/>
            </a:prstGeom>
            <a:noFill/>
            <a:ln w="9525">
              <a:noFill/>
              <a:miter lim="800000"/>
              <a:headEnd/>
              <a:tailEnd/>
            </a:ln>
          </p:spPr>
          <p:txBody>
            <a:bodyPr wrap="squar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zh-CN" altLang="en-US" sz="2800" b="0" kern="0">
                  <a:solidFill>
                    <a:srgbClr val="000000"/>
                  </a:solidFill>
                  <a:latin typeface="黑体" panose="02010609060101010101" pitchFamily="49" charset="-122"/>
                  <a:ea typeface="黑体" panose="02010609060101010101" pitchFamily="49" charset="-122"/>
                </a:rPr>
                <a:t>状态</a:t>
              </a:r>
              <a:endParaRPr kumimoji="0" lang="en-US" altLang="zh-CN" sz="2800" b="0"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endParaRPr>
            </a:p>
          </p:txBody>
        </p:sp>
        <p:sp>
          <p:nvSpPr>
            <p:cNvPr id="352" name="Freeform 69">
              <a:extLst>
                <a:ext uri="{FF2B5EF4-FFF2-40B4-BE49-F238E27FC236}">
                  <a16:creationId xmlns:a16="http://schemas.microsoft.com/office/drawing/2014/main" id="{80D720A3-87BE-4D2F-A650-8C578422F507}"/>
                </a:ext>
              </a:extLst>
            </p:cNvPr>
            <p:cNvSpPr>
              <a:spLocks/>
            </p:cNvSpPr>
            <p:nvPr/>
          </p:nvSpPr>
          <p:spPr bwMode="auto">
            <a:xfrm rot="16200000">
              <a:off x="4410" y="4728944"/>
              <a:ext cx="2362200" cy="219512"/>
            </a:xfrm>
            <a:custGeom>
              <a:avLst/>
              <a:gdLst>
                <a:gd name="T0" fmla="*/ 0 w 15500"/>
                <a:gd name="T1" fmla="*/ 0 h 2642"/>
                <a:gd name="T2" fmla="*/ 1 w 15500"/>
                <a:gd name="T3" fmla="*/ 0 h 2642"/>
                <a:gd name="T4" fmla="*/ 3 w 15500"/>
                <a:gd name="T5" fmla="*/ 0 h 2642"/>
                <a:gd name="T6" fmla="*/ 3 w 15500"/>
                <a:gd name="T7" fmla="*/ 0 h 2642"/>
                <a:gd name="T8" fmla="*/ 4 w 15500"/>
                <a:gd name="T9" fmla="*/ 0 h 2642"/>
                <a:gd name="T10" fmla="*/ 6 w 15500"/>
                <a:gd name="T11" fmla="*/ 0 h 2642"/>
                <a:gd name="T12" fmla="*/ 7 w 15500"/>
                <a:gd name="T13" fmla="*/ 0 h 2642"/>
                <a:gd name="T14" fmla="*/ 0 60000 65536"/>
                <a:gd name="T15" fmla="*/ 0 60000 65536"/>
                <a:gd name="T16" fmla="*/ 0 60000 65536"/>
                <a:gd name="T17" fmla="*/ 0 60000 65536"/>
                <a:gd name="T18" fmla="*/ 0 60000 65536"/>
                <a:gd name="T19" fmla="*/ 0 60000 65536"/>
                <a:gd name="T20" fmla="*/ 0 60000 65536"/>
                <a:gd name="T21" fmla="*/ 0 w 15500"/>
                <a:gd name="T22" fmla="*/ 0 h 2642"/>
                <a:gd name="T23" fmla="*/ 15500 w 15500"/>
                <a:gd name="T24" fmla="*/ 2642 h 26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500" h="2642">
                  <a:moveTo>
                    <a:pt x="0" y="2642"/>
                  </a:moveTo>
                  <a:cubicBezTo>
                    <a:pt x="0" y="1912"/>
                    <a:pt x="579" y="1321"/>
                    <a:pt x="1292" y="1321"/>
                  </a:cubicBezTo>
                  <a:lnTo>
                    <a:pt x="6459" y="1321"/>
                  </a:lnTo>
                  <a:cubicBezTo>
                    <a:pt x="7172" y="1321"/>
                    <a:pt x="7750" y="730"/>
                    <a:pt x="7750" y="0"/>
                  </a:cubicBezTo>
                  <a:cubicBezTo>
                    <a:pt x="7750" y="730"/>
                    <a:pt x="8329" y="1321"/>
                    <a:pt x="9042" y="1321"/>
                  </a:cubicBezTo>
                  <a:lnTo>
                    <a:pt x="14209" y="1321"/>
                  </a:lnTo>
                  <a:cubicBezTo>
                    <a:pt x="14922" y="1321"/>
                    <a:pt x="15500" y="1912"/>
                    <a:pt x="15500" y="2642"/>
                  </a:cubicBezTo>
                </a:path>
              </a:pathLst>
            </a:custGeom>
            <a:noFill/>
            <a:ln w="15875" cap="rnd">
              <a:solidFill>
                <a:srgbClr val="000000"/>
              </a:solid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cxnSp>
          <p:nvCxnSpPr>
            <p:cNvPr id="353" name="直接连接符 111">
              <a:extLst>
                <a:ext uri="{FF2B5EF4-FFF2-40B4-BE49-F238E27FC236}">
                  <a16:creationId xmlns:a16="http://schemas.microsoft.com/office/drawing/2014/main" id="{C91970BF-638D-427F-BA03-AE2577B88CB3}"/>
                </a:ext>
              </a:extLst>
            </p:cNvPr>
            <p:cNvCxnSpPr/>
            <p:nvPr/>
          </p:nvCxnSpPr>
          <p:spPr bwMode="auto">
            <a:xfrm flipH="1">
              <a:off x="4307209" y="1980027"/>
              <a:ext cx="7116" cy="4152900"/>
            </a:xfrm>
            <a:prstGeom prst="line">
              <a:avLst/>
            </a:prstGeom>
            <a:noFill/>
            <a:ln w="38100" cap="flat" cmpd="sng" algn="ctr">
              <a:solidFill>
                <a:srgbClr val="00B0F0"/>
              </a:solidFill>
              <a:prstDash val="dash"/>
              <a:headEnd type="none" w="med" len="med"/>
              <a:tailEnd type="none" w="med" len="med"/>
            </a:ln>
            <a:effectLst>
              <a:outerShdw blurRad="40000" dist="23000" dir="5400000" rotWithShape="0">
                <a:srgbClr val="000000">
                  <a:alpha val="35000"/>
                </a:srgbClr>
              </a:outerShdw>
            </a:effectLst>
          </p:spPr>
        </p:cxnSp>
        <p:grpSp>
          <p:nvGrpSpPr>
            <p:cNvPr id="354" name="Group 66">
              <a:extLst>
                <a:ext uri="{FF2B5EF4-FFF2-40B4-BE49-F238E27FC236}">
                  <a16:creationId xmlns:a16="http://schemas.microsoft.com/office/drawing/2014/main" id="{3DD5CCCE-315D-4576-810C-C3DB030AB313}"/>
                </a:ext>
              </a:extLst>
            </p:cNvPr>
            <p:cNvGrpSpPr>
              <a:grpSpLocks/>
            </p:cNvGrpSpPr>
            <p:nvPr/>
          </p:nvGrpSpPr>
          <p:grpSpPr bwMode="auto">
            <a:xfrm>
              <a:off x="1989138" y="3505200"/>
              <a:ext cx="5478462" cy="476250"/>
              <a:chOff x="917" y="1488"/>
              <a:chExt cx="3739" cy="204"/>
            </a:xfrm>
          </p:grpSpPr>
          <p:sp>
            <p:nvSpPr>
              <p:cNvPr id="389" name="Line 67">
                <a:extLst>
                  <a:ext uri="{FF2B5EF4-FFF2-40B4-BE49-F238E27FC236}">
                    <a16:creationId xmlns:a16="http://schemas.microsoft.com/office/drawing/2014/main" id="{932017DD-DD07-4F22-A32B-8D598E5A8EC5}"/>
                  </a:ext>
                </a:extLst>
              </p:cNvPr>
              <p:cNvSpPr>
                <a:spLocks noChangeShapeType="1"/>
              </p:cNvSpPr>
              <p:nvPr/>
            </p:nvSpPr>
            <p:spPr bwMode="auto">
              <a:xfrm flipV="1">
                <a:off x="2064" y="1488"/>
                <a:ext cx="0" cy="204"/>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90" name="Line 68">
                <a:extLst>
                  <a:ext uri="{FF2B5EF4-FFF2-40B4-BE49-F238E27FC236}">
                    <a16:creationId xmlns:a16="http://schemas.microsoft.com/office/drawing/2014/main" id="{45EBA415-5E83-4A86-AB1A-D46828D8A9CB}"/>
                  </a:ext>
                </a:extLst>
              </p:cNvPr>
              <p:cNvSpPr>
                <a:spLocks noChangeShapeType="1"/>
              </p:cNvSpPr>
              <p:nvPr/>
            </p:nvSpPr>
            <p:spPr bwMode="auto">
              <a:xfrm flipV="1">
                <a:off x="2496" y="1488"/>
                <a:ext cx="0" cy="204"/>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91" name="Line 69">
                <a:extLst>
                  <a:ext uri="{FF2B5EF4-FFF2-40B4-BE49-F238E27FC236}">
                    <a16:creationId xmlns:a16="http://schemas.microsoft.com/office/drawing/2014/main" id="{F9C8FB71-FEC2-4B52-8C4A-9538A2D6F688}"/>
                  </a:ext>
                </a:extLst>
              </p:cNvPr>
              <p:cNvSpPr>
                <a:spLocks noChangeShapeType="1"/>
              </p:cNvSpPr>
              <p:nvPr/>
            </p:nvSpPr>
            <p:spPr bwMode="auto">
              <a:xfrm flipV="1">
                <a:off x="2928" y="1488"/>
                <a:ext cx="0" cy="204"/>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92" name="Line 70">
                <a:extLst>
                  <a:ext uri="{FF2B5EF4-FFF2-40B4-BE49-F238E27FC236}">
                    <a16:creationId xmlns:a16="http://schemas.microsoft.com/office/drawing/2014/main" id="{0EC90382-5A56-43D8-8D8B-DEBC81FCFE01}"/>
                  </a:ext>
                </a:extLst>
              </p:cNvPr>
              <p:cNvSpPr>
                <a:spLocks noChangeShapeType="1"/>
              </p:cNvSpPr>
              <p:nvPr/>
            </p:nvSpPr>
            <p:spPr bwMode="auto">
              <a:xfrm>
                <a:off x="917" y="1692"/>
                <a:ext cx="283"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93" name="Line 71">
                <a:extLst>
                  <a:ext uri="{FF2B5EF4-FFF2-40B4-BE49-F238E27FC236}">
                    <a16:creationId xmlns:a16="http://schemas.microsoft.com/office/drawing/2014/main" id="{854E538F-2DB4-4E18-84D3-D0F98CAA993A}"/>
                  </a:ext>
                </a:extLst>
              </p:cNvPr>
              <p:cNvSpPr>
                <a:spLocks noChangeShapeType="1"/>
              </p:cNvSpPr>
              <p:nvPr/>
            </p:nvSpPr>
            <p:spPr bwMode="auto">
              <a:xfrm flipV="1">
                <a:off x="1195" y="1488"/>
                <a:ext cx="0" cy="204"/>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94" name="Line 72">
                <a:extLst>
                  <a:ext uri="{FF2B5EF4-FFF2-40B4-BE49-F238E27FC236}">
                    <a16:creationId xmlns:a16="http://schemas.microsoft.com/office/drawing/2014/main" id="{00D04F6F-5194-428F-ADA4-F3742ECDC0CA}"/>
                  </a:ext>
                </a:extLst>
              </p:cNvPr>
              <p:cNvSpPr>
                <a:spLocks noChangeShapeType="1"/>
              </p:cNvSpPr>
              <p:nvPr/>
            </p:nvSpPr>
            <p:spPr bwMode="auto">
              <a:xfrm>
                <a:off x="1200" y="1500"/>
                <a:ext cx="864"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95" name="Line 73">
                <a:extLst>
                  <a:ext uri="{FF2B5EF4-FFF2-40B4-BE49-F238E27FC236}">
                    <a16:creationId xmlns:a16="http://schemas.microsoft.com/office/drawing/2014/main" id="{741D48DD-82BA-4755-AA44-1F31A60DD473}"/>
                  </a:ext>
                </a:extLst>
              </p:cNvPr>
              <p:cNvSpPr>
                <a:spLocks noChangeShapeType="1"/>
              </p:cNvSpPr>
              <p:nvPr/>
            </p:nvSpPr>
            <p:spPr bwMode="auto">
              <a:xfrm>
                <a:off x="2064" y="1692"/>
                <a:ext cx="432"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96" name="Line 74">
                <a:extLst>
                  <a:ext uri="{FF2B5EF4-FFF2-40B4-BE49-F238E27FC236}">
                    <a16:creationId xmlns:a16="http://schemas.microsoft.com/office/drawing/2014/main" id="{FA525721-B5D0-4D55-9A66-2E1D4C3DD9C5}"/>
                  </a:ext>
                </a:extLst>
              </p:cNvPr>
              <p:cNvSpPr>
                <a:spLocks noChangeShapeType="1"/>
              </p:cNvSpPr>
              <p:nvPr/>
            </p:nvSpPr>
            <p:spPr bwMode="auto">
              <a:xfrm>
                <a:off x="2496" y="1500"/>
                <a:ext cx="432"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97" name="Line 75">
                <a:extLst>
                  <a:ext uri="{FF2B5EF4-FFF2-40B4-BE49-F238E27FC236}">
                    <a16:creationId xmlns:a16="http://schemas.microsoft.com/office/drawing/2014/main" id="{230DA513-774F-4228-A375-D501AD2BF905}"/>
                  </a:ext>
                </a:extLst>
              </p:cNvPr>
              <p:cNvSpPr>
                <a:spLocks noChangeShapeType="1"/>
              </p:cNvSpPr>
              <p:nvPr/>
            </p:nvSpPr>
            <p:spPr bwMode="auto">
              <a:xfrm>
                <a:off x="2928" y="1692"/>
                <a:ext cx="172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grpSp>
        <p:grpSp>
          <p:nvGrpSpPr>
            <p:cNvPr id="355" name="Group 76">
              <a:extLst>
                <a:ext uri="{FF2B5EF4-FFF2-40B4-BE49-F238E27FC236}">
                  <a16:creationId xmlns:a16="http://schemas.microsoft.com/office/drawing/2014/main" id="{B8D9DAF3-FD31-4EEF-B759-48E4CBF6D995}"/>
                </a:ext>
              </a:extLst>
            </p:cNvPr>
            <p:cNvGrpSpPr>
              <a:grpSpLocks/>
            </p:cNvGrpSpPr>
            <p:nvPr/>
          </p:nvGrpSpPr>
          <p:grpSpPr bwMode="auto">
            <a:xfrm>
              <a:off x="1981200" y="4191000"/>
              <a:ext cx="5486400" cy="457200"/>
              <a:chOff x="912" y="1764"/>
              <a:chExt cx="3744" cy="204"/>
            </a:xfrm>
          </p:grpSpPr>
          <p:sp>
            <p:nvSpPr>
              <p:cNvPr id="380" name="Line 77">
                <a:extLst>
                  <a:ext uri="{FF2B5EF4-FFF2-40B4-BE49-F238E27FC236}">
                    <a16:creationId xmlns:a16="http://schemas.microsoft.com/office/drawing/2014/main" id="{1EAD23BB-3ABB-4360-A867-1BD139F91DAD}"/>
                  </a:ext>
                </a:extLst>
              </p:cNvPr>
              <p:cNvSpPr>
                <a:spLocks noChangeShapeType="1"/>
              </p:cNvSpPr>
              <p:nvPr/>
            </p:nvSpPr>
            <p:spPr bwMode="auto">
              <a:xfrm flipV="1">
                <a:off x="2496" y="1764"/>
                <a:ext cx="0" cy="204"/>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81" name="Line 78">
                <a:extLst>
                  <a:ext uri="{FF2B5EF4-FFF2-40B4-BE49-F238E27FC236}">
                    <a16:creationId xmlns:a16="http://schemas.microsoft.com/office/drawing/2014/main" id="{DE3E6261-E4F2-4EAB-A74C-EF5D030344DF}"/>
                  </a:ext>
                </a:extLst>
              </p:cNvPr>
              <p:cNvSpPr>
                <a:spLocks noChangeShapeType="1"/>
              </p:cNvSpPr>
              <p:nvPr/>
            </p:nvSpPr>
            <p:spPr bwMode="auto">
              <a:xfrm flipV="1">
                <a:off x="2928" y="1764"/>
                <a:ext cx="0" cy="204"/>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82" name="Line 79">
                <a:extLst>
                  <a:ext uri="{FF2B5EF4-FFF2-40B4-BE49-F238E27FC236}">
                    <a16:creationId xmlns:a16="http://schemas.microsoft.com/office/drawing/2014/main" id="{1B544ABD-A9B5-446F-9C7F-0C8FF15A17ED}"/>
                  </a:ext>
                </a:extLst>
              </p:cNvPr>
              <p:cNvSpPr>
                <a:spLocks noChangeShapeType="1"/>
              </p:cNvSpPr>
              <p:nvPr/>
            </p:nvSpPr>
            <p:spPr bwMode="auto">
              <a:xfrm flipV="1">
                <a:off x="3360" y="1764"/>
                <a:ext cx="0" cy="204"/>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83" name="Line 80">
                <a:extLst>
                  <a:ext uri="{FF2B5EF4-FFF2-40B4-BE49-F238E27FC236}">
                    <a16:creationId xmlns:a16="http://schemas.microsoft.com/office/drawing/2014/main" id="{37D72307-B467-41E3-86E8-3460AABB7328}"/>
                  </a:ext>
                </a:extLst>
              </p:cNvPr>
              <p:cNvSpPr>
                <a:spLocks noChangeShapeType="1"/>
              </p:cNvSpPr>
              <p:nvPr/>
            </p:nvSpPr>
            <p:spPr bwMode="auto">
              <a:xfrm>
                <a:off x="912" y="1968"/>
                <a:ext cx="720"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84" name="Line 81">
                <a:extLst>
                  <a:ext uri="{FF2B5EF4-FFF2-40B4-BE49-F238E27FC236}">
                    <a16:creationId xmlns:a16="http://schemas.microsoft.com/office/drawing/2014/main" id="{0FED78A4-1C97-4C2D-9721-E7CE1C8B2CFD}"/>
                  </a:ext>
                </a:extLst>
              </p:cNvPr>
              <p:cNvSpPr>
                <a:spLocks noChangeShapeType="1"/>
              </p:cNvSpPr>
              <p:nvPr/>
            </p:nvSpPr>
            <p:spPr bwMode="auto">
              <a:xfrm flipV="1">
                <a:off x="1627" y="1764"/>
                <a:ext cx="0" cy="204"/>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85" name="Line 82">
                <a:extLst>
                  <a:ext uri="{FF2B5EF4-FFF2-40B4-BE49-F238E27FC236}">
                    <a16:creationId xmlns:a16="http://schemas.microsoft.com/office/drawing/2014/main" id="{A23B6899-8C9E-424A-BE29-427B4B4CF83A}"/>
                  </a:ext>
                </a:extLst>
              </p:cNvPr>
              <p:cNvSpPr>
                <a:spLocks noChangeShapeType="1"/>
              </p:cNvSpPr>
              <p:nvPr/>
            </p:nvSpPr>
            <p:spPr bwMode="auto">
              <a:xfrm>
                <a:off x="1632" y="1776"/>
                <a:ext cx="864"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86" name="Line 83">
                <a:extLst>
                  <a:ext uri="{FF2B5EF4-FFF2-40B4-BE49-F238E27FC236}">
                    <a16:creationId xmlns:a16="http://schemas.microsoft.com/office/drawing/2014/main" id="{BE038904-9C73-44A8-9446-1E24CC503D6D}"/>
                  </a:ext>
                </a:extLst>
              </p:cNvPr>
              <p:cNvSpPr>
                <a:spLocks noChangeShapeType="1"/>
              </p:cNvSpPr>
              <p:nvPr/>
            </p:nvSpPr>
            <p:spPr bwMode="auto">
              <a:xfrm>
                <a:off x="2496" y="1968"/>
                <a:ext cx="432"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87" name="Line 84">
                <a:extLst>
                  <a:ext uri="{FF2B5EF4-FFF2-40B4-BE49-F238E27FC236}">
                    <a16:creationId xmlns:a16="http://schemas.microsoft.com/office/drawing/2014/main" id="{DBDF2EA8-FC52-40A9-892D-F4C9537D8981}"/>
                  </a:ext>
                </a:extLst>
              </p:cNvPr>
              <p:cNvSpPr>
                <a:spLocks noChangeShapeType="1"/>
              </p:cNvSpPr>
              <p:nvPr/>
            </p:nvSpPr>
            <p:spPr bwMode="auto">
              <a:xfrm>
                <a:off x="2928" y="1776"/>
                <a:ext cx="432"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88" name="Line 85">
                <a:extLst>
                  <a:ext uri="{FF2B5EF4-FFF2-40B4-BE49-F238E27FC236}">
                    <a16:creationId xmlns:a16="http://schemas.microsoft.com/office/drawing/2014/main" id="{AC40A3A8-063D-4AA4-9AF5-193AF48AC3A2}"/>
                  </a:ext>
                </a:extLst>
              </p:cNvPr>
              <p:cNvSpPr>
                <a:spLocks noChangeShapeType="1"/>
              </p:cNvSpPr>
              <p:nvPr/>
            </p:nvSpPr>
            <p:spPr bwMode="auto">
              <a:xfrm>
                <a:off x="3360" y="1968"/>
                <a:ext cx="1296"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grpSp>
        <p:grpSp>
          <p:nvGrpSpPr>
            <p:cNvPr id="356" name="Group 86">
              <a:extLst>
                <a:ext uri="{FF2B5EF4-FFF2-40B4-BE49-F238E27FC236}">
                  <a16:creationId xmlns:a16="http://schemas.microsoft.com/office/drawing/2014/main" id="{702033BC-8D96-4E3D-9366-7DCFCB9E198E}"/>
                </a:ext>
              </a:extLst>
            </p:cNvPr>
            <p:cNvGrpSpPr>
              <a:grpSpLocks/>
            </p:cNvGrpSpPr>
            <p:nvPr/>
          </p:nvGrpSpPr>
          <p:grpSpPr bwMode="auto">
            <a:xfrm>
              <a:off x="1981200" y="4781550"/>
              <a:ext cx="5416550" cy="552450"/>
              <a:chOff x="912" y="2004"/>
              <a:chExt cx="3696" cy="216"/>
            </a:xfrm>
          </p:grpSpPr>
          <p:sp>
            <p:nvSpPr>
              <p:cNvPr id="371" name="Line 87">
                <a:extLst>
                  <a:ext uri="{FF2B5EF4-FFF2-40B4-BE49-F238E27FC236}">
                    <a16:creationId xmlns:a16="http://schemas.microsoft.com/office/drawing/2014/main" id="{2D481646-94DC-4087-A7AD-99E25B2D4039}"/>
                  </a:ext>
                </a:extLst>
              </p:cNvPr>
              <p:cNvSpPr>
                <a:spLocks noChangeShapeType="1"/>
              </p:cNvSpPr>
              <p:nvPr/>
            </p:nvSpPr>
            <p:spPr bwMode="auto">
              <a:xfrm flipV="1">
                <a:off x="2928" y="2004"/>
                <a:ext cx="0" cy="204"/>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72" name="Line 88">
                <a:extLst>
                  <a:ext uri="{FF2B5EF4-FFF2-40B4-BE49-F238E27FC236}">
                    <a16:creationId xmlns:a16="http://schemas.microsoft.com/office/drawing/2014/main" id="{B23DDA05-EB4D-4675-83B4-5ED16BE317DA}"/>
                  </a:ext>
                </a:extLst>
              </p:cNvPr>
              <p:cNvSpPr>
                <a:spLocks noChangeShapeType="1"/>
              </p:cNvSpPr>
              <p:nvPr/>
            </p:nvSpPr>
            <p:spPr bwMode="auto">
              <a:xfrm flipV="1">
                <a:off x="3360" y="2016"/>
                <a:ext cx="0" cy="204"/>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73" name="Line 89">
                <a:extLst>
                  <a:ext uri="{FF2B5EF4-FFF2-40B4-BE49-F238E27FC236}">
                    <a16:creationId xmlns:a16="http://schemas.microsoft.com/office/drawing/2014/main" id="{06716B57-010B-4A82-8548-ED92E6ACF8CE}"/>
                  </a:ext>
                </a:extLst>
              </p:cNvPr>
              <p:cNvSpPr>
                <a:spLocks noChangeShapeType="1"/>
              </p:cNvSpPr>
              <p:nvPr/>
            </p:nvSpPr>
            <p:spPr bwMode="auto">
              <a:xfrm flipV="1">
                <a:off x="3792" y="2004"/>
                <a:ext cx="0" cy="204"/>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74" name="Line 90">
                <a:extLst>
                  <a:ext uri="{FF2B5EF4-FFF2-40B4-BE49-F238E27FC236}">
                    <a16:creationId xmlns:a16="http://schemas.microsoft.com/office/drawing/2014/main" id="{273B3CC1-C82B-41B5-B5CB-CE40D0EB82A1}"/>
                  </a:ext>
                </a:extLst>
              </p:cNvPr>
              <p:cNvSpPr>
                <a:spLocks noChangeShapeType="1"/>
              </p:cNvSpPr>
              <p:nvPr/>
            </p:nvSpPr>
            <p:spPr bwMode="auto">
              <a:xfrm>
                <a:off x="3792" y="2208"/>
                <a:ext cx="816"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75" name="Line 91">
                <a:extLst>
                  <a:ext uri="{FF2B5EF4-FFF2-40B4-BE49-F238E27FC236}">
                    <a16:creationId xmlns:a16="http://schemas.microsoft.com/office/drawing/2014/main" id="{1AEA59BC-C03D-4544-A74C-4A4782EE4F29}"/>
                  </a:ext>
                </a:extLst>
              </p:cNvPr>
              <p:cNvSpPr>
                <a:spLocks noChangeShapeType="1"/>
              </p:cNvSpPr>
              <p:nvPr/>
            </p:nvSpPr>
            <p:spPr bwMode="auto">
              <a:xfrm flipV="1">
                <a:off x="2059" y="2004"/>
                <a:ext cx="0" cy="204"/>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76" name="Line 92">
                <a:extLst>
                  <a:ext uri="{FF2B5EF4-FFF2-40B4-BE49-F238E27FC236}">
                    <a16:creationId xmlns:a16="http://schemas.microsoft.com/office/drawing/2014/main" id="{625159E0-D757-46C6-9158-700747DE9317}"/>
                  </a:ext>
                </a:extLst>
              </p:cNvPr>
              <p:cNvSpPr>
                <a:spLocks noChangeShapeType="1"/>
              </p:cNvSpPr>
              <p:nvPr/>
            </p:nvSpPr>
            <p:spPr bwMode="auto">
              <a:xfrm>
                <a:off x="2064" y="2016"/>
                <a:ext cx="864"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77" name="Line 93">
                <a:extLst>
                  <a:ext uri="{FF2B5EF4-FFF2-40B4-BE49-F238E27FC236}">
                    <a16:creationId xmlns:a16="http://schemas.microsoft.com/office/drawing/2014/main" id="{0B8F42E8-5BF2-4399-BDD9-44DCA3DD221E}"/>
                  </a:ext>
                </a:extLst>
              </p:cNvPr>
              <p:cNvSpPr>
                <a:spLocks noChangeShapeType="1"/>
              </p:cNvSpPr>
              <p:nvPr/>
            </p:nvSpPr>
            <p:spPr bwMode="auto">
              <a:xfrm>
                <a:off x="2928" y="2220"/>
                <a:ext cx="432"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78" name="Line 94">
                <a:extLst>
                  <a:ext uri="{FF2B5EF4-FFF2-40B4-BE49-F238E27FC236}">
                    <a16:creationId xmlns:a16="http://schemas.microsoft.com/office/drawing/2014/main" id="{C19062E3-AA60-48BB-A148-526E3AECE3B9}"/>
                  </a:ext>
                </a:extLst>
              </p:cNvPr>
              <p:cNvSpPr>
                <a:spLocks noChangeShapeType="1"/>
              </p:cNvSpPr>
              <p:nvPr/>
            </p:nvSpPr>
            <p:spPr bwMode="auto">
              <a:xfrm>
                <a:off x="3360" y="2016"/>
                <a:ext cx="432"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79" name="Line 95">
                <a:extLst>
                  <a:ext uri="{FF2B5EF4-FFF2-40B4-BE49-F238E27FC236}">
                    <a16:creationId xmlns:a16="http://schemas.microsoft.com/office/drawing/2014/main" id="{C0CA636A-0EB8-414A-AA6A-C5B06E03B162}"/>
                  </a:ext>
                </a:extLst>
              </p:cNvPr>
              <p:cNvSpPr>
                <a:spLocks noChangeShapeType="1"/>
              </p:cNvSpPr>
              <p:nvPr/>
            </p:nvSpPr>
            <p:spPr bwMode="auto">
              <a:xfrm>
                <a:off x="912" y="2208"/>
                <a:ext cx="1152"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grpSp>
        <p:grpSp>
          <p:nvGrpSpPr>
            <p:cNvPr id="357" name="Group 96">
              <a:extLst>
                <a:ext uri="{FF2B5EF4-FFF2-40B4-BE49-F238E27FC236}">
                  <a16:creationId xmlns:a16="http://schemas.microsoft.com/office/drawing/2014/main" id="{FAB076E3-00A8-4941-80E0-32E0BA6B2E9B}"/>
                </a:ext>
              </a:extLst>
            </p:cNvPr>
            <p:cNvGrpSpPr>
              <a:grpSpLocks/>
            </p:cNvGrpSpPr>
            <p:nvPr/>
          </p:nvGrpSpPr>
          <p:grpSpPr bwMode="auto">
            <a:xfrm>
              <a:off x="1981200" y="5467350"/>
              <a:ext cx="5486400" cy="552450"/>
              <a:chOff x="912" y="2244"/>
              <a:chExt cx="3744" cy="204"/>
            </a:xfrm>
          </p:grpSpPr>
          <p:sp>
            <p:nvSpPr>
              <p:cNvPr id="362" name="Line 97">
                <a:extLst>
                  <a:ext uri="{FF2B5EF4-FFF2-40B4-BE49-F238E27FC236}">
                    <a16:creationId xmlns:a16="http://schemas.microsoft.com/office/drawing/2014/main" id="{75FA4B63-7D1A-4187-871A-1A2F4C7CFC14}"/>
                  </a:ext>
                </a:extLst>
              </p:cNvPr>
              <p:cNvSpPr>
                <a:spLocks noChangeShapeType="1"/>
              </p:cNvSpPr>
              <p:nvPr/>
            </p:nvSpPr>
            <p:spPr bwMode="auto">
              <a:xfrm flipV="1">
                <a:off x="3360" y="2244"/>
                <a:ext cx="0" cy="204"/>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63" name="Line 98">
                <a:extLst>
                  <a:ext uri="{FF2B5EF4-FFF2-40B4-BE49-F238E27FC236}">
                    <a16:creationId xmlns:a16="http://schemas.microsoft.com/office/drawing/2014/main" id="{326896FC-A463-46B7-97C5-F0B6BA9CE252}"/>
                  </a:ext>
                </a:extLst>
              </p:cNvPr>
              <p:cNvSpPr>
                <a:spLocks noChangeShapeType="1"/>
              </p:cNvSpPr>
              <p:nvPr/>
            </p:nvSpPr>
            <p:spPr bwMode="auto">
              <a:xfrm flipV="1">
                <a:off x="3792" y="2244"/>
                <a:ext cx="0" cy="204"/>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64" name="Line 99">
                <a:extLst>
                  <a:ext uri="{FF2B5EF4-FFF2-40B4-BE49-F238E27FC236}">
                    <a16:creationId xmlns:a16="http://schemas.microsoft.com/office/drawing/2014/main" id="{26156437-A0F4-4CA7-8ADE-1BCDD735CF90}"/>
                  </a:ext>
                </a:extLst>
              </p:cNvPr>
              <p:cNvSpPr>
                <a:spLocks noChangeShapeType="1"/>
              </p:cNvSpPr>
              <p:nvPr/>
            </p:nvSpPr>
            <p:spPr bwMode="auto">
              <a:xfrm flipV="1">
                <a:off x="4224" y="2244"/>
                <a:ext cx="0" cy="204"/>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65" name="Line 100">
                <a:extLst>
                  <a:ext uri="{FF2B5EF4-FFF2-40B4-BE49-F238E27FC236}">
                    <a16:creationId xmlns:a16="http://schemas.microsoft.com/office/drawing/2014/main" id="{355CCF30-0228-4C19-959D-12D69C77DAAC}"/>
                  </a:ext>
                </a:extLst>
              </p:cNvPr>
              <p:cNvSpPr>
                <a:spLocks noChangeShapeType="1"/>
              </p:cNvSpPr>
              <p:nvPr/>
            </p:nvSpPr>
            <p:spPr bwMode="auto">
              <a:xfrm>
                <a:off x="4229" y="2448"/>
                <a:ext cx="427"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66" name="Line 101">
                <a:extLst>
                  <a:ext uri="{FF2B5EF4-FFF2-40B4-BE49-F238E27FC236}">
                    <a16:creationId xmlns:a16="http://schemas.microsoft.com/office/drawing/2014/main" id="{05A613B1-E58D-4472-B547-35C012776D0D}"/>
                  </a:ext>
                </a:extLst>
              </p:cNvPr>
              <p:cNvSpPr>
                <a:spLocks noChangeShapeType="1"/>
              </p:cNvSpPr>
              <p:nvPr/>
            </p:nvSpPr>
            <p:spPr bwMode="auto">
              <a:xfrm flipV="1">
                <a:off x="2491" y="2244"/>
                <a:ext cx="0" cy="204"/>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67" name="Line 102">
                <a:extLst>
                  <a:ext uri="{FF2B5EF4-FFF2-40B4-BE49-F238E27FC236}">
                    <a16:creationId xmlns:a16="http://schemas.microsoft.com/office/drawing/2014/main" id="{4148B7FF-375A-4BF8-A90D-6816609630FD}"/>
                  </a:ext>
                </a:extLst>
              </p:cNvPr>
              <p:cNvSpPr>
                <a:spLocks noChangeShapeType="1"/>
              </p:cNvSpPr>
              <p:nvPr/>
            </p:nvSpPr>
            <p:spPr bwMode="auto">
              <a:xfrm>
                <a:off x="2496" y="2251"/>
                <a:ext cx="864"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68" name="Line 103">
                <a:extLst>
                  <a:ext uri="{FF2B5EF4-FFF2-40B4-BE49-F238E27FC236}">
                    <a16:creationId xmlns:a16="http://schemas.microsoft.com/office/drawing/2014/main" id="{5AD05829-4509-478A-8087-3FC2C1594F94}"/>
                  </a:ext>
                </a:extLst>
              </p:cNvPr>
              <p:cNvSpPr>
                <a:spLocks noChangeShapeType="1"/>
              </p:cNvSpPr>
              <p:nvPr/>
            </p:nvSpPr>
            <p:spPr bwMode="auto">
              <a:xfrm>
                <a:off x="3360" y="2448"/>
                <a:ext cx="432"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69" name="Line 104">
                <a:extLst>
                  <a:ext uri="{FF2B5EF4-FFF2-40B4-BE49-F238E27FC236}">
                    <a16:creationId xmlns:a16="http://schemas.microsoft.com/office/drawing/2014/main" id="{D58C1B25-A3D1-4CD8-95DD-F9B00FA802D8}"/>
                  </a:ext>
                </a:extLst>
              </p:cNvPr>
              <p:cNvSpPr>
                <a:spLocks noChangeShapeType="1"/>
              </p:cNvSpPr>
              <p:nvPr/>
            </p:nvSpPr>
            <p:spPr bwMode="auto">
              <a:xfrm>
                <a:off x="3792" y="2251"/>
                <a:ext cx="432"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70" name="Line 105">
                <a:extLst>
                  <a:ext uri="{FF2B5EF4-FFF2-40B4-BE49-F238E27FC236}">
                    <a16:creationId xmlns:a16="http://schemas.microsoft.com/office/drawing/2014/main" id="{9D6D95ED-892F-41BF-986D-666D9F05E49E}"/>
                  </a:ext>
                </a:extLst>
              </p:cNvPr>
              <p:cNvSpPr>
                <a:spLocks noChangeShapeType="1"/>
              </p:cNvSpPr>
              <p:nvPr/>
            </p:nvSpPr>
            <p:spPr bwMode="auto">
              <a:xfrm>
                <a:off x="912" y="2448"/>
                <a:ext cx="1584"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grpSp>
        <p:sp>
          <p:nvSpPr>
            <p:cNvPr id="358" name="Rectangle 106">
              <a:extLst>
                <a:ext uri="{FF2B5EF4-FFF2-40B4-BE49-F238E27FC236}">
                  <a16:creationId xmlns:a16="http://schemas.microsoft.com/office/drawing/2014/main" id="{7BD1DC70-886F-4A4F-A085-0C6A5DF30EA5}"/>
                </a:ext>
              </a:extLst>
            </p:cNvPr>
            <p:cNvSpPr>
              <a:spLocks noChangeArrowheads="1"/>
            </p:cNvSpPr>
            <p:nvPr/>
          </p:nvSpPr>
          <p:spPr bwMode="auto">
            <a:xfrm>
              <a:off x="2495973" y="3481825"/>
              <a:ext cx="2362200" cy="519112"/>
            </a:xfrm>
            <a:prstGeom prst="rect">
              <a:avLst/>
            </a:prstGeom>
            <a:noFill/>
            <a:ln w="9525">
              <a:noFill/>
              <a:miter lim="800000"/>
              <a:headEnd/>
              <a:tailEnd/>
            </a:ln>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800" b="0" i="0" u="none" strike="noStrike" kern="0" cap="none" spc="0" normalizeH="0" baseline="0" noProof="0" dirty="0">
                  <a:ln>
                    <a:noFill/>
                  </a:ln>
                  <a:solidFill>
                    <a:srgbClr val="000000"/>
                  </a:solidFill>
                  <a:effectLst/>
                  <a:uLnTx/>
                  <a:uFillTx/>
                  <a:latin typeface="Arial" charset="0"/>
                </a:rPr>
                <a:t>1    </a:t>
              </a:r>
              <a:r>
                <a:rPr kumimoji="1" lang="en-US" altLang="zh-CN" sz="2800" b="0" i="0" u="none" strike="noStrike" kern="0" cap="none" spc="0" normalizeH="0" baseline="0" noProof="0" dirty="0">
                  <a:ln>
                    <a:noFill/>
                  </a:ln>
                  <a:solidFill>
                    <a:srgbClr val="00B0F0"/>
                  </a:solidFill>
                  <a:effectLst/>
                  <a:uLnTx/>
                  <a:uFillTx/>
                  <a:latin typeface="Arial" charset="0"/>
                </a:rPr>
                <a:t>1</a:t>
              </a:r>
              <a:r>
                <a:rPr kumimoji="1" lang="en-US" altLang="zh-CN" sz="2800" b="0" i="0" u="none" strike="noStrike" kern="0" cap="none" spc="0" normalizeH="0" baseline="0" noProof="0" dirty="0">
                  <a:ln>
                    <a:noFill/>
                  </a:ln>
                  <a:solidFill>
                    <a:srgbClr val="000000"/>
                  </a:solidFill>
                  <a:effectLst/>
                  <a:uLnTx/>
                  <a:uFillTx/>
                  <a:latin typeface="Arial" charset="0"/>
                </a:rPr>
                <a:t>    0    </a:t>
              </a:r>
              <a:r>
                <a:rPr kumimoji="1" lang="en-US" altLang="zh-CN" sz="2800" b="0" i="0" u="none" strike="noStrike" kern="0" cap="none" spc="0" normalizeH="0" baseline="0" noProof="0" dirty="0">
                  <a:ln>
                    <a:noFill/>
                  </a:ln>
                  <a:solidFill>
                    <a:srgbClr val="8A8AE7">
                      <a:lumMod val="75000"/>
                    </a:srgbClr>
                  </a:solidFill>
                  <a:effectLst/>
                  <a:uLnTx/>
                  <a:uFillTx/>
                  <a:latin typeface="Arial" charset="0"/>
                </a:rPr>
                <a:t>1</a:t>
              </a:r>
            </a:p>
          </p:txBody>
        </p:sp>
        <p:sp>
          <p:nvSpPr>
            <p:cNvPr id="359" name="Rectangle 106">
              <a:extLst>
                <a:ext uri="{FF2B5EF4-FFF2-40B4-BE49-F238E27FC236}">
                  <a16:creationId xmlns:a16="http://schemas.microsoft.com/office/drawing/2014/main" id="{FD5CF9D1-B0AA-4000-B0C2-8751E970F594}"/>
                </a:ext>
              </a:extLst>
            </p:cNvPr>
            <p:cNvSpPr>
              <a:spLocks noChangeArrowheads="1"/>
            </p:cNvSpPr>
            <p:nvPr/>
          </p:nvSpPr>
          <p:spPr bwMode="auto">
            <a:xfrm>
              <a:off x="3113942" y="4212959"/>
              <a:ext cx="2362200" cy="519112"/>
            </a:xfrm>
            <a:prstGeom prst="rect">
              <a:avLst/>
            </a:prstGeom>
            <a:noFill/>
            <a:ln w="9525">
              <a:noFill/>
              <a:miter lim="800000"/>
              <a:headEnd/>
              <a:tailEnd/>
            </a:ln>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800" b="0" i="0" u="none" strike="noStrike" kern="0" cap="none" spc="0" normalizeH="0" baseline="0" noProof="0" dirty="0">
                  <a:ln>
                    <a:noFill/>
                  </a:ln>
                  <a:solidFill>
                    <a:srgbClr val="000000"/>
                  </a:solidFill>
                  <a:effectLst/>
                  <a:uLnTx/>
                  <a:uFillTx/>
                  <a:latin typeface="Arial" charset="0"/>
                </a:rPr>
                <a:t>1    </a:t>
              </a:r>
              <a:r>
                <a:rPr kumimoji="1" lang="en-US" altLang="zh-CN" sz="2800" b="0" i="0" u="none" strike="noStrike" kern="0" cap="none" spc="0" normalizeH="0" baseline="0" noProof="0" dirty="0">
                  <a:ln>
                    <a:noFill/>
                  </a:ln>
                  <a:solidFill>
                    <a:srgbClr val="00B0F0"/>
                  </a:solidFill>
                  <a:effectLst/>
                  <a:uLnTx/>
                  <a:uFillTx/>
                  <a:latin typeface="Arial" charset="0"/>
                </a:rPr>
                <a:t>1</a:t>
              </a:r>
              <a:r>
                <a:rPr kumimoji="1" lang="en-US" altLang="zh-CN" sz="2800" b="0" i="0" u="none" strike="noStrike" kern="0" cap="none" spc="0" normalizeH="0" baseline="0" noProof="0" dirty="0">
                  <a:ln>
                    <a:noFill/>
                  </a:ln>
                  <a:solidFill>
                    <a:srgbClr val="000000"/>
                  </a:solidFill>
                  <a:effectLst/>
                  <a:uLnTx/>
                  <a:uFillTx/>
                  <a:latin typeface="Arial" charset="0"/>
                </a:rPr>
                <a:t>    0    </a:t>
              </a:r>
              <a:r>
                <a:rPr kumimoji="1" lang="en-US" altLang="zh-CN" sz="2800" b="0" i="0" u="none" strike="noStrike" kern="0" cap="none" spc="0" normalizeH="0" baseline="0" noProof="0" dirty="0">
                  <a:ln>
                    <a:noFill/>
                  </a:ln>
                  <a:solidFill>
                    <a:srgbClr val="8A8AE7">
                      <a:lumMod val="75000"/>
                    </a:srgbClr>
                  </a:solidFill>
                  <a:effectLst/>
                  <a:uLnTx/>
                  <a:uFillTx/>
                  <a:latin typeface="Arial" charset="0"/>
                </a:rPr>
                <a:t>1</a:t>
              </a:r>
            </a:p>
          </p:txBody>
        </p:sp>
        <p:sp>
          <p:nvSpPr>
            <p:cNvPr id="360" name="Rectangle 106">
              <a:extLst>
                <a:ext uri="{FF2B5EF4-FFF2-40B4-BE49-F238E27FC236}">
                  <a16:creationId xmlns:a16="http://schemas.microsoft.com/office/drawing/2014/main" id="{864AA41D-2733-4D8B-9500-46936264D986}"/>
                </a:ext>
              </a:extLst>
            </p:cNvPr>
            <p:cNvSpPr>
              <a:spLocks noChangeArrowheads="1"/>
            </p:cNvSpPr>
            <p:nvPr/>
          </p:nvSpPr>
          <p:spPr bwMode="auto">
            <a:xfrm>
              <a:off x="3717099" y="4855727"/>
              <a:ext cx="2362200" cy="519112"/>
            </a:xfrm>
            <a:prstGeom prst="rect">
              <a:avLst/>
            </a:prstGeom>
            <a:noFill/>
            <a:ln w="9525">
              <a:noFill/>
              <a:miter lim="800000"/>
              <a:headEnd/>
              <a:tailEnd/>
            </a:ln>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800" b="0" i="0" u="none" strike="noStrike" kern="0" cap="none" spc="0" normalizeH="0" baseline="0" noProof="0" dirty="0">
                  <a:ln>
                    <a:noFill/>
                  </a:ln>
                  <a:solidFill>
                    <a:srgbClr val="000000"/>
                  </a:solidFill>
                  <a:effectLst/>
                  <a:uLnTx/>
                  <a:uFillTx/>
                  <a:latin typeface="Arial" charset="0"/>
                </a:rPr>
                <a:t>1    </a:t>
              </a:r>
              <a:r>
                <a:rPr kumimoji="1" lang="en-US" altLang="zh-CN" sz="2800" b="0" i="0" u="none" strike="noStrike" kern="0" cap="none" spc="0" normalizeH="0" baseline="0" noProof="0" dirty="0">
                  <a:ln>
                    <a:noFill/>
                  </a:ln>
                  <a:solidFill>
                    <a:srgbClr val="00B0F0"/>
                  </a:solidFill>
                  <a:effectLst/>
                  <a:uLnTx/>
                  <a:uFillTx/>
                  <a:latin typeface="Arial" charset="0"/>
                </a:rPr>
                <a:t>1</a:t>
              </a:r>
              <a:r>
                <a:rPr kumimoji="1" lang="en-US" altLang="zh-CN" sz="2800" b="0" i="0" u="none" strike="noStrike" kern="0" cap="none" spc="0" normalizeH="0" baseline="0" noProof="0" dirty="0">
                  <a:ln>
                    <a:noFill/>
                  </a:ln>
                  <a:solidFill>
                    <a:srgbClr val="000000"/>
                  </a:solidFill>
                  <a:effectLst/>
                  <a:uLnTx/>
                  <a:uFillTx/>
                  <a:latin typeface="Arial" charset="0"/>
                </a:rPr>
                <a:t>    0    </a:t>
              </a:r>
              <a:r>
                <a:rPr kumimoji="1" lang="en-US" altLang="zh-CN" sz="2800" b="0" i="0" u="none" strike="noStrike" kern="0" cap="none" spc="0" normalizeH="0" baseline="0" noProof="0" dirty="0">
                  <a:ln>
                    <a:noFill/>
                  </a:ln>
                  <a:solidFill>
                    <a:srgbClr val="8A8AE7">
                      <a:lumMod val="75000"/>
                    </a:srgbClr>
                  </a:solidFill>
                  <a:effectLst/>
                  <a:uLnTx/>
                  <a:uFillTx/>
                  <a:latin typeface="Arial" charset="0"/>
                </a:rPr>
                <a:t>1</a:t>
              </a:r>
            </a:p>
          </p:txBody>
        </p:sp>
        <p:sp>
          <p:nvSpPr>
            <p:cNvPr id="361" name="Rectangle 106">
              <a:extLst>
                <a:ext uri="{FF2B5EF4-FFF2-40B4-BE49-F238E27FC236}">
                  <a16:creationId xmlns:a16="http://schemas.microsoft.com/office/drawing/2014/main" id="{E3C8F48E-AE03-4BC5-B88C-83E248C8E6D7}"/>
                </a:ext>
              </a:extLst>
            </p:cNvPr>
            <p:cNvSpPr>
              <a:spLocks noChangeArrowheads="1"/>
            </p:cNvSpPr>
            <p:nvPr/>
          </p:nvSpPr>
          <p:spPr bwMode="auto">
            <a:xfrm>
              <a:off x="4282876" y="5497630"/>
              <a:ext cx="2362200" cy="519112"/>
            </a:xfrm>
            <a:prstGeom prst="rect">
              <a:avLst/>
            </a:prstGeom>
            <a:noFill/>
            <a:ln w="9525">
              <a:noFill/>
              <a:miter lim="800000"/>
              <a:headEnd/>
              <a:tailEnd/>
            </a:ln>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800" b="0" i="0" u="none" strike="noStrike" kern="0" cap="none" spc="0" normalizeH="0" baseline="0" noProof="0" dirty="0">
                  <a:ln>
                    <a:noFill/>
                  </a:ln>
                  <a:solidFill>
                    <a:srgbClr val="000000"/>
                  </a:solidFill>
                  <a:effectLst/>
                  <a:uLnTx/>
                  <a:uFillTx/>
                  <a:latin typeface="Arial" charset="0"/>
                </a:rPr>
                <a:t>1    </a:t>
              </a:r>
              <a:r>
                <a:rPr kumimoji="1" lang="en-US" altLang="zh-CN" sz="2800" b="0" i="0" u="none" strike="noStrike" kern="0" cap="none" spc="0" normalizeH="0" baseline="0" noProof="0" dirty="0">
                  <a:ln>
                    <a:noFill/>
                  </a:ln>
                  <a:solidFill>
                    <a:srgbClr val="00B0F0"/>
                  </a:solidFill>
                  <a:effectLst/>
                  <a:uLnTx/>
                  <a:uFillTx/>
                  <a:latin typeface="Arial" charset="0"/>
                </a:rPr>
                <a:t>1 </a:t>
              </a:r>
              <a:r>
                <a:rPr kumimoji="1" lang="en-US" altLang="zh-CN" sz="2800" b="0" i="0" u="none" strike="noStrike" kern="0" cap="none" spc="0" normalizeH="0" baseline="0" noProof="0" dirty="0">
                  <a:ln>
                    <a:noFill/>
                  </a:ln>
                  <a:solidFill>
                    <a:srgbClr val="000000"/>
                  </a:solidFill>
                  <a:effectLst/>
                  <a:uLnTx/>
                  <a:uFillTx/>
                  <a:latin typeface="Arial" charset="0"/>
                </a:rPr>
                <a:t>   0    </a:t>
              </a:r>
              <a:r>
                <a:rPr kumimoji="1" lang="en-US" altLang="zh-CN" sz="2800" b="0" i="0" u="none" strike="noStrike" kern="0" cap="none" spc="0" normalizeH="0" baseline="0" noProof="0" dirty="0">
                  <a:ln>
                    <a:noFill/>
                  </a:ln>
                  <a:solidFill>
                    <a:srgbClr val="8A8AE7">
                      <a:lumMod val="75000"/>
                    </a:srgbClr>
                  </a:solidFill>
                  <a:effectLst/>
                  <a:uLnTx/>
                  <a:uFillTx/>
                  <a:latin typeface="Arial" charset="0"/>
                </a:rPr>
                <a:t>1</a:t>
              </a:r>
            </a:p>
          </p:txBody>
        </p:sp>
      </p:grpSp>
      <p:sp>
        <p:nvSpPr>
          <p:cNvPr id="3" name="Title 4">
            <a:extLst>
              <a:ext uri="{FF2B5EF4-FFF2-40B4-BE49-F238E27FC236}">
                <a16:creationId xmlns:a16="http://schemas.microsoft.com/office/drawing/2014/main" id="{19CD2528-7E28-1858-E7C4-2B54CEB2B5EB}"/>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t>时序图</a:t>
            </a:r>
            <a:endParaRPr lang="en-CN" altLang="zh-CN" sz="4000" dirty="0">
              <a:solidFill>
                <a:srgbClr val="0000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9850143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灯片编号占位符 67"/>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4D70389-FA9C-4BDC-B415-DE6D7E91F49C}" type="slidenum">
              <a:rPr kumimoji="0" lang="en-US" altLang="zh-CN" sz="1200" b="0" i="0" u="none" strike="noStrike" kern="1200" cap="none" spc="0" normalizeH="0" baseline="0" noProof="0" smtClean="0">
                <a:ln>
                  <a:noFill/>
                </a:ln>
                <a:solidFill>
                  <a:srgbClr val="000000"/>
                </a:solidFill>
                <a:effectLst/>
                <a:uLnTx/>
                <a:uFillTx/>
                <a:latin typeface="Arial Black"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74</a:t>
            </a:fld>
            <a:endParaRPr kumimoji="0" lang="en-US" altLang="zh-CN" sz="1200" b="0" i="0" u="none" strike="noStrike" kern="1200" cap="none" spc="0" normalizeH="0" baseline="0" noProof="0" dirty="0">
              <a:ln>
                <a:noFill/>
              </a:ln>
              <a:solidFill>
                <a:srgbClr val="000000"/>
              </a:solidFill>
              <a:effectLst/>
              <a:uLnTx/>
              <a:uFillTx/>
              <a:latin typeface="Arial Black" pitchFamily="34" charset="0"/>
              <a:ea typeface="宋体" pitchFamily="2" charset="-122"/>
              <a:cs typeface="+mn-cs"/>
            </a:endParaRPr>
          </a:p>
        </p:txBody>
      </p:sp>
      <p:sp>
        <p:nvSpPr>
          <p:cNvPr id="4" name="内容占位符 3">
            <a:extLst>
              <a:ext uri="{FF2B5EF4-FFF2-40B4-BE49-F238E27FC236}">
                <a16:creationId xmlns:a16="http://schemas.microsoft.com/office/drawing/2014/main" id="{24253BE4-0525-5449-BEB7-8E93CF26DD4F}"/>
              </a:ext>
            </a:extLst>
          </p:cNvPr>
          <p:cNvSpPr>
            <a:spLocks noGrp="1"/>
          </p:cNvSpPr>
          <p:nvPr>
            <p:ph idx="4294967295"/>
          </p:nvPr>
        </p:nvSpPr>
        <p:spPr>
          <a:xfrm>
            <a:off x="471055" y="1447800"/>
            <a:ext cx="7886700" cy="4351338"/>
          </a:xfrm>
        </p:spPr>
        <p:txBody>
          <a:bodyPr>
            <a:normAutofit/>
          </a:bodyPr>
          <a:lstStyle/>
          <a:p>
            <a:r>
              <a:rPr lang="en-US" altLang="zh-CN" sz="2800" b="0" dirty="0">
                <a:latin typeface="Arial" panose="020B0604020202020204" pitchFamily="34" charset="0"/>
                <a:ea typeface="SimHei" panose="02010609060101010101" pitchFamily="49" charset="-122"/>
                <a:cs typeface="Arial" panose="020B0604020202020204" pitchFamily="34" charset="0"/>
              </a:rPr>
              <a:t>In</a:t>
            </a:r>
            <a:r>
              <a:rPr lang="en-US" altLang="zh-CN" sz="2800" b="0" baseline="-25000" dirty="0">
                <a:latin typeface="Arial" panose="020B0604020202020204" pitchFamily="34" charset="0"/>
                <a:ea typeface="SimHei" panose="02010609060101010101" pitchFamily="49" charset="-122"/>
                <a:cs typeface="Arial" panose="020B0604020202020204" pitchFamily="34" charset="0"/>
              </a:rPr>
              <a:t>1</a:t>
            </a:r>
            <a:r>
              <a:rPr lang="en-US" altLang="zh-CN" sz="2800" b="0" dirty="0">
                <a:latin typeface="Arial" panose="020B0604020202020204" pitchFamily="34" charset="0"/>
                <a:ea typeface="SimHei" panose="02010609060101010101" pitchFamily="49" charset="-122"/>
                <a:cs typeface="Arial" panose="020B0604020202020204" pitchFamily="34" charset="0"/>
              </a:rPr>
              <a:t>/In</a:t>
            </a:r>
            <a:r>
              <a:rPr lang="en-US" altLang="zh-CN" sz="2800" b="0" baseline="-25000" dirty="0">
                <a:latin typeface="Arial" panose="020B0604020202020204" pitchFamily="34" charset="0"/>
                <a:ea typeface="SimHei" panose="02010609060101010101" pitchFamily="49" charset="-122"/>
                <a:cs typeface="Arial" panose="020B0604020202020204" pitchFamily="34" charset="0"/>
              </a:rPr>
              <a:t>2</a:t>
            </a:r>
            <a:r>
              <a:rPr lang="en-US" altLang="zh-CN" sz="2800" b="0" dirty="0">
                <a:latin typeface="Arial" panose="020B0604020202020204" pitchFamily="34" charset="0"/>
                <a:ea typeface="SimHei" panose="02010609060101010101" pitchFamily="49" charset="-122"/>
                <a:cs typeface="Arial" panose="020B0604020202020204" pitchFamily="34" charset="0"/>
              </a:rPr>
              <a:t>/In</a:t>
            </a:r>
            <a:r>
              <a:rPr lang="en-US" altLang="zh-CN" sz="2800" b="0" baseline="-25000" dirty="0">
                <a:latin typeface="Arial" panose="020B0604020202020204" pitchFamily="34" charset="0"/>
                <a:ea typeface="SimHei" panose="02010609060101010101" pitchFamily="49" charset="-122"/>
                <a:cs typeface="Arial" panose="020B0604020202020204" pitchFamily="34" charset="0"/>
              </a:rPr>
              <a:t>3</a:t>
            </a:r>
            <a:r>
              <a:rPr lang="en-US" altLang="zh-CN" sz="2800" b="0" dirty="0">
                <a:latin typeface="Arial" panose="020B0604020202020204" pitchFamily="34" charset="0"/>
                <a:ea typeface="SimHei" panose="02010609060101010101" pitchFamily="49" charset="-122"/>
                <a:cs typeface="Arial" panose="020B0604020202020204" pitchFamily="34" charset="0"/>
              </a:rPr>
              <a:t>/In</a:t>
            </a:r>
            <a:r>
              <a:rPr lang="en-US" altLang="zh-CN" sz="2800" b="0" baseline="-25000" dirty="0">
                <a:latin typeface="Arial" panose="020B0604020202020204" pitchFamily="34" charset="0"/>
                <a:ea typeface="SimHei" panose="02010609060101010101" pitchFamily="49" charset="-122"/>
                <a:cs typeface="Arial" panose="020B0604020202020204" pitchFamily="34" charset="0"/>
              </a:rPr>
              <a:t>4</a:t>
            </a:r>
            <a:r>
              <a:rPr lang="zh-CN" altLang="en-US" sz="2800" b="0" dirty="0">
                <a:latin typeface="Arial" panose="020B0604020202020204" pitchFamily="34" charset="0"/>
                <a:ea typeface="SimHei" panose="02010609060101010101" pitchFamily="49" charset="-122"/>
                <a:cs typeface="Arial" panose="020B0604020202020204" pitchFamily="34" charset="0"/>
              </a:rPr>
              <a:t>并行输入至四个触发器中</a:t>
            </a:r>
            <a:endParaRPr lang="en-US" altLang="zh-CN" sz="2800" b="0" dirty="0">
              <a:latin typeface="Arial" panose="020B0604020202020204" pitchFamily="34" charset="0"/>
              <a:ea typeface="SimHei" panose="02010609060101010101" pitchFamily="49" charset="-122"/>
              <a:cs typeface="Arial" panose="020B0604020202020204" pitchFamily="34" charset="0"/>
            </a:endParaRPr>
          </a:p>
          <a:p>
            <a:r>
              <a:rPr lang="zh-CN" altLang="en-US" sz="2800" b="0" dirty="0">
                <a:latin typeface="Arial" panose="020B0604020202020204" pitchFamily="34" charset="0"/>
                <a:ea typeface="SimHei" panose="02010609060101010101" pitchFamily="49" charset="-122"/>
                <a:cs typeface="Arial" panose="020B0604020202020204" pitchFamily="34" charset="0"/>
              </a:rPr>
              <a:t>四个触发器并行输出</a:t>
            </a:r>
            <a:r>
              <a:rPr lang="en-US" altLang="zh-CN" sz="2800" b="0" dirty="0">
                <a:latin typeface="Arial" panose="020B0604020202020204" pitchFamily="34" charset="0"/>
                <a:ea typeface="SimHei" panose="02010609060101010101" pitchFamily="49" charset="-122"/>
                <a:cs typeface="Arial" panose="020B0604020202020204" pitchFamily="34" charset="0"/>
              </a:rPr>
              <a:t>Q</a:t>
            </a:r>
            <a:r>
              <a:rPr lang="en-US" altLang="zh-CN" sz="2800" b="0" baseline="-25000" dirty="0">
                <a:latin typeface="Arial" panose="020B0604020202020204" pitchFamily="34" charset="0"/>
                <a:ea typeface="SimHei" panose="02010609060101010101" pitchFamily="49" charset="-122"/>
                <a:cs typeface="Arial" panose="020B0604020202020204" pitchFamily="34" charset="0"/>
              </a:rPr>
              <a:t>1</a:t>
            </a:r>
            <a:r>
              <a:rPr lang="en-US" altLang="zh-CN" sz="2800" b="0" dirty="0">
                <a:latin typeface="Arial" panose="020B0604020202020204" pitchFamily="34" charset="0"/>
                <a:ea typeface="SimHei" panose="02010609060101010101" pitchFamily="49" charset="-122"/>
                <a:cs typeface="Arial" panose="020B0604020202020204" pitchFamily="34" charset="0"/>
              </a:rPr>
              <a:t>/Q</a:t>
            </a:r>
            <a:r>
              <a:rPr lang="en-US" altLang="zh-CN" sz="2800" b="0" baseline="-25000" dirty="0">
                <a:latin typeface="Arial" panose="020B0604020202020204" pitchFamily="34" charset="0"/>
                <a:ea typeface="SimHei" panose="02010609060101010101" pitchFamily="49" charset="-122"/>
                <a:cs typeface="Arial" panose="020B0604020202020204" pitchFamily="34" charset="0"/>
              </a:rPr>
              <a:t>2</a:t>
            </a:r>
            <a:r>
              <a:rPr lang="en-US" altLang="zh-CN" sz="2800" b="0" dirty="0">
                <a:latin typeface="Arial" panose="020B0604020202020204" pitchFamily="34" charset="0"/>
                <a:ea typeface="SimHei" panose="02010609060101010101" pitchFamily="49" charset="-122"/>
                <a:cs typeface="Arial" panose="020B0604020202020204" pitchFamily="34" charset="0"/>
              </a:rPr>
              <a:t>/Q</a:t>
            </a:r>
            <a:r>
              <a:rPr lang="en-US" altLang="zh-CN" sz="2800" b="0" baseline="-25000" dirty="0">
                <a:latin typeface="Arial" panose="020B0604020202020204" pitchFamily="34" charset="0"/>
                <a:ea typeface="SimHei" panose="02010609060101010101" pitchFamily="49" charset="-122"/>
                <a:cs typeface="Arial" panose="020B0604020202020204" pitchFamily="34" charset="0"/>
              </a:rPr>
              <a:t>3</a:t>
            </a:r>
            <a:r>
              <a:rPr lang="en-US" altLang="zh-CN" sz="2800" b="0" dirty="0">
                <a:latin typeface="Arial" panose="020B0604020202020204" pitchFamily="34" charset="0"/>
                <a:ea typeface="SimHei" panose="02010609060101010101" pitchFamily="49" charset="-122"/>
                <a:cs typeface="Arial" panose="020B0604020202020204" pitchFamily="34" charset="0"/>
              </a:rPr>
              <a:t>/Q</a:t>
            </a:r>
            <a:r>
              <a:rPr lang="en-US" altLang="zh-CN" sz="2800" b="0" baseline="-25000" dirty="0">
                <a:latin typeface="Arial" panose="020B0604020202020204" pitchFamily="34" charset="0"/>
                <a:ea typeface="SimHei" panose="02010609060101010101" pitchFamily="49" charset="-122"/>
                <a:cs typeface="Arial" panose="020B0604020202020204" pitchFamily="34" charset="0"/>
              </a:rPr>
              <a:t>4</a:t>
            </a:r>
            <a:endParaRPr lang="zh-CN" altLang="en-US" sz="2800" b="0" baseline="-25000" dirty="0">
              <a:latin typeface="Arial" panose="020B0604020202020204" pitchFamily="34" charset="0"/>
              <a:ea typeface="SimHei" panose="02010609060101010101" pitchFamily="49" charset="-122"/>
              <a:cs typeface="Arial" panose="020B0604020202020204" pitchFamily="34" charset="0"/>
            </a:endParaRPr>
          </a:p>
        </p:txBody>
      </p:sp>
      <p:pic>
        <p:nvPicPr>
          <p:cNvPr id="3" name="图片 2">
            <a:extLst>
              <a:ext uri="{FF2B5EF4-FFF2-40B4-BE49-F238E27FC236}">
                <a16:creationId xmlns:a16="http://schemas.microsoft.com/office/drawing/2014/main" id="{9DD8C1BB-27F3-2A4F-AADF-2112791FD3D9}"/>
              </a:ext>
            </a:extLst>
          </p:cNvPr>
          <p:cNvPicPr>
            <a:picLocks noChangeAspect="1"/>
          </p:cNvPicPr>
          <p:nvPr/>
        </p:nvPicPr>
        <p:blipFill>
          <a:blip r:embed="rId3"/>
          <a:stretch>
            <a:fillRect/>
          </a:stretch>
        </p:blipFill>
        <p:spPr>
          <a:xfrm>
            <a:off x="1212850" y="2925692"/>
            <a:ext cx="6718300" cy="2466083"/>
          </a:xfrm>
          <a:prstGeom prst="rect">
            <a:avLst/>
          </a:prstGeom>
        </p:spPr>
      </p:pic>
      <p:sp>
        <p:nvSpPr>
          <p:cNvPr id="8" name="文本框 7">
            <a:extLst>
              <a:ext uri="{FF2B5EF4-FFF2-40B4-BE49-F238E27FC236}">
                <a16:creationId xmlns:a16="http://schemas.microsoft.com/office/drawing/2014/main" id="{466C5002-20C8-46B9-BAA5-C58782506725}"/>
              </a:ext>
            </a:extLst>
          </p:cNvPr>
          <p:cNvSpPr txBox="1"/>
          <p:nvPr/>
        </p:nvSpPr>
        <p:spPr>
          <a:xfrm>
            <a:off x="7277100" y="4191000"/>
            <a:ext cx="685800" cy="276999"/>
          </a:xfrm>
          <a:prstGeom prst="rect">
            <a:avLst/>
          </a:prstGeom>
          <a:solidFill>
            <a:srgbClr val="FFFFFF"/>
          </a:solidFill>
          <a:ln w="25400" cap="flat" cmpd="sng" algn="ctr">
            <a:solidFill>
              <a:srgbClr val="FFFFFF"/>
            </a:solidFill>
            <a:prstDash val="solid"/>
          </a:ln>
          <a:effectLst/>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b="0" i="0" u="none" strike="noStrike" kern="0" cap="none" spc="0" normalizeH="0" baseline="0" noProof="0" dirty="0">
                <a:ln>
                  <a:noFill/>
                </a:ln>
                <a:solidFill>
                  <a:srgbClr val="000000"/>
                </a:solidFill>
                <a:effectLst/>
                <a:uLnTx/>
                <a:uFillTx/>
                <a:latin typeface="+mn-lt"/>
                <a:ea typeface="黑体"/>
                <a:cs typeface="+mn-cs"/>
              </a:rPr>
              <a:t>清零</a:t>
            </a:r>
          </a:p>
        </p:txBody>
      </p:sp>
      <p:sp>
        <p:nvSpPr>
          <p:cNvPr id="5" name="Title 4">
            <a:extLst>
              <a:ext uri="{FF2B5EF4-FFF2-40B4-BE49-F238E27FC236}">
                <a16:creationId xmlns:a16="http://schemas.microsoft.com/office/drawing/2014/main" id="{B832AFE0-B217-2762-8F20-AE1A8264273D}"/>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t>并行输入，并行输出</a:t>
            </a:r>
            <a:endParaRPr lang="en-CN" altLang="zh-CN" sz="4000" dirty="0">
              <a:solidFill>
                <a:srgbClr val="0000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0803051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259D7DD-E1BE-4482-9234-29898EB39847}" type="slidenum">
              <a:rPr kumimoji="0" lang="en-US" altLang="zh-CN" sz="1200" b="0" i="0" u="none" strike="noStrike" kern="1200" cap="none" spc="0" normalizeH="0" baseline="0" noProof="0" smtClean="0">
                <a:ln>
                  <a:noFill/>
                </a:ln>
                <a:solidFill>
                  <a:srgbClr val="000000"/>
                </a:solidFill>
                <a:effectLst/>
                <a:uLnTx/>
                <a:uFillTx/>
                <a:latin typeface="Arial Black"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75</a:t>
            </a:fld>
            <a:endParaRPr kumimoji="0" lang="en-US" altLang="zh-CN" sz="1200" b="0" i="0" u="none" strike="noStrike" kern="1200" cap="none" spc="0" normalizeH="0" baseline="0" noProof="0" dirty="0">
              <a:ln>
                <a:noFill/>
              </a:ln>
              <a:solidFill>
                <a:srgbClr val="000000"/>
              </a:solidFill>
              <a:effectLst/>
              <a:uLnTx/>
              <a:uFillTx/>
              <a:latin typeface="Arial Black" pitchFamily="34" charset="0"/>
              <a:ea typeface="宋体" pitchFamily="2" charset="-122"/>
              <a:cs typeface="+mn-cs"/>
            </a:endParaRPr>
          </a:p>
        </p:txBody>
      </p:sp>
      <p:sp>
        <p:nvSpPr>
          <p:cNvPr id="114692" name="Rectangle 3"/>
          <p:cNvSpPr>
            <a:spLocks noGrp="1" noChangeArrowheads="1"/>
          </p:cNvSpPr>
          <p:nvPr>
            <p:ph idx="4294967295"/>
          </p:nvPr>
        </p:nvSpPr>
        <p:spPr>
          <a:xfrm>
            <a:off x="533400" y="1447800"/>
            <a:ext cx="7886700" cy="4724400"/>
          </a:xfrm>
        </p:spPr>
        <p:txBody>
          <a:bodyPr>
            <a:normAutofit/>
          </a:bodyPr>
          <a:lstStyle/>
          <a:p>
            <a:r>
              <a:rPr lang="zh-CN" altLang="en-US" sz="2800" b="0" dirty="0">
                <a:latin typeface="SimHei" panose="02010609060101010101" pitchFamily="49" charset="-122"/>
                <a:ea typeface="SimHei" panose="02010609060101010101" pitchFamily="49" charset="-122"/>
              </a:rPr>
              <a:t>串行输出</a:t>
            </a:r>
            <a:endParaRPr lang="en-US" altLang="zh-CN" sz="2800" b="0" dirty="0">
              <a:latin typeface="SimHei" panose="02010609060101010101" pitchFamily="49" charset="-122"/>
              <a:ea typeface="SimHei" panose="02010609060101010101" pitchFamily="49" charset="-122"/>
            </a:endParaRPr>
          </a:p>
          <a:p>
            <a:pPr lvl="1"/>
            <a:r>
              <a:rPr lang="zh-CN" altLang="en-US" sz="2400" b="0" dirty="0">
                <a:latin typeface="SimHei" panose="02010609060101010101" pitchFamily="49" charset="-122"/>
                <a:ea typeface="SimHei" panose="02010609060101010101" pitchFamily="49" charset="-122"/>
              </a:rPr>
              <a:t>仅寄存器的</a:t>
            </a:r>
            <a:r>
              <a:rPr lang="zh-CN" altLang="en-US" sz="2400" b="0" dirty="0">
                <a:solidFill>
                  <a:srgbClr val="3333FF"/>
                </a:solidFill>
                <a:latin typeface="SimHei" panose="02010609060101010101" pitchFamily="49" charset="-122"/>
                <a:ea typeface="SimHei" panose="02010609060101010101" pitchFamily="49" charset="-122"/>
              </a:rPr>
              <a:t>最后一个</a:t>
            </a:r>
            <a:r>
              <a:rPr lang="zh-CN" altLang="en-US" sz="2400" b="0" dirty="0">
                <a:latin typeface="SimHei" panose="02010609060101010101" pitchFamily="49" charset="-122"/>
                <a:ea typeface="SimHei" panose="02010609060101010101" pitchFamily="49" charset="-122"/>
              </a:rPr>
              <a:t>单元中存储的值可直接读出</a:t>
            </a:r>
            <a:endParaRPr lang="en-US" altLang="zh-CN" sz="2400" b="0" dirty="0">
              <a:latin typeface="SimHei" panose="02010609060101010101" pitchFamily="49" charset="-122"/>
              <a:ea typeface="SimHei" panose="02010609060101010101" pitchFamily="49" charset="-122"/>
            </a:endParaRPr>
          </a:p>
          <a:p>
            <a:pPr lvl="1"/>
            <a:r>
              <a:rPr lang="zh-CN" altLang="en-US" sz="2400" b="0" dirty="0">
                <a:latin typeface="SimHei" panose="02010609060101010101" pitchFamily="49" charset="-122"/>
                <a:ea typeface="SimHei" panose="02010609060101010101" pitchFamily="49" charset="-122"/>
              </a:rPr>
              <a:t>减少了输出端的数目</a:t>
            </a:r>
            <a:endParaRPr lang="en-US" altLang="zh-CN" sz="2400" b="0" dirty="0">
              <a:latin typeface="SimHei" panose="02010609060101010101" pitchFamily="49" charset="-122"/>
              <a:ea typeface="SimHei" panose="02010609060101010101" pitchFamily="49" charset="-122"/>
            </a:endParaRPr>
          </a:p>
          <a:p>
            <a:r>
              <a:rPr lang="zh-CN" altLang="en-US" sz="2800" b="0" dirty="0">
                <a:latin typeface="SimHei" panose="02010609060101010101" pitchFamily="49" charset="-122"/>
                <a:ea typeface="SimHei" panose="02010609060101010101" pitchFamily="49" charset="-122"/>
              </a:rPr>
              <a:t>并行输出</a:t>
            </a:r>
            <a:endParaRPr lang="en-US" altLang="zh-CN" sz="2800" b="0" dirty="0">
              <a:latin typeface="SimHei" panose="02010609060101010101" pitchFamily="49" charset="-122"/>
              <a:ea typeface="SimHei" panose="02010609060101010101" pitchFamily="49" charset="-122"/>
            </a:endParaRPr>
          </a:p>
          <a:p>
            <a:pPr lvl="1"/>
            <a:r>
              <a:rPr lang="zh-CN" altLang="en-US" sz="2400" b="0" dirty="0">
                <a:solidFill>
                  <a:srgbClr val="3333FF"/>
                </a:solidFill>
                <a:latin typeface="SimHei" panose="02010609060101010101" pitchFamily="49" charset="-122"/>
                <a:ea typeface="SimHei" panose="02010609060101010101" pitchFamily="49" charset="-122"/>
              </a:rPr>
              <a:t>所有</a:t>
            </a:r>
            <a:r>
              <a:rPr lang="zh-CN" altLang="en-US" sz="2400" b="0" dirty="0">
                <a:latin typeface="SimHei" panose="02010609060101010101" pitchFamily="49" charset="-122"/>
                <a:ea typeface="SimHei" panose="02010609060101010101" pitchFamily="49" charset="-122"/>
              </a:rPr>
              <a:t>触发器的存储值都可同时读出（可见）</a:t>
            </a:r>
            <a:endParaRPr lang="en-US" altLang="zh-CN" sz="2400" b="0" dirty="0">
              <a:latin typeface="SimHei" panose="02010609060101010101" pitchFamily="49" charset="-122"/>
              <a:ea typeface="SimHei" panose="02010609060101010101" pitchFamily="49" charset="-122"/>
            </a:endParaRPr>
          </a:p>
          <a:p>
            <a:pPr lvl="1"/>
            <a:r>
              <a:rPr lang="zh-CN" altLang="en-US" sz="2400" b="0" dirty="0">
                <a:latin typeface="SimHei" panose="02010609060101010101" pitchFamily="49" charset="-122"/>
                <a:ea typeface="SimHei" panose="02010609060101010101" pitchFamily="49" charset="-122"/>
              </a:rPr>
              <a:t>输出端数目与触发器个数成正比</a:t>
            </a:r>
            <a:endParaRPr lang="en-US" altLang="zh-CN" sz="2400" b="0" dirty="0">
              <a:latin typeface="SimHei" panose="02010609060101010101" pitchFamily="49" charset="-122"/>
              <a:ea typeface="SimHei" panose="02010609060101010101" pitchFamily="49" charset="-122"/>
            </a:endParaRPr>
          </a:p>
        </p:txBody>
      </p:sp>
      <p:sp>
        <p:nvSpPr>
          <p:cNvPr id="2" name="Title 4">
            <a:extLst>
              <a:ext uri="{FF2B5EF4-FFF2-40B4-BE49-F238E27FC236}">
                <a16:creationId xmlns:a16="http://schemas.microsoft.com/office/drawing/2014/main" id="{A015BC08-F15F-D6FA-0CAD-93C40D003155}"/>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t>串行输出</a:t>
            </a:r>
            <a:r>
              <a:rPr lang="en-US" altLang="zh-CN" dirty="0"/>
              <a:t> VS </a:t>
            </a:r>
            <a:r>
              <a:rPr lang="zh-CN" altLang="en-US" dirty="0"/>
              <a:t>并行输出</a:t>
            </a:r>
            <a:endParaRPr lang="en-CN" altLang="zh-CN" sz="4000" dirty="0">
              <a:solidFill>
                <a:srgbClr val="0000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1730908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259D7DD-E1BE-4482-9234-29898EB39847}" type="slidenum">
              <a:rPr kumimoji="0" lang="en-US" altLang="zh-CN" sz="1200" b="0" i="0" u="none" strike="noStrike" kern="1200" cap="none" spc="0" normalizeH="0" baseline="0" noProof="0" smtClean="0">
                <a:ln>
                  <a:noFill/>
                </a:ln>
                <a:solidFill>
                  <a:srgbClr val="000000"/>
                </a:solidFill>
                <a:effectLst/>
                <a:uLnTx/>
                <a:uFillTx/>
                <a:latin typeface="Arial Black"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76</a:t>
            </a:fld>
            <a:endParaRPr kumimoji="0" lang="en-US" altLang="zh-CN" sz="1200" b="0" i="0" u="none" strike="noStrike" kern="1200" cap="none" spc="0" normalizeH="0" baseline="0" noProof="0" dirty="0">
              <a:ln>
                <a:noFill/>
              </a:ln>
              <a:solidFill>
                <a:srgbClr val="000000"/>
              </a:solidFill>
              <a:effectLst/>
              <a:uLnTx/>
              <a:uFillTx/>
              <a:latin typeface="Arial Black" pitchFamily="34" charset="0"/>
              <a:ea typeface="宋体" pitchFamily="2" charset="-122"/>
              <a:cs typeface="+mn-cs"/>
            </a:endParaRPr>
          </a:p>
        </p:txBody>
      </p:sp>
      <p:sp>
        <p:nvSpPr>
          <p:cNvPr id="114692" name="Rectangle 3"/>
          <p:cNvSpPr>
            <a:spLocks noGrp="1" noChangeArrowheads="1"/>
          </p:cNvSpPr>
          <p:nvPr>
            <p:ph idx="4294967295"/>
          </p:nvPr>
        </p:nvSpPr>
        <p:spPr>
          <a:xfrm>
            <a:off x="457200" y="1371600"/>
            <a:ext cx="8077200" cy="4724400"/>
          </a:xfrm>
        </p:spPr>
        <p:txBody>
          <a:bodyPr>
            <a:normAutofit/>
          </a:bodyPr>
          <a:lstStyle/>
          <a:p>
            <a:pPr eaLnBrk="1" hangingPunct="1"/>
            <a:r>
              <a:rPr lang="zh-CN" altLang="en-US" sz="2800" b="0" dirty="0">
                <a:ea typeface="SimHei" panose="02010609060101010101" pitchFamily="49" charset="-122"/>
              </a:rPr>
              <a:t>串行输入</a:t>
            </a:r>
            <a:endParaRPr lang="en-US" altLang="zh-CN" sz="2800" b="0" dirty="0">
              <a:ea typeface="SimHei" panose="02010609060101010101" pitchFamily="49" charset="-122"/>
            </a:endParaRPr>
          </a:p>
          <a:p>
            <a:pPr lvl="1" eaLnBrk="1" hangingPunct="1"/>
            <a:r>
              <a:rPr lang="zh-CN" altLang="en-US" sz="2400" b="0" dirty="0">
                <a:ea typeface="SimHei" panose="02010609060101010101" pitchFamily="49" charset="-122"/>
              </a:rPr>
              <a:t>只有</a:t>
            </a:r>
            <a:r>
              <a:rPr lang="zh-CN" altLang="en-US" sz="2400" b="0" dirty="0">
                <a:solidFill>
                  <a:srgbClr val="3333FF"/>
                </a:solidFill>
                <a:ea typeface="SimHei" panose="02010609060101010101" pitchFamily="49" charset="-122"/>
              </a:rPr>
              <a:t>一个</a:t>
            </a:r>
            <a:r>
              <a:rPr lang="zh-CN" altLang="en-US" sz="2400" b="0" dirty="0">
                <a:ea typeface="SimHei" panose="02010609060101010101" pitchFamily="49" charset="-122"/>
              </a:rPr>
              <a:t>触发器的输入端接收输入数据</a:t>
            </a:r>
            <a:endParaRPr lang="en-US" altLang="zh-CN" sz="2400" b="0" dirty="0">
              <a:ea typeface="SimHei" panose="02010609060101010101" pitchFamily="49" charset="-122"/>
            </a:endParaRPr>
          </a:p>
          <a:p>
            <a:pPr lvl="1" eaLnBrk="1" hangingPunct="1"/>
            <a:r>
              <a:rPr lang="zh-CN" altLang="en-US" sz="2400" b="0" dirty="0">
                <a:ea typeface="SimHei" panose="02010609060101010101" pitchFamily="49" charset="-122"/>
              </a:rPr>
              <a:t>将寄存器设置为一组特定的值需要</a:t>
            </a:r>
            <a:r>
              <a:rPr lang="en-US" altLang="zh-CN" sz="2400" b="0" dirty="0">
                <a:ea typeface="SimHei" panose="02010609060101010101" pitchFamily="49" charset="-122"/>
              </a:rPr>
              <a:t>n</a:t>
            </a:r>
            <a:r>
              <a:rPr lang="zh-CN" altLang="en-US" sz="2400" b="0" dirty="0">
                <a:ea typeface="SimHei" panose="02010609060101010101" pitchFamily="49" charset="-122"/>
              </a:rPr>
              <a:t>个周期（</a:t>
            </a:r>
            <a:r>
              <a:rPr lang="en-US" altLang="zh-CN" sz="2400" b="0" dirty="0">
                <a:ea typeface="SimHei" panose="02010609060101010101" pitchFamily="49" charset="-122"/>
              </a:rPr>
              <a:t>n</a:t>
            </a:r>
            <a:r>
              <a:rPr lang="zh-CN" altLang="en-US" sz="2400" b="0" dirty="0">
                <a:ea typeface="SimHei" panose="02010609060101010101" pitchFamily="49" charset="-122"/>
              </a:rPr>
              <a:t>为触发器的数目）</a:t>
            </a:r>
            <a:endParaRPr lang="en-US" altLang="zh-CN" sz="2400" b="0" dirty="0">
              <a:ea typeface="SimHei" panose="02010609060101010101" pitchFamily="49" charset="-122"/>
            </a:endParaRPr>
          </a:p>
          <a:p>
            <a:pPr lvl="2"/>
            <a:r>
              <a:rPr lang="zh-CN" altLang="en-US" b="0" dirty="0">
                <a:ea typeface="SimHei" panose="02010609060101010101" pitchFamily="49" charset="-122"/>
              </a:rPr>
              <a:t>通过</a:t>
            </a:r>
            <a:r>
              <a:rPr lang="en-US" altLang="zh-CN" b="0" dirty="0">
                <a:ea typeface="SimHei" panose="02010609060101010101" pitchFamily="49" charset="-122"/>
              </a:rPr>
              <a:t>3</a:t>
            </a:r>
            <a:r>
              <a:rPr lang="zh-CN" altLang="en-US" b="0" dirty="0">
                <a:ea typeface="SimHei" panose="02010609060101010101" pitchFamily="49" charset="-122"/>
              </a:rPr>
              <a:t>个周期将数据‘</a:t>
            </a:r>
            <a:r>
              <a:rPr lang="en-US" altLang="zh-CN" b="0" dirty="0">
                <a:ea typeface="SimHei" panose="02010609060101010101" pitchFamily="49" charset="-122"/>
              </a:rPr>
              <a:t>011</a:t>
            </a:r>
            <a:r>
              <a:rPr lang="zh-CN" altLang="en-US" b="0" dirty="0">
                <a:ea typeface="SimHei" panose="02010609060101010101" pitchFamily="49" charset="-122"/>
              </a:rPr>
              <a:t>’写入</a:t>
            </a:r>
            <a:r>
              <a:rPr lang="en-US" altLang="zh-CN" b="0" dirty="0">
                <a:ea typeface="SimHei" panose="02010609060101010101" pitchFamily="49" charset="-122"/>
              </a:rPr>
              <a:t>3-bit</a:t>
            </a:r>
            <a:r>
              <a:rPr lang="zh-CN" altLang="en-US" b="0" dirty="0">
                <a:ea typeface="SimHei" panose="02010609060101010101" pitchFamily="49" charset="-122"/>
              </a:rPr>
              <a:t>寄存器</a:t>
            </a:r>
            <a:endParaRPr lang="en-US" altLang="zh-CN" b="0" dirty="0">
              <a:ea typeface="SimHei" panose="02010609060101010101" pitchFamily="49" charset="-122"/>
            </a:endParaRPr>
          </a:p>
          <a:p>
            <a:pPr eaLnBrk="1" hangingPunct="1"/>
            <a:r>
              <a:rPr lang="zh-CN" altLang="en-US" sz="2800" b="0" dirty="0">
                <a:ea typeface="SimHei" panose="02010609060101010101" pitchFamily="49" charset="-122"/>
              </a:rPr>
              <a:t>并行输入</a:t>
            </a:r>
            <a:endParaRPr lang="en-US" altLang="zh-CN" sz="2800" b="0" dirty="0">
              <a:ea typeface="SimHei" panose="02010609060101010101" pitchFamily="49" charset="-122"/>
            </a:endParaRPr>
          </a:p>
          <a:p>
            <a:pPr lvl="1" eaLnBrk="1" hangingPunct="1"/>
            <a:r>
              <a:rPr lang="zh-CN" altLang="en-US" sz="2400" b="0" dirty="0">
                <a:ea typeface="SimHei" panose="02010609060101010101" pitchFamily="49" charset="-122"/>
              </a:rPr>
              <a:t>寄存器中</a:t>
            </a:r>
            <a:r>
              <a:rPr lang="zh-CN" altLang="en-US" sz="2400" b="0" dirty="0">
                <a:solidFill>
                  <a:srgbClr val="3333FF"/>
                </a:solidFill>
                <a:ea typeface="SimHei" panose="02010609060101010101" pitchFamily="49" charset="-122"/>
              </a:rPr>
              <a:t>每个</a:t>
            </a:r>
            <a:r>
              <a:rPr lang="zh-CN" altLang="en-US" sz="2400" b="0" dirty="0">
                <a:ea typeface="SimHei" panose="02010609060101010101" pitchFamily="49" charset="-122"/>
              </a:rPr>
              <a:t>触发器的输入端都可接收数据</a:t>
            </a:r>
            <a:endParaRPr lang="en-US" altLang="zh-CN" sz="2400" b="0" dirty="0">
              <a:ea typeface="SimHei" panose="02010609060101010101" pitchFamily="49" charset="-122"/>
            </a:endParaRPr>
          </a:p>
          <a:p>
            <a:pPr lvl="1" eaLnBrk="1" hangingPunct="1"/>
            <a:r>
              <a:rPr lang="zh-CN" altLang="en-US" sz="2400" b="0" dirty="0">
                <a:ea typeface="SimHei" panose="02010609060101010101" pitchFamily="49" charset="-122"/>
              </a:rPr>
              <a:t>允许在</a:t>
            </a:r>
            <a:r>
              <a:rPr lang="zh-CN" altLang="en-US" sz="2400" b="0" dirty="0">
                <a:solidFill>
                  <a:srgbClr val="3333FF"/>
                </a:solidFill>
                <a:ea typeface="SimHei" panose="02010609060101010101" pitchFamily="49" charset="-122"/>
              </a:rPr>
              <a:t>一个</a:t>
            </a:r>
            <a:r>
              <a:rPr lang="zh-CN" altLang="en-US" sz="2400" b="0" dirty="0">
                <a:ea typeface="SimHei" panose="02010609060101010101" pitchFamily="49" charset="-122"/>
              </a:rPr>
              <a:t>时钟周期内加载一组新的数值</a:t>
            </a:r>
            <a:endParaRPr lang="en-US" altLang="zh-CN" sz="2400" b="0" dirty="0">
              <a:ea typeface="SimHei" panose="02010609060101010101" pitchFamily="49" charset="-122"/>
            </a:endParaRPr>
          </a:p>
          <a:p>
            <a:pPr lvl="2"/>
            <a:r>
              <a:rPr lang="zh-CN" altLang="en-US" sz="2000" b="0" dirty="0">
                <a:ea typeface="SimHei" panose="02010609060101010101" pitchFamily="49" charset="-122"/>
              </a:rPr>
              <a:t>通过</a:t>
            </a:r>
            <a:r>
              <a:rPr lang="en-US" altLang="zh-CN" sz="2000" b="0" dirty="0">
                <a:ea typeface="SimHei" panose="02010609060101010101" pitchFamily="49" charset="-122"/>
              </a:rPr>
              <a:t>1</a:t>
            </a:r>
            <a:r>
              <a:rPr lang="zh-CN" altLang="en-US" sz="2000" b="0" dirty="0">
                <a:ea typeface="SimHei" panose="02010609060101010101" pitchFamily="49" charset="-122"/>
              </a:rPr>
              <a:t>个周期将数据‘</a:t>
            </a:r>
            <a:r>
              <a:rPr lang="en-US" altLang="zh-CN" sz="2000" b="0" dirty="0">
                <a:ea typeface="SimHei" panose="02010609060101010101" pitchFamily="49" charset="-122"/>
              </a:rPr>
              <a:t>011</a:t>
            </a:r>
            <a:r>
              <a:rPr lang="zh-CN" altLang="en-US" sz="2000" b="0" dirty="0">
                <a:ea typeface="SimHei" panose="02010609060101010101" pitchFamily="49" charset="-122"/>
              </a:rPr>
              <a:t>’写入</a:t>
            </a:r>
            <a:r>
              <a:rPr lang="en-US" altLang="zh-CN" sz="2000" b="0" dirty="0">
                <a:ea typeface="SimHei" panose="02010609060101010101" pitchFamily="49" charset="-122"/>
              </a:rPr>
              <a:t>3bit</a:t>
            </a:r>
            <a:r>
              <a:rPr lang="zh-CN" altLang="en-US" sz="2000" b="0" dirty="0">
                <a:ea typeface="SimHei" panose="02010609060101010101" pitchFamily="49" charset="-122"/>
              </a:rPr>
              <a:t>寄存器</a:t>
            </a:r>
            <a:endParaRPr lang="en-US" altLang="zh-CN" sz="2000" b="0" dirty="0">
              <a:ea typeface="SimHei" panose="02010609060101010101" pitchFamily="49" charset="-122"/>
            </a:endParaRPr>
          </a:p>
          <a:p>
            <a:pPr lvl="2"/>
            <a:endParaRPr lang="en-US" altLang="zh-CN" sz="1800" b="0" dirty="0">
              <a:ea typeface="SimHei" panose="02010609060101010101" pitchFamily="49" charset="-122"/>
            </a:endParaRPr>
          </a:p>
        </p:txBody>
      </p:sp>
      <p:sp>
        <p:nvSpPr>
          <p:cNvPr id="2" name="Title 4">
            <a:extLst>
              <a:ext uri="{FF2B5EF4-FFF2-40B4-BE49-F238E27FC236}">
                <a16:creationId xmlns:a16="http://schemas.microsoft.com/office/drawing/2014/main" id="{0C1B4762-4DD7-5B1F-4AED-90AF3976DEA6}"/>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t>串行输入</a:t>
            </a:r>
            <a:r>
              <a:rPr lang="en-US" altLang="zh-CN" dirty="0"/>
              <a:t> VS </a:t>
            </a:r>
            <a:r>
              <a:rPr lang="zh-CN" altLang="en-US" dirty="0"/>
              <a:t>并行输入</a:t>
            </a:r>
            <a:endParaRPr lang="en-CN" altLang="zh-CN" sz="4000" dirty="0">
              <a:solidFill>
                <a:srgbClr val="0000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1740569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259D7DD-E1BE-4482-9234-29898EB39847}" type="slidenum">
              <a:rPr kumimoji="0" lang="en-US" altLang="zh-CN" sz="1200" b="0" i="0" u="none" strike="noStrike" kern="1200" cap="none" spc="0" normalizeH="0" baseline="0" noProof="0" smtClean="0">
                <a:ln>
                  <a:noFill/>
                </a:ln>
                <a:solidFill>
                  <a:srgbClr val="000000"/>
                </a:solidFill>
                <a:effectLst/>
                <a:uLnTx/>
                <a:uFillTx/>
                <a:latin typeface="Arial Black"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77</a:t>
            </a:fld>
            <a:endParaRPr kumimoji="0" lang="en-US" altLang="zh-CN" sz="1200" b="0" i="0" u="none" strike="noStrike" kern="1200" cap="none" spc="0" normalizeH="0" baseline="0" noProof="0" dirty="0">
              <a:ln>
                <a:noFill/>
              </a:ln>
              <a:solidFill>
                <a:srgbClr val="000000"/>
              </a:solidFill>
              <a:effectLst/>
              <a:uLnTx/>
              <a:uFillTx/>
              <a:latin typeface="Arial Black" pitchFamily="34" charset="0"/>
              <a:ea typeface="宋体" pitchFamily="2" charset="-122"/>
              <a:cs typeface="+mn-cs"/>
            </a:endParaRPr>
          </a:p>
        </p:txBody>
      </p:sp>
      <p:sp>
        <p:nvSpPr>
          <p:cNvPr id="116740" name="Rectangle 3"/>
          <p:cNvSpPr>
            <a:spLocks noGrp="1" noChangeArrowheads="1"/>
          </p:cNvSpPr>
          <p:nvPr>
            <p:ph idx="4294967295"/>
          </p:nvPr>
        </p:nvSpPr>
        <p:spPr>
          <a:xfrm>
            <a:off x="494145" y="1451926"/>
            <a:ext cx="7886700" cy="1756412"/>
          </a:xfrm>
        </p:spPr>
        <p:txBody>
          <a:bodyPr>
            <a:normAutofit/>
          </a:bodyPr>
          <a:lstStyle/>
          <a:p>
            <a:r>
              <a:rPr lang="zh-CN" altLang="en-US" sz="2800" b="0" dirty="0">
                <a:latin typeface="SimHei" panose="02010609060101010101" pitchFamily="49" charset="-122"/>
                <a:ea typeface="SimHei" panose="02010609060101010101" pitchFamily="49" charset="-122"/>
              </a:rPr>
              <a:t>双向移位</a:t>
            </a:r>
            <a:endParaRPr lang="en-US" altLang="zh-CN" sz="2800" b="0" dirty="0">
              <a:latin typeface="SimHei" panose="02010609060101010101" pitchFamily="49" charset="-122"/>
              <a:ea typeface="SimHei" panose="02010609060101010101" pitchFamily="49" charset="-122"/>
            </a:endParaRPr>
          </a:p>
          <a:p>
            <a:pPr lvl="1"/>
            <a:r>
              <a:rPr lang="zh-CN" altLang="en-US" sz="2400" b="0" dirty="0">
                <a:latin typeface="SimHei" panose="02010609060101010101" pitchFamily="49" charset="-122"/>
                <a:ea typeface="SimHei" panose="02010609060101010101" pitchFamily="49" charset="-122"/>
              </a:rPr>
              <a:t>左移或右移</a:t>
            </a:r>
            <a:endParaRPr lang="en-US" altLang="zh-CN" sz="2400" b="0" dirty="0">
              <a:latin typeface="SimHei" panose="02010609060101010101" pitchFamily="49" charset="-122"/>
              <a:ea typeface="SimHei" panose="02010609060101010101" pitchFamily="49" charset="-122"/>
            </a:endParaRPr>
          </a:p>
          <a:p>
            <a:r>
              <a:rPr lang="zh-CN" altLang="en-US" sz="2800" b="0" dirty="0">
                <a:latin typeface="SimHei" panose="02010609060101010101" pitchFamily="49" charset="-122"/>
                <a:ea typeface="SimHei" panose="02010609060101010101" pitchFamily="49" charset="-122"/>
              </a:rPr>
              <a:t>串并输入</a:t>
            </a:r>
            <a:r>
              <a:rPr lang="en-US" altLang="zh-CN" sz="2800" b="0" dirty="0">
                <a:latin typeface="SimHei" panose="02010609060101010101" pitchFamily="49" charset="-122"/>
                <a:ea typeface="SimHei" panose="02010609060101010101" pitchFamily="49" charset="-122"/>
              </a:rPr>
              <a:t>/</a:t>
            </a:r>
            <a:r>
              <a:rPr lang="zh-CN" altLang="en-US" sz="2800" b="0" dirty="0">
                <a:latin typeface="SimHei" panose="02010609060101010101" pitchFamily="49" charset="-122"/>
                <a:ea typeface="SimHei" panose="02010609060101010101" pitchFamily="49" charset="-122"/>
              </a:rPr>
              <a:t>串并输出</a:t>
            </a:r>
            <a:endParaRPr lang="en-US" altLang="zh-CN" sz="2800" b="0" dirty="0">
              <a:latin typeface="SimHei" panose="02010609060101010101" pitchFamily="49" charset="-122"/>
              <a:ea typeface="SimHei" panose="02010609060101010101" pitchFamily="49" charset="-122"/>
            </a:endParaRPr>
          </a:p>
        </p:txBody>
      </p:sp>
      <p:graphicFrame>
        <p:nvGraphicFramePr>
          <p:cNvPr id="22" name="表格 21">
            <a:extLst>
              <a:ext uri="{FF2B5EF4-FFF2-40B4-BE49-F238E27FC236}">
                <a16:creationId xmlns:a16="http://schemas.microsoft.com/office/drawing/2014/main" id="{CFD110C9-05AF-47DC-BF24-187F698A6CE0}"/>
              </a:ext>
            </a:extLst>
          </p:cNvPr>
          <p:cNvGraphicFramePr>
            <a:graphicFrameLocks noGrp="1"/>
          </p:cNvGraphicFramePr>
          <p:nvPr>
            <p:extLst>
              <p:ext uri="{D42A27DB-BD31-4B8C-83A1-F6EECF244321}">
                <p14:modId xmlns:p14="http://schemas.microsoft.com/office/powerpoint/2010/main" val="1085704538"/>
              </p:ext>
            </p:extLst>
          </p:nvPr>
        </p:nvGraphicFramePr>
        <p:xfrm>
          <a:off x="615999" y="3479585"/>
          <a:ext cx="3674229" cy="2494280"/>
        </p:xfrm>
        <a:graphic>
          <a:graphicData uri="http://schemas.openxmlformats.org/drawingml/2006/table">
            <a:tbl>
              <a:tblPr firstRow="1" bandRow="1"/>
              <a:tblGrid>
                <a:gridCol w="762000">
                  <a:extLst>
                    <a:ext uri="{9D8B030D-6E8A-4147-A177-3AD203B41FA5}">
                      <a16:colId xmlns:a16="http://schemas.microsoft.com/office/drawing/2014/main" val="1199754263"/>
                    </a:ext>
                  </a:extLst>
                </a:gridCol>
                <a:gridCol w="685800">
                  <a:extLst>
                    <a:ext uri="{9D8B030D-6E8A-4147-A177-3AD203B41FA5}">
                      <a16:colId xmlns:a16="http://schemas.microsoft.com/office/drawing/2014/main" val="786997496"/>
                    </a:ext>
                  </a:extLst>
                </a:gridCol>
                <a:gridCol w="702779">
                  <a:extLst>
                    <a:ext uri="{9D8B030D-6E8A-4147-A177-3AD203B41FA5}">
                      <a16:colId xmlns:a16="http://schemas.microsoft.com/office/drawing/2014/main" val="4153455889"/>
                    </a:ext>
                  </a:extLst>
                </a:gridCol>
                <a:gridCol w="1523650">
                  <a:extLst>
                    <a:ext uri="{9D8B030D-6E8A-4147-A177-3AD203B41FA5}">
                      <a16:colId xmlns:a16="http://schemas.microsoft.com/office/drawing/2014/main" val="3462042706"/>
                    </a:ext>
                  </a:extLst>
                </a:gridCol>
              </a:tblGrid>
              <a:tr h="37084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algn="ctr"/>
                      <a:r>
                        <a:rPr lang="en-US" altLang="zh-CN" sz="1800" dirty="0">
                          <a:latin typeface="Arial" panose="020B0604020202020204" pitchFamily="34" charset="0"/>
                          <a:cs typeface="Arial" panose="020B0604020202020204" pitchFamily="34" charset="0"/>
                        </a:rPr>
                        <a:t>Clear</a:t>
                      </a:r>
                      <a:endParaRPr lang="zh-CN" altLang="en-US" sz="1800" dirty="0">
                        <a:latin typeface="Arial" panose="020B0604020202020204" pitchFamily="34" charset="0"/>
                        <a:cs typeface="Arial" panose="020B0604020202020204" pitchFamily="34" charset="0"/>
                      </a:endParaRPr>
                    </a:p>
                  </a:txBody>
                  <a:tcPr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algn="ctr"/>
                      <a:r>
                        <a:rPr lang="en-US" altLang="zh-CN" sz="1800" dirty="0">
                          <a:latin typeface="Arial" panose="020B0604020202020204" pitchFamily="34" charset="0"/>
                          <a:cs typeface="Arial" panose="020B0604020202020204" pitchFamily="34" charset="0"/>
                        </a:rPr>
                        <a:t>S0</a:t>
                      </a:r>
                      <a:endParaRPr lang="zh-CN" altLang="en-US" sz="1800" dirty="0">
                        <a:latin typeface="Arial" panose="020B0604020202020204" pitchFamily="34" charset="0"/>
                        <a:cs typeface="Arial" panose="020B0604020202020204" pitchFamily="34" charset="0"/>
                      </a:endParaRPr>
                    </a:p>
                  </a:txBody>
                  <a:tcPr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algn="ctr"/>
                      <a:r>
                        <a:rPr lang="en-US" altLang="zh-CN" sz="1800" dirty="0">
                          <a:latin typeface="Arial" panose="020B0604020202020204" pitchFamily="34" charset="0"/>
                          <a:cs typeface="Arial" panose="020B0604020202020204" pitchFamily="34" charset="0"/>
                        </a:rPr>
                        <a:t>S1</a:t>
                      </a:r>
                      <a:endParaRPr lang="zh-CN" altLang="en-US" sz="1800" dirty="0">
                        <a:latin typeface="Arial" panose="020B0604020202020204" pitchFamily="34" charset="0"/>
                        <a:cs typeface="Arial" panose="020B0604020202020204" pitchFamily="34" charset="0"/>
                      </a:endParaRPr>
                    </a:p>
                  </a:txBody>
                  <a:tcPr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algn="ctr"/>
                      <a:r>
                        <a:rPr lang="en-US" altLang="zh-CN" sz="1800" dirty="0">
                          <a:latin typeface="Arial" panose="020B0604020202020204" pitchFamily="34" charset="0"/>
                          <a:cs typeface="Arial" panose="020B0604020202020204" pitchFamily="34" charset="0"/>
                        </a:rPr>
                        <a:t>Function</a:t>
                      </a:r>
                      <a:endParaRPr lang="zh-CN" altLang="en-US" sz="1800" dirty="0">
                        <a:latin typeface="Arial" panose="020B0604020202020204" pitchFamily="34" charset="0"/>
                        <a:cs typeface="Arial" panose="020B0604020202020204" pitchFamily="34" charset="0"/>
                      </a:endParaRPr>
                    </a:p>
                  </a:txBody>
                  <a:tcPr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29458905"/>
                  </a:ext>
                </a:extLst>
              </a:tr>
              <a:tr h="37084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algn="ctr"/>
                      <a:r>
                        <a:rPr lang="en-US" altLang="zh-CN" sz="1800" dirty="0">
                          <a:latin typeface="Arial" panose="020B0604020202020204" pitchFamily="34" charset="0"/>
                          <a:cs typeface="Arial" panose="020B0604020202020204" pitchFamily="34" charset="0"/>
                        </a:rPr>
                        <a:t>0</a:t>
                      </a:r>
                      <a:endParaRPr lang="zh-CN" altLang="en-US" sz="1800" dirty="0">
                        <a:latin typeface="Arial" panose="020B0604020202020204" pitchFamily="34" charset="0"/>
                        <a:cs typeface="Arial" panose="020B0604020202020204" pitchFamily="34" charset="0"/>
                      </a:endParaRPr>
                    </a:p>
                  </a:txBody>
                  <a:tcPr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algn="ctr"/>
                      <a:r>
                        <a:rPr lang="en-US" altLang="zh-CN" sz="1800" dirty="0">
                          <a:latin typeface="Arial" panose="020B0604020202020204" pitchFamily="34" charset="0"/>
                          <a:cs typeface="Arial" panose="020B0604020202020204" pitchFamily="34" charset="0"/>
                        </a:rPr>
                        <a:t>x</a:t>
                      </a:r>
                      <a:endParaRPr lang="zh-CN" altLang="en-US" sz="1800" dirty="0">
                        <a:latin typeface="Arial" panose="020B0604020202020204" pitchFamily="34" charset="0"/>
                        <a:cs typeface="Arial" panose="020B0604020202020204" pitchFamily="34" charset="0"/>
                      </a:endParaRPr>
                    </a:p>
                  </a:txBody>
                  <a:tcPr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algn="ctr"/>
                      <a:r>
                        <a:rPr lang="en-US" altLang="zh-CN" sz="1800" dirty="0">
                          <a:latin typeface="Arial" panose="020B0604020202020204" pitchFamily="34" charset="0"/>
                          <a:cs typeface="Arial" panose="020B0604020202020204" pitchFamily="34" charset="0"/>
                        </a:rPr>
                        <a:t>x</a:t>
                      </a:r>
                      <a:endParaRPr lang="zh-CN" altLang="en-US" sz="1800" dirty="0">
                        <a:latin typeface="Arial" panose="020B0604020202020204" pitchFamily="34" charset="0"/>
                        <a:cs typeface="Arial" panose="020B0604020202020204" pitchFamily="34" charset="0"/>
                      </a:endParaRPr>
                    </a:p>
                  </a:txBody>
                  <a:tcPr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algn="ctr"/>
                      <a:r>
                        <a:rPr lang="zh-CN" altLang="en-US" sz="1800">
                          <a:latin typeface="Arial" panose="020B0604020202020204" pitchFamily="34" charset="0"/>
                          <a:cs typeface="Arial" panose="020B0604020202020204" pitchFamily="34" charset="0"/>
                        </a:rPr>
                        <a:t>清零</a:t>
                      </a:r>
                      <a:endParaRPr lang="zh-CN" altLang="en-US" sz="1800" dirty="0">
                        <a:latin typeface="Arial" panose="020B0604020202020204" pitchFamily="34" charset="0"/>
                        <a:cs typeface="Arial" panose="020B0604020202020204" pitchFamily="34" charset="0"/>
                      </a:endParaRPr>
                    </a:p>
                  </a:txBody>
                  <a:tcPr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3439354540"/>
                  </a:ext>
                </a:extLst>
              </a:tr>
              <a:tr h="37084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algn="ctr"/>
                      <a:r>
                        <a:rPr lang="en-US" altLang="zh-CN" sz="1800" dirty="0">
                          <a:latin typeface="Arial" panose="020B0604020202020204" pitchFamily="34" charset="0"/>
                          <a:cs typeface="Arial" panose="020B0604020202020204" pitchFamily="34" charset="0"/>
                        </a:rPr>
                        <a:t>1</a:t>
                      </a:r>
                      <a:endParaRPr lang="zh-CN" altLang="en-US" sz="1800" dirty="0">
                        <a:latin typeface="Arial" panose="020B0604020202020204" pitchFamily="34" charset="0"/>
                        <a:cs typeface="Arial" panose="020B0604020202020204" pitchFamily="34" charset="0"/>
                      </a:endParaRPr>
                    </a:p>
                  </a:txBody>
                  <a:tcPr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algn="ctr"/>
                      <a:r>
                        <a:rPr lang="en-US" altLang="zh-CN" sz="1800" dirty="0">
                          <a:latin typeface="Arial" panose="020B0604020202020204" pitchFamily="34" charset="0"/>
                          <a:cs typeface="Arial" panose="020B0604020202020204" pitchFamily="34" charset="0"/>
                        </a:rPr>
                        <a:t>0</a:t>
                      </a:r>
                      <a:endParaRPr lang="zh-CN" altLang="en-US" sz="1800" dirty="0">
                        <a:latin typeface="Arial" panose="020B0604020202020204" pitchFamily="34" charset="0"/>
                        <a:cs typeface="Arial" panose="020B0604020202020204" pitchFamily="34" charset="0"/>
                      </a:endParaRPr>
                    </a:p>
                  </a:txBody>
                  <a:tcPr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algn="ctr"/>
                      <a:r>
                        <a:rPr lang="en-US" altLang="zh-CN" sz="1800" dirty="0">
                          <a:latin typeface="Arial" panose="020B0604020202020204" pitchFamily="34" charset="0"/>
                          <a:cs typeface="Arial" panose="020B0604020202020204" pitchFamily="34" charset="0"/>
                        </a:rPr>
                        <a:t>0</a:t>
                      </a:r>
                      <a:endParaRPr lang="zh-CN" altLang="en-US" sz="1800" dirty="0">
                        <a:latin typeface="Arial" panose="020B0604020202020204" pitchFamily="34" charset="0"/>
                        <a:cs typeface="Arial" panose="020B0604020202020204" pitchFamily="34" charset="0"/>
                      </a:endParaRPr>
                    </a:p>
                  </a:txBody>
                  <a:tcPr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algn="ctr"/>
                      <a:r>
                        <a:rPr lang="zh-CN" altLang="en-US" sz="1800">
                          <a:latin typeface="Arial" panose="020B0604020202020204" pitchFamily="34" charset="0"/>
                          <a:cs typeface="Arial" panose="020B0604020202020204" pitchFamily="34" charset="0"/>
                        </a:rPr>
                        <a:t>保持</a:t>
                      </a:r>
                      <a:endParaRPr lang="zh-CN" altLang="en-US" sz="1800" dirty="0">
                        <a:latin typeface="Arial" panose="020B0604020202020204" pitchFamily="34" charset="0"/>
                        <a:cs typeface="Arial" panose="020B0604020202020204" pitchFamily="34" charset="0"/>
                      </a:endParaRPr>
                    </a:p>
                  </a:txBody>
                  <a:tcPr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891499483"/>
                  </a:ext>
                </a:extLst>
              </a:tr>
              <a:tr h="37084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algn="ctr"/>
                      <a:r>
                        <a:rPr lang="en-US" altLang="zh-CN" sz="1800" dirty="0">
                          <a:latin typeface="Arial" panose="020B0604020202020204" pitchFamily="34" charset="0"/>
                          <a:cs typeface="Arial" panose="020B0604020202020204" pitchFamily="34" charset="0"/>
                        </a:rPr>
                        <a:t>1</a:t>
                      </a:r>
                      <a:endParaRPr lang="zh-CN" altLang="en-US" sz="1800" dirty="0">
                        <a:latin typeface="Arial" panose="020B0604020202020204" pitchFamily="34" charset="0"/>
                        <a:cs typeface="Arial" panose="020B0604020202020204" pitchFamily="34" charset="0"/>
                      </a:endParaRPr>
                    </a:p>
                  </a:txBody>
                  <a:tcPr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algn="ctr"/>
                      <a:r>
                        <a:rPr lang="en-US" altLang="zh-CN" sz="1800" dirty="0">
                          <a:latin typeface="Arial" panose="020B0604020202020204" pitchFamily="34" charset="0"/>
                          <a:cs typeface="Arial" panose="020B0604020202020204" pitchFamily="34" charset="0"/>
                        </a:rPr>
                        <a:t>0</a:t>
                      </a:r>
                      <a:endParaRPr lang="zh-CN" altLang="en-US" sz="1800" dirty="0">
                        <a:latin typeface="Arial" panose="020B0604020202020204" pitchFamily="34" charset="0"/>
                        <a:cs typeface="Arial" panose="020B0604020202020204" pitchFamily="34" charset="0"/>
                      </a:endParaRPr>
                    </a:p>
                  </a:txBody>
                  <a:tcPr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algn="ctr"/>
                      <a:r>
                        <a:rPr lang="en-US" altLang="zh-CN" sz="1800" dirty="0">
                          <a:latin typeface="Arial" panose="020B0604020202020204" pitchFamily="34" charset="0"/>
                          <a:cs typeface="Arial" panose="020B0604020202020204" pitchFamily="34" charset="0"/>
                        </a:rPr>
                        <a:t>1</a:t>
                      </a:r>
                      <a:endParaRPr lang="zh-CN" altLang="en-US" sz="1800" dirty="0">
                        <a:latin typeface="Arial" panose="020B0604020202020204" pitchFamily="34" charset="0"/>
                        <a:cs typeface="Arial" panose="020B0604020202020204" pitchFamily="34" charset="0"/>
                      </a:endParaRPr>
                    </a:p>
                  </a:txBody>
                  <a:tcPr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algn="ctr"/>
                      <a:r>
                        <a:rPr lang="zh-CN" altLang="en-US" sz="1800" dirty="0">
                          <a:latin typeface="Arial" panose="020B0604020202020204" pitchFamily="34" charset="0"/>
                          <a:cs typeface="Arial" panose="020B0604020202020204" pitchFamily="34" charset="0"/>
                        </a:rPr>
                        <a:t>右移</a:t>
                      </a:r>
                    </a:p>
                  </a:txBody>
                  <a:tcPr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3257158447"/>
                  </a:ext>
                </a:extLst>
              </a:tr>
              <a:tr h="37084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algn="ctr"/>
                      <a:r>
                        <a:rPr lang="en-US" altLang="zh-CN" sz="1800" dirty="0">
                          <a:latin typeface="Arial" panose="020B0604020202020204" pitchFamily="34" charset="0"/>
                          <a:cs typeface="Arial" panose="020B0604020202020204" pitchFamily="34" charset="0"/>
                        </a:rPr>
                        <a:t>1</a:t>
                      </a:r>
                      <a:endParaRPr lang="zh-CN" altLang="en-US" sz="1800" dirty="0">
                        <a:latin typeface="Arial" panose="020B0604020202020204" pitchFamily="34" charset="0"/>
                        <a:cs typeface="Arial" panose="020B0604020202020204" pitchFamily="34" charset="0"/>
                      </a:endParaRPr>
                    </a:p>
                  </a:txBody>
                  <a:tcPr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algn="ctr"/>
                      <a:r>
                        <a:rPr lang="en-US" altLang="zh-CN" sz="1800" dirty="0">
                          <a:latin typeface="Arial" panose="020B0604020202020204" pitchFamily="34" charset="0"/>
                          <a:cs typeface="Arial" panose="020B0604020202020204" pitchFamily="34" charset="0"/>
                        </a:rPr>
                        <a:t>1</a:t>
                      </a:r>
                      <a:endParaRPr lang="zh-CN" altLang="en-US" sz="1800" dirty="0">
                        <a:latin typeface="Arial" panose="020B0604020202020204" pitchFamily="34" charset="0"/>
                        <a:cs typeface="Arial" panose="020B0604020202020204" pitchFamily="34" charset="0"/>
                      </a:endParaRPr>
                    </a:p>
                  </a:txBody>
                  <a:tcPr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algn="ctr"/>
                      <a:r>
                        <a:rPr lang="en-US" altLang="zh-CN" sz="1800" dirty="0">
                          <a:latin typeface="Arial" panose="020B0604020202020204" pitchFamily="34" charset="0"/>
                          <a:cs typeface="Arial" panose="020B0604020202020204" pitchFamily="34" charset="0"/>
                        </a:rPr>
                        <a:t>0</a:t>
                      </a:r>
                      <a:endParaRPr lang="zh-CN" altLang="en-US" sz="1800" dirty="0">
                        <a:latin typeface="Arial" panose="020B0604020202020204" pitchFamily="34" charset="0"/>
                        <a:cs typeface="Arial" panose="020B0604020202020204" pitchFamily="34" charset="0"/>
                      </a:endParaRPr>
                    </a:p>
                  </a:txBody>
                  <a:tcPr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algn="ctr"/>
                      <a:r>
                        <a:rPr lang="zh-CN" altLang="en-US" sz="1800">
                          <a:latin typeface="Arial" panose="020B0604020202020204" pitchFamily="34" charset="0"/>
                          <a:cs typeface="Arial" panose="020B0604020202020204" pitchFamily="34" charset="0"/>
                        </a:rPr>
                        <a:t>左移</a:t>
                      </a:r>
                      <a:endParaRPr lang="zh-CN" altLang="en-US" sz="1800" dirty="0">
                        <a:latin typeface="Arial" panose="020B0604020202020204" pitchFamily="34" charset="0"/>
                        <a:cs typeface="Arial" panose="020B0604020202020204" pitchFamily="34" charset="0"/>
                      </a:endParaRPr>
                    </a:p>
                  </a:txBody>
                  <a:tcPr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975117467"/>
                  </a:ext>
                </a:extLst>
              </a:tr>
              <a:tr h="37084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algn="ctr"/>
                      <a:r>
                        <a:rPr lang="en-US" altLang="zh-CN" sz="1800" dirty="0">
                          <a:latin typeface="Arial" panose="020B0604020202020204" pitchFamily="34" charset="0"/>
                          <a:cs typeface="Arial" panose="020B0604020202020204" pitchFamily="34" charset="0"/>
                        </a:rPr>
                        <a:t>1</a:t>
                      </a:r>
                      <a:endParaRPr lang="zh-CN" altLang="en-US" sz="1800" dirty="0">
                        <a:latin typeface="Arial" panose="020B0604020202020204" pitchFamily="34" charset="0"/>
                        <a:cs typeface="Arial" panose="020B0604020202020204" pitchFamily="34" charset="0"/>
                      </a:endParaRPr>
                    </a:p>
                  </a:txBody>
                  <a:tcPr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algn="ctr"/>
                      <a:r>
                        <a:rPr lang="en-US" altLang="zh-CN" sz="1800" dirty="0">
                          <a:latin typeface="Arial" panose="020B0604020202020204" pitchFamily="34" charset="0"/>
                          <a:cs typeface="Arial" panose="020B0604020202020204" pitchFamily="34" charset="0"/>
                        </a:rPr>
                        <a:t>1</a:t>
                      </a:r>
                      <a:endParaRPr lang="zh-CN" altLang="en-US" sz="1800" dirty="0">
                        <a:latin typeface="Arial" panose="020B0604020202020204" pitchFamily="34" charset="0"/>
                        <a:cs typeface="Arial" panose="020B0604020202020204" pitchFamily="34" charset="0"/>
                      </a:endParaRPr>
                    </a:p>
                  </a:txBody>
                  <a:tcPr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algn="ctr"/>
                      <a:r>
                        <a:rPr lang="en-US" altLang="zh-CN" sz="1800" dirty="0">
                          <a:latin typeface="Arial" panose="020B0604020202020204" pitchFamily="34" charset="0"/>
                          <a:cs typeface="Arial" panose="020B0604020202020204" pitchFamily="34" charset="0"/>
                        </a:rPr>
                        <a:t>1</a:t>
                      </a:r>
                      <a:endParaRPr lang="zh-CN" altLang="en-US" sz="1800" dirty="0">
                        <a:latin typeface="Arial" panose="020B0604020202020204" pitchFamily="34" charset="0"/>
                        <a:cs typeface="Arial" panose="020B0604020202020204" pitchFamily="34" charset="0"/>
                      </a:endParaRPr>
                    </a:p>
                  </a:txBody>
                  <a:tcPr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algn="ctr"/>
                      <a:r>
                        <a:rPr lang="zh-CN" altLang="en-US" sz="1800" dirty="0">
                          <a:latin typeface="Arial" panose="020B0604020202020204" pitchFamily="34" charset="0"/>
                          <a:cs typeface="Arial" panose="020B0604020202020204" pitchFamily="34" charset="0"/>
                        </a:rPr>
                        <a:t>并行加载新输入</a:t>
                      </a:r>
                    </a:p>
                  </a:txBody>
                  <a:tcPr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974042024"/>
                  </a:ext>
                </a:extLst>
              </a:tr>
            </a:tbl>
          </a:graphicData>
        </a:graphic>
      </p:graphicFrame>
      <p:sp>
        <p:nvSpPr>
          <p:cNvPr id="2" name="Title 4">
            <a:extLst>
              <a:ext uri="{FF2B5EF4-FFF2-40B4-BE49-F238E27FC236}">
                <a16:creationId xmlns:a16="http://schemas.microsoft.com/office/drawing/2014/main" id="{8DCC6E17-54E1-27F4-5822-2C84CFF2FB8C}"/>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t>通用移位寄存器</a:t>
            </a:r>
            <a:endParaRPr lang="en-CN" altLang="zh-CN" sz="4000" dirty="0">
              <a:solidFill>
                <a:srgbClr val="0000FF"/>
              </a:solidFill>
              <a:latin typeface="Arial" panose="020B0604020202020204" pitchFamily="34" charset="0"/>
              <a:cs typeface="Arial" panose="020B0604020202020204" pitchFamily="34" charset="0"/>
            </a:endParaRPr>
          </a:p>
        </p:txBody>
      </p:sp>
      <p:grpSp>
        <p:nvGrpSpPr>
          <p:cNvPr id="33" name="组合 32">
            <a:extLst>
              <a:ext uri="{FF2B5EF4-FFF2-40B4-BE49-F238E27FC236}">
                <a16:creationId xmlns:a16="http://schemas.microsoft.com/office/drawing/2014/main" id="{671FF25C-94ED-F89E-DBA8-E5156F410B6C}"/>
              </a:ext>
            </a:extLst>
          </p:cNvPr>
          <p:cNvGrpSpPr/>
          <p:nvPr/>
        </p:nvGrpSpPr>
        <p:grpSpPr>
          <a:xfrm>
            <a:off x="4648200" y="2590800"/>
            <a:ext cx="4292403" cy="3771345"/>
            <a:chOff x="4523611" y="2588181"/>
            <a:chExt cx="4292403" cy="3771345"/>
          </a:xfrm>
        </p:grpSpPr>
        <p:sp>
          <p:nvSpPr>
            <p:cNvPr id="7" name="Freeform 5">
              <a:extLst>
                <a:ext uri="{FF2B5EF4-FFF2-40B4-BE49-F238E27FC236}">
                  <a16:creationId xmlns:a16="http://schemas.microsoft.com/office/drawing/2014/main" id="{0F5E03A6-33FE-4267-8FB8-D7CAA4B6E118}"/>
                </a:ext>
              </a:extLst>
            </p:cNvPr>
            <p:cNvSpPr>
              <a:spLocks/>
            </p:cNvSpPr>
            <p:nvPr/>
          </p:nvSpPr>
          <p:spPr bwMode="auto">
            <a:xfrm>
              <a:off x="5616575" y="3603625"/>
              <a:ext cx="2009775" cy="1724025"/>
            </a:xfrm>
            <a:custGeom>
              <a:avLst/>
              <a:gdLst>
                <a:gd name="T0" fmla="*/ 0 w 2240"/>
                <a:gd name="T1" fmla="*/ 0 h 1920"/>
                <a:gd name="T2" fmla="*/ 0 w 2240"/>
                <a:gd name="T3" fmla="*/ 0 h 1920"/>
                <a:gd name="T4" fmla="*/ 2240 w 2240"/>
                <a:gd name="T5" fmla="*/ 0 h 1920"/>
                <a:gd name="T6" fmla="*/ 2240 w 2240"/>
                <a:gd name="T7" fmla="*/ 1920 h 1920"/>
                <a:gd name="T8" fmla="*/ 0 w 2240"/>
                <a:gd name="T9" fmla="*/ 1920 h 1920"/>
                <a:gd name="T10" fmla="*/ 0 w 2240"/>
                <a:gd name="T11" fmla="*/ 0 h 1920"/>
              </a:gdLst>
              <a:ahLst/>
              <a:cxnLst>
                <a:cxn ang="0">
                  <a:pos x="T0" y="T1"/>
                </a:cxn>
                <a:cxn ang="0">
                  <a:pos x="T2" y="T3"/>
                </a:cxn>
                <a:cxn ang="0">
                  <a:pos x="T4" y="T5"/>
                </a:cxn>
                <a:cxn ang="0">
                  <a:pos x="T6" y="T7"/>
                </a:cxn>
                <a:cxn ang="0">
                  <a:pos x="T8" y="T9"/>
                </a:cxn>
                <a:cxn ang="0">
                  <a:pos x="T10" y="T11"/>
                </a:cxn>
              </a:cxnLst>
              <a:rect l="0" t="0" r="r" b="b"/>
              <a:pathLst>
                <a:path w="2240" h="1920">
                  <a:moveTo>
                    <a:pt x="0" y="0"/>
                  </a:moveTo>
                  <a:lnTo>
                    <a:pt x="0" y="0"/>
                  </a:lnTo>
                  <a:lnTo>
                    <a:pt x="2240" y="0"/>
                  </a:lnTo>
                  <a:lnTo>
                    <a:pt x="2240" y="1920"/>
                  </a:lnTo>
                  <a:lnTo>
                    <a:pt x="0" y="1920"/>
                  </a:lnTo>
                  <a:lnTo>
                    <a:pt x="0" y="0"/>
                  </a:lnTo>
                  <a:close/>
                </a:path>
              </a:pathLst>
            </a:custGeom>
            <a:noFill/>
            <a:ln w="3651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8" name="Freeform 6">
              <a:extLst>
                <a:ext uri="{FF2B5EF4-FFF2-40B4-BE49-F238E27FC236}">
                  <a16:creationId xmlns:a16="http://schemas.microsoft.com/office/drawing/2014/main" id="{04829F5A-58B9-4B51-B9D1-3B383853E394}"/>
                </a:ext>
              </a:extLst>
            </p:cNvPr>
            <p:cNvSpPr>
              <a:spLocks noEditPoints="1"/>
            </p:cNvSpPr>
            <p:nvPr/>
          </p:nvSpPr>
          <p:spPr bwMode="auto">
            <a:xfrm>
              <a:off x="5113337" y="3783013"/>
              <a:ext cx="503238" cy="73025"/>
            </a:xfrm>
            <a:custGeom>
              <a:avLst/>
              <a:gdLst>
                <a:gd name="T0" fmla="*/ 0 w 560"/>
                <a:gd name="T1" fmla="*/ 33 h 80"/>
                <a:gd name="T2" fmla="*/ 0 w 560"/>
                <a:gd name="T3" fmla="*/ 33 h 80"/>
                <a:gd name="T4" fmla="*/ 494 w 560"/>
                <a:gd name="T5" fmla="*/ 33 h 80"/>
                <a:gd name="T6" fmla="*/ 494 w 560"/>
                <a:gd name="T7" fmla="*/ 47 h 80"/>
                <a:gd name="T8" fmla="*/ 0 w 560"/>
                <a:gd name="T9" fmla="*/ 47 h 80"/>
                <a:gd name="T10" fmla="*/ 0 w 560"/>
                <a:gd name="T11" fmla="*/ 33 h 80"/>
                <a:gd name="T12" fmla="*/ 480 w 560"/>
                <a:gd name="T13" fmla="*/ 0 h 80"/>
                <a:gd name="T14" fmla="*/ 480 w 560"/>
                <a:gd name="T15" fmla="*/ 0 h 80"/>
                <a:gd name="T16" fmla="*/ 560 w 560"/>
                <a:gd name="T17" fmla="*/ 40 h 80"/>
                <a:gd name="T18" fmla="*/ 480 w 560"/>
                <a:gd name="T19" fmla="*/ 80 h 80"/>
                <a:gd name="T20" fmla="*/ 480 w 560"/>
                <a:gd name="T21"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60" h="80">
                  <a:moveTo>
                    <a:pt x="0" y="33"/>
                  </a:moveTo>
                  <a:lnTo>
                    <a:pt x="0" y="33"/>
                  </a:lnTo>
                  <a:lnTo>
                    <a:pt x="494" y="33"/>
                  </a:lnTo>
                  <a:lnTo>
                    <a:pt x="494" y="47"/>
                  </a:lnTo>
                  <a:lnTo>
                    <a:pt x="0" y="47"/>
                  </a:lnTo>
                  <a:lnTo>
                    <a:pt x="0" y="33"/>
                  </a:lnTo>
                  <a:close/>
                  <a:moveTo>
                    <a:pt x="480" y="0"/>
                  </a:moveTo>
                  <a:lnTo>
                    <a:pt x="480" y="0"/>
                  </a:lnTo>
                  <a:lnTo>
                    <a:pt x="560" y="40"/>
                  </a:lnTo>
                  <a:lnTo>
                    <a:pt x="480" y="80"/>
                  </a:lnTo>
                  <a:lnTo>
                    <a:pt x="480" y="0"/>
                  </a:lnTo>
                  <a:close/>
                </a:path>
              </a:pathLst>
            </a:custGeom>
            <a:solidFill>
              <a:srgbClr val="0000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9" name="Freeform 7">
              <a:extLst>
                <a:ext uri="{FF2B5EF4-FFF2-40B4-BE49-F238E27FC236}">
                  <a16:creationId xmlns:a16="http://schemas.microsoft.com/office/drawing/2014/main" id="{2A804A2B-56C0-43E2-BFF2-AA5981699B61}"/>
                </a:ext>
              </a:extLst>
            </p:cNvPr>
            <p:cNvSpPr>
              <a:spLocks noEditPoints="1"/>
            </p:cNvSpPr>
            <p:nvPr/>
          </p:nvSpPr>
          <p:spPr bwMode="auto">
            <a:xfrm>
              <a:off x="5113337" y="4646613"/>
              <a:ext cx="503238" cy="71438"/>
            </a:xfrm>
            <a:custGeom>
              <a:avLst/>
              <a:gdLst>
                <a:gd name="T0" fmla="*/ 0 w 560"/>
                <a:gd name="T1" fmla="*/ 33 h 80"/>
                <a:gd name="T2" fmla="*/ 0 w 560"/>
                <a:gd name="T3" fmla="*/ 33 h 80"/>
                <a:gd name="T4" fmla="*/ 494 w 560"/>
                <a:gd name="T5" fmla="*/ 33 h 80"/>
                <a:gd name="T6" fmla="*/ 494 w 560"/>
                <a:gd name="T7" fmla="*/ 47 h 80"/>
                <a:gd name="T8" fmla="*/ 0 w 560"/>
                <a:gd name="T9" fmla="*/ 47 h 80"/>
                <a:gd name="T10" fmla="*/ 0 w 560"/>
                <a:gd name="T11" fmla="*/ 33 h 80"/>
                <a:gd name="T12" fmla="*/ 480 w 560"/>
                <a:gd name="T13" fmla="*/ 0 h 80"/>
                <a:gd name="T14" fmla="*/ 480 w 560"/>
                <a:gd name="T15" fmla="*/ 0 h 80"/>
                <a:gd name="T16" fmla="*/ 560 w 560"/>
                <a:gd name="T17" fmla="*/ 40 h 80"/>
                <a:gd name="T18" fmla="*/ 480 w 560"/>
                <a:gd name="T19" fmla="*/ 80 h 80"/>
                <a:gd name="T20" fmla="*/ 480 w 560"/>
                <a:gd name="T21"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60" h="80">
                  <a:moveTo>
                    <a:pt x="0" y="33"/>
                  </a:moveTo>
                  <a:lnTo>
                    <a:pt x="0" y="33"/>
                  </a:lnTo>
                  <a:lnTo>
                    <a:pt x="494" y="33"/>
                  </a:lnTo>
                  <a:lnTo>
                    <a:pt x="494" y="47"/>
                  </a:lnTo>
                  <a:lnTo>
                    <a:pt x="0" y="47"/>
                  </a:lnTo>
                  <a:lnTo>
                    <a:pt x="0" y="33"/>
                  </a:lnTo>
                  <a:close/>
                  <a:moveTo>
                    <a:pt x="480" y="0"/>
                  </a:moveTo>
                  <a:lnTo>
                    <a:pt x="480" y="0"/>
                  </a:lnTo>
                  <a:lnTo>
                    <a:pt x="560" y="40"/>
                  </a:lnTo>
                  <a:lnTo>
                    <a:pt x="480" y="80"/>
                  </a:lnTo>
                  <a:lnTo>
                    <a:pt x="480" y="0"/>
                  </a:lnTo>
                  <a:close/>
                </a:path>
              </a:pathLst>
            </a:custGeom>
            <a:solidFill>
              <a:srgbClr val="0000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0" name="Freeform 8">
              <a:extLst>
                <a:ext uri="{FF2B5EF4-FFF2-40B4-BE49-F238E27FC236}">
                  <a16:creationId xmlns:a16="http://schemas.microsoft.com/office/drawing/2014/main" id="{7A0F30BF-C2FE-491A-A92C-1B6DBD5A71A0}"/>
                </a:ext>
              </a:extLst>
            </p:cNvPr>
            <p:cNvSpPr>
              <a:spLocks noEditPoints="1"/>
            </p:cNvSpPr>
            <p:nvPr/>
          </p:nvSpPr>
          <p:spPr bwMode="auto">
            <a:xfrm>
              <a:off x="5113337" y="4860926"/>
              <a:ext cx="503238" cy="73025"/>
            </a:xfrm>
            <a:custGeom>
              <a:avLst/>
              <a:gdLst>
                <a:gd name="T0" fmla="*/ 0 w 560"/>
                <a:gd name="T1" fmla="*/ 33 h 80"/>
                <a:gd name="T2" fmla="*/ 0 w 560"/>
                <a:gd name="T3" fmla="*/ 33 h 80"/>
                <a:gd name="T4" fmla="*/ 494 w 560"/>
                <a:gd name="T5" fmla="*/ 33 h 80"/>
                <a:gd name="T6" fmla="*/ 494 w 560"/>
                <a:gd name="T7" fmla="*/ 47 h 80"/>
                <a:gd name="T8" fmla="*/ 0 w 560"/>
                <a:gd name="T9" fmla="*/ 47 h 80"/>
                <a:gd name="T10" fmla="*/ 0 w 560"/>
                <a:gd name="T11" fmla="*/ 33 h 80"/>
                <a:gd name="T12" fmla="*/ 480 w 560"/>
                <a:gd name="T13" fmla="*/ 0 h 80"/>
                <a:gd name="T14" fmla="*/ 480 w 560"/>
                <a:gd name="T15" fmla="*/ 0 h 80"/>
                <a:gd name="T16" fmla="*/ 560 w 560"/>
                <a:gd name="T17" fmla="*/ 40 h 80"/>
                <a:gd name="T18" fmla="*/ 480 w 560"/>
                <a:gd name="T19" fmla="*/ 80 h 80"/>
                <a:gd name="T20" fmla="*/ 480 w 560"/>
                <a:gd name="T21"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60" h="80">
                  <a:moveTo>
                    <a:pt x="0" y="33"/>
                  </a:moveTo>
                  <a:lnTo>
                    <a:pt x="0" y="33"/>
                  </a:lnTo>
                  <a:lnTo>
                    <a:pt x="494" y="33"/>
                  </a:lnTo>
                  <a:lnTo>
                    <a:pt x="494" y="47"/>
                  </a:lnTo>
                  <a:lnTo>
                    <a:pt x="0" y="47"/>
                  </a:lnTo>
                  <a:lnTo>
                    <a:pt x="0" y="33"/>
                  </a:lnTo>
                  <a:close/>
                  <a:moveTo>
                    <a:pt x="480" y="0"/>
                  </a:moveTo>
                  <a:lnTo>
                    <a:pt x="480" y="0"/>
                  </a:lnTo>
                  <a:lnTo>
                    <a:pt x="560" y="40"/>
                  </a:lnTo>
                  <a:lnTo>
                    <a:pt x="480" y="80"/>
                  </a:lnTo>
                  <a:lnTo>
                    <a:pt x="480" y="0"/>
                  </a:lnTo>
                  <a:close/>
                </a:path>
              </a:pathLst>
            </a:custGeom>
            <a:solidFill>
              <a:srgbClr val="0000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1" name="Freeform 9">
              <a:extLst>
                <a:ext uri="{FF2B5EF4-FFF2-40B4-BE49-F238E27FC236}">
                  <a16:creationId xmlns:a16="http://schemas.microsoft.com/office/drawing/2014/main" id="{6AA7AE4B-AEA1-4ADD-A980-4F38E0161068}"/>
                </a:ext>
              </a:extLst>
            </p:cNvPr>
            <p:cNvSpPr>
              <a:spLocks noEditPoints="1"/>
            </p:cNvSpPr>
            <p:nvPr/>
          </p:nvSpPr>
          <p:spPr bwMode="auto">
            <a:xfrm>
              <a:off x="5113337" y="5076826"/>
              <a:ext cx="503238" cy="71438"/>
            </a:xfrm>
            <a:custGeom>
              <a:avLst/>
              <a:gdLst>
                <a:gd name="T0" fmla="*/ 0 w 560"/>
                <a:gd name="T1" fmla="*/ 33 h 80"/>
                <a:gd name="T2" fmla="*/ 0 w 560"/>
                <a:gd name="T3" fmla="*/ 33 h 80"/>
                <a:gd name="T4" fmla="*/ 494 w 560"/>
                <a:gd name="T5" fmla="*/ 33 h 80"/>
                <a:gd name="T6" fmla="*/ 494 w 560"/>
                <a:gd name="T7" fmla="*/ 47 h 80"/>
                <a:gd name="T8" fmla="*/ 0 w 560"/>
                <a:gd name="T9" fmla="*/ 47 h 80"/>
                <a:gd name="T10" fmla="*/ 0 w 560"/>
                <a:gd name="T11" fmla="*/ 33 h 80"/>
                <a:gd name="T12" fmla="*/ 480 w 560"/>
                <a:gd name="T13" fmla="*/ 0 h 80"/>
                <a:gd name="T14" fmla="*/ 480 w 560"/>
                <a:gd name="T15" fmla="*/ 0 h 80"/>
                <a:gd name="T16" fmla="*/ 560 w 560"/>
                <a:gd name="T17" fmla="*/ 40 h 80"/>
                <a:gd name="T18" fmla="*/ 480 w 560"/>
                <a:gd name="T19" fmla="*/ 80 h 80"/>
                <a:gd name="T20" fmla="*/ 480 w 560"/>
                <a:gd name="T21"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60" h="80">
                  <a:moveTo>
                    <a:pt x="0" y="33"/>
                  </a:moveTo>
                  <a:lnTo>
                    <a:pt x="0" y="33"/>
                  </a:lnTo>
                  <a:lnTo>
                    <a:pt x="494" y="33"/>
                  </a:lnTo>
                  <a:lnTo>
                    <a:pt x="494" y="47"/>
                  </a:lnTo>
                  <a:lnTo>
                    <a:pt x="0" y="47"/>
                  </a:lnTo>
                  <a:lnTo>
                    <a:pt x="0" y="33"/>
                  </a:lnTo>
                  <a:close/>
                  <a:moveTo>
                    <a:pt x="480" y="0"/>
                  </a:moveTo>
                  <a:lnTo>
                    <a:pt x="480" y="0"/>
                  </a:lnTo>
                  <a:lnTo>
                    <a:pt x="560" y="40"/>
                  </a:lnTo>
                  <a:lnTo>
                    <a:pt x="480" y="80"/>
                  </a:lnTo>
                  <a:lnTo>
                    <a:pt x="480" y="0"/>
                  </a:lnTo>
                  <a:close/>
                </a:path>
              </a:pathLst>
            </a:custGeom>
            <a:solidFill>
              <a:srgbClr val="0000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2" name="Freeform 10">
              <a:extLst>
                <a:ext uri="{FF2B5EF4-FFF2-40B4-BE49-F238E27FC236}">
                  <a16:creationId xmlns:a16="http://schemas.microsoft.com/office/drawing/2014/main" id="{F9822A47-DF46-4D48-9AED-9AF02942DE0C}"/>
                </a:ext>
              </a:extLst>
            </p:cNvPr>
            <p:cNvSpPr>
              <a:spLocks noEditPoints="1"/>
            </p:cNvSpPr>
            <p:nvPr/>
          </p:nvSpPr>
          <p:spPr bwMode="auto">
            <a:xfrm>
              <a:off x="7626350" y="3783013"/>
              <a:ext cx="501650" cy="73025"/>
            </a:xfrm>
            <a:custGeom>
              <a:avLst/>
              <a:gdLst>
                <a:gd name="T0" fmla="*/ 0 w 560"/>
                <a:gd name="T1" fmla="*/ 33 h 80"/>
                <a:gd name="T2" fmla="*/ 0 w 560"/>
                <a:gd name="T3" fmla="*/ 33 h 80"/>
                <a:gd name="T4" fmla="*/ 494 w 560"/>
                <a:gd name="T5" fmla="*/ 33 h 80"/>
                <a:gd name="T6" fmla="*/ 494 w 560"/>
                <a:gd name="T7" fmla="*/ 47 h 80"/>
                <a:gd name="T8" fmla="*/ 0 w 560"/>
                <a:gd name="T9" fmla="*/ 47 h 80"/>
                <a:gd name="T10" fmla="*/ 0 w 560"/>
                <a:gd name="T11" fmla="*/ 33 h 80"/>
                <a:gd name="T12" fmla="*/ 480 w 560"/>
                <a:gd name="T13" fmla="*/ 0 h 80"/>
                <a:gd name="T14" fmla="*/ 480 w 560"/>
                <a:gd name="T15" fmla="*/ 0 h 80"/>
                <a:gd name="T16" fmla="*/ 560 w 560"/>
                <a:gd name="T17" fmla="*/ 40 h 80"/>
                <a:gd name="T18" fmla="*/ 480 w 560"/>
                <a:gd name="T19" fmla="*/ 80 h 80"/>
                <a:gd name="T20" fmla="*/ 480 w 560"/>
                <a:gd name="T21"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60" h="80">
                  <a:moveTo>
                    <a:pt x="0" y="33"/>
                  </a:moveTo>
                  <a:lnTo>
                    <a:pt x="0" y="33"/>
                  </a:lnTo>
                  <a:lnTo>
                    <a:pt x="494" y="33"/>
                  </a:lnTo>
                  <a:lnTo>
                    <a:pt x="494" y="47"/>
                  </a:lnTo>
                  <a:lnTo>
                    <a:pt x="0" y="47"/>
                  </a:lnTo>
                  <a:lnTo>
                    <a:pt x="0" y="33"/>
                  </a:lnTo>
                  <a:close/>
                  <a:moveTo>
                    <a:pt x="480" y="0"/>
                  </a:moveTo>
                  <a:lnTo>
                    <a:pt x="480" y="0"/>
                  </a:lnTo>
                  <a:lnTo>
                    <a:pt x="560" y="40"/>
                  </a:lnTo>
                  <a:lnTo>
                    <a:pt x="480" y="80"/>
                  </a:lnTo>
                  <a:lnTo>
                    <a:pt x="480" y="0"/>
                  </a:lnTo>
                  <a:close/>
                </a:path>
              </a:pathLst>
            </a:custGeom>
            <a:solidFill>
              <a:srgbClr val="0000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3" name="Freeform 11">
              <a:extLst>
                <a:ext uri="{FF2B5EF4-FFF2-40B4-BE49-F238E27FC236}">
                  <a16:creationId xmlns:a16="http://schemas.microsoft.com/office/drawing/2014/main" id="{A37731A1-D34F-4002-9064-F785056541A0}"/>
                </a:ext>
              </a:extLst>
            </p:cNvPr>
            <p:cNvSpPr>
              <a:spLocks noEditPoints="1"/>
            </p:cNvSpPr>
            <p:nvPr/>
          </p:nvSpPr>
          <p:spPr bwMode="auto">
            <a:xfrm>
              <a:off x="7626350" y="4214813"/>
              <a:ext cx="501650" cy="71438"/>
            </a:xfrm>
            <a:custGeom>
              <a:avLst/>
              <a:gdLst>
                <a:gd name="T0" fmla="*/ 560 w 560"/>
                <a:gd name="T1" fmla="*/ 33 h 80"/>
                <a:gd name="T2" fmla="*/ 560 w 560"/>
                <a:gd name="T3" fmla="*/ 33 h 80"/>
                <a:gd name="T4" fmla="*/ 67 w 560"/>
                <a:gd name="T5" fmla="*/ 33 h 80"/>
                <a:gd name="T6" fmla="*/ 67 w 560"/>
                <a:gd name="T7" fmla="*/ 47 h 80"/>
                <a:gd name="T8" fmla="*/ 560 w 560"/>
                <a:gd name="T9" fmla="*/ 47 h 80"/>
                <a:gd name="T10" fmla="*/ 560 w 560"/>
                <a:gd name="T11" fmla="*/ 33 h 80"/>
                <a:gd name="T12" fmla="*/ 80 w 560"/>
                <a:gd name="T13" fmla="*/ 0 h 80"/>
                <a:gd name="T14" fmla="*/ 80 w 560"/>
                <a:gd name="T15" fmla="*/ 0 h 80"/>
                <a:gd name="T16" fmla="*/ 0 w 560"/>
                <a:gd name="T17" fmla="*/ 40 h 80"/>
                <a:gd name="T18" fmla="*/ 80 w 560"/>
                <a:gd name="T19" fmla="*/ 80 h 80"/>
                <a:gd name="T20" fmla="*/ 80 w 560"/>
                <a:gd name="T21"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60" h="80">
                  <a:moveTo>
                    <a:pt x="560" y="33"/>
                  </a:moveTo>
                  <a:lnTo>
                    <a:pt x="560" y="33"/>
                  </a:lnTo>
                  <a:lnTo>
                    <a:pt x="67" y="33"/>
                  </a:lnTo>
                  <a:lnTo>
                    <a:pt x="67" y="47"/>
                  </a:lnTo>
                  <a:lnTo>
                    <a:pt x="560" y="47"/>
                  </a:lnTo>
                  <a:lnTo>
                    <a:pt x="560" y="33"/>
                  </a:lnTo>
                  <a:close/>
                  <a:moveTo>
                    <a:pt x="80" y="0"/>
                  </a:moveTo>
                  <a:lnTo>
                    <a:pt x="80" y="0"/>
                  </a:lnTo>
                  <a:lnTo>
                    <a:pt x="0" y="40"/>
                  </a:lnTo>
                  <a:lnTo>
                    <a:pt x="80" y="80"/>
                  </a:lnTo>
                  <a:lnTo>
                    <a:pt x="80" y="0"/>
                  </a:lnTo>
                  <a:close/>
                </a:path>
              </a:pathLst>
            </a:custGeom>
            <a:solidFill>
              <a:srgbClr val="0000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4" name="Freeform 12">
              <a:extLst>
                <a:ext uri="{FF2B5EF4-FFF2-40B4-BE49-F238E27FC236}">
                  <a16:creationId xmlns:a16="http://schemas.microsoft.com/office/drawing/2014/main" id="{B2E8BFA6-2912-4DDA-8A21-762B8DE06CA7}"/>
                </a:ext>
              </a:extLst>
            </p:cNvPr>
            <p:cNvSpPr>
              <a:spLocks noEditPoints="1"/>
            </p:cNvSpPr>
            <p:nvPr/>
          </p:nvSpPr>
          <p:spPr bwMode="auto">
            <a:xfrm>
              <a:off x="5113337" y="4214813"/>
              <a:ext cx="503238" cy="71438"/>
            </a:xfrm>
            <a:custGeom>
              <a:avLst/>
              <a:gdLst>
                <a:gd name="T0" fmla="*/ 560 w 560"/>
                <a:gd name="T1" fmla="*/ 33 h 80"/>
                <a:gd name="T2" fmla="*/ 560 w 560"/>
                <a:gd name="T3" fmla="*/ 33 h 80"/>
                <a:gd name="T4" fmla="*/ 67 w 560"/>
                <a:gd name="T5" fmla="*/ 33 h 80"/>
                <a:gd name="T6" fmla="*/ 67 w 560"/>
                <a:gd name="T7" fmla="*/ 47 h 80"/>
                <a:gd name="T8" fmla="*/ 560 w 560"/>
                <a:gd name="T9" fmla="*/ 47 h 80"/>
                <a:gd name="T10" fmla="*/ 560 w 560"/>
                <a:gd name="T11" fmla="*/ 33 h 80"/>
                <a:gd name="T12" fmla="*/ 80 w 560"/>
                <a:gd name="T13" fmla="*/ 0 h 80"/>
                <a:gd name="T14" fmla="*/ 80 w 560"/>
                <a:gd name="T15" fmla="*/ 0 h 80"/>
                <a:gd name="T16" fmla="*/ 0 w 560"/>
                <a:gd name="T17" fmla="*/ 40 h 80"/>
                <a:gd name="T18" fmla="*/ 80 w 560"/>
                <a:gd name="T19" fmla="*/ 80 h 80"/>
                <a:gd name="T20" fmla="*/ 80 w 560"/>
                <a:gd name="T21"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60" h="80">
                  <a:moveTo>
                    <a:pt x="560" y="33"/>
                  </a:moveTo>
                  <a:lnTo>
                    <a:pt x="560" y="33"/>
                  </a:lnTo>
                  <a:lnTo>
                    <a:pt x="67" y="33"/>
                  </a:lnTo>
                  <a:lnTo>
                    <a:pt x="67" y="47"/>
                  </a:lnTo>
                  <a:lnTo>
                    <a:pt x="560" y="47"/>
                  </a:lnTo>
                  <a:lnTo>
                    <a:pt x="560" y="33"/>
                  </a:lnTo>
                  <a:close/>
                  <a:moveTo>
                    <a:pt x="80" y="0"/>
                  </a:moveTo>
                  <a:lnTo>
                    <a:pt x="80" y="0"/>
                  </a:lnTo>
                  <a:lnTo>
                    <a:pt x="0" y="40"/>
                  </a:lnTo>
                  <a:lnTo>
                    <a:pt x="80" y="80"/>
                  </a:lnTo>
                  <a:lnTo>
                    <a:pt x="80" y="0"/>
                  </a:lnTo>
                  <a:close/>
                </a:path>
              </a:pathLst>
            </a:custGeom>
            <a:solidFill>
              <a:srgbClr val="0000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5" name="Freeform 13">
              <a:extLst>
                <a:ext uri="{FF2B5EF4-FFF2-40B4-BE49-F238E27FC236}">
                  <a16:creationId xmlns:a16="http://schemas.microsoft.com/office/drawing/2014/main" id="{6803F236-D31A-4E72-BF19-A953251C2488}"/>
                </a:ext>
              </a:extLst>
            </p:cNvPr>
            <p:cNvSpPr>
              <a:spLocks noEditPoints="1"/>
            </p:cNvSpPr>
            <p:nvPr/>
          </p:nvSpPr>
          <p:spPr bwMode="auto">
            <a:xfrm>
              <a:off x="7626350" y="4860926"/>
              <a:ext cx="501650" cy="73025"/>
            </a:xfrm>
            <a:custGeom>
              <a:avLst/>
              <a:gdLst>
                <a:gd name="T0" fmla="*/ 560 w 560"/>
                <a:gd name="T1" fmla="*/ 33 h 80"/>
                <a:gd name="T2" fmla="*/ 560 w 560"/>
                <a:gd name="T3" fmla="*/ 33 h 80"/>
                <a:gd name="T4" fmla="*/ 67 w 560"/>
                <a:gd name="T5" fmla="*/ 33 h 80"/>
                <a:gd name="T6" fmla="*/ 67 w 560"/>
                <a:gd name="T7" fmla="*/ 47 h 80"/>
                <a:gd name="T8" fmla="*/ 560 w 560"/>
                <a:gd name="T9" fmla="*/ 47 h 80"/>
                <a:gd name="T10" fmla="*/ 560 w 560"/>
                <a:gd name="T11" fmla="*/ 33 h 80"/>
                <a:gd name="T12" fmla="*/ 80 w 560"/>
                <a:gd name="T13" fmla="*/ 0 h 80"/>
                <a:gd name="T14" fmla="*/ 80 w 560"/>
                <a:gd name="T15" fmla="*/ 0 h 80"/>
                <a:gd name="T16" fmla="*/ 0 w 560"/>
                <a:gd name="T17" fmla="*/ 40 h 80"/>
                <a:gd name="T18" fmla="*/ 80 w 560"/>
                <a:gd name="T19" fmla="*/ 80 h 80"/>
                <a:gd name="T20" fmla="*/ 80 w 560"/>
                <a:gd name="T21"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60" h="80">
                  <a:moveTo>
                    <a:pt x="560" y="33"/>
                  </a:moveTo>
                  <a:lnTo>
                    <a:pt x="560" y="33"/>
                  </a:lnTo>
                  <a:lnTo>
                    <a:pt x="67" y="33"/>
                  </a:lnTo>
                  <a:lnTo>
                    <a:pt x="67" y="47"/>
                  </a:lnTo>
                  <a:lnTo>
                    <a:pt x="560" y="47"/>
                  </a:lnTo>
                  <a:lnTo>
                    <a:pt x="560" y="33"/>
                  </a:lnTo>
                  <a:close/>
                  <a:moveTo>
                    <a:pt x="80" y="0"/>
                  </a:moveTo>
                  <a:lnTo>
                    <a:pt x="80" y="0"/>
                  </a:lnTo>
                  <a:lnTo>
                    <a:pt x="0" y="40"/>
                  </a:lnTo>
                  <a:lnTo>
                    <a:pt x="80" y="80"/>
                  </a:lnTo>
                  <a:lnTo>
                    <a:pt x="80" y="0"/>
                  </a:lnTo>
                  <a:close/>
                </a:path>
              </a:pathLst>
            </a:custGeom>
            <a:solidFill>
              <a:srgbClr val="0000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6" name="Freeform 14">
              <a:extLst>
                <a:ext uri="{FF2B5EF4-FFF2-40B4-BE49-F238E27FC236}">
                  <a16:creationId xmlns:a16="http://schemas.microsoft.com/office/drawing/2014/main" id="{3F67F422-17F1-4096-97E4-66B77FE47D88}"/>
                </a:ext>
              </a:extLst>
            </p:cNvPr>
            <p:cNvSpPr>
              <a:spLocks noEditPoints="1"/>
            </p:cNvSpPr>
            <p:nvPr/>
          </p:nvSpPr>
          <p:spPr bwMode="auto">
            <a:xfrm>
              <a:off x="5940425" y="5327651"/>
              <a:ext cx="71438" cy="647700"/>
            </a:xfrm>
            <a:custGeom>
              <a:avLst/>
              <a:gdLst>
                <a:gd name="T0" fmla="*/ 46 w 80"/>
                <a:gd name="T1" fmla="*/ 720 h 720"/>
                <a:gd name="T2" fmla="*/ 46 w 80"/>
                <a:gd name="T3" fmla="*/ 720 h 720"/>
                <a:gd name="T4" fmla="*/ 46 w 80"/>
                <a:gd name="T5" fmla="*/ 67 h 720"/>
                <a:gd name="T6" fmla="*/ 33 w 80"/>
                <a:gd name="T7" fmla="*/ 67 h 720"/>
                <a:gd name="T8" fmla="*/ 33 w 80"/>
                <a:gd name="T9" fmla="*/ 720 h 720"/>
                <a:gd name="T10" fmla="*/ 46 w 80"/>
                <a:gd name="T11" fmla="*/ 720 h 720"/>
                <a:gd name="T12" fmla="*/ 80 w 80"/>
                <a:gd name="T13" fmla="*/ 80 h 720"/>
                <a:gd name="T14" fmla="*/ 80 w 80"/>
                <a:gd name="T15" fmla="*/ 80 h 720"/>
                <a:gd name="T16" fmla="*/ 40 w 80"/>
                <a:gd name="T17" fmla="*/ 0 h 720"/>
                <a:gd name="T18" fmla="*/ 0 w 80"/>
                <a:gd name="T19" fmla="*/ 80 h 720"/>
                <a:gd name="T20" fmla="*/ 80 w 80"/>
                <a:gd name="T21" fmla="*/ 80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720">
                  <a:moveTo>
                    <a:pt x="46" y="720"/>
                  </a:moveTo>
                  <a:lnTo>
                    <a:pt x="46" y="720"/>
                  </a:lnTo>
                  <a:lnTo>
                    <a:pt x="46" y="67"/>
                  </a:lnTo>
                  <a:lnTo>
                    <a:pt x="33" y="67"/>
                  </a:lnTo>
                  <a:lnTo>
                    <a:pt x="33" y="720"/>
                  </a:lnTo>
                  <a:lnTo>
                    <a:pt x="46" y="720"/>
                  </a:lnTo>
                  <a:close/>
                  <a:moveTo>
                    <a:pt x="80" y="80"/>
                  </a:moveTo>
                  <a:lnTo>
                    <a:pt x="80" y="80"/>
                  </a:lnTo>
                  <a:lnTo>
                    <a:pt x="40" y="0"/>
                  </a:lnTo>
                  <a:lnTo>
                    <a:pt x="0" y="80"/>
                  </a:lnTo>
                  <a:lnTo>
                    <a:pt x="80" y="80"/>
                  </a:lnTo>
                  <a:close/>
                </a:path>
              </a:pathLst>
            </a:custGeom>
            <a:solidFill>
              <a:srgbClr val="0000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7" name="Freeform 15">
              <a:extLst>
                <a:ext uri="{FF2B5EF4-FFF2-40B4-BE49-F238E27FC236}">
                  <a16:creationId xmlns:a16="http://schemas.microsoft.com/office/drawing/2014/main" id="{8440B3FA-EA8D-4974-98B1-FAE614E3C86B}"/>
                </a:ext>
              </a:extLst>
            </p:cNvPr>
            <p:cNvSpPr>
              <a:spLocks noEditPoints="1"/>
            </p:cNvSpPr>
            <p:nvPr/>
          </p:nvSpPr>
          <p:spPr bwMode="auto">
            <a:xfrm>
              <a:off x="6370637" y="5327651"/>
              <a:ext cx="71438" cy="647700"/>
            </a:xfrm>
            <a:custGeom>
              <a:avLst/>
              <a:gdLst>
                <a:gd name="T0" fmla="*/ 46 w 80"/>
                <a:gd name="T1" fmla="*/ 720 h 720"/>
                <a:gd name="T2" fmla="*/ 46 w 80"/>
                <a:gd name="T3" fmla="*/ 720 h 720"/>
                <a:gd name="T4" fmla="*/ 46 w 80"/>
                <a:gd name="T5" fmla="*/ 67 h 720"/>
                <a:gd name="T6" fmla="*/ 33 w 80"/>
                <a:gd name="T7" fmla="*/ 67 h 720"/>
                <a:gd name="T8" fmla="*/ 33 w 80"/>
                <a:gd name="T9" fmla="*/ 720 h 720"/>
                <a:gd name="T10" fmla="*/ 46 w 80"/>
                <a:gd name="T11" fmla="*/ 720 h 720"/>
                <a:gd name="T12" fmla="*/ 80 w 80"/>
                <a:gd name="T13" fmla="*/ 80 h 720"/>
                <a:gd name="T14" fmla="*/ 80 w 80"/>
                <a:gd name="T15" fmla="*/ 80 h 720"/>
                <a:gd name="T16" fmla="*/ 40 w 80"/>
                <a:gd name="T17" fmla="*/ 0 h 720"/>
                <a:gd name="T18" fmla="*/ 0 w 80"/>
                <a:gd name="T19" fmla="*/ 80 h 720"/>
                <a:gd name="T20" fmla="*/ 80 w 80"/>
                <a:gd name="T21" fmla="*/ 80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720">
                  <a:moveTo>
                    <a:pt x="46" y="720"/>
                  </a:moveTo>
                  <a:lnTo>
                    <a:pt x="46" y="720"/>
                  </a:lnTo>
                  <a:lnTo>
                    <a:pt x="46" y="67"/>
                  </a:lnTo>
                  <a:lnTo>
                    <a:pt x="33" y="67"/>
                  </a:lnTo>
                  <a:lnTo>
                    <a:pt x="33" y="720"/>
                  </a:lnTo>
                  <a:lnTo>
                    <a:pt x="46" y="720"/>
                  </a:lnTo>
                  <a:close/>
                  <a:moveTo>
                    <a:pt x="80" y="80"/>
                  </a:moveTo>
                  <a:lnTo>
                    <a:pt x="80" y="80"/>
                  </a:lnTo>
                  <a:lnTo>
                    <a:pt x="40" y="0"/>
                  </a:lnTo>
                  <a:lnTo>
                    <a:pt x="0" y="80"/>
                  </a:lnTo>
                  <a:lnTo>
                    <a:pt x="80" y="80"/>
                  </a:lnTo>
                  <a:close/>
                </a:path>
              </a:pathLst>
            </a:custGeom>
            <a:solidFill>
              <a:srgbClr val="0000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8" name="Freeform 16">
              <a:extLst>
                <a:ext uri="{FF2B5EF4-FFF2-40B4-BE49-F238E27FC236}">
                  <a16:creationId xmlns:a16="http://schemas.microsoft.com/office/drawing/2014/main" id="{8DB061EA-72EF-44A5-9E84-4A57F9882A25}"/>
                </a:ext>
              </a:extLst>
            </p:cNvPr>
            <p:cNvSpPr>
              <a:spLocks noEditPoints="1"/>
            </p:cNvSpPr>
            <p:nvPr/>
          </p:nvSpPr>
          <p:spPr bwMode="auto">
            <a:xfrm>
              <a:off x="6800850" y="5327651"/>
              <a:ext cx="73025" cy="647700"/>
            </a:xfrm>
            <a:custGeom>
              <a:avLst/>
              <a:gdLst>
                <a:gd name="T0" fmla="*/ 46 w 80"/>
                <a:gd name="T1" fmla="*/ 720 h 720"/>
                <a:gd name="T2" fmla="*/ 46 w 80"/>
                <a:gd name="T3" fmla="*/ 720 h 720"/>
                <a:gd name="T4" fmla="*/ 46 w 80"/>
                <a:gd name="T5" fmla="*/ 67 h 720"/>
                <a:gd name="T6" fmla="*/ 33 w 80"/>
                <a:gd name="T7" fmla="*/ 67 h 720"/>
                <a:gd name="T8" fmla="*/ 33 w 80"/>
                <a:gd name="T9" fmla="*/ 720 h 720"/>
                <a:gd name="T10" fmla="*/ 46 w 80"/>
                <a:gd name="T11" fmla="*/ 720 h 720"/>
                <a:gd name="T12" fmla="*/ 80 w 80"/>
                <a:gd name="T13" fmla="*/ 80 h 720"/>
                <a:gd name="T14" fmla="*/ 80 w 80"/>
                <a:gd name="T15" fmla="*/ 80 h 720"/>
                <a:gd name="T16" fmla="*/ 40 w 80"/>
                <a:gd name="T17" fmla="*/ 0 h 720"/>
                <a:gd name="T18" fmla="*/ 0 w 80"/>
                <a:gd name="T19" fmla="*/ 80 h 720"/>
                <a:gd name="T20" fmla="*/ 80 w 80"/>
                <a:gd name="T21" fmla="*/ 80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720">
                  <a:moveTo>
                    <a:pt x="46" y="720"/>
                  </a:moveTo>
                  <a:lnTo>
                    <a:pt x="46" y="720"/>
                  </a:lnTo>
                  <a:lnTo>
                    <a:pt x="46" y="67"/>
                  </a:lnTo>
                  <a:lnTo>
                    <a:pt x="33" y="67"/>
                  </a:lnTo>
                  <a:lnTo>
                    <a:pt x="33" y="720"/>
                  </a:lnTo>
                  <a:lnTo>
                    <a:pt x="46" y="720"/>
                  </a:lnTo>
                  <a:close/>
                  <a:moveTo>
                    <a:pt x="80" y="80"/>
                  </a:moveTo>
                  <a:lnTo>
                    <a:pt x="80" y="80"/>
                  </a:lnTo>
                  <a:lnTo>
                    <a:pt x="40" y="0"/>
                  </a:lnTo>
                  <a:lnTo>
                    <a:pt x="0" y="80"/>
                  </a:lnTo>
                  <a:lnTo>
                    <a:pt x="80" y="80"/>
                  </a:lnTo>
                  <a:close/>
                </a:path>
              </a:pathLst>
            </a:custGeom>
            <a:solidFill>
              <a:srgbClr val="0000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9" name="Freeform 17">
              <a:extLst>
                <a:ext uri="{FF2B5EF4-FFF2-40B4-BE49-F238E27FC236}">
                  <a16:creationId xmlns:a16="http://schemas.microsoft.com/office/drawing/2014/main" id="{5FC25C64-AF18-43AB-9B4E-2EBCC45E60E0}"/>
                </a:ext>
              </a:extLst>
            </p:cNvPr>
            <p:cNvSpPr>
              <a:spLocks noEditPoints="1"/>
            </p:cNvSpPr>
            <p:nvPr/>
          </p:nvSpPr>
          <p:spPr bwMode="auto">
            <a:xfrm>
              <a:off x="7232650" y="5327651"/>
              <a:ext cx="71438" cy="647700"/>
            </a:xfrm>
            <a:custGeom>
              <a:avLst/>
              <a:gdLst>
                <a:gd name="T0" fmla="*/ 46 w 80"/>
                <a:gd name="T1" fmla="*/ 720 h 720"/>
                <a:gd name="T2" fmla="*/ 46 w 80"/>
                <a:gd name="T3" fmla="*/ 720 h 720"/>
                <a:gd name="T4" fmla="*/ 46 w 80"/>
                <a:gd name="T5" fmla="*/ 67 h 720"/>
                <a:gd name="T6" fmla="*/ 33 w 80"/>
                <a:gd name="T7" fmla="*/ 67 h 720"/>
                <a:gd name="T8" fmla="*/ 33 w 80"/>
                <a:gd name="T9" fmla="*/ 720 h 720"/>
                <a:gd name="T10" fmla="*/ 46 w 80"/>
                <a:gd name="T11" fmla="*/ 720 h 720"/>
                <a:gd name="T12" fmla="*/ 80 w 80"/>
                <a:gd name="T13" fmla="*/ 80 h 720"/>
                <a:gd name="T14" fmla="*/ 80 w 80"/>
                <a:gd name="T15" fmla="*/ 80 h 720"/>
                <a:gd name="T16" fmla="*/ 40 w 80"/>
                <a:gd name="T17" fmla="*/ 0 h 720"/>
                <a:gd name="T18" fmla="*/ 0 w 80"/>
                <a:gd name="T19" fmla="*/ 80 h 720"/>
                <a:gd name="T20" fmla="*/ 80 w 80"/>
                <a:gd name="T21" fmla="*/ 80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720">
                  <a:moveTo>
                    <a:pt x="46" y="720"/>
                  </a:moveTo>
                  <a:lnTo>
                    <a:pt x="46" y="720"/>
                  </a:lnTo>
                  <a:lnTo>
                    <a:pt x="46" y="67"/>
                  </a:lnTo>
                  <a:lnTo>
                    <a:pt x="33" y="67"/>
                  </a:lnTo>
                  <a:lnTo>
                    <a:pt x="33" y="720"/>
                  </a:lnTo>
                  <a:lnTo>
                    <a:pt x="46" y="720"/>
                  </a:lnTo>
                  <a:close/>
                  <a:moveTo>
                    <a:pt x="80" y="80"/>
                  </a:moveTo>
                  <a:lnTo>
                    <a:pt x="80" y="80"/>
                  </a:lnTo>
                  <a:lnTo>
                    <a:pt x="40" y="0"/>
                  </a:lnTo>
                  <a:lnTo>
                    <a:pt x="0" y="80"/>
                  </a:lnTo>
                  <a:lnTo>
                    <a:pt x="80" y="80"/>
                  </a:lnTo>
                  <a:close/>
                </a:path>
              </a:pathLst>
            </a:custGeom>
            <a:solidFill>
              <a:srgbClr val="0000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0" name="Freeform 18">
              <a:extLst>
                <a:ext uri="{FF2B5EF4-FFF2-40B4-BE49-F238E27FC236}">
                  <a16:creationId xmlns:a16="http://schemas.microsoft.com/office/drawing/2014/main" id="{88349321-64B9-4F79-BC57-98ED518D6ADC}"/>
                </a:ext>
              </a:extLst>
            </p:cNvPr>
            <p:cNvSpPr>
              <a:spLocks noEditPoints="1"/>
            </p:cNvSpPr>
            <p:nvPr/>
          </p:nvSpPr>
          <p:spPr bwMode="auto">
            <a:xfrm>
              <a:off x="5940425" y="2957513"/>
              <a:ext cx="71438" cy="646113"/>
            </a:xfrm>
            <a:custGeom>
              <a:avLst/>
              <a:gdLst>
                <a:gd name="T0" fmla="*/ 46 w 80"/>
                <a:gd name="T1" fmla="*/ 720 h 720"/>
                <a:gd name="T2" fmla="*/ 46 w 80"/>
                <a:gd name="T3" fmla="*/ 720 h 720"/>
                <a:gd name="T4" fmla="*/ 46 w 80"/>
                <a:gd name="T5" fmla="*/ 67 h 720"/>
                <a:gd name="T6" fmla="*/ 33 w 80"/>
                <a:gd name="T7" fmla="*/ 67 h 720"/>
                <a:gd name="T8" fmla="*/ 33 w 80"/>
                <a:gd name="T9" fmla="*/ 720 h 720"/>
                <a:gd name="T10" fmla="*/ 46 w 80"/>
                <a:gd name="T11" fmla="*/ 720 h 720"/>
                <a:gd name="T12" fmla="*/ 80 w 80"/>
                <a:gd name="T13" fmla="*/ 80 h 720"/>
                <a:gd name="T14" fmla="*/ 80 w 80"/>
                <a:gd name="T15" fmla="*/ 80 h 720"/>
                <a:gd name="T16" fmla="*/ 40 w 80"/>
                <a:gd name="T17" fmla="*/ 0 h 720"/>
                <a:gd name="T18" fmla="*/ 0 w 80"/>
                <a:gd name="T19" fmla="*/ 80 h 720"/>
                <a:gd name="T20" fmla="*/ 80 w 80"/>
                <a:gd name="T21" fmla="*/ 80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720">
                  <a:moveTo>
                    <a:pt x="46" y="720"/>
                  </a:moveTo>
                  <a:lnTo>
                    <a:pt x="46" y="720"/>
                  </a:lnTo>
                  <a:lnTo>
                    <a:pt x="46" y="67"/>
                  </a:lnTo>
                  <a:lnTo>
                    <a:pt x="33" y="67"/>
                  </a:lnTo>
                  <a:lnTo>
                    <a:pt x="33" y="720"/>
                  </a:lnTo>
                  <a:lnTo>
                    <a:pt x="46" y="720"/>
                  </a:lnTo>
                  <a:close/>
                  <a:moveTo>
                    <a:pt x="80" y="80"/>
                  </a:moveTo>
                  <a:lnTo>
                    <a:pt x="80" y="80"/>
                  </a:lnTo>
                  <a:lnTo>
                    <a:pt x="40" y="0"/>
                  </a:lnTo>
                  <a:lnTo>
                    <a:pt x="0" y="80"/>
                  </a:lnTo>
                  <a:lnTo>
                    <a:pt x="80" y="80"/>
                  </a:lnTo>
                  <a:close/>
                </a:path>
              </a:pathLst>
            </a:custGeom>
            <a:solidFill>
              <a:srgbClr val="0000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1" name="Freeform 19">
              <a:extLst>
                <a:ext uri="{FF2B5EF4-FFF2-40B4-BE49-F238E27FC236}">
                  <a16:creationId xmlns:a16="http://schemas.microsoft.com/office/drawing/2014/main" id="{EE5D7E76-54C9-4FF1-8469-ED74D21E5543}"/>
                </a:ext>
              </a:extLst>
            </p:cNvPr>
            <p:cNvSpPr>
              <a:spLocks noEditPoints="1"/>
            </p:cNvSpPr>
            <p:nvPr/>
          </p:nvSpPr>
          <p:spPr bwMode="auto">
            <a:xfrm>
              <a:off x="6370637" y="2957513"/>
              <a:ext cx="71438" cy="646113"/>
            </a:xfrm>
            <a:custGeom>
              <a:avLst/>
              <a:gdLst>
                <a:gd name="T0" fmla="*/ 46 w 80"/>
                <a:gd name="T1" fmla="*/ 720 h 720"/>
                <a:gd name="T2" fmla="*/ 46 w 80"/>
                <a:gd name="T3" fmla="*/ 720 h 720"/>
                <a:gd name="T4" fmla="*/ 46 w 80"/>
                <a:gd name="T5" fmla="*/ 67 h 720"/>
                <a:gd name="T6" fmla="*/ 33 w 80"/>
                <a:gd name="T7" fmla="*/ 67 h 720"/>
                <a:gd name="T8" fmla="*/ 33 w 80"/>
                <a:gd name="T9" fmla="*/ 720 h 720"/>
                <a:gd name="T10" fmla="*/ 46 w 80"/>
                <a:gd name="T11" fmla="*/ 720 h 720"/>
                <a:gd name="T12" fmla="*/ 80 w 80"/>
                <a:gd name="T13" fmla="*/ 80 h 720"/>
                <a:gd name="T14" fmla="*/ 80 w 80"/>
                <a:gd name="T15" fmla="*/ 80 h 720"/>
                <a:gd name="T16" fmla="*/ 40 w 80"/>
                <a:gd name="T17" fmla="*/ 0 h 720"/>
                <a:gd name="T18" fmla="*/ 0 w 80"/>
                <a:gd name="T19" fmla="*/ 80 h 720"/>
                <a:gd name="T20" fmla="*/ 80 w 80"/>
                <a:gd name="T21" fmla="*/ 80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720">
                  <a:moveTo>
                    <a:pt x="46" y="720"/>
                  </a:moveTo>
                  <a:lnTo>
                    <a:pt x="46" y="720"/>
                  </a:lnTo>
                  <a:lnTo>
                    <a:pt x="46" y="67"/>
                  </a:lnTo>
                  <a:lnTo>
                    <a:pt x="33" y="67"/>
                  </a:lnTo>
                  <a:lnTo>
                    <a:pt x="33" y="720"/>
                  </a:lnTo>
                  <a:lnTo>
                    <a:pt x="46" y="720"/>
                  </a:lnTo>
                  <a:close/>
                  <a:moveTo>
                    <a:pt x="80" y="80"/>
                  </a:moveTo>
                  <a:lnTo>
                    <a:pt x="80" y="80"/>
                  </a:lnTo>
                  <a:lnTo>
                    <a:pt x="40" y="0"/>
                  </a:lnTo>
                  <a:lnTo>
                    <a:pt x="0" y="80"/>
                  </a:lnTo>
                  <a:lnTo>
                    <a:pt x="80" y="80"/>
                  </a:lnTo>
                  <a:close/>
                </a:path>
              </a:pathLst>
            </a:custGeom>
            <a:solidFill>
              <a:srgbClr val="0000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3" name="Freeform 20">
              <a:extLst>
                <a:ext uri="{FF2B5EF4-FFF2-40B4-BE49-F238E27FC236}">
                  <a16:creationId xmlns:a16="http://schemas.microsoft.com/office/drawing/2014/main" id="{676EEA9C-1ABF-41A0-BFEC-2F10A3713EED}"/>
                </a:ext>
              </a:extLst>
            </p:cNvPr>
            <p:cNvSpPr>
              <a:spLocks noEditPoints="1"/>
            </p:cNvSpPr>
            <p:nvPr/>
          </p:nvSpPr>
          <p:spPr bwMode="auto">
            <a:xfrm>
              <a:off x="6800850" y="2957513"/>
              <a:ext cx="73025" cy="646113"/>
            </a:xfrm>
            <a:custGeom>
              <a:avLst/>
              <a:gdLst>
                <a:gd name="T0" fmla="*/ 46 w 80"/>
                <a:gd name="T1" fmla="*/ 720 h 720"/>
                <a:gd name="T2" fmla="*/ 46 w 80"/>
                <a:gd name="T3" fmla="*/ 720 h 720"/>
                <a:gd name="T4" fmla="*/ 46 w 80"/>
                <a:gd name="T5" fmla="*/ 67 h 720"/>
                <a:gd name="T6" fmla="*/ 33 w 80"/>
                <a:gd name="T7" fmla="*/ 67 h 720"/>
                <a:gd name="T8" fmla="*/ 33 w 80"/>
                <a:gd name="T9" fmla="*/ 720 h 720"/>
                <a:gd name="T10" fmla="*/ 46 w 80"/>
                <a:gd name="T11" fmla="*/ 720 h 720"/>
                <a:gd name="T12" fmla="*/ 80 w 80"/>
                <a:gd name="T13" fmla="*/ 80 h 720"/>
                <a:gd name="T14" fmla="*/ 80 w 80"/>
                <a:gd name="T15" fmla="*/ 80 h 720"/>
                <a:gd name="T16" fmla="*/ 40 w 80"/>
                <a:gd name="T17" fmla="*/ 0 h 720"/>
                <a:gd name="T18" fmla="*/ 0 w 80"/>
                <a:gd name="T19" fmla="*/ 80 h 720"/>
                <a:gd name="T20" fmla="*/ 80 w 80"/>
                <a:gd name="T21" fmla="*/ 80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720">
                  <a:moveTo>
                    <a:pt x="46" y="720"/>
                  </a:moveTo>
                  <a:lnTo>
                    <a:pt x="46" y="720"/>
                  </a:lnTo>
                  <a:lnTo>
                    <a:pt x="46" y="67"/>
                  </a:lnTo>
                  <a:lnTo>
                    <a:pt x="33" y="67"/>
                  </a:lnTo>
                  <a:lnTo>
                    <a:pt x="33" y="720"/>
                  </a:lnTo>
                  <a:lnTo>
                    <a:pt x="46" y="720"/>
                  </a:lnTo>
                  <a:close/>
                  <a:moveTo>
                    <a:pt x="80" y="80"/>
                  </a:moveTo>
                  <a:lnTo>
                    <a:pt x="80" y="80"/>
                  </a:lnTo>
                  <a:lnTo>
                    <a:pt x="40" y="0"/>
                  </a:lnTo>
                  <a:lnTo>
                    <a:pt x="0" y="80"/>
                  </a:lnTo>
                  <a:lnTo>
                    <a:pt x="80" y="80"/>
                  </a:lnTo>
                  <a:close/>
                </a:path>
              </a:pathLst>
            </a:custGeom>
            <a:solidFill>
              <a:srgbClr val="0000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4" name="Freeform 21">
              <a:extLst>
                <a:ext uri="{FF2B5EF4-FFF2-40B4-BE49-F238E27FC236}">
                  <a16:creationId xmlns:a16="http://schemas.microsoft.com/office/drawing/2014/main" id="{4F463F5F-5372-4949-B9C8-18D2684B66DD}"/>
                </a:ext>
              </a:extLst>
            </p:cNvPr>
            <p:cNvSpPr>
              <a:spLocks noEditPoints="1"/>
            </p:cNvSpPr>
            <p:nvPr/>
          </p:nvSpPr>
          <p:spPr bwMode="auto">
            <a:xfrm>
              <a:off x="7232650" y="2957513"/>
              <a:ext cx="71438" cy="646113"/>
            </a:xfrm>
            <a:custGeom>
              <a:avLst/>
              <a:gdLst>
                <a:gd name="T0" fmla="*/ 46 w 80"/>
                <a:gd name="T1" fmla="*/ 720 h 720"/>
                <a:gd name="T2" fmla="*/ 46 w 80"/>
                <a:gd name="T3" fmla="*/ 720 h 720"/>
                <a:gd name="T4" fmla="*/ 46 w 80"/>
                <a:gd name="T5" fmla="*/ 67 h 720"/>
                <a:gd name="T6" fmla="*/ 33 w 80"/>
                <a:gd name="T7" fmla="*/ 67 h 720"/>
                <a:gd name="T8" fmla="*/ 33 w 80"/>
                <a:gd name="T9" fmla="*/ 720 h 720"/>
                <a:gd name="T10" fmla="*/ 46 w 80"/>
                <a:gd name="T11" fmla="*/ 720 h 720"/>
                <a:gd name="T12" fmla="*/ 80 w 80"/>
                <a:gd name="T13" fmla="*/ 80 h 720"/>
                <a:gd name="T14" fmla="*/ 80 w 80"/>
                <a:gd name="T15" fmla="*/ 80 h 720"/>
                <a:gd name="T16" fmla="*/ 40 w 80"/>
                <a:gd name="T17" fmla="*/ 0 h 720"/>
                <a:gd name="T18" fmla="*/ 0 w 80"/>
                <a:gd name="T19" fmla="*/ 80 h 720"/>
                <a:gd name="T20" fmla="*/ 80 w 80"/>
                <a:gd name="T21" fmla="*/ 80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720">
                  <a:moveTo>
                    <a:pt x="46" y="720"/>
                  </a:moveTo>
                  <a:lnTo>
                    <a:pt x="46" y="720"/>
                  </a:lnTo>
                  <a:lnTo>
                    <a:pt x="46" y="67"/>
                  </a:lnTo>
                  <a:lnTo>
                    <a:pt x="33" y="67"/>
                  </a:lnTo>
                  <a:lnTo>
                    <a:pt x="33" y="720"/>
                  </a:lnTo>
                  <a:lnTo>
                    <a:pt x="46" y="720"/>
                  </a:lnTo>
                  <a:close/>
                  <a:moveTo>
                    <a:pt x="80" y="80"/>
                  </a:moveTo>
                  <a:lnTo>
                    <a:pt x="80" y="80"/>
                  </a:lnTo>
                  <a:lnTo>
                    <a:pt x="40" y="0"/>
                  </a:lnTo>
                  <a:lnTo>
                    <a:pt x="0" y="80"/>
                  </a:lnTo>
                  <a:lnTo>
                    <a:pt x="80" y="80"/>
                  </a:lnTo>
                  <a:close/>
                </a:path>
              </a:pathLst>
            </a:custGeom>
            <a:solidFill>
              <a:srgbClr val="0000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5" name="Rectangle 22">
              <a:extLst>
                <a:ext uri="{FF2B5EF4-FFF2-40B4-BE49-F238E27FC236}">
                  <a16:creationId xmlns:a16="http://schemas.microsoft.com/office/drawing/2014/main" id="{912476E9-EB21-482B-8714-523180D225EE}"/>
                </a:ext>
              </a:extLst>
            </p:cNvPr>
            <p:cNvSpPr>
              <a:spLocks noChangeArrowheads="1"/>
            </p:cNvSpPr>
            <p:nvPr/>
          </p:nvSpPr>
          <p:spPr bwMode="auto">
            <a:xfrm>
              <a:off x="4687117" y="3463117"/>
              <a:ext cx="7694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i="0" u="none" strike="noStrike" cap="none" normalizeH="0" baseline="0" dirty="0">
                  <a:ln>
                    <a:noFill/>
                  </a:ln>
                  <a:solidFill>
                    <a:srgbClr val="000000"/>
                  </a:solidFill>
                  <a:effectLst/>
                  <a:latin typeface="+mn-lt"/>
                </a:rPr>
                <a:t>L</a:t>
              </a:r>
              <a:r>
                <a:rPr kumimoji="0" lang="en-US" altLang="zh-CN" sz="2000" i="0" u="none" strike="noStrike" cap="none" normalizeH="0" baseline="0" dirty="0" err="1">
                  <a:ln>
                    <a:noFill/>
                  </a:ln>
                  <a:solidFill>
                    <a:srgbClr val="000000"/>
                  </a:solidFill>
                  <a:effectLst/>
                  <a:latin typeface="+mn-lt"/>
                </a:rPr>
                <a:t>eft_in</a:t>
              </a:r>
              <a:endParaRPr kumimoji="0" lang="zh-CN" altLang="zh-CN" sz="1600" i="0" u="none" strike="noStrike" cap="none" normalizeH="0" baseline="0" dirty="0">
                <a:ln>
                  <a:noFill/>
                </a:ln>
                <a:solidFill>
                  <a:schemeClr val="tx1"/>
                </a:solidFill>
                <a:effectLst/>
                <a:latin typeface="+mn-lt"/>
              </a:endParaRPr>
            </a:p>
          </p:txBody>
        </p:sp>
        <p:sp>
          <p:nvSpPr>
            <p:cNvPr id="116758" name="Rectangle 50">
              <a:extLst>
                <a:ext uri="{FF2B5EF4-FFF2-40B4-BE49-F238E27FC236}">
                  <a16:creationId xmlns:a16="http://schemas.microsoft.com/office/drawing/2014/main" id="{E1530C94-B995-47DC-AFD8-7EE9FC816167}"/>
                </a:ext>
              </a:extLst>
            </p:cNvPr>
            <p:cNvSpPr>
              <a:spLocks noChangeArrowheads="1"/>
            </p:cNvSpPr>
            <p:nvPr/>
          </p:nvSpPr>
          <p:spPr bwMode="auto">
            <a:xfrm>
              <a:off x="7717956" y="4569023"/>
              <a:ext cx="64280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i="0" u="none" strike="noStrike" cap="none" normalizeH="0" baseline="0" dirty="0">
                  <a:ln>
                    <a:noFill/>
                  </a:ln>
                  <a:solidFill>
                    <a:srgbClr val="000000"/>
                  </a:solidFill>
                  <a:effectLst/>
                  <a:latin typeface="+mn-lt"/>
                </a:rPr>
                <a:t>Clock</a:t>
              </a:r>
              <a:endParaRPr kumimoji="0" lang="zh-CN" altLang="zh-CN" sz="1600" i="0" u="none" strike="noStrike" cap="none" normalizeH="0" baseline="0" dirty="0">
                <a:ln>
                  <a:noFill/>
                </a:ln>
                <a:solidFill>
                  <a:schemeClr val="tx1"/>
                </a:solidFill>
                <a:effectLst/>
                <a:latin typeface="+mn-lt"/>
              </a:endParaRPr>
            </a:p>
          </p:txBody>
        </p:sp>
        <p:sp>
          <p:nvSpPr>
            <p:cNvPr id="116759" name="Rectangle 51">
              <a:extLst>
                <a:ext uri="{FF2B5EF4-FFF2-40B4-BE49-F238E27FC236}">
                  <a16:creationId xmlns:a16="http://schemas.microsoft.com/office/drawing/2014/main" id="{F0D54C79-445E-4D48-9763-A547B750C51C}"/>
                </a:ext>
              </a:extLst>
            </p:cNvPr>
            <p:cNvSpPr>
              <a:spLocks noChangeArrowheads="1"/>
            </p:cNvSpPr>
            <p:nvPr/>
          </p:nvSpPr>
          <p:spPr bwMode="auto">
            <a:xfrm>
              <a:off x="5719955" y="5990194"/>
              <a:ext cx="18851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i="0" u="none" strike="noStrike" cap="none" normalizeH="0" baseline="0" dirty="0">
                  <a:ln>
                    <a:noFill/>
                  </a:ln>
                  <a:solidFill>
                    <a:srgbClr val="000000"/>
                  </a:solidFill>
                  <a:effectLst/>
                  <a:latin typeface="+mn-ea"/>
                  <a:ea typeface="+mn-ea"/>
                </a:rPr>
                <a:t>并行数据输入</a:t>
              </a:r>
              <a:endParaRPr kumimoji="0" lang="zh-CN" altLang="zh-CN" sz="2000" i="0" u="none" strike="noStrike" cap="none" normalizeH="0" baseline="0" dirty="0">
                <a:ln>
                  <a:noFill/>
                </a:ln>
                <a:solidFill>
                  <a:schemeClr val="tx1"/>
                </a:solidFill>
                <a:effectLst/>
                <a:latin typeface="+mn-ea"/>
                <a:ea typeface="+mn-ea"/>
              </a:endParaRPr>
            </a:p>
          </p:txBody>
        </p:sp>
        <p:sp>
          <p:nvSpPr>
            <p:cNvPr id="116765" name="Rectangle 57">
              <a:extLst>
                <a:ext uri="{FF2B5EF4-FFF2-40B4-BE49-F238E27FC236}">
                  <a16:creationId xmlns:a16="http://schemas.microsoft.com/office/drawing/2014/main" id="{59EA430E-8786-48AB-82DF-D7413E622103}"/>
                </a:ext>
              </a:extLst>
            </p:cNvPr>
            <p:cNvSpPr>
              <a:spLocks noChangeArrowheads="1"/>
            </p:cNvSpPr>
            <p:nvPr/>
          </p:nvSpPr>
          <p:spPr bwMode="auto">
            <a:xfrm>
              <a:off x="5719955" y="2588181"/>
              <a:ext cx="18851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i="0" u="none" strike="noStrike" cap="none" normalizeH="0" baseline="0" dirty="0">
                  <a:ln>
                    <a:noFill/>
                  </a:ln>
                  <a:solidFill>
                    <a:srgbClr val="000000"/>
                  </a:solidFill>
                  <a:effectLst/>
                  <a:latin typeface="+mn-ea"/>
                  <a:ea typeface="+mn-ea"/>
                </a:rPr>
                <a:t>并行数据输出</a:t>
              </a:r>
              <a:endParaRPr kumimoji="0" lang="zh-CN" altLang="zh-CN" sz="2000" i="0" u="none" strike="noStrike" cap="none" normalizeH="0" baseline="0" dirty="0">
                <a:ln>
                  <a:noFill/>
                </a:ln>
                <a:solidFill>
                  <a:schemeClr val="tx1"/>
                </a:solidFill>
                <a:effectLst/>
                <a:latin typeface="+mn-ea"/>
                <a:ea typeface="+mn-ea"/>
              </a:endParaRPr>
            </a:p>
          </p:txBody>
        </p:sp>
        <p:sp>
          <p:nvSpPr>
            <p:cNvPr id="116771" name="Rectangle 63">
              <a:extLst>
                <a:ext uri="{FF2B5EF4-FFF2-40B4-BE49-F238E27FC236}">
                  <a16:creationId xmlns:a16="http://schemas.microsoft.com/office/drawing/2014/main" id="{F69501D4-E898-415E-8A5F-168C1632B16F}"/>
                </a:ext>
              </a:extLst>
            </p:cNvPr>
            <p:cNvSpPr>
              <a:spLocks noChangeArrowheads="1"/>
            </p:cNvSpPr>
            <p:nvPr/>
          </p:nvSpPr>
          <p:spPr bwMode="auto">
            <a:xfrm>
              <a:off x="4897437" y="4356100"/>
              <a:ext cx="61395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i="0" u="none" strike="noStrike" cap="none" normalizeH="0" baseline="0" dirty="0">
                  <a:ln>
                    <a:noFill/>
                  </a:ln>
                  <a:solidFill>
                    <a:srgbClr val="000000"/>
                  </a:solidFill>
                  <a:effectLst/>
                  <a:latin typeface="+mn-lt"/>
                </a:rPr>
                <a:t>Clear</a:t>
              </a:r>
              <a:endParaRPr kumimoji="0" lang="zh-CN" altLang="zh-CN" sz="1600" i="0" u="none" strike="noStrike" cap="none" normalizeH="0" baseline="0" dirty="0">
                <a:ln>
                  <a:noFill/>
                </a:ln>
                <a:solidFill>
                  <a:schemeClr val="tx1"/>
                </a:solidFill>
                <a:effectLst/>
                <a:latin typeface="+mn-lt"/>
              </a:endParaRPr>
            </a:p>
          </p:txBody>
        </p:sp>
        <p:sp>
          <p:nvSpPr>
            <p:cNvPr id="116772" name="Rectangle 64">
              <a:extLst>
                <a:ext uri="{FF2B5EF4-FFF2-40B4-BE49-F238E27FC236}">
                  <a16:creationId xmlns:a16="http://schemas.microsoft.com/office/drawing/2014/main" id="{475EFDF0-39BD-46B6-A711-CD82CD59C043}"/>
                </a:ext>
              </a:extLst>
            </p:cNvPr>
            <p:cNvSpPr>
              <a:spLocks noChangeArrowheads="1"/>
            </p:cNvSpPr>
            <p:nvPr/>
          </p:nvSpPr>
          <p:spPr bwMode="auto">
            <a:xfrm>
              <a:off x="4762500" y="5003801"/>
              <a:ext cx="31418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i="0" u="none" strike="noStrike" cap="none" normalizeH="0" baseline="0" dirty="0">
                  <a:ln>
                    <a:noFill/>
                  </a:ln>
                  <a:solidFill>
                    <a:srgbClr val="000000"/>
                  </a:solidFill>
                  <a:effectLst/>
                  <a:latin typeface="+mn-lt"/>
                </a:rPr>
                <a:t>S1</a:t>
              </a:r>
              <a:endParaRPr kumimoji="0" lang="zh-CN" altLang="zh-CN" sz="1600" i="0" u="none" strike="noStrike" cap="none" normalizeH="0" baseline="0" dirty="0">
                <a:ln>
                  <a:noFill/>
                </a:ln>
                <a:solidFill>
                  <a:schemeClr val="tx1"/>
                </a:solidFill>
                <a:effectLst/>
                <a:latin typeface="+mn-lt"/>
              </a:endParaRPr>
            </a:p>
          </p:txBody>
        </p:sp>
        <p:sp>
          <p:nvSpPr>
            <p:cNvPr id="116773" name="Rectangle 65">
              <a:extLst>
                <a:ext uri="{FF2B5EF4-FFF2-40B4-BE49-F238E27FC236}">
                  <a16:creationId xmlns:a16="http://schemas.microsoft.com/office/drawing/2014/main" id="{609F6B62-1720-49B0-A9D3-B817ED4BFDC5}"/>
                </a:ext>
              </a:extLst>
            </p:cNvPr>
            <p:cNvSpPr>
              <a:spLocks noChangeArrowheads="1"/>
            </p:cNvSpPr>
            <p:nvPr/>
          </p:nvSpPr>
          <p:spPr bwMode="auto">
            <a:xfrm>
              <a:off x="4752975" y="4716463"/>
              <a:ext cx="31418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i="0" u="none" strike="noStrike" cap="none" normalizeH="0" baseline="0">
                  <a:ln>
                    <a:noFill/>
                  </a:ln>
                  <a:solidFill>
                    <a:srgbClr val="000000"/>
                  </a:solidFill>
                  <a:effectLst/>
                  <a:latin typeface="+mn-lt"/>
                </a:rPr>
                <a:t>S0</a:t>
              </a:r>
              <a:endParaRPr kumimoji="0" lang="zh-CN" altLang="zh-CN" sz="1600" i="0" u="none" strike="noStrike" cap="none" normalizeH="0" baseline="0">
                <a:ln>
                  <a:noFill/>
                </a:ln>
                <a:solidFill>
                  <a:schemeClr val="tx1"/>
                </a:solidFill>
                <a:effectLst/>
                <a:latin typeface="+mn-lt"/>
              </a:endParaRPr>
            </a:p>
          </p:txBody>
        </p:sp>
        <p:sp>
          <p:nvSpPr>
            <p:cNvPr id="4" name="Rectangle 22">
              <a:extLst>
                <a:ext uri="{FF2B5EF4-FFF2-40B4-BE49-F238E27FC236}">
                  <a16:creationId xmlns:a16="http://schemas.microsoft.com/office/drawing/2014/main" id="{5738A578-5FE2-75E8-4408-EFC9788DC5AA}"/>
                </a:ext>
              </a:extLst>
            </p:cNvPr>
            <p:cNvSpPr>
              <a:spLocks noChangeArrowheads="1"/>
            </p:cNvSpPr>
            <p:nvPr/>
          </p:nvSpPr>
          <p:spPr bwMode="auto">
            <a:xfrm>
              <a:off x="4523611" y="3903281"/>
              <a:ext cx="92493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i="0" u="none" strike="noStrike" cap="none" normalizeH="0" baseline="0" dirty="0">
                  <a:ln>
                    <a:noFill/>
                  </a:ln>
                  <a:solidFill>
                    <a:srgbClr val="000000"/>
                  </a:solidFill>
                  <a:effectLst/>
                  <a:latin typeface="+mn-lt"/>
                </a:rPr>
                <a:t>L</a:t>
              </a:r>
              <a:r>
                <a:rPr kumimoji="0" lang="en-US" altLang="zh-CN" sz="2000" i="0" u="none" strike="noStrike" cap="none" normalizeH="0" baseline="0" dirty="0" err="1">
                  <a:ln>
                    <a:noFill/>
                  </a:ln>
                  <a:solidFill>
                    <a:srgbClr val="000000"/>
                  </a:solidFill>
                  <a:effectLst/>
                  <a:latin typeface="+mn-lt"/>
                </a:rPr>
                <a:t>eft_</a:t>
              </a:r>
              <a:r>
                <a:rPr lang="en-US" altLang="zh-CN" sz="2000" dirty="0" err="1">
                  <a:solidFill>
                    <a:srgbClr val="000000"/>
                  </a:solidFill>
                  <a:latin typeface="+mn-lt"/>
                </a:rPr>
                <a:t>out</a:t>
              </a:r>
              <a:endParaRPr kumimoji="0" lang="zh-CN" altLang="zh-CN" sz="1600" i="0" u="none" strike="noStrike" cap="none" normalizeH="0" baseline="0" dirty="0">
                <a:ln>
                  <a:noFill/>
                </a:ln>
                <a:solidFill>
                  <a:schemeClr val="tx1"/>
                </a:solidFill>
                <a:effectLst/>
                <a:latin typeface="+mn-lt"/>
              </a:endParaRPr>
            </a:p>
          </p:txBody>
        </p:sp>
        <p:sp>
          <p:nvSpPr>
            <p:cNvPr id="6" name="Rectangle 22">
              <a:extLst>
                <a:ext uri="{FF2B5EF4-FFF2-40B4-BE49-F238E27FC236}">
                  <a16:creationId xmlns:a16="http://schemas.microsoft.com/office/drawing/2014/main" id="{8DB3FC41-20C9-BF4D-B599-5F9CC225C285}"/>
                </a:ext>
              </a:extLst>
            </p:cNvPr>
            <p:cNvSpPr>
              <a:spLocks noChangeArrowheads="1"/>
            </p:cNvSpPr>
            <p:nvPr/>
          </p:nvSpPr>
          <p:spPr bwMode="auto">
            <a:xfrm>
              <a:off x="7717956" y="3463117"/>
              <a:ext cx="109805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i="0" u="none" strike="noStrike" cap="none" normalizeH="0" baseline="0" dirty="0" err="1">
                  <a:ln>
                    <a:noFill/>
                  </a:ln>
                  <a:solidFill>
                    <a:srgbClr val="000000"/>
                  </a:solidFill>
                  <a:effectLst/>
                  <a:latin typeface="+mn-lt"/>
                </a:rPr>
                <a:t>Right_out</a:t>
              </a:r>
              <a:endParaRPr kumimoji="0" lang="zh-CN" altLang="zh-CN" sz="1600" i="0" u="none" strike="noStrike" cap="none" normalizeH="0" baseline="0" dirty="0">
                <a:ln>
                  <a:noFill/>
                </a:ln>
                <a:solidFill>
                  <a:schemeClr val="tx1"/>
                </a:solidFill>
                <a:effectLst/>
                <a:latin typeface="+mn-lt"/>
              </a:endParaRPr>
            </a:p>
          </p:txBody>
        </p:sp>
        <p:sp>
          <p:nvSpPr>
            <p:cNvPr id="32" name="Rectangle 22">
              <a:extLst>
                <a:ext uri="{FF2B5EF4-FFF2-40B4-BE49-F238E27FC236}">
                  <a16:creationId xmlns:a16="http://schemas.microsoft.com/office/drawing/2014/main" id="{5E1E8498-5C5A-AD2E-BB18-0829A9B270E8}"/>
                </a:ext>
              </a:extLst>
            </p:cNvPr>
            <p:cNvSpPr>
              <a:spLocks noChangeArrowheads="1"/>
            </p:cNvSpPr>
            <p:nvPr/>
          </p:nvSpPr>
          <p:spPr bwMode="auto">
            <a:xfrm>
              <a:off x="7717956" y="3903281"/>
              <a:ext cx="94256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i="0" u="none" strike="noStrike" cap="none" normalizeH="0" baseline="0" dirty="0" err="1">
                  <a:ln>
                    <a:noFill/>
                  </a:ln>
                  <a:solidFill>
                    <a:srgbClr val="000000"/>
                  </a:solidFill>
                  <a:effectLst/>
                  <a:latin typeface="+mn-lt"/>
                </a:rPr>
                <a:t>Right_in</a:t>
              </a:r>
              <a:endParaRPr kumimoji="0" lang="zh-CN" altLang="zh-CN" sz="1600" i="0" u="none" strike="noStrike" cap="none" normalizeH="0" baseline="0" dirty="0">
                <a:ln>
                  <a:noFill/>
                </a:ln>
                <a:solidFill>
                  <a:schemeClr val="tx1"/>
                </a:solidFill>
                <a:effectLst/>
                <a:latin typeface="+mn-lt"/>
              </a:endParaRPr>
            </a:p>
          </p:txBody>
        </p:sp>
      </p:grpSp>
    </p:spTree>
    <p:extLst>
      <p:ext uri="{BB962C8B-B14F-4D97-AF65-F5344CB8AC3E}">
        <p14:creationId xmlns:p14="http://schemas.microsoft.com/office/powerpoint/2010/main" val="427016178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灯片编号占位符 2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259D7DD-E1BE-4482-9234-29898EB39847}" type="slidenum">
              <a:rPr kumimoji="0" lang="en-US" altLang="zh-CN" sz="1200" b="0" i="0" u="none" strike="noStrike" kern="1200" cap="none" spc="0" normalizeH="0" baseline="0" noProof="0" smtClean="0">
                <a:ln>
                  <a:noFill/>
                </a:ln>
                <a:solidFill>
                  <a:srgbClr val="000000"/>
                </a:solidFill>
                <a:effectLst/>
                <a:uLnTx/>
                <a:uFillTx/>
                <a:latin typeface="Arial Black"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78</a:t>
            </a:fld>
            <a:endParaRPr kumimoji="0" lang="en-US" altLang="zh-CN" sz="1200" b="0" i="0" u="none" strike="noStrike" kern="1200" cap="none" spc="0" normalizeH="0" baseline="0" noProof="0" dirty="0">
              <a:ln>
                <a:noFill/>
              </a:ln>
              <a:solidFill>
                <a:srgbClr val="000000"/>
              </a:solidFill>
              <a:effectLst/>
              <a:uLnTx/>
              <a:uFillTx/>
              <a:latin typeface="Arial Black" pitchFamily="34" charset="0"/>
              <a:ea typeface="宋体" pitchFamily="2" charset="-122"/>
              <a:cs typeface="+mn-cs"/>
            </a:endParaRPr>
          </a:p>
        </p:txBody>
      </p:sp>
      <p:sp>
        <p:nvSpPr>
          <p:cNvPr id="5" name="椭圆 4">
            <a:extLst>
              <a:ext uri="{FF2B5EF4-FFF2-40B4-BE49-F238E27FC236}">
                <a16:creationId xmlns:a16="http://schemas.microsoft.com/office/drawing/2014/main" id="{B698188B-5AC3-404E-A94F-7D1950E7BC77}"/>
              </a:ext>
            </a:extLst>
          </p:cNvPr>
          <p:cNvSpPr/>
          <p:nvPr/>
        </p:nvSpPr>
        <p:spPr bwMode="auto">
          <a:xfrm>
            <a:off x="990600" y="3505346"/>
            <a:ext cx="1066800" cy="632638"/>
          </a:xfrm>
          <a:prstGeom prst="ellipse">
            <a:avLst/>
          </a:prstGeom>
          <a:noFill/>
          <a:ln w="38100" cap="flat" cmpd="sng" algn="ctr">
            <a:solidFill>
              <a:srgbClr val="3333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4400" b="1" i="0" u="none" strike="noStrike" cap="none" normalizeH="0" baseline="0">
              <a:ln>
                <a:noFill/>
              </a:ln>
              <a:solidFill>
                <a:srgbClr val="FF3300"/>
              </a:solidFill>
              <a:effectLst/>
              <a:latin typeface="+mn-lt"/>
              <a:ea typeface="宋体" pitchFamily="2" charset="-122"/>
            </a:endParaRPr>
          </a:p>
        </p:txBody>
      </p:sp>
      <p:sp>
        <p:nvSpPr>
          <p:cNvPr id="6" name="矩形 5">
            <a:extLst>
              <a:ext uri="{FF2B5EF4-FFF2-40B4-BE49-F238E27FC236}">
                <a16:creationId xmlns:a16="http://schemas.microsoft.com/office/drawing/2014/main" id="{225BA3E4-7043-B44C-BB09-3C61D2CA9C9E}"/>
              </a:ext>
            </a:extLst>
          </p:cNvPr>
          <p:cNvSpPr/>
          <p:nvPr/>
        </p:nvSpPr>
        <p:spPr>
          <a:xfrm>
            <a:off x="571499" y="3066660"/>
            <a:ext cx="1876597" cy="400110"/>
          </a:xfrm>
          <a:prstGeom prst="rect">
            <a:avLst/>
          </a:prstGeom>
        </p:spPr>
        <p:txBody>
          <a:bodyPr wrap="square">
            <a:spAutoFit/>
          </a:bodyPr>
          <a:lstStyle/>
          <a:p>
            <a:pPr algn="ctr"/>
            <a:r>
              <a:rPr lang="zh-CN" altLang="en-US" sz="2000" dirty="0">
                <a:solidFill>
                  <a:srgbClr val="3333FF"/>
                </a:solidFill>
                <a:latin typeface="黑体" panose="02010609060101010101" pitchFamily="49" charset="-122"/>
                <a:ea typeface="黑体" panose="02010609060101010101" pitchFamily="49" charset="-122"/>
              </a:rPr>
              <a:t>左移</a:t>
            </a:r>
            <a:r>
              <a:rPr lang="en-US" altLang="zh-CN" sz="2000" dirty="0">
                <a:solidFill>
                  <a:srgbClr val="3333FF"/>
                </a:solidFill>
                <a:latin typeface="黑体" panose="02010609060101010101" pitchFamily="49" charset="-122"/>
                <a:ea typeface="黑体" panose="02010609060101010101" pitchFamily="49" charset="-122"/>
              </a:rPr>
              <a:t>or</a:t>
            </a:r>
            <a:r>
              <a:rPr lang="zh-CN" altLang="en-US" sz="2000" dirty="0">
                <a:solidFill>
                  <a:srgbClr val="3333FF"/>
                </a:solidFill>
                <a:latin typeface="黑体" panose="02010609060101010101" pitchFamily="49" charset="-122"/>
                <a:ea typeface="黑体" panose="02010609060101010101" pitchFamily="49" charset="-122"/>
              </a:rPr>
              <a:t>右移</a:t>
            </a:r>
          </a:p>
        </p:txBody>
      </p:sp>
      <p:sp>
        <p:nvSpPr>
          <p:cNvPr id="7" name="椭圆 6">
            <a:extLst>
              <a:ext uri="{FF2B5EF4-FFF2-40B4-BE49-F238E27FC236}">
                <a16:creationId xmlns:a16="http://schemas.microsoft.com/office/drawing/2014/main" id="{E36C6571-5A30-964F-A376-94B3B1D02D1B}"/>
              </a:ext>
            </a:extLst>
          </p:cNvPr>
          <p:cNvSpPr/>
          <p:nvPr/>
        </p:nvSpPr>
        <p:spPr bwMode="auto">
          <a:xfrm>
            <a:off x="3634035" y="1674935"/>
            <a:ext cx="685800" cy="410259"/>
          </a:xfrm>
          <a:prstGeom prst="ellipse">
            <a:avLst/>
          </a:prstGeom>
          <a:noFill/>
          <a:ln w="38100" cap="flat" cmpd="sng" algn="ctr">
            <a:solidFill>
              <a:srgbClr val="3333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4400" b="1" i="0" u="none" strike="noStrike" cap="none" normalizeH="0" baseline="0">
              <a:ln>
                <a:noFill/>
              </a:ln>
              <a:solidFill>
                <a:srgbClr val="FF3300"/>
              </a:solidFill>
              <a:effectLst/>
              <a:latin typeface="+mn-lt"/>
              <a:ea typeface="宋体" pitchFamily="2" charset="-122"/>
            </a:endParaRPr>
          </a:p>
        </p:txBody>
      </p:sp>
      <p:sp>
        <p:nvSpPr>
          <p:cNvPr id="8" name="矩形 7">
            <a:extLst>
              <a:ext uri="{FF2B5EF4-FFF2-40B4-BE49-F238E27FC236}">
                <a16:creationId xmlns:a16="http://schemas.microsoft.com/office/drawing/2014/main" id="{F2EB3001-1F4D-FF48-A709-B4B3A4E6866F}"/>
              </a:ext>
            </a:extLst>
          </p:cNvPr>
          <p:cNvSpPr/>
          <p:nvPr/>
        </p:nvSpPr>
        <p:spPr>
          <a:xfrm>
            <a:off x="3017001" y="1278523"/>
            <a:ext cx="1966998" cy="400110"/>
          </a:xfrm>
          <a:prstGeom prst="rect">
            <a:avLst/>
          </a:prstGeom>
        </p:spPr>
        <p:txBody>
          <a:bodyPr wrap="square">
            <a:spAutoFit/>
          </a:bodyPr>
          <a:lstStyle/>
          <a:p>
            <a:pPr algn="ctr"/>
            <a:r>
              <a:rPr lang="zh-CN" altLang="en-US" sz="2000" dirty="0">
                <a:solidFill>
                  <a:srgbClr val="3333FF"/>
                </a:solidFill>
                <a:latin typeface="黑体" panose="02010609060101010101" pitchFamily="49" charset="-122"/>
                <a:ea typeface="黑体" panose="02010609060101010101" pitchFamily="49" charset="-122"/>
              </a:rPr>
              <a:t>寄存器清零</a:t>
            </a:r>
          </a:p>
        </p:txBody>
      </p:sp>
      <p:sp>
        <p:nvSpPr>
          <p:cNvPr id="9" name="椭圆 8">
            <a:extLst>
              <a:ext uri="{FF2B5EF4-FFF2-40B4-BE49-F238E27FC236}">
                <a16:creationId xmlns:a16="http://schemas.microsoft.com/office/drawing/2014/main" id="{31D764D2-731F-3D46-9138-A9B53FBED82A}"/>
              </a:ext>
            </a:extLst>
          </p:cNvPr>
          <p:cNvSpPr/>
          <p:nvPr/>
        </p:nvSpPr>
        <p:spPr bwMode="auto">
          <a:xfrm>
            <a:off x="2286000" y="5939134"/>
            <a:ext cx="1066800" cy="461666"/>
          </a:xfrm>
          <a:prstGeom prst="ellipse">
            <a:avLst/>
          </a:prstGeom>
          <a:noFill/>
          <a:ln w="38100" cap="flat" cmpd="sng" algn="ctr">
            <a:solidFill>
              <a:srgbClr val="3333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4400" b="1" i="0" u="none" strike="noStrike" cap="none" normalizeH="0" baseline="0">
              <a:ln>
                <a:noFill/>
              </a:ln>
              <a:solidFill>
                <a:srgbClr val="FF3300"/>
              </a:solidFill>
              <a:effectLst/>
              <a:latin typeface="+mn-lt"/>
              <a:ea typeface="宋体" pitchFamily="2" charset="-122"/>
            </a:endParaRPr>
          </a:p>
        </p:txBody>
      </p:sp>
      <p:sp>
        <p:nvSpPr>
          <p:cNvPr id="10" name="矩形 9">
            <a:extLst>
              <a:ext uri="{FF2B5EF4-FFF2-40B4-BE49-F238E27FC236}">
                <a16:creationId xmlns:a16="http://schemas.microsoft.com/office/drawing/2014/main" id="{405C9F08-5D3A-BC48-A586-61B2BC0A4FE6}"/>
              </a:ext>
            </a:extLst>
          </p:cNvPr>
          <p:cNvSpPr/>
          <p:nvPr/>
        </p:nvSpPr>
        <p:spPr>
          <a:xfrm>
            <a:off x="3373948" y="5958104"/>
            <a:ext cx="2301364" cy="400110"/>
          </a:xfrm>
          <a:prstGeom prst="rect">
            <a:avLst/>
          </a:prstGeom>
        </p:spPr>
        <p:txBody>
          <a:bodyPr wrap="square">
            <a:spAutoFit/>
          </a:bodyPr>
          <a:lstStyle/>
          <a:p>
            <a:r>
              <a:rPr lang="zh-CN" altLang="en-US" sz="2000" dirty="0">
                <a:solidFill>
                  <a:srgbClr val="3333FF"/>
                </a:solidFill>
                <a:latin typeface="黑体" panose="02010609060101010101" pitchFamily="49" charset="-122"/>
                <a:ea typeface="黑体" panose="02010609060101010101" pitchFamily="49" charset="-122"/>
              </a:rPr>
              <a:t>加载新输入</a:t>
            </a:r>
          </a:p>
        </p:txBody>
      </p:sp>
      <p:sp>
        <p:nvSpPr>
          <p:cNvPr id="11" name="椭圆 10">
            <a:extLst>
              <a:ext uri="{FF2B5EF4-FFF2-40B4-BE49-F238E27FC236}">
                <a16:creationId xmlns:a16="http://schemas.microsoft.com/office/drawing/2014/main" id="{5FA8D827-5FCA-FF4E-9C6A-CB675F53F0DB}"/>
              </a:ext>
            </a:extLst>
          </p:cNvPr>
          <p:cNvSpPr/>
          <p:nvPr/>
        </p:nvSpPr>
        <p:spPr bwMode="auto">
          <a:xfrm>
            <a:off x="4856326" y="1649724"/>
            <a:ext cx="1823626" cy="410259"/>
          </a:xfrm>
          <a:prstGeom prst="ellipse">
            <a:avLst/>
          </a:prstGeom>
          <a:noFill/>
          <a:ln w="38100" cap="flat" cmpd="sng" algn="ctr">
            <a:solidFill>
              <a:srgbClr val="3333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4400" b="1" i="0" u="none" strike="noStrike" cap="none" normalizeH="0" baseline="0">
              <a:ln>
                <a:noFill/>
              </a:ln>
              <a:solidFill>
                <a:srgbClr val="FF3300"/>
              </a:solidFill>
              <a:effectLst/>
              <a:latin typeface="+mn-lt"/>
              <a:ea typeface="宋体" pitchFamily="2" charset="-122"/>
            </a:endParaRPr>
          </a:p>
        </p:txBody>
      </p:sp>
      <p:sp>
        <p:nvSpPr>
          <p:cNvPr id="12" name="矩形 11">
            <a:extLst>
              <a:ext uri="{FF2B5EF4-FFF2-40B4-BE49-F238E27FC236}">
                <a16:creationId xmlns:a16="http://schemas.microsoft.com/office/drawing/2014/main" id="{33173546-3B7E-724F-B9A7-2653ED8751CB}"/>
              </a:ext>
            </a:extLst>
          </p:cNvPr>
          <p:cNvSpPr/>
          <p:nvPr/>
        </p:nvSpPr>
        <p:spPr>
          <a:xfrm>
            <a:off x="6782132" y="1460782"/>
            <a:ext cx="1607302" cy="707886"/>
          </a:xfrm>
          <a:prstGeom prst="rect">
            <a:avLst/>
          </a:prstGeom>
        </p:spPr>
        <p:txBody>
          <a:bodyPr wrap="square">
            <a:spAutoFit/>
          </a:bodyPr>
          <a:lstStyle/>
          <a:p>
            <a:r>
              <a:rPr lang="zh-CN" altLang="en-US" sz="2000" dirty="0">
                <a:solidFill>
                  <a:srgbClr val="3333FF"/>
                </a:solidFill>
                <a:latin typeface="黑体" panose="02010609060101010101" pitchFamily="49" charset="-122"/>
                <a:ea typeface="黑体" panose="02010609060101010101" pitchFamily="49" charset="-122"/>
              </a:rPr>
              <a:t>并行输出该触发器的值</a:t>
            </a:r>
          </a:p>
        </p:txBody>
      </p:sp>
      <p:cxnSp>
        <p:nvCxnSpPr>
          <p:cNvPr id="3" name="Straight Connector 2">
            <a:extLst>
              <a:ext uri="{FF2B5EF4-FFF2-40B4-BE49-F238E27FC236}">
                <a16:creationId xmlns:a16="http://schemas.microsoft.com/office/drawing/2014/main" id="{D9C1DF6F-AC39-204E-90B0-BC6C519CF15E}"/>
              </a:ext>
            </a:extLst>
          </p:cNvPr>
          <p:cNvCxnSpPr>
            <a:cxnSpLocks/>
          </p:cNvCxnSpPr>
          <p:nvPr/>
        </p:nvCxnSpPr>
        <p:spPr bwMode="auto">
          <a:xfrm>
            <a:off x="3733800" y="1760309"/>
            <a:ext cx="533400" cy="0"/>
          </a:xfrm>
          <a:prstGeom prst="line">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4" name="Title 4">
            <a:extLst>
              <a:ext uri="{FF2B5EF4-FFF2-40B4-BE49-F238E27FC236}">
                <a16:creationId xmlns:a16="http://schemas.microsoft.com/office/drawing/2014/main" id="{F64E5818-3E27-2F7A-D0C8-B0011A604353}"/>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sz="4000" dirty="0"/>
              <a:t>双向移位寄存器的一个单元</a:t>
            </a:r>
            <a:endParaRPr lang="en-CN" altLang="zh-CN" sz="4000" dirty="0">
              <a:solidFill>
                <a:srgbClr val="0000FF"/>
              </a:solidFill>
              <a:latin typeface="Arial" panose="020B0604020202020204" pitchFamily="34" charset="0"/>
              <a:cs typeface="Arial" panose="020B0604020202020204" pitchFamily="34" charset="0"/>
            </a:endParaRPr>
          </a:p>
        </p:txBody>
      </p:sp>
      <p:grpSp>
        <p:nvGrpSpPr>
          <p:cNvPr id="14" name="Group 4">
            <a:extLst>
              <a:ext uri="{FF2B5EF4-FFF2-40B4-BE49-F238E27FC236}">
                <a16:creationId xmlns:a16="http://schemas.microsoft.com/office/drawing/2014/main" id="{AD33FAAB-EC18-46F4-9897-F7624E6BE466}"/>
              </a:ext>
            </a:extLst>
          </p:cNvPr>
          <p:cNvGrpSpPr>
            <a:grpSpLocks noChangeAspect="1"/>
          </p:cNvGrpSpPr>
          <p:nvPr/>
        </p:nvGrpSpPr>
        <p:grpSpPr bwMode="auto">
          <a:xfrm>
            <a:off x="217487" y="1614347"/>
            <a:ext cx="8845550" cy="4724400"/>
            <a:chOff x="137" y="1056"/>
            <a:chExt cx="5572" cy="2976"/>
          </a:xfrm>
        </p:grpSpPr>
        <p:sp>
          <p:nvSpPr>
            <p:cNvPr id="15" name="AutoShape 3">
              <a:extLst>
                <a:ext uri="{FF2B5EF4-FFF2-40B4-BE49-F238E27FC236}">
                  <a16:creationId xmlns:a16="http://schemas.microsoft.com/office/drawing/2014/main" id="{4E96C109-0562-4232-9135-3C72CC475680}"/>
                </a:ext>
              </a:extLst>
            </p:cNvPr>
            <p:cNvSpPr>
              <a:spLocks noChangeAspect="1" noChangeArrowheads="1" noTextEdit="1"/>
            </p:cNvSpPr>
            <p:nvPr/>
          </p:nvSpPr>
          <p:spPr bwMode="auto">
            <a:xfrm>
              <a:off x="144" y="1056"/>
              <a:ext cx="5536" cy="2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2000">
                <a:latin typeface="+mn-lt"/>
              </a:endParaRPr>
            </a:p>
          </p:txBody>
        </p:sp>
        <p:sp>
          <p:nvSpPr>
            <p:cNvPr id="16" name="Rectangle 5">
              <a:extLst>
                <a:ext uri="{FF2B5EF4-FFF2-40B4-BE49-F238E27FC236}">
                  <a16:creationId xmlns:a16="http://schemas.microsoft.com/office/drawing/2014/main" id="{C8FC322B-7900-47DF-A884-EB4E20E5A5E4}"/>
                </a:ext>
              </a:extLst>
            </p:cNvPr>
            <p:cNvSpPr>
              <a:spLocks noChangeArrowheads="1"/>
            </p:cNvSpPr>
            <p:nvPr/>
          </p:nvSpPr>
          <p:spPr bwMode="auto">
            <a:xfrm>
              <a:off x="3421" y="2223"/>
              <a:ext cx="594" cy="74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2000">
                <a:latin typeface="+mn-lt"/>
              </a:endParaRPr>
            </a:p>
          </p:txBody>
        </p:sp>
        <p:sp>
          <p:nvSpPr>
            <p:cNvPr id="17" name="Freeform 6">
              <a:extLst>
                <a:ext uri="{FF2B5EF4-FFF2-40B4-BE49-F238E27FC236}">
                  <a16:creationId xmlns:a16="http://schemas.microsoft.com/office/drawing/2014/main" id="{564D0CFD-3664-43D3-A2C5-960A8280C1E9}"/>
                </a:ext>
              </a:extLst>
            </p:cNvPr>
            <p:cNvSpPr>
              <a:spLocks noEditPoints="1"/>
            </p:cNvSpPr>
            <p:nvPr/>
          </p:nvSpPr>
          <p:spPr bwMode="auto">
            <a:xfrm>
              <a:off x="3421" y="2223"/>
              <a:ext cx="594" cy="743"/>
            </a:xfrm>
            <a:custGeom>
              <a:avLst/>
              <a:gdLst>
                <a:gd name="T0" fmla="*/ 427 w 594"/>
                <a:gd name="T1" fmla="*/ 542 h 743"/>
                <a:gd name="T2" fmla="*/ 538 w 594"/>
                <a:gd name="T3" fmla="*/ 542 h 743"/>
                <a:gd name="T4" fmla="*/ 0 w 594"/>
                <a:gd name="T5" fmla="*/ 306 h 743"/>
                <a:gd name="T6" fmla="*/ 111 w 594"/>
                <a:gd name="T7" fmla="*/ 368 h 743"/>
                <a:gd name="T8" fmla="*/ 0 w 594"/>
                <a:gd name="T9" fmla="*/ 436 h 743"/>
                <a:gd name="T10" fmla="*/ 0 w 594"/>
                <a:gd name="T11" fmla="*/ 743 h 743"/>
                <a:gd name="T12" fmla="*/ 594 w 594"/>
                <a:gd name="T13" fmla="*/ 743 h 743"/>
                <a:gd name="T14" fmla="*/ 594 w 594"/>
                <a:gd name="T15" fmla="*/ 0 h 743"/>
                <a:gd name="T16" fmla="*/ 0 w 594"/>
                <a:gd name="T17" fmla="*/ 0 h 743"/>
                <a:gd name="T18" fmla="*/ 0 w 594"/>
                <a:gd name="T19" fmla="*/ 743 h 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4" h="743">
                  <a:moveTo>
                    <a:pt x="427" y="542"/>
                  </a:moveTo>
                  <a:lnTo>
                    <a:pt x="538" y="542"/>
                  </a:lnTo>
                  <a:moveTo>
                    <a:pt x="0" y="306"/>
                  </a:moveTo>
                  <a:lnTo>
                    <a:pt x="111" y="368"/>
                  </a:lnTo>
                  <a:lnTo>
                    <a:pt x="0" y="436"/>
                  </a:lnTo>
                  <a:moveTo>
                    <a:pt x="0" y="743"/>
                  </a:moveTo>
                  <a:lnTo>
                    <a:pt x="594" y="743"/>
                  </a:lnTo>
                  <a:lnTo>
                    <a:pt x="594" y="0"/>
                  </a:lnTo>
                  <a:lnTo>
                    <a:pt x="0" y="0"/>
                  </a:lnTo>
                  <a:lnTo>
                    <a:pt x="0" y="743"/>
                  </a:lnTo>
                </a:path>
              </a:pathLst>
            </a:custGeom>
            <a:noFill/>
            <a:ln w="1270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2000">
                <a:latin typeface="+mn-lt"/>
              </a:endParaRPr>
            </a:p>
          </p:txBody>
        </p:sp>
        <p:sp>
          <p:nvSpPr>
            <p:cNvPr id="18" name="Rectangle 7">
              <a:extLst>
                <a:ext uri="{FF2B5EF4-FFF2-40B4-BE49-F238E27FC236}">
                  <a16:creationId xmlns:a16="http://schemas.microsoft.com/office/drawing/2014/main" id="{0116A9FF-D1EE-4D5D-B0E5-7E975361E5F5}"/>
                </a:ext>
              </a:extLst>
            </p:cNvPr>
            <p:cNvSpPr>
              <a:spLocks noChangeArrowheads="1"/>
            </p:cNvSpPr>
            <p:nvPr/>
          </p:nvSpPr>
          <p:spPr bwMode="auto">
            <a:xfrm>
              <a:off x="3873" y="2773"/>
              <a:ext cx="113"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0" i="1" u="none" strike="noStrike" cap="none" normalizeH="0" baseline="0" dirty="0">
                  <a:ln>
                    <a:noFill/>
                  </a:ln>
                  <a:solidFill>
                    <a:srgbClr val="000000"/>
                  </a:solidFill>
                  <a:effectLst/>
                  <a:latin typeface="+mn-lt"/>
                </a:rPr>
                <a:t>Q</a:t>
              </a:r>
              <a:endParaRPr kumimoji="0" lang="zh-CN" altLang="zh-CN" sz="2000" b="0" i="0" u="none" strike="noStrike" cap="none" normalizeH="0" baseline="0" dirty="0">
                <a:ln>
                  <a:noFill/>
                </a:ln>
                <a:solidFill>
                  <a:schemeClr val="tx1"/>
                </a:solidFill>
                <a:effectLst/>
                <a:latin typeface="+mn-lt"/>
              </a:endParaRPr>
            </a:p>
          </p:txBody>
        </p:sp>
        <p:sp>
          <p:nvSpPr>
            <p:cNvPr id="19" name="Rectangle 8">
              <a:extLst>
                <a:ext uri="{FF2B5EF4-FFF2-40B4-BE49-F238E27FC236}">
                  <a16:creationId xmlns:a16="http://schemas.microsoft.com/office/drawing/2014/main" id="{DF0D3D69-4B9C-4BFE-AE1A-06B01C822DF0}"/>
                </a:ext>
              </a:extLst>
            </p:cNvPr>
            <p:cNvSpPr>
              <a:spLocks noChangeArrowheads="1"/>
            </p:cNvSpPr>
            <p:nvPr/>
          </p:nvSpPr>
          <p:spPr bwMode="auto">
            <a:xfrm>
              <a:off x="3873" y="2278"/>
              <a:ext cx="113"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0" i="1" u="none" strike="noStrike" cap="none" normalizeH="0" baseline="0" dirty="0">
                  <a:ln>
                    <a:noFill/>
                  </a:ln>
                  <a:solidFill>
                    <a:srgbClr val="000000"/>
                  </a:solidFill>
                  <a:effectLst/>
                  <a:latin typeface="+mn-lt"/>
                </a:rPr>
                <a:t>Q</a:t>
              </a:r>
              <a:endParaRPr kumimoji="0" lang="zh-CN" altLang="zh-CN" sz="2000" b="0" i="0" u="none" strike="noStrike" cap="none" normalizeH="0" baseline="0" dirty="0">
                <a:ln>
                  <a:noFill/>
                </a:ln>
                <a:solidFill>
                  <a:schemeClr val="tx1"/>
                </a:solidFill>
                <a:effectLst/>
                <a:latin typeface="+mn-lt"/>
              </a:endParaRPr>
            </a:p>
          </p:txBody>
        </p:sp>
        <p:sp>
          <p:nvSpPr>
            <p:cNvPr id="20" name="Rectangle 9">
              <a:extLst>
                <a:ext uri="{FF2B5EF4-FFF2-40B4-BE49-F238E27FC236}">
                  <a16:creationId xmlns:a16="http://schemas.microsoft.com/office/drawing/2014/main" id="{8E5BF590-C389-457B-BAC3-F9AF7D9BF065}"/>
                </a:ext>
              </a:extLst>
            </p:cNvPr>
            <p:cNvSpPr>
              <a:spLocks noChangeArrowheads="1"/>
            </p:cNvSpPr>
            <p:nvPr/>
          </p:nvSpPr>
          <p:spPr bwMode="auto">
            <a:xfrm>
              <a:off x="3671" y="2257"/>
              <a:ext cx="157"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000" b="0" i="0" u="none" strike="noStrike" cap="none" normalizeH="0" baseline="0" dirty="0">
                  <a:ln>
                    <a:noFill/>
                  </a:ln>
                  <a:solidFill>
                    <a:srgbClr val="000000"/>
                  </a:solidFill>
                  <a:effectLst/>
                  <a:latin typeface="+mn-lt"/>
                </a:rPr>
                <a:t>SET</a:t>
              </a:r>
              <a:endParaRPr kumimoji="0" lang="zh-CN" altLang="zh-CN" sz="2400" b="0" i="0" u="none" strike="noStrike" cap="none" normalizeH="0" baseline="0" dirty="0">
                <a:ln>
                  <a:noFill/>
                </a:ln>
                <a:solidFill>
                  <a:schemeClr val="tx1"/>
                </a:solidFill>
                <a:effectLst/>
                <a:latin typeface="+mn-lt"/>
              </a:endParaRPr>
            </a:p>
          </p:txBody>
        </p:sp>
        <p:sp>
          <p:nvSpPr>
            <p:cNvPr id="21" name="Rectangle 10">
              <a:extLst>
                <a:ext uri="{FF2B5EF4-FFF2-40B4-BE49-F238E27FC236}">
                  <a16:creationId xmlns:a16="http://schemas.microsoft.com/office/drawing/2014/main" id="{85DD1844-1919-46C6-A439-F40461554AFE}"/>
                </a:ext>
              </a:extLst>
            </p:cNvPr>
            <p:cNvSpPr>
              <a:spLocks noChangeArrowheads="1"/>
            </p:cNvSpPr>
            <p:nvPr/>
          </p:nvSpPr>
          <p:spPr bwMode="auto">
            <a:xfrm>
              <a:off x="3671" y="2825"/>
              <a:ext cx="162"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000" b="0" i="0" u="none" strike="noStrike" cap="none" normalizeH="0" baseline="0" dirty="0">
                  <a:ln>
                    <a:noFill/>
                  </a:ln>
                  <a:solidFill>
                    <a:srgbClr val="000000"/>
                  </a:solidFill>
                  <a:effectLst/>
                  <a:latin typeface="+mn-lt"/>
                </a:rPr>
                <a:t>CLR</a:t>
              </a:r>
              <a:endParaRPr kumimoji="0" lang="zh-CN" altLang="zh-CN" sz="2400" b="0" i="0" u="none" strike="noStrike" cap="none" normalizeH="0" baseline="0" dirty="0">
                <a:ln>
                  <a:noFill/>
                </a:ln>
                <a:solidFill>
                  <a:schemeClr val="tx1"/>
                </a:solidFill>
                <a:effectLst/>
                <a:latin typeface="+mn-lt"/>
              </a:endParaRPr>
            </a:p>
          </p:txBody>
        </p:sp>
        <p:sp>
          <p:nvSpPr>
            <p:cNvPr id="22" name="Rectangle 11">
              <a:extLst>
                <a:ext uri="{FF2B5EF4-FFF2-40B4-BE49-F238E27FC236}">
                  <a16:creationId xmlns:a16="http://schemas.microsoft.com/office/drawing/2014/main" id="{273E7754-9080-4A84-ADE7-4683CF0F7FAF}"/>
                </a:ext>
              </a:extLst>
            </p:cNvPr>
            <p:cNvSpPr>
              <a:spLocks noChangeArrowheads="1"/>
            </p:cNvSpPr>
            <p:nvPr/>
          </p:nvSpPr>
          <p:spPr bwMode="auto">
            <a:xfrm>
              <a:off x="3500" y="2272"/>
              <a:ext cx="105"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0" i="0" u="none" strike="noStrike" cap="none" normalizeH="0" baseline="0" dirty="0">
                  <a:ln>
                    <a:noFill/>
                  </a:ln>
                  <a:solidFill>
                    <a:srgbClr val="000000"/>
                  </a:solidFill>
                  <a:effectLst/>
                  <a:latin typeface="+mn-lt"/>
                </a:rPr>
                <a:t>D</a:t>
              </a:r>
              <a:endParaRPr kumimoji="0" lang="zh-CN" altLang="zh-CN" sz="2000" b="0" i="0" u="none" strike="noStrike" cap="none" normalizeH="0" baseline="0" dirty="0">
                <a:ln>
                  <a:noFill/>
                </a:ln>
                <a:solidFill>
                  <a:schemeClr val="tx1"/>
                </a:solidFill>
                <a:effectLst/>
                <a:latin typeface="+mn-lt"/>
              </a:endParaRPr>
            </a:p>
          </p:txBody>
        </p:sp>
        <p:sp>
          <p:nvSpPr>
            <p:cNvPr id="23" name="Freeform 12">
              <a:extLst>
                <a:ext uri="{FF2B5EF4-FFF2-40B4-BE49-F238E27FC236}">
                  <a16:creationId xmlns:a16="http://schemas.microsoft.com/office/drawing/2014/main" id="{E3A57269-1B34-4028-80EA-1D19C64D7160}"/>
                </a:ext>
              </a:extLst>
            </p:cNvPr>
            <p:cNvSpPr>
              <a:spLocks/>
            </p:cNvSpPr>
            <p:nvPr/>
          </p:nvSpPr>
          <p:spPr bwMode="auto">
            <a:xfrm>
              <a:off x="3124" y="2594"/>
              <a:ext cx="297" cy="654"/>
            </a:xfrm>
            <a:custGeom>
              <a:avLst/>
              <a:gdLst>
                <a:gd name="T0" fmla="*/ 297 w 297"/>
                <a:gd name="T1" fmla="*/ 0 h 654"/>
                <a:gd name="T2" fmla="*/ 0 w 297"/>
                <a:gd name="T3" fmla="*/ 0 h 654"/>
                <a:gd name="T4" fmla="*/ 0 w 297"/>
                <a:gd name="T5" fmla="*/ 654 h 654"/>
              </a:gdLst>
              <a:ahLst/>
              <a:cxnLst>
                <a:cxn ang="0">
                  <a:pos x="T0" y="T1"/>
                </a:cxn>
                <a:cxn ang="0">
                  <a:pos x="T2" y="T3"/>
                </a:cxn>
                <a:cxn ang="0">
                  <a:pos x="T4" y="T5"/>
                </a:cxn>
              </a:cxnLst>
              <a:rect l="0" t="0" r="r" b="b"/>
              <a:pathLst>
                <a:path w="297" h="654">
                  <a:moveTo>
                    <a:pt x="297" y="0"/>
                  </a:moveTo>
                  <a:lnTo>
                    <a:pt x="0" y="0"/>
                  </a:lnTo>
                  <a:lnTo>
                    <a:pt x="0" y="654"/>
                  </a:lnTo>
                </a:path>
              </a:pathLst>
            </a:custGeom>
            <a:noFill/>
            <a:ln w="1270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2000">
                <a:latin typeface="+mn-lt"/>
              </a:endParaRPr>
            </a:p>
          </p:txBody>
        </p:sp>
        <p:sp>
          <p:nvSpPr>
            <p:cNvPr id="24" name="Oval 13">
              <a:extLst>
                <a:ext uri="{FF2B5EF4-FFF2-40B4-BE49-F238E27FC236}">
                  <a16:creationId xmlns:a16="http://schemas.microsoft.com/office/drawing/2014/main" id="{B5BDA8BF-80AA-4665-A06D-464FBD8C6465}"/>
                </a:ext>
              </a:extLst>
            </p:cNvPr>
            <p:cNvSpPr>
              <a:spLocks noChangeArrowheads="1"/>
            </p:cNvSpPr>
            <p:nvPr/>
          </p:nvSpPr>
          <p:spPr bwMode="auto">
            <a:xfrm>
              <a:off x="3102" y="3226"/>
              <a:ext cx="44" cy="44"/>
            </a:xfrm>
            <a:prstGeom prst="ellipse">
              <a:avLst/>
            </a:prstGeom>
            <a:solidFill>
              <a:srgbClr val="0000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sz="2000">
                <a:latin typeface="+mn-lt"/>
              </a:endParaRPr>
            </a:p>
          </p:txBody>
        </p:sp>
        <p:sp>
          <p:nvSpPr>
            <p:cNvPr id="26" name="Line 14">
              <a:extLst>
                <a:ext uri="{FF2B5EF4-FFF2-40B4-BE49-F238E27FC236}">
                  <a16:creationId xmlns:a16="http://schemas.microsoft.com/office/drawing/2014/main" id="{E4E5783F-FB21-4676-80E2-551FCF0F5873}"/>
                </a:ext>
              </a:extLst>
            </p:cNvPr>
            <p:cNvSpPr>
              <a:spLocks noChangeShapeType="1"/>
            </p:cNvSpPr>
            <p:nvPr/>
          </p:nvSpPr>
          <p:spPr bwMode="auto">
            <a:xfrm>
              <a:off x="1108" y="3248"/>
              <a:ext cx="3556" cy="0"/>
            </a:xfrm>
            <a:prstGeom prst="line">
              <a:avLst/>
            </a:prstGeom>
            <a:noFill/>
            <a:ln w="12700"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000">
                <a:latin typeface="+mn-lt"/>
              </a:endParaRPr>
            </a:p>
          </p:txBody>
        </p:sp>
        <p:sp>
          <p:nvSpPr>
            <p:cNvPr id="27" name="Freeform 15">
              <a:extLst>
                <a:ext uri="{FF2B5EF4-FFF2-40B4-BE49-F238E27FC236}">
                  <a16:creationId xmlns:a16="http://schemas.microsoft.com/office/drawing/2014/main" id="{927B41D6-4961-4670-9921-87FC2A0474FF}"/>
                </a:ext>
              </a:extLst>
            </p:cNvPr>
            <p:cNvSpPr>
              <a:spLocks/>
            </p:cNvSpPr>
            <p:nvPr/>
          </p:nvSpPr>
          <p:spPr bwMode="auto">
            <a:xfrm>
              <a:off x="1015" y="3214"/>
              <a:ext cx="102" cy="68"/>
            </a:xfrm>
            <a:custGeom>
              <a:avLst/>
              <a:gdLst>
                <a:gd name="T0" fmla="*/ 102 w 102"/>
                <a:gd name="T1" fmla="*/ 68 h 68"/>
                <a:gd name="T2" fmla="*/ 0 w 102"/>
                <a:gd name="T3" fmla="*/ 34 h 68"/>
                <a:gd name="T4" fmla="*/ 102 w 102"/>
                <a:gd name="T5" fmla="*/ 0 h 68"/>
                <a:gd name="T6" fmla="*/ 102 w 102"/>
                <a:gd name="T7" fmla="*/ 68 h 68"/>
              </a:gdLst>
              <a:ahLst/>
              <a:cxnLst>
                <a:cxn ang="0">
                  <a:pos x="T0" y="T1"/>
                </a:cxn>
                <a:cxn ang="0">
                  <a:pos x="T2" y="T3"/>
                </a:cxn>
                <a:cxn ang="0">
                  <a:pos x="T4" y="T5"/>
                </a:cxn>
                <a:cxn ang="0">
                  <a:pos x="T6" y="T7"/>
                </a:cxn>
              </a:cxnLst>
              <a:rect l="0" t="0" r="r" b="b"/>
              <a:pathLst>
                <a:path w="102" h="68">
                  <a:moveTo>
                    <a:pt x="102" y="68"/>
                  </a:moveTo>
                  <a:lnTo>
                    <a:pt x="0" y="34"/>
                  </a:lnTo>
                  <a:lnTo>
                    <a:pt x="102" y="0"/>
                  </a:lnTo>
                  <a:lnTo>
                    <a:pt x="102" y="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000">
                <a:latin typeface="+mn-lt"/>
              </a:endParaRPr>
            </a:p>
          </p:txBody>
        </p:sp>
        <p:sp>
          <p:nvSpPr>
            <p:cNvPr id="28" name="Freeform 16">
              <a:extLst>
                <a:ext uri="{FF2B5EF4-FFF2-40B4-BE49-F238E27FC236}">
                  <a16:creationId xmlns:a16="http://schemas.microsoft.com/office/drawing/2014/main" id="{330355BB-D68E-4691-A04A-2641F34A5CFA}"/>
                </a:ext>
              </a:extLst>
            </p:cNvPr>
            <p:cNvSpPr>
              <a:spLocks/>
            </p:cNvSpPr>
            <p:nvPr/>
          </p:nvSpPr>
          <p:spPr bwMode="auto">
            <a:xfrm>
              <a:off x="4656" y="3214"/>
              <a:ext cx="101" cy="68"/>
            </a:xfrm>
            <a:custGeom>
              <a:avLst/>
              <a:gdLst>
                <a:gd name="T0" fmla="*/ 0 w 101"/>
                <a:gd name="T1" fmla="*/ 0 h 68"/>
                <a:gd name="T2" fmla="*/ 101 w 101"/>
                <a:gd name="T3" fmla="*/ 34 h 68"/>
                <a:gd name="T4" fmla="*/ 0 w 101"/>
                <a:gd name="T5" fmla="*/ 68 h 68"/>
                <a:gd name="T6" fmla="*/ 0 w 101"/>
                <a:gd name="T7" fmla="*/ 0 h 68"/>
              </a:gdLst>
              <a:ahLst/>
              <a:cxnLst>
                <a:cxn ang="0">
                  <a:pos x="T0" y="T1"/>
                </a:cxn>
                <a:cxn ang="0">
                  <a:pos x="T2" y="T3"/>
                </a:cxn>
                <a:cxn ang="0">
                  <a:pos x="T4" y="T5"/>
                </a:cxn>
                <a:cxn ang="0">
                  <a:pos x="T6" y="T7"/>
                </a:cxn>
              </a:cxnLst>
              <a:rect l="0" t="0" r="r" b="b"/>
              <a:pathLst>
                <a:path w="101" h="68">
                  <a:moveTo>
                    <a:pt x="0" y="0"/>
                  </a:moveTo>
                  <a:lnTo>
                    <a:pt x="101" y="34"/>
                  </a:lnTo>
                  <a:lnTo>
                    <a:pt x="0" y="68"/>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000">
                <a:latin typeface="+mn-lt"/>
              </a:endParaRPr>
            </a:p>
          </p:txBody>
        </p:sp>
        <p:sp>
          <p:nvSpPr>
            <p:cNvPr id="29" name="Rectangle 17">
              <a:extLst>
                <a:ext uri="{FF2B5EF4-FFF2-40B4-BE49-F238E27FC236}">
                  <a16:creationId xmlns:a16="http://schemas.microsoft.com/office/drawing/2014/main" id="{720B04AF-5B68-4376-90E5-490E14E5FBB8}"/>
                </a:ext>
              </a:extLst>
            </p:cNvPr>
            <p:cNvSpPr>
              <a:spLocks noChangeArrowheads="1"/>
            </p:cNvSpPr>
            <p:nvPr/>
          </p:nvSpPr>
          <p:spPr bwMode="auto">
            <a:xfrm>
              <a:off x="4793" y="3170"/>
              <a:ext cx="36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0" i="0" u="none" strike="noStrike" cap="none" normalizeH="0" baseline="0" dirty="0">
                  <a:ln>
                    <a:noFill/>
                  </a:ln>
                  <a:solidFill>
                    <a:srgbClr val="000000"/>
                  </a:solidFill>
                  <a:effectLst/>
                  <a:latin typeface="+mn-lt"/>
                </a:rPr>
                <a:t>Clock</a:t>
              </a:r>
              <a:endParaRPr kumimoji="0" lang="zh-CN" altLang="zh-CN" sz="2000" b="0" i="0" u="none" strike="noStrike" cap="none" normalizeH="0" baseline="0" dirty="0">
                <a:ln>
                  <a:noFill/>
                </a:ln>
                <a:solidFill>
                  <a:schemeClr val="tx1"/>
                </a:solidFill>
                <a:effectLst/>
                <a:latin typeface="+mn-lt"/>
              </a:endParaRPr>
            </a:p>
          </p:txBody>
        </p:sp>
        <p:sp>
          <p:nvSpPr>
            <p:cNvPr id="30" name="Freeform 18">
              <a:extLst>
                <a:ext uri="{FF2B5EF4-FFF2-40B4-BE49-F238E27FC236}">
                  <a16:creationId xmlns:a16="http://schemas.microsoft.com/office/drawing/2014/main" id="{78702772-F14E-43F4-BFE7-BF97CE222465}"/>
                </a:ext>
              </a:extLst>
            </p:cNvPr>
            <p:cNvSpPr>
              <a:spLocks/>
            </p:cNvSpPr>
            <p:nvPr/>
          </p:nvSpPr>
          <p:spPr bwMode="auto">
            <a:xfrm>
              <a:off x="4015" y="1247"/>
              <a:ext cx="148" cy="1100"/>
            </a:xfrm>
            <a:custGeom>
              <a:avLst/>
              <a:gdLst>
                <a:gd name="T0" fmla="*/ 0 w 148"/>
                <a:gd name="T1" fmla="*/ 1100 h 1100"/>
                <a:gd name="T2" fmla="*/ 148 w 148"/>
                <a:gd name="T3" fmla="*/ 1100 h 1100"/>
                <a:gd name="T4" fmla="*/ 148 w 148"/>
                <a:gd name="T5" fmla="*/ 0 h 1100"/>
              </a:gdLst>
              <a:ahLst/>
              <a:cxnLst>
                <a:cxn ang="0">
                  <a:pos x="T0" y="T1"/>
                </a:cxn>
                <a:cxn ang="0">
                  <a:pos x="T2" y="T3"/>
                </a:cxn>
                <a:cxn ang="0">
                  <a:pos x="T4" y="T5"/>
                </a:cxn>
              </a:cxnLst>
              <a:rect l="0" t="0" r="r" b="b"/>
              <a:pathLst>
                <a:path w="148" h="1100">
                  <a:moveTo>
                    <a:pt x="0" y="1100"/>
                  </a:moveTo>
                  <a:lnTo>
                    <a:pt x="148" y="1100"/>
                  </a:lnTo>
                  <a:lnTo>
                    <a:pt x="148" y="0"/>
                  </a:lnTo>
                </a:path>
              </a:pathLst>
            </a:custGeom>
            <a:noFill/>
            <a:ln w="1270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2000">
                <a:latin typeface="+mn-lt"/>
              </a:endParaRPr>
            </a:p>
          </p:txBody>
        </p:sp>
        <p:sp>
          <p:nvSpPr>
            <p:cNvPr id="31" name="Freeform 19">
              <a:extLst>
                <a:ext uri="{FF2B5EF4-FFF2-40B4-BE49-F238E27FC236}">
                  <a16:creationId xmlns:a16="http://schemas.microsoft.com/office/drawing/2014/main" id="{A1D228D3-4C06-4B07-A507-89080B000B34}"/>
                </a:ext>
              </a:extLst>
            </p:cNvPr>
            <p:cNvSpPr>
              <a:spLocks/>
            </p:cNvSpPr>
            <p:nvPr/>
          </p:nvSpPr>
          <p:spPr bwMode="auto">
            <a:xfrm>
              <a:off x="4135" y="1168"/>
              <a:ext cx="57" cy="87"/>
            </a:xfrm>
            <a:custGeom>
              <a:avLst/>
              <a:gdLst>
                <a:gd name="T0" fmla="*/ 0 w 57"/>
                <a:gd name="T1" fmla="*/ 87 h 87"/>
                <a:gd name="T2" fmla="*/ 28 w 57"/>
                <a:gd name="T3" fmla="*/ 0 h 87"/>
                <a:gd name="T4" fmla="*/ 57 w 57"/>
                <a:gd name="T5" fmla="*/ 87 h 87"/>
                <a:gd name="T6" fmla="*/ 0 w 57"/>
                <a:gd name="T7" fmla="*/ 87 h 87"/>
              </a:gdLst>
              <a:ahLst/>
              <a:cxnLst>
                <a:cxn ang="0">
                  <a:pos x="T0" y="T1"/>
                </a:cxn>
                <a:cxn ang="0">
                  <a:pos x="T2" y="T3"/>
                </a:cxn>
                <a:cxn ang="0">
                  <a:pos x="T4" y="T5"/>
                </a:cxn>
                <a:cxn ang="0">
                  <a:pos x="T6" y="T7"/>
                </a:cxn>
              </a:cxnLst>
              <a:rect l="0" t="0" r="r" b="b"/>
              <a:pathLst>
                <a:path w="57" h="87">
                  <a:moveTo>
                    <a:pt x="0" y="87"/>
                  </a:moveTo>
                  <a:lnTo>
                    <a:pt x="28" y="0"/>
                  </a:lnTo>
                  <a:lnTo>
                    <a:pt x="57" y="87"/>
                  </a:lnTo>
                  <a:lnTo>
                    <a:pt x="0" y="8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000">
                <a:latin typeface="+mn-lt"/>
              </a:endParaRPr>
            </a:p>
          </p:txBody>
        </p:sp>
        <p:sp>
          <p:nvSpPr>
            <p:cNvPr id="32" name="Line 20">
              <a:extLst>
                <a:ext uri="{FF2B5EF4-FFF2-40B4-BE49-F238E27FC236}">
                  <a16:creationId xmlns:a16="http://schemas.microsoft.com/office/drawing/2014/main" id="{CA2F15DC-E18A-4204-B314-6A0B0F54B5BD}"/>
                </a:ext>
              </a:extLst>
            </p:cNvPr>
            <p:cNvSpPr>
              <a:spLocks noChangeShapeType="1"/>
            </p:cNvSpPr>
            <p:nvPr/>
          </p:nvSpPr>
          <p:spPr bwMode="auto">
            <a:xfrm>
              <a:off x="1138" y="1613"/>
              <a:ext cx="3526" cy="0"/>
            </a:xfrm>
            <a:prstGeom prst="line">
              <a:avLst/>
            </a:prstGeom>
            <a:noFill/>
            <a:ln w="12700"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000">
                <a:latin typeface="+mn-lt"/>
              </a:endParaRPr>
            </a:p>
          </p:txBody>
        </p:sp>
        <p:sp>
          <p:nvSpPr>
            <p:cNvPr id="33" name="Freeform 21">
              <a:extLst>
                <a:ext uri="{FF2B5EF4-FFF2-40B4-BE49-F238E27FC236}">
                  <a16:creationId xmlns:a16="http://schemas.microsoft.com/office/drawing/2014/main" id="{99EA5AD4-9661-4E7B-B205-788989888766}"/>
                </a:ext>
              </a:extLst>
            </p:cNvPr>
            <p:cNvSpPr>
              <a:spLocks/>
            </p:cNvSpPr>
            <p:nvPr/>
          </p:nvSpPr>
          <p:spPr bwMode="auto">
            <a:xfrm>
              <a:off x="1045" y="1579"/>
              <a:ext cx="102" cy="69"/>
            </a:xfrm>
            <a:custGeom>
              <a:avLst/>
              <a:gdLst>
                <a:gd name="T0" fmla="*/ 102 w 102"/>
                <a:gd name="T1" fmla="*/ 69 h 69"/>
                <a:gd name="T2" fmla="*/ 0 w 102"/>
                <a:gd name="T3" fmla="*/ 34 h 69"/>
                <a:gd name="T4" fmla="*/ 102 w 102"/>
                <a:gd name="T5" fmla="*/ 0 h 69"/>
                <a:gd name="T6" fmla="*/ 102 w 102"/>
                <a:gd name="T7" fmla="*/ 69 h 69"/>
              </a:gdLst>
              <a:ahLst/>
              <a:cxnLst>
                <a:cxn ang="0">
                  <a:pos x="T0" y="T1"/>
                </a:cxn>
                <a:cxn ang="0">
                  <a:pos x="T2" y="T3"/>
                </a:cxn>
                <a:cxn ang="0">
                  <a:pos x="T4" y="T5"/>
                </a:cxn>
                <a:cxn ang="0">
                  <a:pos x="T6" y="T7"/>
                </a:cxn>
              </a:cxnLst>
              <a:rect l="0" t="0" r="r" b="b"/>
              <a:pathLst>
                <a:path w="102" h="69">
                  <a:moveTo>
                    <a:pt x="102" y="69"/>
                  </a:moveTo>
                  <a:lnTo>
                    <a:pt x="0" y="34"/>
                  </a:lnTo>
                  <a:lnTo>
                    <a:pt x="102" y="0"/>
                  </a:lnTo>
                  <a:lnTo>
                    <a:pt x="102" y="6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000">
                <a:latin typeface="+mn-lt"/>
              </a:endParaRPr>
            </a:p>
          </p:txBody>
        </p:sp>
        <p:sp>
          <p:nvSpPr>
            <p:cNvPr id="34" name="Freeform 22">
              <a:extLst>
                <a:ext uri="{FF2B5EF4-FFF2-40B4-BE49-F238E27FC236}">
                  <a16:creationId xmlns:a16="http://schemas.microsoft.com/office/drawing/2014/main" id="{CCD49797-3C2C-46F4-951B-980C78E1AC06}"/>
                </a:ext>
              </a:extLst>
            </p:cNvPr>
            <p:cNvSpPr>
              <a:spLocks/>
            </p:cNvSpPr>
            <p:nvPr/>
          </p:nvSpPr>
          <p:spPr bwMode="auto">
            <a:xfrm>
              <a:off x="4656" y="1579"/>
              <a:ext cx="101" cy="69"/>
            </a:xfrm>
            <a:custGeom>
              <a:avLst/>
              <a:gdLst>
                <a:gd name="T0" fmla="*/ 0 w 101"/>
                <a:gd name="T1" fmla="*/ 0 h 69"/>
                <a:gd name="T2" fmla="*/ 101 w 101"/>
                <a:gd name="T3" fmla="*/ 34 h 69"/>
                <a:gd name="T4" fmla="*/ 0 w 101"/>
                <a:gd name="T5" fmla="*/ 69 h 69"/>
                <a:gd name="T6" fmla="*/ 0 w 101"/>
                <a:gd name="T7" fmla="*/ 0 h 69"/>
              </a:gdLst>
              <a:ahLst/>
              <a:cxnLst>
                <a:cxn ang="0">
                  <a:pos x="T0" y="T1"/>
                </a:cxn>
                <a:cxn ang="0">
                  <a:pos x="T2" y="T3"/>
                </a:cxn>
                <a:cxn ang="0">
                  <a:pos x="T4" y="T5"/>
                </a:cxn>
                <a:cxn ang="0">
                  <a:pos x="T6" y="T7"/>
                </a:cxn>
              </a:cxnLst>
              <a:rect l="0" t="0" r="r" b="b"/>
              <a:pathLst>
                <a:path w="101" h="69">
                  <a:moveTo>
                    <a:pt x="0" y="0"/>
                  </a:moveTo>
                  <a:lnTo>
                    <a:pt x="101" y="34"/>
                  </a:lnTo>
                  <a:lnTo>
                    <a:pt x="0" y="6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000">
                <a:latin typeface="+mn-lt"/>
              </a:endParaRPr>
            </a:p>
          </p:txBody>
        </p:sp>
        <p:sp>
          <p:nvSpPr>
            <p:cNvPr id="35" name="Freeform 25">
              <a:extLst>
                <a:ext uri="{FF2B5EF4-FFF2-40B4-BE49-F238E27FC236}">
                  <a16:creationId xmlns:a16="http://schemas.microsoft.com/office/drawing/2014/main" id="{9F0CA55F-036F-4757-B3EB-63D89C26E3DF}"/>
                </a:ext>
              </a:extLst>
            </p:cNvPr>
            <p:cNvSpPr>
              <a:spLocks noEditPoints="1"/>
            </p:cNvSpPr>
            <p:nvPr/>
          </p:nvSpPr>
          <p:spPr bwMode="auto">
            <a:xfrm>
              <a:off x="2738" y="2286"/>
              <a:ext cx="505" cy="126"/>
            </a:xfrm>
            <a:custGeom>
              <a:avLst/>
              <a:gdLst>
                <a:gd name="T0" fmla="*/ 0 w 505"/>
                <a:gd name="T1" fmla="*/ 0 h 126"/>
                <a:gd name="T2" fmla="*/ 252 w 505"/>
                <a:gd name="T3" fmla="*/ 0 h 126"/>
                <a:gd name="T4" fmla="*/ 0 w 505"/>
                <a:gd name="T5" fmla="*/ 126 h 126"/>
                <a:gd name="T6" fmla="*/ 252 w 505"/>
                <a:gd name="T7" fmla="*/ 126 h 126"/>
                <a:gd name="T8" fmla="*/ 505 w 505"/>
                <a:gd name="T9" fmla="*/ 63 h 126"/>
                <a:gd name="T10" fmla="*/ 252 w 505"/>
                <a:gd name="T11" fmla="*/ 63 h 126"/>
              </a:gdLst>
              <a:ahLst/>
              <a:cxnLst>
                <a:cxn ang="0">
                  <a:pos x="T0" y="T1"/>
                </a:cxn>
                <a:cxn ang="0">
                  <a:pos x="T2" y="T3"/>
                </a:cxn>
                <a:cxn ang="0">
                  <a:pos x="T4" y="T5"/>
                </a:cxn>
                <a:cxn ang="0">
                  <a:pos x="T6" y="T7"/>
                </a:cxn>
                <a:cxn ang="0">
                  <a:pos x="T8" y="T9"/>
                </a:cxn>
                <a:cxn ang="0">
                  <a:pos x="T10" y="T11"/>
                </a:cxn>
              </a:cxnLst>
              <a:rect l="0" t="0" r="r" b="b"/>
              <a:pathLst>
                <a:path w="505" h="126">
                  <a:moveTo>
                    <a:pt x="0" y="0"/>
                  </a:moveTo>
                  <a:lnTo>
                    <a:pt x="252" y="0"/>
                  </a:lnTo>
                  <a:moveTo>
                    <a:pt x="0" y="126"/>
                  </a:moveTo>
                  <a:lnTo>
                    <a:pt x="252" y="126"/>
                  </a:lnTo>
                  <a:moveTo>
                    <a:pt x="505" y="63"/>
                  </a:moveTo>
                  <a:lnTo>
                    <a:pt x="252" y="63"/>
                  </a:lnTo>
                </a:path>
              </a:pathLst>
            </a:custGeom>
            <a:noFill/>
            <a:ln w="1270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2000">
                <a:latin typeface="+mn-lt"/>
              </a:endParaRPr>
            </a:p>
          </p:txBody>
        </p:sp>
        <p:sp>
          <p:nvSpPr>
            <p:cNvPr id="36" name="Freeform 26">
              <a:extLst>
                <a:ext uri="{FF2B5EF4-FFF2-40B4-BE49-F238E27FC236}">
                  <a16:creationId xmlns:a16="http://schemas.microsoft.com/office/drawing/2014/main" id="{08E02336-7E0A-4BBF-920F-0D560C99E2C5}"/>
                </a:ext>
              </a:extLst>
            </p:cNvPr>
            <p:cNvSpPr>
              <a:spLocks/>
            </p:cNvSpPr>
            <p:nvPr/>
          </p:nvSpPr>
          <p:spPr bwMode="auto">
            <a:xfrm>
              <a:off x="2826" y="2223"/>
              <a:ext cx="328" cy="252"/>
            </a:xfrm>
            <a:custGeom>
              <a:avLst/>
              <a:gdLst>
                <a:gd name="T0" fmla="*/ 1336 w 1336"/>
                <a:gd name="T1" fmla="*/ 514 h 1028"/>
                <a:gd name="T2" fmla="*/ 401 w 1336"/>
                <a:gd name="T3" fmla="*/ 1028 h 1028"/>
                <a:gd name="T4" fmla="*/ 0 w 1336"/>
                <a:gd name="T5" fmla="*/ 1028 h 1028"/>
                <a:gd name="T6" fmla="*/ 0 w 1336"/>
                <a:gd name="T7" fmla="*/ 0 h 1028"/>
                <a:gd name="T8" fmla="*/ 401 w 1336"/>
                <a:gd name="T9" fmla="*/ 0 h 1028"/>
                <a:gd name="T10" fmla="*/ 1336 w 1336"/>
                <a:gd name="T11" fmla="*/ 514 h 1028"/>
              </a:gdLst>
              <a:ahLst/>
              <a:cxnLst>
                <a:cxn ang="0">
                  <a:pos x="T0" y="T1"/>
                </a:cxn>
                <a:cxn ang="0">
                  <a:pos x="T2" y="T3"/>
                </a:cxn>
                <a:cxn ang="0">
                  <a:pos x="T4" y="T5"/>
                </a:cxn>
                <a:cxn ang="0">
                  <a:pos x="T6" y="T7"/>
                </a:cxn>
                <a:cxn ang="0">
                  <a:pos x="T8" y="T9"/>
                </a:cxn>
                <a:cxn ang="0">
                  <a:pos x="T10" y="T11"/>
                </a:cxn>
              </a:cxnLst>
              <a:rect l="0" t="0" r="r" b="b"/>
              <a:pathLst>
                <a:path w="1336" h="1028">
                  <a:moveTo>
                    <a:pt x="1336" y="514"/>
                  </a:moveTo>
                  <a:cubicBezTo>
                    <a:pt x="1177" y="767"/>
                    <a:pt x="829" y="958"/>
                    <a:pt x="401" y="1028"/>
                  </a:cubicBezTo>
                  <a:lnTo>
                    <a:pt x="0" y="1028"/>
                  </a:lnTo>
                  <a:cubicBezTo>
                    <a:pt x="248" y="702"/>
                    <a:pt x="248" y="326"/>
                    <a:pt x="0" y="0"/>
                  </a:cubicBezTo>
                  <a:lnTo>
                    <a:pt x="401" y="0"/>
                  </a:lnTo>
                  <a:cubicBezTo>
                    <a:pt x="831" y="68"/>
                    <a:pt x="1179" y="260"/>
                    <a:pt x="1336" y="514"/>
                  </a:cubicBezTo>
                  <a:close/>
                </a:path>
              </a:pathLst>
            </a:custGeom>
            <a:solidFill>
              <a:srgbClr val="FFFFFF"/>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sz="2000">
                <a:latin typeface="+mn-lt"/>
              </a:endParaRPr>
            </a:p>
          </p:txBody>
        </p:sp>
        <p:sp>
          <p:nvSpPr>
            <p:cNvPr id="37" name="Freeform 27">
              <a:extLst>
                <a:ext uri="{FF2B5EF4-FFF2-40B4-BE49-F238E27FC236}">
                  <a16:creationId xmlns:a16="http://schemas.microsoft.com/office/drawing/2014/main" id="{C48E309C-6173-46A3-AA00-03CA2AD01B9E}"/>
                </a:ext>
              </a:extLst>
            </p:cNvPr>
            <p:cNvSpPr>
              <a:spLocks/>
            </p:cNvSpPr>
            <p:nvPr/>
          </p:nvSpPr>
          <p:spPr bwMode="auto">
            <a:xfrm>
              <a:off x="2826" y="2223"/>
              <a:ext cx="328" cy="252"/>
            </a:xfrm>
            <a:custGeom>
              <a:avLst/>
              <a:gdLst>
                <a:gd name="T0" fmla="*/ 1336 w 1336"/>
                <a:gd name="T1" fmla="*/ 514 h 1028"/>
                <a:gd name="T2" fmla="*/ 401 w 1336"/>
                <a:gd name="T3" fmla="*/ 1028 h 1028"/>
                <a:gd name="T4" fmla="*/ 0 w 1336"/>
                <a:gd name="T5" fmla="*/ 1028 h 1028"/>
                <a:gd name="T6" fmla="*/ 0 w 1336"/>
                <a:gd name="T7" fmla="*/ 0 h 1028"/>
                <a:gd name="T8" fmla="*/ 401 w 1336"/>
                <a:gd name="T9" fmla="*/ 0 h 1028"/>
                <a:gd name="T10" fmla="*/ 1336 w 1336"/>
                <a:gd name="T11" fmla="*/ 514 h 1028"/>
              </a:gdLst>
              <a:ahLst/>
              <a:cxnLst>
                <a:cxn ang="0">
                  <a:pos x="T0" y="T1"/>
                </a:cxn>
                <a:cxn ang="0">
                  <a:pos x="T2" y="T3"/>
                </a:cxn>
                <a:cxn ang="0">
                  <a:pos x="T4" y="T5"/>
                </a:cxn>
                <a:cxn ang="0">
                  <a:pos x="T6" y="T7"/>
                </a:cxn>
                <a:cxn ang="0">
                  <a:pos x="T8" y="T9"/>
                </a:cxn>
                <a:cxn ang="0">
                  <a:pos x="T10" y="T11"/>
                </a:cxn>
              </a:cxnLst>
              <a:rect l="0" t="0" r="r" b="b"/>
              <a:pathLst>
                <a:path w="1336" h="1028">
                  <a:moveTo>
                    <a:pt x="1336" y="514"/>
                  </a:moveTo>
                  <a:cubicBezTo>
                    <a:pt x="1177" y="767"/>
                    <a:pt x="829" y="958"/>
                    <a:pt x="401" y="1028"/>
                  </a:cubicBezTo>
                  <a:lnTo>
                    <a:pt x="0" y="1028"/>
                  </a:lnTo>
                  <a:cubicBezTo>
                    <a:pt x="248" y="702"/>
                    <a:pt x="248" y="326"/>
                    <a:pt x="0" y="0"/>
                  </a:cubicBezTo>
                  <a:lnTo>
                    <a:pt x="401" y="0"/>
                  </a:lnTo>
                  <a:cubicBezTo>
                    <a:pt x="831" y="68"/>
                    <a:pt x="1179" y="260"/>
                    <a:pt x="1336" y="514"/>
                  </a:cubicBezTo>
                  <a:close/>
                </a:path>
              </a:pathLst>
            </a:custGeom>
            <a:noFill/>
            <a:ln w="47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2000">
                <a:latin typeface="+mn-lt"/>
              </a:endParaRPr>
            </a:p>
          </p:txBody>
        </p:sp>
        <p:sp>
          <p:nvSpPr>
            <p:cNvPr id="38" name="Freeform 28">
              <a:extLst>
                <a:ext uri="{FF2B5EF4-FFF2-40B4-BE49-F238E27FC236}">
                  <a16:creationId xmlns:a16="http://schemas.microsoft.com/office/drawing/2014/main" id="{81E04FE6-DCB9-4DBE-8F7E-D5770F6ACEF6}"/>
                </a:ext>
              </a:extLst>
            </p:cNvPr>
            <p:cNvSpPr>
              <a:spLocks/>
            </p:cNvSpPr>
            <p:nvPr/>
          </p:nvSpPr>
          <p:spPr bwMode="auto">
            <a:xfrm>
              <a:off x="2826" y="2223"/>
              <a:ext cx="328" cy="252"/>
            </a:xfrm>
            <a:custGeom>
              <a:avLst/>
              <a:gdLst>
                <a:gd name="T0" fmla="*/ 822 w 1336"/>
                <a:gd name="T1" fmla="*/ 1028 h 1028"/>
                <a:gd name="T2" fmla="*/ 0 w 1336"/>
                <a:gd name="T3" fmla="*/ 1028 h 1028"/>
                <a:gd name="T4" fmla="*/ 0 w 1336"/>
                <a:gd name="T5" fmla="*/ 0 h 1028"/>
                <a:gd name="T6" fmla="*/ 822 w 1336"/>
                <a:gd name="T7" fmla="*/ 0 h 1028"/>
                <a:gd name="T8" fmla="*/ 1336 w 1336"/>
                <a:gd name="T9" fmla="*/ 514 h 1028"/>
                <a:gd name="T10" fmla="*/ 822 w 1336"/>
                <a:gd name="T11" fmla="*/ 1028 h 1028"/>
              </a:gdLst>
              <a:ahLst/>
              <a:cxnLst>
                <a:cxn ang="0">
                  <a:pos x="T0" y="T1"/>
                </a:cxn>
                <a:cxn ang="0">
                  <a:pos x="T2" y="T3"/>
                </a:cxn>
                <a:cxn ang="0">
                  <a:pos x="T4" y="T5"/>
                </a:cxn>
                <a:cxn ang="0">
                  <a:pos x="T6" y="T7"/>
                </a:cxn>
                <a:cxn ang="0">
                  <a:pos x="T8" y="T9"/>
                </a:cxn>
                <a:cxn ang="0">
                  <a:pos x="T10" y="T11"/>
                </a:cxn>
              </a:cxnLst>
              <a:rect l="0" t="0" r="r" b="b"/>
              <a:pathLst>
                <a:path w="1336" h="1028">
                  <a:moveTo>
                    <a:pt x="822" y="1028"/>
                  </a:moveTo>
                  <a:lnTo>
                    <a:pt x="0" y="1028"/>
                  </a:lnTo>
                  <a:lnTo>
                    <a:pt x="0" y="0"/>
                  </a:lnTo>
                  <a:lnTo>
                    <a:pt x="822" y="0"/>
                  </a:lnTo>
                  <a:cubicBezTo>
                    <a:pt x="1106" y="0"/>
                    <a:pt x="1336" y="230"/>
                    <a:pt x="1336" y="514"/>
                  </a:cubicBezTo>
                  <a:cubicBezTo>
                    <a:pt x="1336" y="798"/>
                    <a:pt x="1106" y="1028"/>
                    <a:pt x="822" y="1028"/>
                  </a:cubicBezTo>
                  <a:close/>
                </a:path>
              </a:pathLst>
            </a:custGeom>
            <a:solidFill>
              <a:srgbClr val="FFFFFF"/>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sz="2000">
                <a:latin typeface="+mn-lt"/>
              </a:endParaRPr>
            </a:p>
          </p:txBody>
        </p:sp>
        <p:sp>
          <p:nvSpPr>
            <p:cNvPr id="39" name="Freeform 29">
              <a:extLst>
                <a:ext uri="{FF2B5EF4-FFF2-40B4-BE49-F238E27FC236}">
                  <a16:creationId xmlns:a16="http://schemas.microsoft.com/office/drawing/2014/main" id="{DD2B03F3-D1E3-44AA-B36B-D94A0D0D2445}"/>
                </a:ext>
              </a:extLst>
            </p:cNvPr>
            <p:cNvSpPr>
              <a:spLocks/>
            </p:cNvSpPr>
            <p:nvPr/>
          </p:nvSpPr>
          <p:spPr bwMode="auto">
            <a:xfrm>
              <a:off x="2826" y="2223"/>
              <a:ext cx="328" cy="252"/>
            </a:xfrm>
            <a:custGeom>
              <a:avLst/>
              <a:gdLst>
                <a:gd name="T0" fmla="*/ 822 w 1336"/>
                <a:gd name="T1" fmla="*/ 1028 h 1028"/>
                <a:gd name="T2" fmla="*/ 0 w 1336"/>
                <a:gd name="T3" fmla="*/ 1028 h 1028"/>
                <a:gd name="T4" fmla="*/ 0 w 1336"/>
                <a:gd name="T5" fmla="*/ 0 h 1028"/>
                <a:gd name="T6" fmla="*/ 822 w 1336"/>
                <a:gd name="T7" fmla="*/ 0 h 1028"/>
                <a:gd name="T8" fmla="*/ 1336 w 1336"/>
                <a:gd name="T9" fmla="*/ 514 h 1028"/>
                <a:gd name="T10" fmla="*/ 822 w 1336"/>
                <a:gd name="T11" fmla="*/ 1028 h 1028"/>
              </a:gdLst>
              <a:ahLst/>
              <a:cxnLst>
                <a:cxn ang="0">
                  <a:pos x="T0" y="T1"/>
                </a:cxn>
                <a:cxn ang="0">
                  <a:pos x="T2" y="T3"/>
                </a:cxn>
                <a:cxn ang="0">
                  <a:pos x="T4" y="T5"/>
                </a:cxn>
                <a:cxn ang="0">
                  <a:pos x="T6" y="T7"/>
                </a:cxn>
                <a:cxn ang="0">
                  <a:pos x="T8" y="T9"/>
                </a:cxn>
                <a:cxn ang="0">
                  <a:pos x="T10" y="T11"/>
                </a:cxn>
              </a:cxnLst>
              <a:rect l="0" t="0" r="r" b="b"/>
              <a:pathLst>
                <a:path w="1336" h="1028">
                  <a:moveTo>
                    <a:pt x="822" y="1028"/>
                  </a:moveTo>
                  <a:lnTo>
                    <a:pt x="0" y="1028"/>
                  </a:lnTo>
                  <a:lnTo>
                    <a:pt x="0" y="0"/>
                  </a:lnTo>
                  <a:lnTo>
                    <a:pt x="822" y="0"/>
                  </a:lnTo>
                  <a:cubicBezTo>
                    <a:pt x="1106" y="0"/>
                    <a:pt x="1336" y="230"/>
                    <a:pt x="1336" y="514"/>
                  </a:cubicBezTo>
                  <a:cubicBezTo>
                    <a:pt x="1336" y="798"/>
                    <a:pt x="1106" y="1028"/>
                    <a:pt x="822" y="1028"/>
                  </a:cubicBezTo>
                  <a:close/>
                </a:path>
              </a:pathLst>
            </a:custGeom>
            <a:noFill/>
            <a:ln w="1270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2000">
                <a:latin typeface="+mn-lt"/>
              </a:endParaRPr>
            </a:p>
          </p:txBody>
        </p:sp>
        <p:sp>
          <p:nvSpPr>
            <p:cNvPr id="40" name="Line 30">
              <a:extLst>
                <a:ext uri="{FF2B5EF4-FFF2-40B4-BE49-F238E27FC236}">
                  <a16:creationId xmlns:a16="http://schemas.microsoft.com/office/drawing/2014/main" id="{24588E93-6E91-4491-92DC-54FF1EE39B9D}"/>
                </a:ext>
              </a:extLst>
            </p:cNvPr>
            <p:cNvSpPr>
              <a:spLocks noChangeShapeType="1"/>
            </p:cNvSpPr>
            <p:nvPr/>
          </p:nvSpPr>
          <p:spPr bwMode="auto">
            <a:xfrm flipH="1">
              <a:off x="3243" y="2349"/>
              <a:ext cx="178" cy="0"/>
            </a:xfrm>
            <a:prstGeom prst="line">
              <a:avLst/>
            </a:prstGeom>
            <a:noFill/>
            <a:ln w="12700"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000">
                <a:latin typeface="+mn-lt"/>
              </a:endParaRPr>
            </a:p>
          </p:txBody>
        </p:sp>
        <p:sp>
          <p:nvSpPr>
            <p:cNvPr id="41" name="Freeform 31">
              <a:extLst>
                <a:ext uri="{FF2B5EF4-FFF2-40B4-BE49-F238E27FC236}">
                  <a16:creationId xmlns:a16="http://schemas.microsoft.com/office/drawing/2014/main" id="{4C562E00-2A3E-4420-BA65-0C63BFACC777}"/>
                </a:ext>
              </a:extLst>
            </p:cNvPr>
            <p:cNvSpPr>
              <a:spLocks/>
            </p:cNvSpPr>
            <p:nvPr/>
          </p:nvSpPr>
          <p:spPr bwMode="auto">
            <a:xfrm>
              <a:off x="1787" y="2119"/>
              <a:ext cx="297" cy="594"/>
            </a:xfrm>
            <a:custGeom>
              <a:avLst/>
              <a:gdLst>
                <a:gd name="T0" fmla="*/ 297 w 297"/>
                <a:gd name="T1" fmla="*/ 148 h 594"/>
                <a:gd name="T2" fmla="*/ 0 w 297"/>
                <a:gd name="T3" fmla="*/ 0 h 594"/>
                <a:gd name="T4" fmla="*/ 0 w 297"/>
                <a:gd name="T5" fmla="*/ 594 h 594"/>
                <a:gd name="T6" fmla="*/ 297 w 297"/>
                <a:gd name="T7" fmla="*/ 446 h 594"/>
                <a:gd name="T8" fmla="*/ 297 w 297"/>
                <a:gd name="T9" fmla="*/ 148 h 594"/>
              </a:gdLst>
              <a:ahLst/>
              <a:cxnLst>
                <a:cxn ang="0">
                  <a:pos x="T0" y="T1"/>
                </a:cxn>
                <a:cxn ang="0">
                  <a:pos x="T2" y="T3"/>
                </a:cxn>
                <a:cxn ang="0">
                  <a:pos x="T4" y="T5"/>
                </a:cxn>
                <a:cxn ang="0">
                  <a:pos x="T6" y="T7"/>
                </a:cxn>
                <a:cxn ang="0">
                  <a:pos x="T8" y="T9"/>
                </a:cxn>
              </a:cxnLst>
              <a:rect l="0" t="0" r="r" b="b"/>
              <a:pathLst>
                <a:path w="297" h="594">
                  <a:moveTo>
                    <a:pt x="297" y="148"/>
                  </a:moveTo>
                  <a:lnTo>
                    <a:pt x="0" y="0"/>
                  </a:lnTo>
                  <a:lnTo>
                    <a:pt x="0" y="594"/>
                  </a:lnTo>
                  <a:lnTo>
                    <a:pt x="297" y="446"/>
                  </a:lnTo>
                  <a:lnTo>
                    <a:pt x="297" y="14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000">
                <a:latin typeface="+mn-lt"/>
              </a:endParaRPr>
            </a:p>
          </p:txBody>
        </p:sp>
        <p:sp>
          <p:nvSpPr>
            <p:cNvPr id="42" name="Freeform 32">
              <a:extLst>
                <a:ext uri="{FF2B5EF4-FFF2-40B4-BE49-F238E27FC236}">
                  <a16:creationId xmlns:a16="http://schemas.microsoft.com/office/drawing/2014/main" id="{57618699-0E55-4A26-ABA8-38349BB74D70}"/>
                </a:ext>
              </a:extLst>
            </p:cNvPr>
            <p:cNvSpPr>
              <a:spLocks/>
            </p:cNvSpPr>
            <p:nvPr/>
          </p:nvSpPr>
          <p:spPr bwMode="auto">
            <a:xfrm>
              <a:off x="1787" y="2119"/>
              <a:ext cx="297" cy="594"/>
            </a:xfrm>
            <a:custGeom>
              <a:avLst/>
              <a:gdLst>
                <a:gd name="T0" fmla="*/ 297 w 297"/>
                <a:gd name="T1" fmla="*/ 148 h 594"/>
                <a:gd name="T2" fmla="*/ 0 w 297"/>
                <a:gd name="T3" fmla="*/ 0 h 594"/>
                <a:gd name="T4" fmla="*/ 0 w 297"/>
                <a:gd name="T5" fmla="*/ 594 h 594"/>
                <a:gd name="T6" fmla="*/ 297 w 297"/>
                <a:gd name="T7" fmla="*/ 446 h 594"/>
                <a:gd name="T8" fmla="*/ 297 w 297"/>
                <a:gd name="T9" fmla="*/ 148 h 594"/>
              </a:gdLst>
              <a:ahLst/>
              <a:cxnLst>
                <a:cxn ang="0">
                  <a:pos x="T0" y="T1"/>
                </a:cxn>
                <a:cxn ang="0">
                  <a:pos x="T2" y="T3"/>
                </a:cxn>
                <a:cxn ang="0">
                  <a:pos x="T4" y="T5"/>
                </a:cxn>
                <a:cxn ang="0">
                  <a:pos x="T6" y="T7"/>
                </a:cxn>
                <a:cxn ang="0">
                  <a:pos x="T8" y="T9"/>
                </a:cxn>
              </a:cxnLst>
              <a:rect l="0" t="0" r="r" b="b"/>
              <a:pathLst>
                <a:path w="297" h="594">
                  <a:moveTo>
                    <a:pt x="297" y="148"/>
                  </a:moveTo>
                  <a:lnTo>
                    <a:pt x="0" y="0"/>
                  </a:lnTo>
                  <a:lnTo>
                    <a:pt x="0" y="594"/>
                  </a:lnTo>
                  <a:lnTo>
                    <a:pt x="297" y="446"/>
                  </a:lnTo>
                  <a:lnTo>
                    <a:pt x="297" y="148"/>
                  </a:lnTo>
                  <a:close/>
                </a:path>
              </a:pathLst>
            </a:custGeom>
            <a:noFill/>
            <a:ln w="1270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2000">
                <a:latin typeface="+mn-lt"/>
              </a:endParaRPr>
            </a:p>
          </p:txBody>
        </p:sp>
        <p:sp>
          <p:nvSpPr>
            <p:cNvPr id="43" name="Line 33">
              <a:extLst>
                <a:ext uri="{FF2B5EF4-FFF2-40B4-BE49-F238E27FC236}">
                  <a16:creationId xmlns:a16="http://schemas.microsoft.com/office/drawing/2014/main" id="{8883331A-B6B7-4B94-B3DD-113067F612B7}"/>
                </a:ext>
              </a:extLst>
            </p:cNvPr>
            <p:cNvSpPr>
              <a:spLocks noChangeShapeType="1"/>
            </p:cNvSpPr>
            <p:nvPr/>
          </p:nvSpPr>
          <p:spPr bwMode="auto">
            <a:xfrm flipH="1">
              <a:off x="2084" y="2412"/>
              <a:ext cx="654" cy="0"/>
            </a:xfrm>
            <a:prstGeom prst="line">
              <a:avLst/>
            </a:prstGeom>
            <a:noFill/>
            <a:ln w="12700"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000">
                <a:latin typeface="+mn-lt"/>
              </a:endParaRPr>
            </a:p>
          </p:txBody>
        </p:sp>
        <p:sp>
          <p:nvSpPr>
            <p:cNvPr id="44" name="Freeform 34">
              <a:extLst>
                <a:ext uri="{FF2B5EF4-FFF2-40B4-BE49-F238E27FC236}">
                  <a16:creationId xmlns:a16="http://schemas.microsoft.com/office/drawing/2014/main" id="{E0E46269-143F-4F6F-B626-268A72E4F202}"/>
                </a:ext>
              </a:extLst>
            </p:cNvPr>
            <p:cNvSpPr>
              <a:spLocks/>
            </p:cNvSpPr>
            <p:nvPr/>
          </p:nvSpPr>
          <p:spPr bwMode="auto">
            <a:xfrm>
              <a:off x="1639" y="1911"/>
              <a:ext cx="2524" cy="297"/>
            </a:xfrm>
            <a:custGeom>
              <a:avLst/>
              <a:gdLst>
                <a:gd name="T0" fmla="*/ 148 w 2524"/>
                <a:gd name="T1" fmla="*/ 297 h 297"/>
                <a:gd name="T2" fmla="*/ 7 w 2524"/>
                <a:gd name="T3" fmla="*/ 297 h 297"/>
                <a:gd name="T4" fmla="*/ 0 w 2524"/>
                <a:gd name="T5" fmla="*/ 0 h 297"/>
                <a:gd name="T6" fmla="*/ 2524 w 2524"/>
                <a:gd name="T7" fmla="*/ 0 h 297"/>
              </a:gdLst>
              <a:ahLst/>
              <a:cxnLst>
                <a:cxn ang="0">
                  <a:pos x="T0" y="T1"/>
                </a:cxn>
                <a:cxn ang="0">
                  <a:pos x="T2" y="T3"/>
                </a:cxn>
                <a:cxn ang="0">
                  <a:pos x="T4" y="T5"/>
                </a:cxn>
                <a:cxn ang="0">
                  <a:pos x="T6" y="T7"/>
                </a:cxn>
              </a:cxnLst>
              <a:rect l="0" t="0" r="r" b="b"/>
              <a:pathLst>
                <a:path w="2524" h="297">
                  <a:moveTo>
                    <a:pt x="148" y="297"/>
                  </a:moveTo>
                  <a:lnTo>
                    <a:pt x="7" y="297"/>
                  </a:lnTo>
                  <a:lnTo>
                    <a:pt x="0" y="0"/>
                  </a:lnTo>
                  <a:lnTo>
                    <a:pt x="2524" y="0"/>
                  </a:lnTo>
                </a:path>
              </a:pathLst>
            </a:custGeom>
            <a:noFill/>
            <a:ln w="1270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2000">
                <a:latin typeface="+mn-lt"/>
              </a:endParaRPr>
            </a:p>
          </p:txBody>
        </p:sp>
        <p:sp>
          <p:nvSpPr>
            <p:cNvPr id="45" name="Oval 35">
              <a:extLst>
                <a:ext uri="{FF2B5EF4-FFF2-40B4-BE49-F238E27FC236}">
                  <a16:creationId xmlns:a16="http://schemas.microsoft.com/office/drawing/2014/main" id="{B9EB6BDF-4ABD-478E-9350-80DF403E0823}"/>
                </a:ext>
              </a:extLst>
            </p:cNvPr>
            <p:cNvSpPr>
              <a:spLocks noChangeArrowheads="1"/>
            </p:cNvSpPr>
            <p:nvPr/>
          </p:nvSpPr>
          <p:spPr bwMode="auto">
            <a:xfrm>
              <a:off x="4138" y="1885"/>
              <a:ext cx="51" cy="51"/>
            </a:xfrm>
            <a:prstGeom prst="ellipse">
              <a:avLst/>
            </a:prstGeom>
            <a:solidFill>
              <a:srgbClr val="0000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sz="2000">
                <a:latin typeface="+mn-lt"/>
              </a:endParaRPr>
            </a:p>
          </p:txBody>
        </p:sp>
        <p:sp>
          <p:nvSpPr>
            <p:cNvPr id="46" name="Line 36">
              <a:extLst>
                <a:ext uri="{FF2B5EF4-FFF2-40B4-BE49-F238E27FC236}">
                  <a16:creationId xmlns:a16="http://schemas.microsoft.com/office/drawing/2014/main" id="{25AA0132-3C74-41C4-BF62-95133DC62717}"/>
                </a:ext>
              </a:extLst>
            </p:cNvPr>
            <p:cNvSpPr>
              <a:spLocks noChangeShapeType="1"/>
            </p:cNvSpPr>
            <p:nvPr/>
          </p:nvSpPr>
          <p:spPr bwMode="auto">
            <a:xfrm flipH="1">
              <a:off x="1045" y="2356"/>
              <a:ext cx="649" cy="0"/>
            </a:xfrm>
            <a:prstGeom prst="line">
              <a:avLst/>
            </a:prstGeom>
            <a:noFill/>
            <a:ln w="12700"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000">
                <a:latin typeface="+mn-lt"/>
              </a:endParaRPr>
            </a:p>
          </p:txBody>
        </p:sp>
        <p:sp>
          <p:nvSpPr>
            <p:cNvPr id="47" name="Freeform 37">
              <a:extLst>
                <a:ext uri="{FF2B5EF4-FFF2-40B4-BE49-F238E27FC236}">
                  <a16:creationId xmlns:a16="http://schemas.microsoft.com/office/drawing/2014/main" id="{E20B486B-2DB9-46BE-A2ED-C78B2941749D}"/>
                </a:ext>
              </a:extLst>
            </p:cNvPr>
            <p:cNvSpPr>
              <a:spLocks/>
            </p:cNvSpPr>
            <p:nvPr/>
          </p:nvSpPr>
          <p:spPr bwMode="auto">
            <a:xfrm>
              <a:off x="1686" y="2323"/>
              <a:ext cx="101" cy="67"/>
            </a:xfrm>
            <a:custGeom>
              <a:avLst/>
              <a:gdLst>
                <a:gd name="T0" fmla="*/ 0 w 101"/>
                <a:gd name="T1" fmla="*/ 0 h 67"/>
                <a:gd name="T2" fmla="*/ 101 w 101"/>
                <a:gd name="T3" fmla="*/ 33 h 67"/>
                <a:gd name="T4" fmla="*/ 0 w 101"/>
                <a:gd name="T5" fmla="*/ 67 h 67"/>
                <a:gd name="T6" fmla="*/ 0 w 101"/>
                <a:gd name="T7" fmla="*/ 0 h 67"/>
              </a:gdLst>
              <a:ahLst/>
              <a:cxnLst>
                <a:cxn ang="0">
                  <a:pos x="T0" y="T1"/>
                </a:cxn>
                <a:cxn ang="0">
                  <a:pos x="T2" y="T3"/>
                </a:cxn>
                <a:cxn ang="0">
                  <a:pos x="T4" y="T5"/>
                </a:cxn>
                <a:cxn ang="0">
                  <a:pos x="T6" y="T7"/>
                </a:cxn>
              </a:cxnLst>
              <a:rect l="0" t="0" r="r" b="b"/>
              <a:pathLst>
                <a:path w="101" h="67">
                  <a:moveTo>
                    <a:pt x="0" y="0"/>
                  </a:moveTo>
                  <a:lnTo>
                    <a:pt x="101" y="33"/>
                  </a:lnTo>
                  <a:lnTo>
                    <a:pt x="0" y="67"/>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000">
                <a:latin typeface="+mn-lt"/>
              </a:endParaRPr>
            </a:p>
          </p:txBody>
        </p:sp>
        <p:sp>
          <p:nvSpPr>
            <p:cNvPr id="48" name="Line 38">
              <a:extLst>
                <a:ext uri="{FF2B5EF4-FFF2-40B4-BE49-F238E27FC236}">
                  <a16:creationId xmlns:a16="http://schemas.microsoft.com/office/drawing/2014/main" id="{03E7E59E-AF0B-4235-9519-6B1BB13AAACB}"/>
                </a:ext>
              </a:extLst>
            </p:cNvPr>
            <p:cNvSpPr>
              <a:spLocks noChangeShapeType="1"/>
            </p:cNvSpPr>
            <p:nvPr/>
          </p:nvSpPr>
          <p:spPr bwMode="auto">
            <a:xfrm flipH="1">
              <a:off x="1045" y="2505"/>
              <a:ext cx="649" cy="0"/>
            </a:xfrm>
            <a:prstGeom prst="line">
              <a:avLst/>
            </a:prstGeom>
            <a:noFill/>
            <a:ln w="12700"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000">
                <a:latin typeface="+mn-lt"/>
              </a:endParaRPr>
            </a:p>
          </p:txBody>
        </p:sp>
        <p:sp>
          <p:nvSpPr>
            <p:cNvPr id="49" name="Freeform 39">
              <a:extLst>
                <a:ext uri="{FF2B5EF4-FFF2-40B4-BE49-F238E27FC236}">
                  <a16:creationId xmlns:a16="http://schemas.microsoft.com/office/drawing/2014/main" id="{E4DF56FA-E3CB-4E55-A829-8F0458D882F5}"/>
                </a:ext>
              </a:extLst>
            </p:cNvPr>
            <p:cNvSpPr>
              <a:spLocks/>
            </p:cNvSpPr>
            <p:nvPr/>
          </p:nvSpPr>
          <p:spPr bwMode="auto">
            <a:xfrm>
              <a:off x="1686" y="2471"/>
              <a:ext cx="101" cy="68"/>
            </a:xfrm>
            <a:custGeom>
              <a:avLst/>
              <a:gdLst>
                <a:gd name="T0" fmla="*/ 0 w 101"/>
                <a:gd name="T1" fmla="*/ 0 h 68"/>
                <a:gd name="T2" fmla="*/ 101 w 101"/>
                <a:gd name="T3" fmla="*/ 34 h 68"/>
                <a:gd name="T4" fmla="*/ 0 w 101"/>
                <a:gd name="T5" fmla="*/ 68 h 68"/>
                <a:gd name="T6" fmla="*/ 0 w 101"/>
                <a:gd name="T7" fmla="*/ 0 h 68"/>
              </a:gdLst>
              <a:ahLst/>
              <a:cxnLst>
                <a:cxn ang="0">
                  <a:pos x="T0" y="T1"/>
                </a:cxn>
                <a:cxn ang="0">
                  <a:pos x="T2" y="T3"/>
                </a:cxn>
                <a:cxn ang="0">
                  <a:pos x="T4" y="T5"/>
                </a:cxn>
                <a:cxn ang="0">
                  <a:pos x="T6" y="T7"/>
                </a:cxn>
              </a:cxnLst>
              <a:rect l="0" t="0" r="r" b="b"/>
              <a:pathLst>
                <a:path w="101" h="68">
                  <a:moveTo>
                    <a:pt x="0" y="0"/>
                  </a:moveTo>
                  <a:lnTo>
                    <a:pt x="101" y="34"/>
                  </a:lnTo>
                  <a:lnTo>
                    <a:pt x="0" y="68"/>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000">
                <a:latin typeface="+mn-lt"/>
              </a:endParaRPr>
            </a:p>
          </p:txBody>
        </p:sp>
        <p:sp>
          <p:nvSpPr>
            <p:cNvPr id="50" name="Freeform 40">
              <a:extLst>
                <a:ext uri="{FF2B5EF4-FFF2-40B4-BE49-F238E27FC236}">
                  <a16:creationId xmlns:a16="http://schemas.microsoft.com/office/drawing/2014/main" id="{612AE880-D4A3-441A-B5F1-CF9F1E895AB8}"/>
                </a:ext>
              </a:extLst>
            </p:cNvPr>
            <p:cNvSpPr>
              <a:spLocks/>
            </p:cNvSpPr>
            <p:nvPr/>
          </p:nvSpPr>
          <p:spPr bwMode="auto">
            <a:xfrm>
              <a:off x="1639" y="2654"/>
              <a:ext cx="55" cy="1188"/>
            </a:xfrm>
            <a:custGeom>
              <a:avLst/>
              <a:gdLst>
                <a:gd name="T0" fmla="*/ 55 w 55"/>
                <a:gd name="T1" fmla="*/ 0 h 1188"/>
                <a:gd name="T2" fmla="*/ 7 w 55"/>
                <a:gd name="T3" fmla="*/ 0 h 1188"/>
                <a:gd name="T4" fmla="*/ 0 w 55"/>
                <a:gd name="T5" fmla="*/ 1188 h 1188"/>
              </a:gdLst>
              <a:ahLst/>
              <a:cxnLst>
                <a:cxn ang="0">
                  <a:pos x="T0" y="T1"/>
                </a:cxn>
                <a:cxn ang="0">
                  <a:pos x="T2" y="T3"/>
                </a:cxn>
                <a:cxn ang="0">
                  <a:pos x="T4" y="T5"/>
                </a:cxn>
              </a:cxnLst>
              <a:rect l="0" t="0" r="r" b="b"/>
              <a:pathLst>
                <a:path w="55" h="1188">
                  <a:moveTo>
                    <a:pt x="55" y="0"/>
                  </a:moveTo>
                  <a:lnTo>
                    <a:pt x="7" y="0"/>
                  </a:lnTo>
                  <a:lnTo>
                    <a:pt x="0" y="1188"/>
                  </a:lnTo>
                </a:path>
              </a:pathLst>
            </a:custGeom>
            <a:noFill/>
            <a:ln w="1270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2000">
                <a:latin typeface="+mn-lt"/>
              </a:endParaRPr>
            </a:p>
          </p:txBody>
        </p:sp>
        <p:sp>
          <p:nvSpPr>
            <p:cNvPr id="51" name="Freeform 41">
              <a:extLst>
                <a:ext uri="{FF2B5EF4-FFF2-40B4-BE49-F238E27FC236}">
                  <a16:creationId xmlns:a16="http://schemas.microsoft.com/office/drawing/2014/main" id="{5D05230C-E9D2-4FBF-B9FB-B9858F930FA8}"/>
                </a:ext>
              </a:extLst>
            </p:cNvPr>
            <p:cNvSpPr>
              <a:spLocks/>
            </p:cNvSpPr>
            <p:nvPr/>
          </p:nvSpPr>
          <p:spPr bwMode="auto">
            <a:xfrm>
              <a:off x="1686" y="2620"/>
              <a:ext cx="101" cy="68"/>
            </a:xfrm>
            <a:custGeom>
              <a:avLst/>
              <a:gdLst>
                <a:gd name="T0" fmla="*/ 0 w 101"/>
                <a:gd name="T1" fmla="*/ 0 h 68"/>
                <a:gd name="T2" fmla="*/ 101 w 101"/>
                <a:gd name="T3" fmla="*/ 34 h 68"/>
                <a:gd name="T4" fmla="*/ 0 w 101"/>
                <a:gd name="T5" fmla="*/ 68 h 68"/>
                <a:gd name="T6" fmla="*/ 0 w 101"/>
                <a:gd name="T7" fmla="*/ 0 h 68"/>
              </a:gdLst>
              <a:ahLst/>
              <a:cxnLst>
                <a:cxn ang="0">
                  <a:pos x="T0" y="T1"/>
                </a:cxn>
                <a:cxn ang="0">
                  <a:pos x="T2" y="T3"/>
                </a:cxn>
                <a:cxn ang="0">
                  <a:pos x="T4" y="T5"/>
                </a:cxn>
                <a:cxn ang="0">
                  <a:pos x="T6" y="T7"/>
                </a:cxn>
              </a:cxnLst>
              <a:rect l="0" t="0" r="r" b="b"/>
              <a:pathLst>
                <a:path w="101" h="68">
                  <a:moveTo>
                    <a:pt x="0" y="0"/>
                  </a:moveTo>
                  <a:lnTo>
                    <a:pt x="101" y="34"/>
                  </a:lnTo>
                  <a:lnTo>
                    <a:pt x="0" y="68"/>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000">
                <a:latin typeface="+mn-lt"/>
              </a:endParaRPr>
            </a:p>
          </p:txBody>
        </p:sp>
        <p:sp>
          <p:nvSpPr>
            <p:cNvPr id="52" name="Freeform 42">
              <a:extLst>
                <a:ext uri="{FF2B5EF4-FFF2-40B4-BE49-F238E27FC236}">
                  <a16:creationId xmlns:a16="http://schemas.microsoft.com/office/drawing/2014/main" id="{5719E39A-2668-4E16-87DD-C06D2B639993}"/>
                </a:ext>
              </a:extLst>
            </p:cNvPr>
            <p:cNvSpPr>
              <a:spLocks noEditPoints="1"/>
            </p:cNvSpPr>
            <p:nvPr/>
          </p:nvSpPr>
          <p:spPr bwMode="auto">
            <a:xfrm>
              <a:off x="1331" y="1454"/>
              <a:ext cx="3289" cy="2281"/>
            </a:xfrm>
            <a:custGeom>
              <a:avLst/>
              <a:gdLst>
                <a:gd name="T0" fmla="*/ 46 w 13396"/>
                <a:gd name="T1" fmla="*/ 1566 h 9284"/>
                <a:gd name="T2" fmla="*/ 46 w 13396"/>
                <a:gd name="T3" fmla="*/ 92 h 9284"/>
                <a:gd name="T4" fmla="*/ 92 w 13396"/>
                <a:gd name="T5" fmla="*/ 3732 h 9284"/>
                <a:gd name="T6" fmla="*/ 0 w 13396"/>
                <a:gd name="T7" fmla="*/ 2350 h 9284"/>
                <a:gd name="T8" fmla="*/ 92 w 13396"/>
                <a:gd name="T9" fmla="*/ 4562 h 9284"/>
                <a:gd name="T10" fmla="*/ 0 w 13396"/>
                <a:gd name="T11" fmla="*/ 5944 h 9284"/>
                <a:gd name="T12" fmla="*/ 92 w 13396"/>
                <a:gd name="T13" fmla="*/ 4562 h 9284"/>
                <a:gd name="T14" fmla="*/ 46 w 13396"/>
                <a:gd name="T15" fmla="*/ 8202 h 9284"/>
                <a:gd name="T16" fmla="*/ 46 w 13396"/>
                <a:gd name="T17" fmla="*/ 6727 h 9284"/>
                <a:gd name="T18" fmla="*/ 92 w 13396"/>
                <a:gd name="T19" fmla="*/ 9238 h 9284"/>
                <a:gd name="T20" fmla="*/ 1222 w 13396"/>
                <a:gd name="T21" fmla="*/ 9238 h 9284"/>
                <a:gd name="T22" fmla="*/ 0 w 13396"/>
                <a:gd name="T23" fmla="*/ 9238 h 9284"/>
                <a:gd name="T24" fmla="*/ 92 w 13396"/>
                <a:gd name="T25" fmla="*/ 8985 h 9284"/>
                <a:gd name="T26" fmla="*/ 3434 w 13396"/>
                <a:gd name="T27" fmla="*/ 9238 h 9284"/>
                <a:gd name="T28" fmla="*/ 1959 w 13396"/>
                <a:gd name="T29" fmla="*/ 9238 h 9284"/>
                <a:gd name="T30" fmla="*/ 5600 w 13396"/>
                <a:gd name="T31" fmla="*/ 9191 h 9284"/>
                <a:gd name="T32" fmla="*/ 4217 w 13396"/>
                <a:gd name="T33" fmla="*/ 9284 h 9284"/>
                <a:gd name="T34" fmla="*/ 6429 w 13396"/>
                <a:gd name="T35" fmla="*/ 9191 h 9284"/>
                <a:gd name="T36" fmla="*/ 7811 w 13396"/>
                <a:gd name="T37" fmla="*/ 9284 h 9284"/>
                <a:gd name="T38" fmla="*/ 6429 w 13396"/>
                <a:gd name="T39" fmla="*/ 9191 h 9284"/>
                <a:gd name="T40" fmla="*/ 10069 w 13396"/>
                <a:gd name="T41" fmla="*/ 9238 h 9284"/>
                <a:gd name="T42" fmla="*/ 8595 w 13396"/>
                <a:gd name="T43" fmla="*/ 9238 h 9284"/>
                <a:gd name="T44" fmla="*/ 12235 w 13396"/>
                <a:gd name="T45" fmla="*/ 9191 h 9284"/>
                <a:gd name="T46" fmla="*/ 10853 w 13396"/>
                <a:gd name="T47" fmla="*/ 9284 h 9284"/>
                <a:gd name="T48" fmla="*/ 13064 w 13396"/>
                <a:gd name="T49" fmla="*/ 9191 h 9284"/>
                <a:gd name="T50" fmla="*/ 13304 w 13396"/>
                <a:gd name="T51" fmla="*/ 8140 h 9284"/>
                <a:gd name="T52" fmla="*/ 13396 w 13396"/>
                <a:gd name="T53" fmla="*/ 9238 h 9284"/>
                <a:gd name="T54" fmla="*/ 13018 w 13396"/>
                <a:gd name="T55" fmla="*/ 9238 h 9284"/>
                <a:gd name="T56" fmla="*/ 13304 w 13396"/>
                <a:gd name="T57" fmla="*/ 5929 h 9284"/>
                <a:gd name="T58" fmla="*/ 13396 w 13396"/>
                <a:gd name="T59" fmla="*/ 7311 h 9284"/>
                <a:gd name="T60" fmla="*/ 13304 w 13396"/>
                <a:gd name="T61" fmla="*/ 5099 h 9284"/>
                <a:gd name="T62" fmla="*/ 13396 w 13396"/>
                <a:gd name="T63" fmla="*/ 3717 h 9284"/>
                <a:gd name="T64" fmla="*/ 13304 w 13396"/>
                <a:gd name="T65" fmla="*/ 5099 h 9284"/>
                <a:gd name="T66" fmla="*/ 13350 w 13396"/>
                <a:gd name="T67" fmla="*/ 1459 h 9284"/>
                <a:gd name="T68" fmla="*/ 13350 w 13396"/>
                <a:gd name="T69" fmla="*/ 2933 h 9284"/>
                <a:gd name="T70" fmla="*/ 13304 w 13396"/>
                <a:gd name="T71" fmla="*/ 46 h 9284"/>
                <a:gd name="T72" fmla="*/ 12551 w 13396"/>
                <a:gd name="T73" fmla="*/ 46 h 9284"/>
                <a:gd name="T74" fmla="*/ 13396 w 13396"/>
                <a:gd name="T75" fmla="*/ 46 h 9284"/>
                <a:gd name="T76" fmla="*/ 13304 w 13396"/>
                <a:gd name="T77" fmla="*/ 675 h 9284"/>
                <a:gd name="T78" fmla="*/ 10339 w 13396"/>
                <a:gd name="T79" fmla="*/ 46 h 9284"/>
                <a:gd name="T80" fmla="*/ 11814 w 13396"/>
                <a:gd name="T81" fmla="*/ 46 h 9284"/>
                <a:gd name="T82" fmla="*/ 8173 w 13396"/>
                <a:gd name="T83" fmla="*/ 92 h 9284"/>
                <a:gd name="T84" fmla="*/ 9556 w 13396"/>
                <a:gd name="T85" fmla="*/ 0 h 9284"/>
                <a:gd name="T86" fmla="*/ 7344 w 13396"/>
                <a:gd name="T87" fmla="*/ 92 h 9284"/>
                <a:gd name="T88" fmla="*/ 5961 w 13396"/>
                <a:gd name="T89" fmla="*/ 0 h 9284"/>
                <a:gd name="T90" fmla="*/ 7344 w 13396"/>
                <a:gd name="T91" fmla="*/ 92 h 9284"/>
                <a:gd name="T92" fmla="*/ 3703 w 13396"/>
                <a:gd name="T93" fmla="*/ 46 h 9284"/>
                <a:gd name="T94" fmla="*/ 5178 w 13396"/>
                <a:gd name="T95" fmla="*/ 46 h 9284"/>
                <a:gd name="T96" fmla="*/ 1538 w 13396"/>
                <a:gd name="T97" fmla="*/ 92 h 9284"/>
                <a:gd name="T98" fmla="*/ 2920 w 13396"/>
                <a:gd name="T99" fmla="*/ 0 h 9284"/>
                <a:gd name="T100" fmla="*/ 708 w 13396"/>
                <a:gd name="T101" fmla="*/ 92 h 9284"/>
                <a:gd name="T102" fmla="*/ 46 w 13396"/>
                <a:gd name="T103" fmla="*/ 0 h 9284"/>
                <a:gd name="T104" fmla="*/ 708 w 13396"/>
                <a:gd name="T105" fmla="*/ 92 h 9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396" h="9284">
                  <a:moveTo>
                    <a:pt x="92" y="138"/>
                  </a:moveTo>
                  <a:lnTo>
                    <a:pt x="92" y="1520"/>
                  </a:lnTo>
                  <a:cubicBezTo>
                    <a:pt x="92" y="1546"/>
                    <a:pt x="71" y="1566"/>
                    <a:pt x="46" y="1566"/>
                  </a:cubicBezTo>
                  <a:cubicBezTo>
                    <a:pt x="20" y="1566"/>
                    <a:pt x="0" y="1546"/>
                    <a:pt x="0" y="1520"/>
                  </a:cubicBezTo>
                  <a:lnTo>
                    <a:pt x="0" y="138"/>
                  </a:lnTo>
                  <a:cubicBezTo>
                    <a:pt x="0" y="112"/>
                    <a:pt x="20" y="92"/>
                    <a:pt x="46" y="92"/>
                  </a:cubicBezTo>
                  <a:cubicBezTo>
                    <a:pt x="71" y="92"/>
                    <a:pt x="92" y="112"/>
                    <a:pt x="92" y="138"/>
                  </a:cubicBezTo>
                  <a:close/>
                  <a:moveTo>
                    <a:pt x="92" y="2350"/>
                  </a:moveTo>
                  <a:lnTo>
                    <a:pt x="92" y="3732"/>
                  </a:lnTo>
                  <a:cubicBezTo>
                    <a:pt x="92" y="3758"/>
                    <a:pt x="71" y="3778"/>
                    <a:pt x="46" y="3778"/>
                  </a:cubicBezTo>
                  <a:cubicBezTo>
                    <a:pt x="20" y="3778"/>
                    <a:pt x="0" y="3758"/>
                    <a:pt x="0" y="3732"/>
                  </a:cubicBezTo>
                  <a:lnTo>
                    <a:pt x="0" y="2350"/>
                  </a:lnTo>
                  <a:cubicBezTo>
                    <a:pt x="0" y="2324"/>
                    <a:pt x="20" y="2304"/>
                    <a:pt x="46" y="2304"/>
                  </a:cubicBezTo>
                  <a:cubicBezTo>
                    <a:pt x="71" y="2304"/>
                    <a:pt x="92" y="2324"/>
                    <a:pt x="92" y="2350"/>
                  </a:cubicBezTo>
                  <a:close/>
                  <a:moveTo>
                    <a:pt x="92" y="4562"/>
                  </a:moveTo>
                  <a:lnTo>
                    <a:pt x="92" y="5944"/>
                  </a:lnTo>
                  <a:cubicBezTo>
                    <a:pt x="92" y="5969"/>
                    <a:pt x="71" y="5990"/>
                    <a:pt x="46" y="5990"/>
                  </a:cubicBezTo>
                  <a:cubicBezTo>
                    <a:pt x="20" y="5990"/>
                    <a:pt x="0" y="5969"/>
                    <a:pt x="0" y="5944"/>
                  </a:cubicBezTo>
                  <a:lnTo>
                    <a:pt x="0" y="4562"/>
                  </a:lnTo>
                  <a:cubicBezTo>
                    <a:pt x="0" y="4536"/>
                    <a:pt x="20" y="4516"/>
                    <a:pt x="46" y="4516"/>
                  </a:cubicBezTo>
                  <a:cubicBezTo>
                    <a:pt x="71" y="4516"/>
                    <a:pt x="92" y="4536"/>
                    <a:pt x="92" y="4562"/>
                  </a:cubicBezTo>
                  <a:close/>
                  <a:moveTo>
                    <a:pt x="92" y="6773"/>
                  </a:moveTo>
                  <a:lnTo>
                    <a:pt x="92" y="8156"/>
                  </a:lnTo>
                  <a:cubicBezTo>
                    <a:pt x="92" y="8181"/>
                    <a:pt x="71" y="8202"/>
                    <a:pt x="46" y="8202"/>
                  </a:cubicBezTo>
                  <a:cubicBezTo>
                    <a:pt x="20" y="8202"/>
                    <a:pt x="0" y="8181"/>
                    <a:pt x="0" y="8156"/>
                  </a:cubicBezTo>
                  <a:lnTo>
                    <a:pt x="0" y="6773"/>
                  </a:lnTo>
                  <a:cubicBezTo>
                    <a:pt x="0" y="6748"/>
                    <a:pt x="20" y="6727"/>
                    <a:pt x="46" y="6727"/>
                  </a:cubicBezTo>
                  <a:cubicBezTo>
                    <a:pt x="71" y="6727"/>
                    <a:pt x="92" y="6748"/>
                    <a:pt x="92" y="6773"/>
                  </a:cubicBezTo>
                  <a:close/>
                  <a:moveTo>
                    <a:pt x="92" y="8985"/>
                  </a:moveTo>
                  <a:lnTo>
                    <a:pt x="92" y="9238"/>
                  </a:lnTo>
                  <a:lnTo>
                    <a:pt x="46" y="9191"/>
                  </a:lnTo>
                  <a:lnTo>
                    <a:pt x="1176" y="9191"/>
                  </a:lnTo>
                  <a:cubicBezTo>
                    <a:pt x="1201" y="9191"/>
                    <a:pt x="1222" y="9212"/>
                    <a:pt x="1222" y="9238"/>
                  </a:cubicBezTo>
                  <a:cubicBezTo>
                    <a:pt x="1222" y="9263"/>
                    <a:pt x="1201" y="9284"/>
                    <a:pt x="1176" y="9284"/>
                  </a:cubicBezTo>
                  <a:lnTo>
                    <a:pt x="46" y="9284"/>
                  </a:lnTo>
                  <a:cubicBezTo>
                    <a:pt x="20" y="9284"/>
                    <a:pt x="0" y="9263"/>
                    <a:pt x="0" y="9238"/>
                  </a:cubicBezTo>
                  <a:lnTo>
                    <a:pt x="0" y="8985"/>
                  </a:lnTo>
                  <a:cubicBezTo>
                    <a:pt x="0" y="8960"/>
                    <a:pt x="20" y="8939"/>
                    <a:pt x="46" y="8939"/>
                  </a:cubicBezTo>
                  <a:cubicBezTo>
                    <a:pt x="71" y="8939"/>
                    <a:pt x="92" y="8960"/>
                    <a:pt x="92" y="8985"/>
                  </a:cubicBezTo>
                  <a:close/>
                  <a:moveTo>
                    <a:pt x="2005" y="9191"/>
                  </a:moveTo>
                  <a:lnTo>
                    <a:pt x="3388" y="9191"/>
                  </a:lnTo>
                  <a:cubicBezTo>
                    <a:pt x="3413" y="9191"/>
                    <a:pt x="3434" y="9212"/>
                    <a:pt x="3434" y="9238"/>
                  </a:cubicBezTo>
                  <a:cubicBezTo>
                    <a:pt x="3434" y="9263"/>
                    <a:pt x="3413" y="9284"/>
                    <a:pt x="3388" y="9284"/>
                  </a:cubicBezTo>
                  <a:lnTo>
                    <a:pt x="2005" y="9284"/>
                  </a:lnTo>
                  <a:cubicBezTo>
                    <a:pt x="1980" y="9284"/>
                    <a:pt x="1959" y="9263"/>
                    <a:pt x="1959" y="9238"/>
                  </a:cubicBezTo>
                  <a:cubicBezTo>
                    <a:pt x="1959" y="9212"/>
                    <a:pt x="1980" y="9191"/>
                    <a:pt x="2005" y="9191"/>
                  </a:cubicBezTo>
                  <a:close/>
                  <a:moveTo>
                    <a:pt x="4217" y="9191"/>
                  </a:moveTo>
                  <a:lnTo>
                    <a:pt x="5600" y="9191"/>
                  </a:lnTo>
                  <a:cubicBezTo>
                    <a:pt x="5625" y="9191"/>
                    <a:pt x="5646" y="9212"/>
                    <a:pt x="5646" y="9238"/>
                  </a:cubicBezTo>
                  <a:cubicBezTo>
                    <a:pt x="5646" y="9263"/>
                    <a:pt x="5625" y="9284"/>
                    <a:pt x="5600" y="9284"/>
                  </a:cubicBezTo>
                  <a:lnTo>
                    <a:pt x="4217" y="9284"/>
                  </a:lnTo>
                  <a:cubicBezTo>
                    <a:pt x="4192" y="9284"/>
                    <a:pt x="4171" y="9263"/>
                    <a:pt x="4171" y="9238"/>
                  </a:cubicBezTo>
                  <a:cubicBezTo>
                    <a:pt x="4171" y="9212"/>
                    <a:pt x="4192" y="9191"/>
                    <a:pt x="4217" y="9191"/>
                  </a:cubicBezTo>
                  <a:close/>
                  <a:moveTo>
                    <a:pt x="6429" y="9191"/>
                  </a:moveTo>
                  <a:lnTo>
                    <a:pt x="7811" y="9191"/>
                  </a:lnTo>
                  <a:cubicBezTo>
                    <a:pt x="7837" y="9191"/>
                    <a:pt x="7857" y="9212"/>
                    <a:pt x="7857" y="9238"/>
                  </a:cubicBezTo>
                  <a:cubicBezTo>
                    <a:pt x="7857" y="9263"/>
                    <a:pt x="7837" y="9284"/>
                    <a:pt x="7811" y="9284"/>
                  </a:cubicBezTo>
                  <a:lnTo>
                    <a:pt x="6429" y="9284"/>
                  </a:lnTo>
                  <a:cubicBezTo>
                    <a:pt x="6404" y="9284"/>
                    <a:pt x="6383" y="9263"/>
                    <a:pt x="6383" y="9238"/>
                  </a:cubicBezTo>
                  <a:cubicBezTo>
                    <a:pt x="6383" y="9212"/>
                    <a:pt x="6404" y="9191"/>
                    <a:pt x="6429" y="9191"/>
                  </a:cubicBezTo>
                  <a:close/>
                  <a:moveTo>
                    <a:pt x="8641" y="9191"/>
                  </a:moveTo>
                  <a:lnTo>
                    <a:pt x="10023" y="9191"/>
                  </a:lnTo>
                  <a:cubicBezTo>
                    <a:pt x="10049" y="9191"/>
                    <a:pt x="10069" y="9212"/>
                    <a:pt x="10069" y="9238"/>
                  </a:cubicBezTo>
                  <a:cubicBezTo>
                    <a:pt x="10069" y="9263"/>
                    <a:pt x="10049" y="9284"/>
                    <a:pt x="10023" y="9284"/>
                  </a:cubicBezTo>
                  <a:lnTo>
                    <a:pt x="8641" y="9284"/>
                  </a:lnTo>
                  <a:cubicBezTo>
                    <a:pt x="8615" y="9284"/>
                    <a:pt x="8595" y="9263"/>
                    <a:pt x="8595" y="9238"/>
                  </a:cubicBezTo>
                  <a:cubicBezTo>
                    <a:pt x="8595" y="9212"/>
                    <a:pt x="8615" y="9191"/>
                    <a:pt x="8641" y="9191"/>
                  </a:cubicBezTo>
                  <a:close/>
                  <a:moveTo>
                    <a:pt x="10853" y="9191"/>
                  </a:moveTo>
                  <a:lnTo>
                    <a:pt x="12235" y="9191"/>
                  </a:lnTo>
                  <a:cubicBezTo>
                    <a:pt x="12260" y="9191"/>
                    <a:pt x="12281" y="9212"/>
                    <a:pt x="12281" y="9238"/>
                  </a:cubicBezTo>
                  <a:cubicBezTo>
                    <a:pt x="12281" y="9263"/>
                    <a:pt x="12260" y="9284"/>
                    <a:pt x="12235" y="9284"/>
                  </a:cubicBezTo>
                  <a:lnTo>
                    <a:pt x="10853" y="9284"/>
                  </a:lnTo>
                  <a:cubicBezTo>
                    <a:pt x="10827" y="9284"/>
                    <a:pt x="10807" y="9263"/>
                    <a:pt x="10807" y="9238"/>
                  </a:cubicBezTo>
                  <a:cubicBezTo>
                    <a:pt x="10807" y="9212"/>
                    <a:pt x="10827" y="9191"/>
                    <a:pt x="10853" y="9191"/>
                  </a:cubicBezTo>
                  <a:close/>
                  <a:moveTo>
                    <a:pt x="13064" y="9191"/>
                  </a:moveTo>
                  <a:lnTo>
                    <a:pt x="13350" y="9191"/>
                  </a:lnTo>
                  <a:lnTo>
                    <a:pt x="13304" y="9238"/>
                  </a:lnTo>
                  <a:lnTo>
                    <a:pt x="13304" y="8140"/>
                  </a:lnTo>
                  <a:cubicBezTo>
                    <a:pt x="13304" y="8115"/>
                    <a:pt x="13324" y="8094"/>
                    <a:pt x="13350" y="8094"/>
                  </a:cubicBezTo>
                  <a:cubicBezTo>
                    <a:pt x="13375" y="8094"/>
                    <a:pt x="13396" y="8115"/>
                    <a:pt x="13396" y="8140"/>
                  </a:cubicBezTo>
                  <a:lnTo>
                    <a:pt x="13396" y="9238"/>
                  </a:lnTo>
                  <a:cubicBezTo>
                    <a:pt x="13396" y="9263"/>
                    <a:pt x="13375" y="9284"/>
                    <a:pt x="13350" y="9284"/>
                  </a:cubicBezTo>
                  <a:lnTo>
                    <a:pt x="13064" y="9284"/>
                  </a:lnTo>
                  <a:cubicBezTo>
                    <a:pt x="13039" y="9284"/>
                    <a:pt x="13018" y="9263"/>
                    <a:pt x="13018" y="9238"/>
                  </a:cubicBezTo>
                  <a:cubicBezTo>
                    <a:pt x="13018" y="9212"/>
                    <a:pt x="13039" y="9191"/>
                    <a:pt x="13064" y="9191"/>
                  </a:cubicBezTo>
                  <a:close/>
                  <a:moveTo>
                    <a:pt x="13304" y="7311"/>
                  </a:moveTo>
                  <a:lnTo>
                    <a:pt x="13304" y="5929"/>
                  </a:lnTo>
                  <a:cubicBezTo>
                    <a:pt x="13304" y="5903"/>
                    <a:pt x="13324" y="5882"/>
                    <a:pt x="13350" y="5882"/>
                  </a:cubicBezTo>
                  <a:cubicBezTo>
                    <a:pt x="13375" y="5882"/>
                    <a:pt x="13396" y="5903"/>
                    <a:pt x="13396" y="5929"/>
                  </a:cubicBezTo>
                  <a:lnTo>
                    <a:pt x="13396" y="7311"/>
                  </a:lnTo>
                  <a:cubicBezTo>
                    <a:pt x="13396" y="7336"/>
                    <a:pt x="13375" y="7357"/>
                    <a:pt x="13350" y="7357"/>
                  </a:cubicBezTo>
                  <a:cubicBezTo>
                    <a:pt x="13324" y="7357"/>
                    <a:pt x="13304" y="7336"/>
                    <a:pt x="13304" y="7311"/>
                  </a:cubicBezTo>
                  <a:close/>
                  <a:moveTo>
                    <a:pt x="13304" y="5099"/>
                  </a:moveTo>
                  <a:lnTo>
                    <a:pt x="13304" y="3717"/>
                  </a:lnTo>
                  <a:cubicBezTo>
                    <a:pt x="13304" y="3691"/>
                    <a:pt x="13324" y="3671"/>
                    <a:pt x="13350" y="3671"/>
                  </a:cubicBezTo>
                  <a:cubicBezTo>
                    <a:pt x="13375" y="3671"/>
                    <a:pt x="13396" y="3691"/>
                    <a:pt x="13396" y="3717"/>
                  </a:cubicBezTo>
                  <a:lnTo>
                    <a:pt x="13396" y="5099"/>
                  </a:lnTo>
                  <a:cubicBezTo>
                    <a:pt x="13396" y="5125"/>
                    <a:pt x="13375" y="5145"/>
                    <a:pt x="13350" y="5145"/>
                  </a:cubicBezTo>
                  <a:cubicBezTo>
                    <a:pt x="13324" y="5145"/>
                    <a:pt x="13304" y="5125"/>
                    <a:pt x="13304" y="5099"/>
                  </a:cubicBezTo>
                  <a:close/>
                  <a:moveTo>
                    <a:pt x="13304" y="2887"/>
                  </a:moveTo>
                  <a:lnTo>
                    <a:pt x="13304" y="1505"/>
                  </a:lnTo>
                  <a:cubicBezTo>
                    <a:pt x="13304" y="1479"/>
                    <a:pt x="13324" y="1459"/>
                    <a:pt x="13350" y="1459"/>
                  </a:cubicBezTo>
                  <a:cubicBezTo>
                    <a:pt x="13375" y="1459"/>
                    <a:pt x="13396" y="1479"/>
                    <a:pt x="13396" y="1505"/>
                  </a:cubicBezTo>
                  <a:lnTo>
                    <a:pt x="13396" y="2887"/>
                  </a:lnTo>
                  <a:cubicBezTo>
                    <a:pt x="13396" y="2913"/>
                    <a:pt x="13375" y="2933"/>
                    <a:pt x="13350" y="2933"/>
                  </a:cubicBezTo>
                  <a:cubicBezTo>
                    <a:pt x="13324" y="2933"/>
                    <a:pt x="13304" y="2913"/>
                    <a:pt x="13304" y="2887"/>
                  </a:cubicBezTo>
                  <a:close/>
                  <a:moveTo>
                    <a:pt x="13304" y="675"/>
                  </a:moveTo>
                  <a:lnTo>
                    <a:pt x="13304" y="46"/>
                  </a:lnTo>
                  <a:lnTo>
                    <a:pt x="13350" y="92"/>
                  </a:lnTo>
                  <a:lnTo>
                    <a:pt x="12597" y="92"/>
                  </a:lnTo>
                  <a:cubicBezTo>
                    <a:pt x="12571" y="92"/>
                    <a:pt x="12551" y="71"/>
                    <a:pt x="12551" y="46"/>
                  </a:cubicBezTo>
                  <a:cubicBezTo>
                    <a:pt x="12551" y="20"/>
                    <a:pt x="12571" y="0"/>
                    <a:pt x="12597" y="0"/>
                  </a:cubicBezTo>
                  <a:lnTo>
                    <a:pt x="13350" y="0"/>
                  </a:lnTo>
                  <a:cubicBezTo>
                    <a:pt x="13375" y="0"/>
                    <a:pt x="13396" y="20"/>
                    <a:pt x="13396" y="46"/>
                  </a:cubicBezTo>
                  <a:lnTo>
                    <a:pt x="13396" y="675"/>
                  </a:lnTo>
                  <a:cubicBezTo>
                    <a:pt x="13396" y="701"/>
                    <a:pt x="13375" y="721"/>
                    <a:pt x="13350" y="721"/>
                  </a:cubicBezTo>
                  <a:cubicBezTo>
                    <a:pt x="13324" y="721"/>
                    <a:pt x="13304" y="701"/>
                    <a:pt x="13304" y="675"/>
                  </a:cubicBezTo>
                  <a:close/>
                  <a:moveTo>
                    <a:pt x="11767" y="92"/>
                  </a:moveTo>
                  <a:lnTo>
                    <a:pt x="10385" y="92"/>
                  </a:lnTo>
                  <a:cubicBezTo>
                    <a:pt x="10360" y="92"/>
                    <a:pt x="10339" y="71"/>
                    <a:pt x="10339" y="46"/>
                  </a:cubicBezTo>
                  <a:cubicBezTo>
                    <a:pt x="10339" y="20"/>
                    <a:pt x="10360" y="0"/>
                    <a:pt x="10385" y="0"/>
                  </a:cubicBezTo>
                  <a:lnTo>
                    <a:pt x="11767" y="0"/>
                  </a:lnTo>
                  <a:cubicBezTo>
                    <a:pt x="11793" y="0"/>
                    <a:pt x="11814" y="20"/>
                    <a:pt x="11814" y="46"/>
                  </a:cubicBezTo>
                  <a:cubicBezTo>
                    <a:pt x="11814" y="71"/>
                    <a:pt x="11793" y="92"/>
                    <a:pt x="11767" y="92"/>
                  </a:cubicBezTo>
                  <a:close/>
                  <a:moveTo>
                    <a:pt x="9556" y="92"/>
                  </a:moveTo>
                  <a:lnTo>
                    <a:pt x="8173" y="92"/>
                  </a:lnTo>
                  <a:cubicBezTo>
                    <a:pt x="8148" y="92"/>
                    <a:pt x="8127" y="71"/>
                    <a:pt x="8127" y="46"/>
                  </a:cubicBezTo>
                  <a:cubicBezTo>
                    <a:pt x="8127" y="20"/>
                    <a:pt x="8148" y="0"/>
                    <a:pt x="8173" y="0"/>
                  </a:cubicBezTo>
                  <a:lnTo>
                    <a:pt x="9556" y="0"/>
                  </a:lnTo>
                  <a:cubicBezTo>
                    <a:pt x="9581" y="0"/>
                    <a:pt x="9602" y="20"/>
                    <a:pt x="9602" y="46"/>
                  </a:cubicBezTo>
                  <a:cubicBezTo>
                    <a:pt x="9602" y="71"/>
                    <a:pt x="9581" y="92"/>
                    <a:pt x="9556" y="92"/>
                  </a:cubicBezTo>
                  <a:close/>
                  <a:moveTo>
                    <a:pt x="7344" y="92"/>
                  </a:moveTo>
                  <a:lnTo>
                    <a:pt x="5961" y="92"/>
                  </a:lnTo>
                  <a:cubicBezTo>
                    <a:pt x="5936" y="92"/>
                    <a:pt x="5915" y="71"/>
                    <a:pt x="5915" y="46"/>
                  </a:cubicBezTo>
                  <a:cubicBezTo>
                    <a:pt x="5915" y="20"/>
                    <a:pt x="5936" y="0"/>
                    <a:pt x="5961" y="0"/>
                  </a:cubicBezTo>
                  <a:lnTo>
                    <a:pt x="7344" y="0"/>
                  </a:lnTo>
                  <a:cubicBezTo>
                    <a:pt x="7369" y="0"/>
                    <a:pt x="7390" y="20"/>
                    <a:pt x="7390" y="46"/>
                  </a:cubicBezTo>
                  <a:cubicBezTo>
                    <a:pt x="7390" y="71"/>
                    <a:pt x="7369" y="92"/>
                    <a:pt x="7344" y="92"/>
                  </a:cubicBezTo>
                  <a:close/>
                  <a:moveTo>
                    <a:pt x="5132" y="92"/>
                  </a:moveTo>
                  <a:lnTo>
                    <a:pt x="3750" y="92"/>
                  </a:lnTo>
                  <a:cubicBezTo>
                    <a:pt x="3724" y="92"/>
                    <a:pt x="3703" y="71"/>
                    <a:pt x="3703" y="46"/>
                  </a:cubicBezTo>
                  <a:cubicBezTo>
                    <a:pt x="3703" y="20"/>
                    <a:pt x="3724" y="0"/>
                    <a:pt x="3750" y="0"/>
                  </a:cubicBezTo>
                  <a:lnTo>
                    <a:pt x="5132" y="0"/>
                  </a:lnTo>
                  <a:cubicBezTo>
                    <a:pt x="5157" y="0"/>
                    <a:pt x="5178" y="20"/>
                    <a:pt x="5178" y="46"/>
                  </a:cubicBezTo>
                  <a:cubicBezTo>
                    <a:pt x="5178" y="71"/>
                    <a:pt x="5157" y="92"/>
                    <a:pt x="5132" y="92"/>
                  </a:cubicBezTo>
                  <a:close/>
                  <a:moveTo>
                    <a:pt x="2920" y="92"/>
                  </a:moveTo>
                  <a:lnTo>
                    <a:pt x="1538" y="92"/>
                  </a:lnTo>
                  <a:cubicBezTo>
                    <a:pt x="1512" y="92"/>
                    <a:pt x="1492" y="71"/>
                    <a:pt x="1492" y="46"/>
                  </a:cubicBezTo>
                  <a:cubicBezTo>
                    <a:pt x="1492" y="20"/>
                    <a:pt x="1512" y="0"/>
                    <a:pt x="1538" y="0"/>
                  </a:cubicBezTo>
                  <a:lnTo>
                    <a:pt x="2920" y="0"/>
                  </a:lnTo>
                  <a:cubicBezTo>
                    <a:pt x="2946" y="0"/>
                    <a:pt x="2966" y="20"/>
                    <a:pt x="2966" y="46"/>
                  </a:cubicBezTo>
                  <a:cubicBezTo>
                    <a:pt x="2966" y="71"/>
                    <a:pt x="2946" y="92"/>
                    <a:pt x="2920" y="92"/>
                  </a:cubicBezTo>
                  <a:close/>
                  <a:moveTo>
                    <a:pt x="708" y="92"/>
                  </a:moveTo>
                  <a:lnTo>
                    <a:pt x="46" y="92"/>
                  </a:lnTo>
                  <a:cubicBezTo>
                    <a:pt x="20" y="92"/>
                    <a:pt x="0" y="71"/>
                    <a:pt x="0" y="46"/>
                  </a:cubicBezTo>
                  <a:cubicBezTo>
                    <a:pt x="0" y="20"/>
                    <a:pt x="20" y="0"/>
                    <a:pt x="46" y="0"/>
                  </a:cubicBezTo>
                  <a:lnTo>
                    <a:pt x="708" y="0"/>
                  </a:lnTo>
                  <a:cubicBezTo>
                    <a:pt x="734" y="0"/>
                    <a:pt x="754" y="20"/>
                    <a:pt x="754" y="46"/>
                  </a:cubicBezTo>
                  <a:cubicBezTo>
                    <a:pt x="754" y="71"/>
                    <a:pt x="734" y="92"/>
                    <a:pt x="708" y="92"/>
                  </a:cubicBez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sz="2000">
                <a:latin typeface="+mn-lt"/>
              </a:endParaRPr>
            </a:p>
          </p:txBody>
        </p:sp>
        <p:sp>
          <p:nvSpPr>
            <p:cNvPr id="53" name="Line 43">
              <a:extLst>
                <a:ext uri="{FF2B5EF4-FFF2-40B4-BE49-F238E27FC236}">
                  <a16:creationId xmlns:a16="http://schemas.microsoft.com/office/drawing/2014/main" id="{36E75238-3BB6-452A-87FD-71694C4F4935}"/>
                </a:ext>
              </a:extLst>
            </p:cNvPr>
            <p:cNvSpPr>
              <a:spLocks noChangeShapeType="1"/>
            </p:cNvSpPr>
            <p:nvPr/>
          </p:nvSpPr>
          <p:spPr bwMode="auto">
            <a:xfrm>
              <a:off x="2738" y="1197"/>
              <a:ext cx="0" cy="1007"/>
            </a:xfrm>
            <a:prstGeom prst="line">
              <a:avLst/>
            </a:prstGeom>
            <a:noFill/>
            <a:ln w="12700"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000">
                <a:latin typeface="+mn-lt"/>
              </a:endParaRPr>
            </a:p>
          </p:txBody>
        </p:sp>
        <p:sp>
          <p:nvSpPr>
            <p:cNvPr id="54" name="Freeform 44">
              <a:extLst>
                <a:ext uri="{FF2B5EF4-FFF2-40B4-BE49-F238E27FC236}">
                  <a16:creationId xmlns:a16="http://schemas.microsoft.com/office/drawing/2014/main" id="{A47ECE35-37D2-4AC4-871B-9EE8294FE8CC}"/>
                </a:ext>
              </a:extLst>
            </p:cNvPr>
            <p:cNvSpPr>
              <a:spLocks/>
            </p:cNvSpPr>
            <p:nvPr/>
          </p:nvSpPr>
          <p:spPr bwMode="auto">
            <a:xfrm>
              <a:off x="2704" y="2195"/>
              <a:ext cx="68" cy="102"/>
            </a:xfrm>
            <a:custGeom>
              <a:avLst/>
              <a:gdLst>
                <a:gd name="T0" fmla="*/ 68 w 68"/>
                <a:gd name="T1" fmla="*/ 0 h 102"/>
                <a:gd name="T2" fmla="*/ 34 w 68"/>
                <a:gd name="T3" fmla="*/ 102 h 102"/>
                <a:gd name="T4" fmla="*/ 0 w 68"/>
                <a:gd name="T5" fmla="*/ 0 h 102"/>
                <a:gd name="T6" fmla="*/ 68 w 68"/>
                <a:gd name="T7" fmla="*/ 0 h 102"/>
              </a:gdLst>
              <a:ahLst/>
              <a:cxnLst>
                <a:cxn ang="0">
                  <a:pos x="T0" y="T1"/>
                </a:cxn>
                <a:cxn ang="0">
                  <a:pos x="T2" y="T3"/>
                </a:cxn>
                <a:cxn ang="0">
                  <a:pos x="T4" y="T5"/>
                </a:cxn>
                <a:cxn ang="0">
                  <a:pos x="T6" y="T7"/>
                </a:cxn>
              </a:cxnLst>
              <a:rect l="0" t="0" r="r" b="b"/>
              <a:pathLst>
                <a:path w="68" h="102">
                  <a:moveTo>
                    <a:pt x="68" y="0"/>
                  </a:moveTo>
                  <a:lnTo>
                    <a:pt x="34" y="102"/>
                  </a:lnTo>
                  <a:lnTo>
                    <a:pt x="0" y="0"/>
                  </a:lnTo>
                  <a:lnTo>
                    <a:pt x="6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000">
                <a:latin typeface="+mn-lt"/>
              </a:endParaRPr>
            </a:p>
          </p:txBody>
        </p:sp>
        <p:sp>
          <p:nvSpPr>
            <p:cNvPr id="55" name="Rectangle 45">
              <a:extLst>
                <a:ext uri="{FF2B5EF4-FFF2-40B4-BE49-F238E27FC236}">
                  <a16:creationId xmlns:a16="http://schemas.microsoft.com/office/drawing/2014/main" id="{B5C9D3A9-41A5-4A0C-BB74-E0723863A3B5}"/>
                </a:ext>
              </a:extLst>
            </p:cNvPr>
            <p:cNvSpPr>
              <a:spLocks noChangeArrowheads="1"/>
            </p:cNvSpPr>
            <p:nvPr/>
          </p:nvSpPr>
          <p:spPr bwMode="auto">
            <a:xfrm>
              <a:off x="3230" y="1099"/>
              <a:ext cx="89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0" i="0" u="none" strike="noStrike" cap="none" normalizeH="0" baseline="0" dirty="0">
                  <a:ln>
                    <a:noFill/>
                  </a:ln>
                  <a:solidFill>
                    <a:srgbClr val="000000"/>
                  </a:solidFill>
                  <a:effectLst/>
                  <a:latin typeface="+mn-lt"/>
                </a:rPr>
                <a:t>Output[N]=Q</a:t>
              </a:r>
              <a:r>
                <a:rPr kumimoji="0" lang="en-US" altLang="zh-CN" b="0" i="0" u="none" strike="noStrike" cap="none" normalizeH="0" baseline="-25000" dirty="0">
                  <a:ln>
                    <a:noFill/>
                  </a:ln>
                  <a:solidFill>
                    <a:srgbClr val="000000"/>
                  </a:solidFill>
                  <a:effectLst/>
                  <a:latin typeface="+mn-lt"/>
                </a:rPr>
                <a:t>N</a:t>
              </a:r>
              <a:endParaRPr kumimoji="0" lang="zh-CN" altLang="zh-CN" sz="2000" b="0" i="0" u="none" strike="noStrike" cap="none" normalizeH="0" baseline="-25000" dirty="0">
                <a:ln>
                  <a:noFill/>
                </a:ln>
                <a:solidFill>
                  <a:schemeClr val="tx1"/>
                </a:solidFill>
                <a:effectLst/>
                <a:latin typeface="+mn-lt"/>
              </a:endParaRPr>
            </a:p>
          </p:txBody>
        </p:sp>
        <p:sp>
          <p:nvSpPr>
            <p:cNvPr id="56" name="Rectangle 51">
              <a:extLst>
                <a:ext uri="{FF2B5EF4-FFF2-40B4-BE49-F238E27FC236}">
                  <a16:creationId xmlns:a16="http://schemas.microsoft.com/office/drawing/2014/main" id="{78A6042F-1763-40DA-8240-EFB5E1891A36}"/>
                </a:ext>
              </a:extLst>
            </p:cNvPr>
            <p:cNvSpPr>
              <a:spLocks noChangeArrowheads="1"/>
            </p:cNvSpPr>
            <p:nvPr/>
          </p:nvSpPr>
          <p:spPr bwMode="auto">
            <a:xfrm>
              <a:off x="768" y="2425"/>
              <a:ext cx="29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kumimoji="0" lang="zh-CN" altLang="zh-CN" b="0" i="0" u="none" strike="noStrike" cap="none" normalizeH="0" baseline="0" dirty="0">
                  <a:ln>
                    <a:noFill/>
                  </a:ln>
                  <a:solidFill>
                    <a:srgbClr val="000000"/>
                  </a:solidFill>
                  <a:effectLst/>
                  <a:latin typeface="+mn-lt"/>
                </a:rPr>
                <a:t>Q</a:t>
              </a:r>
              <a:r>
                <a:rPr kumimoji="0" lang="zh-CN" altLang="zh-CN" b="0" i="0" u="none" strike="noStrike" cap="none" normalizeH="0" baseline="-25000" dirty="0">
                  <a:ln>
                    <a:noFill/>
                  </a:ln>
                  <a:solidFill>
                    <a:srgbClr val="000000"/>
                  </a:solidFill>
                  <a:effectLst/>
                  <a:latin typeface="+mn-lt"/>
                </a:rPr>
                <a:t>N+1</a:t>
              </a:r>
              <a:endParaRPr kumimoji="0" lang="zh-CN" altLang="zh-CN" b="0" i="0" u="none" strike="noStrike" cap="none" normalizeH="0" baseline="-25000" dirty="0">
                <a:ln>
                  <a:noFill/>
                </a:ln>
                <a:solidFill>
                  <a:schemeClr val="tx1"/>
                </a:solidFill>
                <a:effectLst/>
                <a:latin typeface="+mn-lt"/>
              </a:endParaRPr>
            </a:p>
          </p:txBody>
        </p:sp>
        <p:sp>
          <p:nvSpPr>
            <p:cNvPr id="57" name="Rectangle 53">
              <a:extLst>
                <a:ext uri="{FF2B5EF4-FFF2-40B4-BE49-F238E27FC236}">
                  <a16:creationId xmlns:a16="http://schemas.microsoft.com/office/drawing/2014/main" id="{2D7307CF-F18C-45C8-AF6B-11A4F999C592}"/>
                </a:ext>
              </a:extLst>
            </p:cNvPr>
            <p:cNvSpPr>
              <a:spLocks noChangeArrowheads="1"/>
            </p:cNvSpPr>
            <p:nvPr/>
          </p:nvSpPr>
          <p:spPr bwMode="auto">
            <a:xfrm>
              <a:off x="2346" y="1117"/>
              <a:ext cx="34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0" i="0" u="none" strike="noStrike" cap="none" normalizeH="0" baseline="0" dirty="0">
                  <a:ln>
                    <a:noFill/>
                  </a:ln>
                  <a:solidFill>
                    <a:srgbClr val="000000"/>
                  </a:solidFill>
                  <a:effectLst/>
                  <a:latin typeface="+mn-lt"/>
                </a:rPr>
                <a:t>Clear</a:t>
              </a:r>
              <a:endParaRPr kumimoji="0" lang="zh-CN" altLang="zh-CN" sz="2000" b="0" i="0" u="none" strike="noStrike" cap="none" normalizeH="0" baseline="0" dirty="0">
                <a:ln>
                  <a:noFill/>
                </a:ln>
                <a:solidFill>
                  <a:schemeClr val="tx1"/>
                </a:solidFill>
                <a:effectLst/>
                <a:latin typeface="+mn-lt"/>
              </a:endParaRPr>
            </a:p>
          </p:txBody>
        </p:sp>
        <p:sp>
          <p:nvSpPr>
            <p:cNvPr id="58" name="Rectangle 54">
              <a:extLst>
                <a:ext uri="{FF2B5EF4-FFF2-40B4-BE49-F238E27FC236}">
                  <a16:creationId xmlns:a16="http://schemas.microsoft.com/office/drawing/2014/main" id="{4C24DAEE-8499-4D56-B687-72F28EAF1501}"/>
                </a:ext>
              </a:extLst>
            </p:cNvPr>
            <p:cNvSpPr>
              <a:spLocks noChangeArrowheads="1"/>
            </p:cNvSpPr>
            <p:nvPr/>
          </p:nvSpPr>
          <p:spPr bwMode="auto">
            <a:xfrm>
              <a:off x="1551" y="3821"/>
              <a:ext cx="50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0" i="0" u="none" strike="noStrike" cap="none" normalizeH="0" baseline="0">
                  <a:ln>
                    <a:noFill/>
                  </a:ln>
                  <a:solidFill>
                    <a:srgbClr val="000000"/>
                  </a:solidFill>
                  <a:effectLst/>
                  <a:latin typeface="+mn-lt"/>
                </a:rPr>
                <a:t>Input[N]</a:t>
              </a:r>
              <a:endParaRPr kumimoji="0" lang="zh-CN" altLang="zh-CN" sz="2000" b="0" i="0" u="none" strike="noStrike" cap="none" normalizeH="0" baseline="0">
                <a:ln>
                  <a:noFill/>
                </a:ln>
                <a:solidFill>
                  <a:schemeClr val="tx1"/>
                </a:solidFill>
                <a:effectLst/>
                <a:latin typeface="+mn-lt"/>
              </a:endParaRPr>
            </a:p>
          </p:txBody>
        </p:sp>
        <p:sp>
          <p:nvSpPr>
            <p:cNvPr id="59" name="Rectangle 55">
              <a:extLst>
                <a:ext uri="{FF2B5EF4-FFF2-40B4-BE49-F238E27FC236}">
                  <a16:creationId xmlns:a16="http://schemas.microsoft.com/office/drawing/2014/main" id="{887793C7-E6F3-4A20-8DBE-0151CE80E352}"/>
                </a:ext>
              </a:extLst>
            </p:cNvPr>
            <p:cNvSpPr>
              <a:spLocks noChangeArrowheads="1"/>
            </p:cNvSpPr>
            <p:nvPr/>
          </p:nvSpPr>
          <p:spPr bwMode="auto">
            <a:xfrm>
              <a:off x="4784" y="1507"/>
              <a:ext cx="925"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0" i="0" u="none" strike="noStrike" cap="none" normalizeH="0" baseline="0" dirty="0">
                  <a:ln>
                    <a:noFill/>
                  </a:ln>
                  <a:solidFill>
                    <a:srgbClr val="000000"/>
                  </a:solidFill>
                  <a:effectLst/>
                  <a:latin typeface="+mn-lt"/>
                </a:rPr>
                <a:t>To [N+1]th cell</a:t>
              </a:r>
              <a:endParaRPr kumimoji="0" lang="zh-CN" altLang="zh-CN" sz="2000" b="0" i="0" u="none" strike="noStrike" cap="none" normalizeH="0" baseline="0" dirty="0">
                <a:ln>
                  <a:noFill/>
                </a:ln>
                <a:solidFill>
                  <a:schemeClr val="tx1"/>
                </a:solidFill>
                <a:effectLst/>
                <a:latin typeface="+mn-lt"/>
              </a:endParaRPr>
            </a:p>
          </p:txBody>
        </p:sp>
        <p:sp>
          <p:nvSpPr>
            <p:cNvPr id="60" name="Rectangle 58">
              <a:extLst>
                <a:ext uri="{FF2B5EF4-FFF2-40B4-BE49-F238E27FC236}">
                  <a16:creationId xmlns:a16="http://schemas.microsoft.com/office/drawing/2014/main" id="{B662D500-9D0F-461E-AFCD-81899152BFFE}"/>
                </a:ext>
              </a:extLst>
            </p:cNvPr>
            <p:cNvSpPr>
              <a:spLocks noChangeArrowheads="1"/>
            </p:cNvSpPr>
            <p:nvPr/>
          </p:nvSpPr>
          <p:spPr bwMode="auto">
            <a:xfrm>
              <a:off x="137" y="1507"/>
              <a:ext cx="88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kumimoji="0" lang="zh-CN" altLang="zh-CN" b="0" i="0" u="none" strike="noStrike" cap="none" normalizeH="0" baseline="0" dirty="0">
                  <a:ln>
                    <a:noFill/>
                  </a:ln>
                  <a:solidFill>
                    <a:srgbClr val="000000"/>
                  </a:solidFill>
                  <a:effectLst/>
                  <a:latin typeface="+mn-lt"/>
                </a:rPr>
                <a:t>To [N</a:t>
              </a:r>
              <a:r>
                <a:rPr kumimoji="0" lang="en-US" altLang="zh-CN" b="0" i="0" u="none" strike="noStrike" cap="none" normalizeH="0" baseline="0" dirty="0">
                  <a:ln>
                    <a:noFill/>
                  </a:ln>
                  <a:solidFill>
                    <a:srgbClr val="000000"/>
                  </a:solidFill>
                  <a:effectLst/>
                  <a:latin typeface="+mn-lt"/>
                </a:rPr>
                <a:t>-</a:t>
              </a:r>
              <a:r>
                <a:rPr kumimoji="0" lang="zh-CN" altLang="zh-CN" b="0" i="0" u="none" strike="noStrike" cap="none" normalizeH="0" baseline="0" dirty="0">
                  <a:ln>
                    <a:noFill/>
                  </a:ln>
                  <a:solidFill>
                    <a:srgbClr val="000000"/>
                  </a:solidFill>
                  <a:effectLst/>
                  <a:latin typeface="+mn-lt"/>
                </a:rPr>
                <a:t>1]th cell</a:t>
              </a:r>
              <a:endParaRPr kumimoji="0" lang="zh-CN" altLang="zh-CN" sz="2000" b="0" i="0" u="none" strike="noStrike" cap="none" normalizeH="0" baseline="0" dirty="0">
                <a:ln>
                  <a:noFill/>
                </a:ln>
                <a:solidFill>
                  <a:schemeClr val="tx1"/>
                </a:solidFill>
                <a:effectLst/>
                <a:latin typeface="+mn-lt"/>
              </a:endParaRPr>
            </a:p>
          </p:txBody>
        </p:sp>
        <p:sp>
          <p:nvSpPr>
            <p:cNvPr id="61" name="Rectangle 59">
              <a:extLst>
                <a:ext uri="{FF2B5EF4-FFF2-40B4-BE49-F238E27FC236}">
                  <a16:creationId xmlns:a16="http://schemas.microsoft.com/office/drawing/2014/main" id="{ECD505F1-5EAC-41E8-9951-A5A50FBCB766}"/>
                </a:ext>
              </a:extLst>
            </p:cNvPr>
            <p:cNvSpPr>
              <a:spLocks noChangeArrowheads="1"/>
            </p:cNvSpPr>
            <p:nvPr/>
          </p:nvSpPr>
          <p:spPr bwMode="auto">
            <a:xfrm>
              <a:off x="626" y="3170"/>
              <a:ext cx="36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0" i="0" u="none" strike="noStrike" cap="none" normalizeH="0" baseline="0" dirty="0">
                  <a:ln>
                    <a:noFill/>
                  </a:ln>
                  <a:solidFill>
                    <a:srgbClr val="000000"/>
                  </a:solidFill>
                  <a:effectLst/>
                  <a:latin typeface="+mn-lt"/>
                </a:rPr>
                <a:t>Clock</a:t>
              </a:r>
              <a:endParaRPr kumimoji="0" lang="zh-CN" altLang="zh-CN" sz="2000" b="0" i="0" u="none" strike="noStrike" cap="none" normalizeH="0" baseline="0" dirty="0">
                <a:ln>
                  <a:noFill/>
                </a:ln>
                <a:solidFill>
                  <a:schemeClr val="tx1"/>
                </a:solidFill>
                <a:effectLst/>
                <a:latin typeface="+mn-lt"/>
              </a:endParaRPr>
            </a:p>
          </p:txBody>
        </p:sp>
        <p:sp>
          <p:nvSpPr>
            <p:cNvPr id="62" name="Line 60">
              <a:extLst>
                <a:ext uri="{FF2B5EF4-FFF2-40B4-BE49-F238E27FC236}">
                  <a16:creationId xmlns:a16="http://schemas.microsoft.com/office/drawing/2014/main" id="{354A99BA-4483-4A46-AF27-51A52828DFFE}"/>
                </a:ext>
              </a:extLst>
            </p:cNvPr>
            <p:cNvSpPr>
              <a:spLocks noChangeShapeType="1"/>
            </p:cNvSpPr>
            <p:nvPr/>
          </p:nvSpPr>
          <p:spPr bwMode="auto">
            <a:xfrm>
              <a:off x="1877" y="1212"/>
              <a:ext cx="0" cy="858"/>
            </a:xfrm>
            <a:prstGeom prst="line">
              <a:avLst/>
            </a:prstGeom>
            <a:noFill/>
            <a:ln w="12700"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000">
                <a:latin typeface="+mn-lt"/>
              </a:endParaRPr>
            </a:p>
          </p:txBody>
        </p:sp>
        <p:sp>
          <p:nvSpPr>
            <p:cNvPr id="63" name="Freeform 61">
              <a:extLst>
                <a:ext uri="{FF2B5EF4-FFF2-40B4-BE49-F238E27FC236}">
                  <a16:creationId xmlns:a16="http://schemas.microsoft.com/office/drawing/2014/main" id="{29869D0D-AB7D-4AE1-878F-94430EE5E4C0}"/>
                </a:ext>
              </a:extLst>
            </p:cNvPr>
            <p:cNvSpPr>
              <a:spLocks/>
            </p:cNvSpPr>
            <p:nvPr/>
          </p:nvSpPr>
          <p:spPr bwMode="auto">
            <a:xfrm>
              <a:off x="1842" y="2061"/>
              <a:ext cx="68" cy="102"/>
            </a:xfrm>
            <a:custGeom>
              <a:avLst/>
              <a:gdLst>
                <a:gd name="T0" fmla="*/ 68 w 68"/>
                <a:gd name="T1" fmla="*/ 0 h 102"/>
                <a:gd name="T2" fmla="*/ 35 w 68"/>
                <a:gd name="T3" fmla="*/ 102 h 102"/>
                <a:gd name="T4" fmla="*/ 0 w 68"/>
                <a:gd name="T5" fmla="*/ 0 h 102"/>
                <a:gd name="T6" fmla="*/ 68 w 68"/>
                <a:gd name="T7" fmla="*/ 0 h 102"/>
              </a:gdLst>
              <a:ahLst/>
              <a:cxnLst>
                <a:cxn ang="0">
                  <a:pos x="T0" y="T1"/>
                </a:cxn>
                <a:cxn ang="0">
                  <a:pos x="T2" y="T3"/>
                </a:cxn>
                <a:cxn ang="0">
                  <a:pos x="T4" y="T5"/>
                </a:cxn>
                <a:cxn ang="0">
                  <a:pos x="T6" y="T7"/>
                </a:cxn>
              </a:cxnLst>
              <a:rect l="0" t="0" r="r" b="b"/>
              <a:pathLst>
                <a:path w="68" h="102">
                  <a:moveTo>
                    <a:pt x="68" y="0"/>
                  </a:moveTo>
                  <a:lnTo>
                    <a:pt x="35" y="102"/>
                  </a:lnTo>
                  <a:lnTo>
                    <a:pt x="0" y="0"/>
                  </a:lnTo>
                  <a:lnTo>
                    <a:pt x="6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000">
                <a:latin typeface="+mn-lt"/>
              </a:endParaRPr>
            </a:p>
          </p:txBody>
        </p:sp>
        <p:sp>
          <p:nvSpPr>
            <p:cNvPr id="64" name="Line 62">
              <a:extLst>
                <a:ext uri="{FF2B5EF4-FFF2-40B4-BE49-F238E27FC236}">
                  <a16:creationId xmlns:a16="http://schemas.microsoft.com/office/drawing/2014/main" id="{DEB89AD9-0D3E-421C-808E-652D246ED2B3}"/>
                </a:ext>
              </a:extLst>
            </p:cNvPr>
            <p:cNvSpPr>
              <a:spLocks noChangeShapeType="1"/>
            </p:cNvSpPr>
            <p:nvPr/>
          </p:nvSpPr>
          <p:spPr bwMode="auto">
            <a:xfrm>
              <a:off x="1995" y="1197"/>
              <a:ext cx="0" cy="932"/>
            </a:xfrm>
            <a:prstGeom prst="line">
              <a:avLst/>
            </a:prstGeom>
            <a:noFill/>
            <a:ln w="12700"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000">
                <a:latin typeface="+mn-lt"/>
              </a:endParaRPr>
            </a:p>
          </p:txBody>
        </p:sp>
        <p:sp>
          <p:nvSpPr>
            <p:cNvPr id="65" name="Freeform 63">
              <a:extLst>
                <a:ext uri="{FF2B5EF4-FFF2-40B4-BE49-F238E27FC236}">
                  <a16:creationId xmlns:a16="http://schemas.microsoft.com/office/drawing/2014/main" id="{AA8A1E3D-C8EB-4D8A-B0E5-DE4916EE89CF}"/>
                </a:ext>
              </a:extLst>
            </p:cNvPr>
            <p:cNvSpPr>
              <a:spLocks/>
            </p:cNvSpPr>
            <p:nvPr/>
          </p:nvSpPr>
          <p:spPr bwMode="auto">
            <a:xfrm>
              <a:off x="1961" y="2121"/>
              <a:ext cx="68" cy="102"/>
            </a:xfrm>
            <a:custGeom>
              <a:avLst/>
              <a:gdLst>
                <a:gd name="T0" fmla="*/ 68 w 68"/>
                <a:gd name="T1" fmla="*/ 0 h 102"/>
                <a:gd name="T2" fmla="*/ 34 w 68"/>
                <a:gd name="T3" fmla="*/ 102 h 102"/>
                <a:gd name="T4" fmla="*/ 0 w 68"/>
                <a:gd name="T5" fmla="*/ 0 h 102"/>
                <a:gd name="T6" fmla="*/ 68 w 68"/>
                <a:gd name="T7" fmla="*/ 0 h 102"/>
              </a:gdLst>
              <a:ahLst/>
              <a:cxnLst>
                <a:cxn ang="0">
                  <a:pos x="T0" y="T1"/>
                </a:cxn>
                <a:cxn ang="0">
                  <a:pos x="T2" y="T3"/>
                </a:cxn>
                <a:cxn ang="0">
                  <a:pos x="T4" y="T5"/>
                </a:cxn>
                <a:cxn ang="0">
                  <a:pos x="T6" y="T7"/>
                </a:cxn>
              </a:cxnLst>
              <a:rect l="0" t="0" r="r" b="b"/>
              <a:pathLst>
                <a:path w="68" h="102">
                  <a:moveTo>
                    <a:pt x="68" y="0"/>
                  </a:moveTo>
                  <a:lnTo>
                    <a:pt x="34" y="102"/>
                  </a:lnTo>
                  <a:lnTo>
                    <a:pt x="0" y="0"/>
                  </a:lnTo>
                  <a:lnTo>
                    <a:pt x="6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000">
                <a:latin typeface="+mn-lt"/>
              </a:endParaRPr>
            </a:p>
          </p:txBody>
        </p:sp>
        <p:sp>
          <p:nvSpPr>
            <p:cNvPr id="66" name="Rectangle 64">
              <a:extLst>
                <a:ext uri="{FF2B5EF4-FFF2-40B4-BE49-F238E27FC236}">
                  <a16:creationId xmlns:a16="http://schemas.microsoft.com/office/drawing/2014/main" id="{5EE23C04-F01F-4CBA-B55D-C92EEBE3A233}"/>
                </a:ext>
              </a:extLst>
            </p:cNvPr>
            <p:cNvSpPr>
              <a:spLocks noChangeArrowheads="1"/>
            </p:cNvSpPr>
            <p:nvPr/>
          </p:nvSpPr>
          <p:spPr bwMode="auto">
            <a:xfrm>
              <a:off x="1673" y="1123"/>
              <a:ext cx="178"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0" i="0" u="none" strike="noStrike" cap="none" normalizeH="0" baseline="0" dirty="0">
                  <a:ln>
                    <a:noFill/>
                  </a:ln>
                  <a:solidFill>
                    <a:srgbClr val="000000"/>
                  </a:solidFill>
                  <a:effectLst/>
                  <a:latin typeface="+mn-lt"/>
                </a:rPr>
                <a:t>S1</a:t>
              </a:r>
              <a:endParaRPr kumimoji="0" lang="zh-CN" altLang="zh-CN" sz="2000" b="0" i="0" u="none" strike="noStrike" cap="none" normalizeH="0" baseline="0" dirty="0">
                <a:ln>
                  <a:noFill/>
                </a:ln>
                <a:solidFill>
                  <a:schemeClr val="tx1"/>
                </a:solidFill>
                <a:effectLst/>
                <a:latin typeface="+mn-lt"/>
              </a:endParaRPr>
            </a:p>
          </p:txBody>
        </p:sp>
        <p:sp>
          <p:nvSpPr>
            <p:cNvPr id="67" name="Rectangle 65">
              <a:extLst>
                <a:ext uri="{FF2B5EF4-FFF2-40B4-BE49-F238E27FC236}">
                  <a16:creationId xmlns:a16="http://schemas.microsoft.com/office/drawing/2014/main" id="{88240D8F-3E8E-4006-9551-A3AAC0DC0518}"/>
                </a:ext>
              </a:extLst>
            </p:cNvPr>
            <p:cNvSpPr>
              <a:spLocks noChangeArrowheads="1"/>
            </p:cNvSpPr>
            <p:nvPr/>
          </p:nvSpPr>
          <p:spPr bwMode="auto">
            <a:xfrm>
              <a:off x="2032" y="1123"/>
              <a:ext cx="178"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0" i="0" u="none" strike="noStrike" cap="none" normalizeH="0" baseline="0">
                  <a:ln>
                    <a:noFill/>
                  </a:ln>
                  <a:solidFill>
                    <a:srgbClr val="000000"/>
                  </a:solidFill>
                  <a:effectLst/>
                  <a:latin typeface="+mn-lt"/>
                </a:rPr>
                <a:t>S0</a:t>
              </a:r>
              <a:endParaRPr kumimoji="0" lang="zh-CN" altLang="zh-CN" sz="2000" b="0" i="0" u="none" strike="noStrike" cap="none" normalizeH="0" baseline="0">
                <a:ln>
                  <a:noFill/>
                </a:ln>
                <a:solidFill>
                  <a:schemeClr val="tx1"/>
                </a:solidFill>
                <a:effectLst/>
                <a:latin typeface="+mn-lt"/>
              </a:endParaRPr>
            </a:p>
          </p:txBody>
        </p:sp>
        <p:sp>
          <p:nvSpPr>
            <p:cNvPr id="68" name="Oval 35">
              <a:extLst>
                <a:ext uri="{FF2B5EF4-FFF2-40B4-BE49-F238E27FC236}">
                  <a16:creationId xmlns:a16="http://schemas.microsoft.com/office/drawing/2014/main" id="{1CC6EE88-2F73-4EAB-AC1D-0D607F495DF5}"/>
                </a:ext>
              </a:extLst>
            </p:cNvPr>
            <p:cNvSpPr>
              <a:spLocks noChangeArrowheads="1"/>
            </p:cNvSpPr>
            <p:nvPr/>
          </p:nvSpPr>
          <p:spPr bwMode="auto">
            <a:xfrm>
              <a:off x="4141" y="1589"/>
              <a:ext cx="51" cy="51"/>
            </a:xfrm>
            <a:prstGeom prst="ellipse">
              <a:avLst/>
            </a:prstGeom>
            <a:solidFill>
              <a:srgbClr val="0000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sz="2000">
                <a:latin typeface="+mn-lt"/>
              </a:endParaRPr>
            </a:p>
          </p:txBody>
        </p:sp>
        <p:sp>
          <p:nvSpPr>
            <p:cNvPr id="69" name="Rectangle 51">
              <a:extLst>
                <a:ext uri="{FF2B5EF4-FFF2-40B4-BE49-F238E27FC236}">
                  <a16:creationId xmlns:a16="http://schemas.microsoft.com/office/drawing/2014/main" id="{1CFB21B3-8F79-488E-96FA-B1D6D8CBD4D0}"/>
                </a:ext>
              </a:extLst>
            </p:cNvPr>
            <p:cNvSpPr>
              <a:spLocks noChangeArrowheads="1"/>
            </p:cNvSpPr>
            <p:nvPr/>
          </p:nvSpPr>
          <p:spPr bwMode="auto">
            <a:xfrm>
              <a:off x="768" y="2271"/>
              <a:ext cx="269"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kumimoji="0" lang="zh-CN" altLang="zh-CN" b="0" i="0" u="none" strike="noStrike" cap="none" normalizeH="0" baseline="0" dirty="0">
                  <a:ln>
                    <a:noFill/>
                  </a:ln>
                  <a:solidFill>
                    <a:srgbClr val="000000"/>
                  </a:solidFill>
                  <a:effectLst/>
                  <a:latin typeface="+mn-lt"/>
                </a:rPr>
                <a:t>Q</a:t>
              </a:r>
              <a:r>
                <a:rPr kumimoji="0" lang="zh-CN" altLang="zh-CN" b="0" i="0" u="none" strike="noStrike" cap="none" normalizeH="0" baseline="-25000" dirty="0">
                  <a:ln>
                    <a:noFill/>
                  </a:ln>
                  <a:solidFill>
                    <a:srgbClr val="000000"/>
                  </a:solidFill>
                  <a:effectLst/>
                  <a:latin typeface="+mn-lt"/>
                </a:rPr>
                <a:t>N</a:t>
              </a:r>
              <a:r>
                <a:rPr kumimoji="0" lang="en-US" altLang="zh-CN" b="0" i="0" u="none" strike="noStrike" cap="none" normalizeH="0" baseline="-25000" dirty="0">
                  <a:ln>
                    <a:noFill/>
                  </a:ln>
                  <a:solidFill>
                    <a:srgbClr val="000000"/>
                  </a:solidFill>
                  <a:effectLst/>
                  <a:latin typeface="+mn-lt"/>
                </a:rPr>
                <a:t>-</a:t>
              </a:r>
              <a:r>
                <a:rPr kumimoji="0" lang="zh-CN" altLang="zh-CN" b="0" i="0" u="none" strike="noStrike" cap="none" normalizeH="0" baseline="-25000" dirty="0">
                  <a:ln>
                    <a:noFill/>
                  </a:ln>
                  <a:solidFill>
                    <a:srgbClr val="000000"/>
                  </a:solidFill>
                  <a:effectLst/>
                  <a:latin typeface="+mn-lt"/>
                </a:rPr>
                <a:t>1</a:t>
              </a:r>
              <a:endParaRPr kumimoji="0" lang="zh-CN" altLang="zh-CN" b="0" i="0" u="none" strike="noStrike" cap="none" normalizeH="0" baseline="-25000" dirty="0">
                <a:ln>
                  <a:noFill/>
                </a:ln>
                <a:solidFill>
                  <a:schemeClr val="tx1"/>
                </a:solidFill>
                <a:effectLst/>
                <a:latin typeface="+mn-lt"/>
              </a:endParaRPr>
            </a:p>
          </p:txBody>
        </p:sp>
      </p:grpSp>
    </p:spTree>
    <p:extLst>
      <p:ext uri="{BB962C8B-B14F-4D97-AF65-F5344CB8AC3E}">
        <p14:creationId xmlns:p14="http://schemas.microsoft.com/office/powerpoint/2010/main" val="60011860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灯片编号占位符 101"/>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259D7DD-E1BE-4482-9234-29898EB39847}" type="slidenum">
              <a:rPr kumimoji="0" lang="en-US" altLang="zh-CN" sz="1200" b="0" i="0" u="none" strike="noStrike" kern="1200" cap="none" spc="0" normalizeH="0" baseline="0" noProof="0" smtClean="0">
                <a:ln>
                  <a:noFill/>
                </a:ln>
                <a:solidFill>
                  <a:srgbClr val="000000"/>
                </a:solidFill>
                <a:effectLst/>
                <a:uLnTx/>
                <a:uFillTx/>
                <a:latin typeface="Arial Black"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79</a:t>
            </a:fld>
            <a:endParaRPr kumimoji="0" lang="en-US" altLang="zh-CN" sz="1200" b="0" i="0" u="none" strike="noStrike" kern="1200" cap="none" spc="0" normalizeH="0" baseline="0" noProof="0" dirty="0">
              <a:ln>
                <a:noFill/>
              </a:ln>
              <a:solidFill>
                <a:srgbClr val="000000"/>
              </a:solidFill>
              <a:effectLst/>
              <a:uLnTx/>
              <a:uFillTx/>
              <a:latin typeface="Arial Black" pitchFamily="34" charset="0"/>
              <a:ea typeface="宋体" pitchFamily="2" charset="-122"/>
              <a:cs typeface="+mn-cs"/>
            </a:endParaRPr>
          </a:p>
        </p:txBody>
      </p:sp>
      <p:sp>
        <p:nvSpPr>
          <p:cNvPr id="12" name="内容占位符 11">
            <a:extLst>
              <a:ext uri="{FF2B5EF4-FFF2-40B4-BE49-F238E27FC236}">
                <a16:creationId xmlns:a16="http://schemas.microsoft.com/office/drawing/2014/main" id="{112B0EFE-8C8D-CD4F-9323-4CDC697C4B02}"/>
              </a:ext>
            </a:extLst>
          </p:cNvPr>
          <p:cNvSpPr>
            <a:spLocks noGrp="1"/>
          </p:cNvSpPr>
          <p:nvPr>
            <p:ph idx="4294967295"/>
          </p:nvPr>
        </p:nvSpPr>
        <p:spPr>
          <a:xfrm>
            <a:off x="496094" y="1408907"/>
            <a:ext cx="8077200" cy="4767262"/>
          </a:xfrm>
        </p:spPr>
        <p:txBody>
          <a:bodyPr>
            <a:normAutofit/>
          </a:bodyPr>
          <a:lstStyle/>
          <a:p>
            <a:r>
              <a:rPr lang="zh-CN" altLang="en-US" sz="2800" b="0" dirty="0">
                <a:latin typeface="SimHei" panose="02010609060101010101" pitchFamily="49" charset="-122"/>
                <a:ea typeface="SimHei" panose="02010609060101010101" pitchFamily="49" charset="-122"/>
              </a:rPr>
              <a:t>对前一页的单元进行级联</a:t>
            </a:r>
          </a:p>
        </p:txBody>
      </p:sp>
      <p:sp>
        <p:nvSpPr>
          <p:cNvPr id="11" name="Title 4">
            <a:extLst>
              <a:ext uri="{FF2B5EF4-FFF2-40B4-BE49-F238E27FC236}">
                <a16:creationId xmlns:a16="http://schemas.microsoft.com/office/drawing/2014/main" id="{80447B37-171B-592B-DDA4-F91018775B7B}"/>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en-US" altLang="zh-CN" dirty="0"/>
              <a:t>4</a:t>
            </a:r>
            <a:r>
              <a:rPr lang="zh-CN" altLang="en-US" dirty="0"/>
              <a:t>位双向移位寄存器</a:t>
            </a:r>
            <a:endParaRPr lang="en-CN" altLang="zh-CN" sz="4000" dirty="0">
              <a:solidFill>
                <a:srgbClr val="0000FF"/>
              </a:solidFill>
              <a:latin typeface="Arial" panose="020B0604020202020204" pitchFamily="34" charset="0"/>
              <a:cs typeface="Arial" panose="020B0604020202020204" pitchFamily="34" charset="0"/>
            </a:endParaRPr>
          </a:p>
        </p:txBody>
      </p:sp>
      <p:grpSp>
        <p:nvGrpSpPr>
          <p:cNvPr id="121133" name="组合 121132">
            <a:extLst>
              <a:ext uri="{FF2B5EF4-FFF2-40B4-BE49-F238E27FC236}">
                <a16:creationId xmlns:a16="http://schemas.microsoft.com/office/drawing/2014/main" id="{A48E1A59-6C6A-F772-2B00-80DE056E1141}"/>
              </a:ext>
            </a:extLst>
          </p:cNvPr>
          <p:cNvGrpSpPr/>
          <p:nvPr/>
        </p:nvGrpSpPr>
        <p:grpSpPr>
          <a:xfrm>
            <a:off x="168493" y="2438400"/>
            <a:ext cx="8809539" cy="3276600"/>
            <a:chOff x="180339" y="2438400"/>
            <a:chExt cx="8809539" cy="3276600"/>
          </a:xfrm>
        </p:grpSpPr>
        <p:sp>
          <p:nvSpPr>
            <p:cNvPr id="120835" name="AutoShape 3">
              <a:extLst>
                <a:ext uri="{FF2B5EF4-FFF2-40B4-BE49-F238E27FC236}">
                  <a16:creationId xmlns:a16="http://schemas.microsoft.com/office/drawing/2014/main" id="{CD5349CF-D405-86FC-B92F-0D844A7280F4}"/>
                </a:ext>
              </a:extLst>
            </p:cNvPr>
            <p:cNvSpPr>
              <a:spLocks noChangeAspect="1" noChangeArrowheads="1" noTextEdit="1"/>
            </p:cNvSpPr>
            <p:nvPr/>
          </p:nvSpPr>
          <p:spPr bwMode="auto">
            <a:xfrm>
              <a:off x="255942" y="2438400"/>
              <a:ext cx="8277726"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0901" name="Rectangle 5">
              <a:extLst>
                <a:ext uri="{FF2B5EF4-FFF2-40B4-BE49-F238E27FC236}">
                  <a16:creationId xmlns:a16="http://schemas.microsoft.com/office/drawing/2014/main" id="{AFC03292-3D19-8115-9822-32906AEF2D8A}"/>
                </a:ext>
              </a:extLst>
            </p:cNvPr>
            <p:cNvSpPr>
              <a:spLocks noChangeArrowheads="1"/>
            </p:cNvSpPr>
            <p:nvPr/>
          </p:nvSpPr>
          <p:spPr bwMode="auto">
            <a:xfrm>
              <a:off x="180339" y="3646344"/>
              <a:ext cx="83356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defRPr>
                  <a:solidFill>
                    <a:schemeClr val="tx1"/>
                  </a:solidFill>
                  <a:latin typeface="Arial" panose="020B0604020202020204" pitchFamily="34" charset="0"/>
                </a:defRPr>
              </a:lvl1pPr>
              <a:lvl2pPr algn="l" eaLnBrk="0" hangingPunct="0">
                <a:defRPr>
                  <a:solidFill>
                    <a:schemeClr val="tx1"/>
                  </a:solidFill>
                  <a:latin typeface="Arial" panose="020B0604020202020204" pitchFamily="34" charset="0"/>
                </a:defRPr>
              </a:lvl2pPr>
              <a:lvl3pPr algn="l" eaLnBrk="0" hangingPunct="0">
                <a:defRPr>
                  <a:solidFill>
                    <a:schemeClr val="tx1"/>
                  </a:solidFill>
                  <a:latin typeface="Arial" panose="020B0604020202020204" pitchFamily="34" charset="0"/>
                </a:defRPr>
              </a:lvl3pPr>
              <a:lvl4pPr algn="l" eaLnBrk="0" hangingPunct="0">
                <a:defRPr>
                  <a:solidFill>
                    <a:schemeClr val="tx1"/>
                  </a:solidFill>
                  <a:latin typeface="Arial" panose="020B0604020202020204" pitchFamily="34" charset="0"/>
                </a:defRPr>
              </a:lvl4pPr>
              <a:lvl5pPr algn="l"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dirty="0" err="1">
                  <a:ln>
                    <a:noFill/>
                  </a:ln>
                  <a:solidFill>
                    <a:srgbClr val="0000CC"/>
                  </a:solidFill>
                  <a:effectLst/>
                  <a:latin typeface="+mn-lt"/>
                </a:rPr>
                <a:t>Left_out</a:t>
              </a:r>
              <a:endParaRPr kumimoji="0" lang="en-US" altLang="en-US" sz="1600" i="0" u="none" strike="noStrike" cap="none" normalizeH="0" baseline="0" dirty="0">
                <a:ln>
                  <a:noFill/>
                </a:ln>
                <a:solidFill>
                  <a:schemeClr val="tx1"/>
                </a:solidFill>
                <a:effectLst/>
                <a:latin typeface="+mn-lt"/>
              </a:endParaRPr>
            </a:p>
          </p:txBody>
        </p:sp>
        <p:sp>
          <p:nvSpPr>
            <p:cNvPr id="120902" name="Rectangle 12">
              <a:extLst>
                <a:ext uri="{FF2B5EF4-FFF2-40B4-BE49-F238E27FC236}">
                  <a16:creationId xmlns:a16="http://schemas.microsoft.com/office/drawing/2014/main" id="{7A240CDC-3BD9-A88C-7754-898E0991A246}"/>
                </a:ext>
              </a:extLst>
            </p:cNvPr>
            <p:cNvSpPr>
              <a:spLocks noChangeArrowheads="1"/>
            </p:cNvSpPr>
            <p:nvPr/>
          </p:nvSpPr>
          <p:spPr bwMode="auto">
            <a:xfrm>
              <a:off x="334228" y="3099091"/>
              <a:ext cx="69249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defRPr>
                  <a:solidFill>
                    <a:schemeClr val="tx1"/>
                  </a:solidFill>
                  <a:latin typeface="Arial" panose="020B0604020202020204" pitchFamily="34" charset="0"/>
                </a:defRPr>
              </a:lvl1pPr>
              <a:lvl2pPr algn="l" eaLnBrk="0" hangingPunct="0">
                <a:defRPr>
                  <a:solidFill>
                    <a:schemeClr val="tx1"/>
                  </a:solidFill>
                  <a:latin typeface="Arial" panose="020B0604020202020204" pitchFamily="34" charset="0"/>
                </a:defRPr>
              </a:lvl2pPr>
              <a:lvl3pPr algn="l" eaLnBrk="0" hangingPunct="0">
                <a:defRPr>
                  <a:solidFill>
                    <a:schemeClr val="tx1"/>
                  </a:solidFill>
                  <a:latin typeface="Arial" panose="020B0604020202020204" pitchFamily="34" charset="0"/>
                </a:defRPr>
              </a:lvl3pPr>
              <a:lvl4pPr algn="l" eaLnBrk="0" hangingPunct="0">
                <a:defRPr>
                  <a:solidFill>
                    <a:schemeClr val="tx1"/>
                  </a:solidFill>
                  <a:latin typeface="Arial" panose="020B0604020202020204" pitchFamily="34" charset="0"/>
                </a:defRPr>
              </a:lvl4pPr>
              <a:lvl5pPr algn="l"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dirty="0" err="1">
                  <a:ln>
                    <a:noFill/>
                  </a:ln>
                  <a:solidFill>
                    <a:srgbClr val="FF6600"/>
                  </a:solidFill>
                  <a:effectLst/>
                  <a:latin typeface="+mn-lt"/>
                </a:rPr>
                <a:t>Left_in</a:t>
              </a:r>
              <a:endParaRPr kumimoji="0" lang="en-US" altLang="en-US" sz="1600" i="0" u="none" strike="noStrike" cap="none" normalizeH="0" baseline="0" dirty="0">
                <a:ln>
                  <a:noFill/>
                </a:ln>
                <a:solidFill>
                  <a:schemeClr val="tx1"/>
                </a:solidFill>
                <a:effectLst/>
                <a:latin typeface="+mn-lt"/>
              </a:endParaRPr>
            </a:p>
          </p:txBody>
        </p:sp>
        <p:sp>
          <p:nvSpPr>
            <p:cNvPr id="120908" name="Rectangle 18">
              <a:extLst>
                <a:ext uri="{FF2B5EF4-FFF2-40B4-BE49-F238E27FC236}">
                  <a16:creationId xmlns:a16="http://schemas.microsoft.com/office/drawing/2014/main" id="{D93C1385-D1D3-804E-2285-0B37A0D9DE15}"/>
                </a:ext>
              </a:extLst>
            </p:cNvPr>
            <p:cNvSpPr>
              <a:spLocks noChangeArrowheads="1"/>
            </p:cNvSpPr>
            <p:nvPr/>
          </p:nvSpPr>
          <p:spPr bwMode="auto">
            <a:xfrm>
              <a:off x="8002428" y="3646344"/>
              <a:ext cx="84638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defRPr>
                  <a:solidFill>
                    <a:schemeClr val="tx1"/>
                  </a:solidFill>
                  <a:latin typeface="Arial" panose="020B0604020202020204" pitchFamily="34" charset="0"/>
                </a:defRPr>
              </a:lvl1pPr>
              <a:lvl2pPr algn="l" eaLnBrk="0" hangingPunct="0">
                <a:defRPr>
                  <a:solidFill>
                    <a:schemeClr val="tx1"/>
                  </a:solidFill>
                  <a:latin typeface="Arial" panose="020B0604020202020204" pitchFamily="34" charset="0"/>
                </a:defRPr>
              </a:lvl2pPr>
              <a:lvl3pPr algn="l" eaLnBrk="0" hangingPunct="0">
                <a:defRPr>
                  <a:solidFill>
                    <a:schemeClr val="tx1"/>
                  </a:solidFill>
                  <a:latin typeface="Arial" panose="020B0604020202020204" pitchFamily="34" charset="0"/>
                </a:defRPr>
              </a:lvl3pPr>
              <a:lvl4pPr algn="l" eaLnBrk="0" hangingPunct="0">
                <a:defRPr>
                  <a:solidFill>
                    <a:schemeClr val="tx1"/>
                  </a:solidFill>
                  <a:latin typeface="Arial" panose="020B0604020202020204" pitchFamily="34" charset="0"/>
                </a:defRPr>
              </a:lvl4pPr>
              <a:lvl5pPr algn="l"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dirty="0" err="1">
                  <a:ln>
                    <a:noFill/>
                  </a:ln>
                  <a:solidFill>
                    <a:srgbClr val="0000CC"/>
                  </a:solidFill>
                  <a:effectLst/>
                  <a:latin typeface="+mn-lt"/>
                </a:rPr>
                <a:t>Right_in</a:t>
              </a:r>
              <a:endParaRPr kumimoji="0" lang="en-US" altLang="en-US" sz="1600" i="0" u="none" strike="noStrike" cap="none" normalizeH="0" baseline="0" dirty="0">
                <a:ln>
                  <a:noFill/>
                </a:ln>
                <a:solidFill>
                  <a:schemeClr val="tx1"/>
                </a:solidFill>
                <a:effectLst/>
                <a:latin typeface="+mn-lt"/>
              </a:endParaRPr>
            </a:p>
          </p:txBody>
        </p:sp>
        <p:sp>
          <p:nvSpPr>
            <p:cNvPr id="120915" name="Rectangle 38">
              <a:extLst>
                <a:ext uri="{FF2B5EF4-FFF2-40B4-BE49-F238E27FC236}">
                  <a16:creationId xmlns:a16="http://schemas.microsoft.com/office/drawing/2014/main" id="{D6C030B6-E7CD-4A76-5CA0-BF0964CC0044}"/>
                </a:ext>
              </a:extLst>
            </p:cNvPr>
            <p:cNvSpPr>
              <a:spLocks noChangeArrowheads="1"/>
            </p:cNvSpPr>
            <p:nvPr/>
          </p:nvSpPr>
          <p:spPr bwMode="auto">
            <a:xfrm>
              <a:off x="1368431" y="5259352"/>
              <a:ext cx="126957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defRPr>
                  <a:solidFill>
                    <a:schemeClr val="tx1"/>
                  </a:solidFill>
                  <a:latin typeface="Arial" panose="020B0604020202020204" pitchFamily="34" charset="0"/>
                </a:defRPr>
              </a:lvl1pPr>
              <a:lvl2pPr algn="l" eaLnBrk="0" hangingPunct="0">
                <a:defRPr>
                  <a:solidFill>
                    <a:schemeClr val="tx1"/>
                  </a:solidFill>
                  <a:latin typeface="Arial" panose="020B0604020202020204" pitchFamily="34" charset="0"/>
                </a:defRPr>
              </a:lvl2pPr>
              <a:lvl3pPr algn="l" eaLnBrk="0" hangingPunct="0">
                <a:defRPr>
                  <a:solidFill>
                    <a:schemeClr val="tx1"/>
                  </a:solidFill>
                  <a:latin typeface="Arial" panose="020B0604020202020204" pitchFamily="34" charset="0"/>
                </a:defRPr>
              </a:lvl3pPr>
              <a:lvl4pPr algn="l" eaLnBrk="0" hangingPunct="0">
                <a:defRPr>
                  <a:solidFill>
                    <a:schemeClr val="tx1"/>
                  </a:solidFill>
                  <a:latin typeface="Arial" panose="020B0604020202020204" pitchFamily="34" charset="0"/>
                </a:defRPr>
              </a:lvl4pPr>
              <a:lvl5pPr algn="l"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dirty="0">
                  <a:ln>
                    <a:noFill/>
                  </a:ln>
                  <a:solidFill>
                    <a:srgbClr val="000000"/>
                  </a:solidFill>
                  <a:effectLst/>
                  <a:latin typeface="+mn-lt"/>
                </a:rPr>
                <a:t>S1 S0 Clear</a:t>
              </a:r>
              <a:endParaRPr kumimoji="0" lang="en-US" altLang="en-US" sz="2000" i="0" u="none" strike="noStrike" cap="none" normalizeH="0" baseline="0" dirty="0">
                <a:ln>
                  <a:noFill/>
                </a:ln>
                <a:solidFill>
                  <a:schemeClr val="tx1"/>
                </a:solidFill>
                <a:effectLst/>
                <a:latin typeface="+mn-lt"/>
              </a:endParaRPr>
            </a:p>
          </p:txBody>
        </p:sp>
        <p:sp>
          <p:nvSpPr>
            <p:cNvPr id="121023" name="Rectangle 158">
              <a:extLst>
                <a:ext uri="{FF2B5EF4-FFF2-40B4-BE49-F238E27FC236}">
                  <a16:creationId xmlns:a16="http://schemas.microsoft.com/office/drawing/2014/main" id="{085352B4-C106-4580-6B1A-438A57CD52F0}"/>
                </a:ext>
              </a:extLst>
            </p:cNvPr>
            <p:cNvSpPr>
              <a:spLocks noChangeArrowheads="1"/>
            </p:cNvSpPr>
            <p:nvPr/>
          </p:nvSpPr>
          <p:spPr bwMode="auto">
            <a:xfrm>
              <a:off x="268137" y="4851891"/>
              <a:ext cx="57708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defRPr>
                  <a:solidFill>
                    <a:schemeClr val="tx1"/>
                  </a:solidFill>
                  <a:latin typeface="Arial" panose="020B0604020202020204" pitchFamily="34" charset="0"/>
                </a:defRPr>
              </a:lvl1pPr>
              <a:lvl2pPr algn="l" eaLnBrk="0" hangingPunct="0">
                <a:defRPr>
                  <a:solidFill>
                    <a:schemeClr val="tx1"/>
                  </a:solidFill>
                  <a:latin typeface="Arial" panose="020B0604020202020204" pitchFamily="34" charset="0"/>
                </a:defRPr>
              </a:lvl2pPr>
              <a:lvl3pPr algn="l" eaLnBrk="0" hangingPunct="0">
                <a:defRPr>
                  <a:solidFill>
                    <a:schemeClr val="tx1"/>
                  </a:solidFill>
                  <a:latin typeface="Arial" panose="020B0604020202020204" pitchFamily="34" charset="0"/>
                </a:defRPr>
              </a:lvl3pPr>
              <a:lvl4pPr algn="l" eaLnBrk="0" hangingPunct="0">
                <a:defRPr>
                  <a:solidFill>
                    <a:schemeClr val="tx1"/>
                  </a:solidFill>
                  <a:latin typeface="Arial" panose="020B0604020202020204" pitchFamily="34" charset="0"/>
                </a:defRPr>
              </a:lvl4pPr>
              <a:lvl5pPr algn="l"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dirty="0">
                  <a:ln>
                    <a:noFill/>
                  </a:ln>
                  <a:solidFill>
                    <a:srgbClr val="000000"/>
                  </a:solidFill>
                  <a:effectLst/>
                  <a:latin typeface="+mn-lt"/>
                </a:rPr>
                <a:t>Clock</a:t>
              </a:r>
              <a:endParaRPr kumimoji="0" lang="en-US" altLang="en-US" sz="1600" i="0" u="none" strike="noStrike" cap="none" normalizeH="0" baseline="0" dirty="0">
                <a:ln>
                  <a:noFill/>
                </a:ln>
                <a:solidFill>
                  <a:schemeClr val="tx1"/>
                </a:solidFill>
                <a:effectLst/>
                <a:latin typeface="+mn-lt"/>
              </a:endParaRPr>
            </a:p>
          </p:txBody>
        </p:sp>
        <p:sp>
          <p:nvSpPr>
            <p:cNvPr id="121027" name="Rectangle 186">
              <a:extLst>
                <a:ext uri="{FF2B5EF4-FFF2-40B4-BE49-F238E27FC236}">
                  <a16:creationId xmlns:a16="http://schemas.microsoft.com/office/drawing/2014/main" id="{BFFF7F03-8578-7106-D5C7-09D94DBDA732}"/>
                </a:ext>
              </a:extLst>
            </p:cNvPr>
            <p:cNvSpPr>
              <a:spLocks noChangeArrowheads="1"/>
            </p:cNvSpPr>
            <p:nvPr/>
          </p:nvSpPr>
          <p:spPr bwMode="auto">
            <a:xfrm>
              <a:off x="8002428" y="3099091"/>
              <a:ext cx="98745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defRPr>
                  <a:solidFill>
                    <a:schemeClr val="tx1"/>
                  </a:solidFill>
                  <a:latin typeface="Arial" panose="020B0604020202020204" pitchFamily="34" charset="0"/>
                </a:defRPr>
              </a:lvl1pPr>
              <a:lvl2pPr algn="l" eaLnBrk="0" hangingPunct="0">
                <a:defRPr>
                  <a:solidFill>
                    <a:schemeClr val="tx1"/>
                  </a:solidFill>
                  <a:latin typeface="Arial" panose="020B0604020202020204" pitchFamily="34" charset="0"/>
                </a:defRPr>
              </a:lvl2pPr>
              <a:lvl3pPr algn="l" eaLnBrk="0" hangingPunct="0">
                <a:defRPr>
                  <a:solidFill>
                    <a:schemeClr val="tx1"/>
                  </a:solidFill>
                  <a:latin typeface="Arial" panose="020B0604020202020204" pitchFamily="34" charset="0"/>
                </a:defRPr>
              </a:lvl3pPr>
              <a:lvl4pPr algn="l" eaLnBrk="0" hangingPunct="0">
                <a:defRPr>
                  <a:solidFill>
                    <a:schemeClr val="tx1"/>
                  </a:solidFill>
                  <a:latin typeface="Arial" panose="020B0604020202020204" pitchFamily="34" charset="0"/>
                </a:defRPr>
              </a:lvl4pPr>
              <a:lvl5pPr algn="l"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dirty="0" err="1">
                  <a:ln>
                    <a:noFill/>
                  </a:ln>
                  <a:solidFill>
                    <a:srgbClr val="FF6600"/>
                  </a:solidFill>
                  <a:effectLst/>
                  <a:latin typeface="+mn-lt"/>
                </a:rPr>
                <a:t>Right_out</a:t>
              </a:r>
              <a:endParaRPr kumimoji="0" lang="en-US" altLang="en-US" sz="1600" i="0" u="none" strike="noStrike" cap="none" normalizeH="0" baseline="0" dirty="0">
                <a:ln>
                  <a:noFill/>
                </a:ln>
                <a:solidFill>
                  <a:schemeClr val="tx1"/>
                </a:solidFill>
                <a:effectLst/>
                <a:latin typeface="+mn-lt"/>
              </a:endParaRPr>
            </a:p>
          </p:txBody>
        </p:sp>
        <p:grpSp>
          <p:nvGrpSpPr>
            <p:cNvPr id="121069" name="组合 121068">
              <a:extLst>
                <a:ext uri="{FF2B5EF4-FFF2-40B4-BE49-F238E27FC236}">
                  <a16:creationId xmlns:a16="http://schemas.microsoft.com/office/drawing/2014/main" id="{D60F8116-6302-F0B2-F122-1FB658E5692D}"/>
                </a:ext>
              </a:extLst>
            </p:cNvPr>
            <p:cNvGrpSpPr/>
            <p:nvPr/>
          </p:nvGrpSpPr>
          <p:grpSpPr>
            <a:xfrm>
              <a:off x="605938" y="2600708"/>
              <a:ext cx="1827641" cy="2626521"/>
              <a:chOff x="697085" y="2600708"/>
              <a:chExt cx="1827641" cy="2626521"/>
            </a:xfrm>
          </p:grpSpPr>
          <p:sp>
            <p:nvSpPr>
              <p:cNvPr id="120909" name="Rectangle 25">
                <a:extLst>
                  <a:ext uri="{FF2B5EF4-FFF2-40B4-BE49-F238E27FC236}">
                    <a16:creationId xmlns:a16="http://schemas.microsoft.com/office/drawing/2014/main" id="{34C33055-062B-828D-88FB-777D391111BD}"/>
                  </a:ext>
                </a:extLst>
              </p:cNvPr>
              <p:cNvSpPr>
                <a:spLocks noChangeArrowheads="1"/>
              </p:cNvSpPr>
              <p:nvPr/>
            </p:nvSpPr>
            <p:spPr bwMode="auto">
              <a:xfrm>
                <a:off x="1131055" y="4454115"/>
                <a:ext cx="76944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defRPr>
                    <a:solidFill>
                      <a:schemeClr val="tx1"/>
                    </a:solidFill>
                    <a:latin typeface="Arial" panose="020B0604020202020204" pitchFamily="34" charset="0"/>
                  </a:defRPr>
                </a:lvl1pPr>
                <a:lvl2pPr algn="l" eaLnBrk="0" hangingPunct="0">
                  <a:defRPr>
                    <a:solidFill>
                      <a:schemeClr val="tx1"/>
                    </a:solidFill>
                    <a:latin typeface="Arial" panose="020B0604020202020204" pitchFamily="34" charset="0"/>
                  </a:defRPr>
                </a:lvl2pPr>
                <a:lvl3pPr algn="l" eaLnBrk="0" hangingPunct="0">
                  <a:defRPr>
                    <a:solidFill>
                      <a:schemeClr val="tx1"/>
                    </a:solidFill>
                    <a:latin typeface="Arial" panose="020B0604020202020204" pitchFamily="34" charset="0"/>
                  </a:defRPr>
                </a:lvl3pPr>
                <a:lvl4pPr algn="l" eaLnBrk="0" hangingPunct="0">
                  <a:defRPr>
                    <a:solidFill>
                      <a:schemeClr val="tx1"/>
                    </a:solidFill>
                    <a:latin typeface="Arial" panose="020B0604020202020204" pitchFamily="34" charset="0"/>
                  </a:defRPr>
                </a:lvl4pPr>
                <a:lvl5pPr algn="l"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dirty="0">
                    <a:ln>
                      <a:noFill/>
                    </a:ln>
                    <a:solidFill>
                      <a:srgbClr val="000000"/>
                    </a:solidFill>
                    <a:effectLst/>
                    <a:latin typeface="+mn-lt"/>
                  </a:rPr>
                  <a:t>Input[0]</a:t>
                </a:r>
                <a:endParaRPr kumimoji="0" lang="en-US" altLang="en-US" sz="1600" i="0" u="none" strike="noStrike" cap="none" normalizeH="0" baseline="0" dirty="0">
                  <a:ln>
                    <a:noFill/>
                  </a:ln>
                  <a:solidFill>
                    <a:schemeClr val="tx1"/>
                  </a:solidFill>
                  <a:effectLst/>
                  <a:latin typeface="+mn-lt"/>
                </a:endParaRPr>
              </a:p>
            </p:txBody>
          </p:sp>
          <p:sp>
            <p:nvSpPr>
              <p:cNvPr id="120910" name="Rectangle 33">
                <a:extLst>
                  <a:ext uri="{FF2B5EF4-FFF2-40B4-BE49-F238E27FC236}">
                    <a16:creationId xmlns:a16="http://schemas.microsoft.com/office/drawing/2014/main" id="{B363AF14-1326-25D6-E029-6AE085A3A510}"/>
                  </a:ext>
                </a:extLst>
              </p:cNvPr>
              <p:cNvSpPr>
                <a:spLocks noChangeArrowheads="1"/>
              </p:cNvSpPr>
              <p:nvPr/>
            </p:nvSpPr>
            <p:spPr bwMode="auto">
              <a:xfrm>
                <a:off x="1332774" y="2600708"/>
                <a:ext cx="9489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defRPr>
                    <a:solidFill>
                      <a:schemeClr val="tx1"/>
                    </a:solidFill>
                    <a:latin typeface="Arial" panose="020B0604020202020204" pitchFamily="34" charset="0"/>
                  </a:defRPr>
                </a:lvl1pPr>
                <a:lvl2pPr algn="l" eaLnBrk="0" hangingPunct="0">
                  <a:defRPr>
                    <a:solidFill>
                      <a:schemeClr val="tx1"/>
                    </a:solidFill>
                    <a:latin typeface="Arial" panose="020B0604020202020204" pitchFamily="34" charset="0"/>
                  </a:defRPr>
                </a:lvl2pPr>
                <a:lvl3pPr algn="l" eaLnBrk="0" hangingPunct="0">
                  <a:defRPr>
                    <a:solidFill>
                      <a:schemeClr val="tx1"/>
                    </a:solidFill>
                    <a:latin typeface="Arial" panose="020B0604020202020204" pitchFamily="34" charset="0"/>
                  </a:defRPr>
                </a:lvl3pPr>
                <a:lvl4pPr algn="l" eaLnBrk="0" hangingPunct="0">
                  <a:defRPr>
                    <a:solidFill>
                      <a:schemeClr val="tx1"/>
                    </a:solidFill>
                    <a:latin typeface="Arial" panose="020B0604020202020204" pitchFamily="34" charset="0"/>
                  </a:defRPr>
                </a:lvl4pPr>
                <a:lvl5pPr algn="l"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a:ln>
                      <a:noFill/>
                    </a:ln>
                    <a:solidFill>
                      <a:srgbClr val="000000"/>
                    </a:solidFill>
                    <a:effectLst/>
                    <a:latin typeface="+mn-lt"/>
                  </a:rPr>
                  <a:t>Output[0]</a:t>
                </a:r>
                <a:endParaRPr kumimoji="0" lang="en-US" altLang="en-US" sz="1600" i="0" u="none" strike="noStrike" cap="none" normalizeH="0" baseline="0">
                  <a:ln>
                    <a:noFill/>
                  </a:ln>
                  <a:solidFill>
                    <a:schemeClr val="tx1"/>
                  </a:solidFill>
                  <a:effectLst/>
                  <a:latin typeface="+mn-lt"/>
                </a:endParaRPr>
              </a:p>
            </p:txBody>
          </p:sp>
          <p:sp>
            <p:nvSpPr>
              <p:cNvPr id="120917" name="Freeform 40">
                <a:extLst>
                  <a:ext uri="{FF2B5EF4-FFF2-40B4-BE49-F238E27FC236}">
                    <a16:creationId xmlns:a16="http://schemas.microsoft.com/office/drawing/2014/main" id="{40627DC9-54B2-2110-7420-05C9B4D7B915}"/>
                  </a:ext>
                </a:extLst>
              </p:cNvPr>
              <p:cNvSpPr>
                <a:spLocks/>
              </p:cNvSpPr>
              <p:nvPr/>
            </p:nvSpPr>
            <p:spPr bwMode="auto">
              <a:xfrm>
                <a:off x="1221187" y="3276992"/>
                <a:ext cx="1303539" cy="951867"/>
              </a:xfrm>
              <a:custGeom>
                <a:avLst/>
                <a:gdLst>
                  <a:gd name="T0" fmla="*/ 0 w 1600"/>
                  <a:gd name="T1" fmla="*/ 0 h 1080"/>
                  <a:gd name="T2" fmla="*/ 0 w 1600"/>
                  <a:gd name="T3" fmla="*/ 0 h 1080"/>
                  <a:gd name="T4" fmla="*/ 1600 w 1600"/>
                  <a:gd name="T5" fmla="*/ 0 h 1080"/>
                  <a:gd name="T6" fmla="*/ 1600 w 1600"/>
                  <a:gd name="T7" fmla="*/ 1080 h 1080"/>
                  <a:gd name="T8" fmla="*/ 0 w 1600"/>
                  <a:gd name="T9" fmla="*/ 1080 h 1080"/>
                  <a:gd name="T10" fmla="*/ 0 w 1600"/>
                  <a:gd name="T11" fmla="*/ 0 h 1080"/>
                </a:gdLst>
                <a:ahLst/>
                <a:cxnLst>
                  <a:cxn ang="0">
                    <a:pos x="T0" y="T1"/>
                  </a:cxn>
                  <a:cxn ang="0">
                    <a:pos x="T2" y="T3"/>
                  </a:cxn>
                  <a:cxn ang="0">
                    <a:pos x="T4" y="T5"/>
                  </a:cxn>
                  <a:cxn ang="0">
                    <a:pos x="T6" y="T7"/>
                  </a:cxn>
                  <a:cxn ang="0">
                    <a:pos x="T8" y="T9"/>
                  </a:cxn>
                  <a:cxn ang="0">
                    <a:pos x="T10" y="T11"/>
                  </a:cxn>
                </a:cxnLst>
                <a:rect l="0" t="0" r="r" b="b"/>
                <a:pathLst>
                  <a:path w="1600" h="1080">
                    <a:moveTo>
                      <a:pt x="0" y="0"/>
                    </a:moveTo>
                    <a:lnTo>
                      <a:pt x="0" y="0"/>
                    </a:lnTo>
                    <a:lnTo>
                      <a:pt x="1600" y="0"/>
                    </a:lnTo>
                    <a:lnTo>
                      <a:pt x="1600" y="1080"/>
                    </a:lnTo>
                    <a:lnTo>
                      <a:pt x="0" y="1080"/>
                    </a:lnTo>
                    <a:lnTo>
                      <a:pt x="0" y="0"/>
                    </a:lnTo>
                    <a:close/>
                  </a:path>
                </a:pathLst>
              </a:custGeom>
              <a:noFill/>
              <a:ln w="3016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20924" name="Rectangle 48">
                <a:extLst>
                  <a:ext uri="{FF2B5EF4-FFF2-40B4-BE49-F238E27FC236}">
                    <a16:creationId xmlns:a16="http://schemas.microsoft.com/office/drawing/2014/main" id="{EAD8F71C-7151-2690-A37B-A19232F5F58C}"/>
                  </a:ext>
                </a:extLst>
              </p:cNvPr>
              <p:cNvSpPr>
                <a:spLocks noChangeArrowheads="1"/>
              </p:cNvSpPr>
              <p:nvPr/>
            </p:nvSpPr>
            <p:spPr bwMode="auto">
              <a:xfrm>
                <a:off x="1278671" y="3829856"/>
                <a:ext cx="44884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defRPr>
                    <a:solidFill>
                      <a:schemeClr val="tx1"/>
                    </a:solidFill>
                    <a:latin typeface="Arial" panose="020B0604020202020204" pitchFamily="34" charset="0"/>
                  </a:defRPr>
                </a:lvl1pPr>
                <a:lvl2pPr algn="l" eaLnBrk="0" hangingPunct="0">
                  <a:defRPr>
                    <a:solidFill>
                      <a:schemeClr val="tx1"/>
                    </a:solidFill>
                    <a:latin typeface="Arial" panose="020B0604020202020204" pitchFamily="34" charset="0"/>
                  </a:defRPr>
                </a:lvl2pPr>
                <a:lvl3pPr algn="l" eaLnBrk="0" hangingPunct="0">
                  <a:defRPr>
                    <a:solidFill>
                      <a:schemeClr val="tx1"/>
                    </a:solidFill>
                    <a:latin typeface="Arial" panose="020B0604020202020204" pitchFamily="34" charset="0"/>
                  </a:defRPr>
                </a:lvl3pPr>
                <a:lvl4pPr algn="l" eaLnBrk="0" hangingPunct="0">
                  <a:defRPr>
                    <a:solidFill>
                      <a:schemeClr val="tx1"/>
                    </a:solidFill>
                    <a:latin typeface="Arial" panose="020B0604020202020204" pitchFamily="34" charset="0"/>
                  </a:defRPr>
                </a:lvl4pPr>
                <a:lvl5pPr algn="l"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i="0" u="none" strike="noStrike" cap="none" normalizeH="0" baseline="0" dirty="0">
                    <a:ln>
                      <a:noFill/>
                    </a:ln>
                    <a:solidFill>
                      <a:srgbClr val="000000"/>
                    </a:solidFill>
                    <a:effectLst/>
                    <a:latin typeface="+mn-lt"/>
                  </a:rPr>
                  <a:t>Clock</a:t>
                </a:r>
                <a:endParaRPr kumimoji="0" lang="en-US" altLang="en-US" i="0" u="none" strike="noStrike" cap="none" normalizeH="0" baseline="0" dirty="0">
                  <a:ln>
                    <a:noFill/>
                  </a:ln>
                  <a:solidFill>
                    <a:schemeClr val="tx1"/>
                  </a:solidFill>
                  <a:effectLst/>
                  <a:latin typeface="+mn-lt"/>
                </a:endParaRPr>
              </a:p>
            </p:txBody>
          </p:sp>
          <p:sp>
            <p:nvSpPr>
              <p:cNvPr id="120927" name="Rectangle 51">
                <a:extLst>
                  <a:ext uri="{FF2B5EF4-FFF2-40B4-BE49-F238E27FC236}">
                    <a16:creationId xmlns:a16="http://schemas.microsoft.com/office/drawing/2014/main" id="{A0821650-6912-385C-A181-D42A05C93368}"/>
                  </a:ext>
                </a:extLst>
              </p:cNvPr>
              <p:cNvSpPr>
                <a:spLocks noChangeArrowheads="1"/>
              </p:cNvSpPr>
              <p:nvPr/>
            </p:nvSpPr>
            <p:spPr bwMode="auto">
              <a:xfrm>
                <a:off x="1398393" y="3995820"/>
                <a:ext cx="37830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defRPr>
                    <a:solidFill>
                      <a:schemeClr val="tx1"/>
                    </a:solidFill>
                    <a:latin typeface="Arial" panose="020B0604020202020204" pitchFamily="34" charset="0"/>
                  </a:defRPr>
                </a:lvl1pPr>
                <a:lvl2pPr algn="l" eaLnBrk="0" hangingPunct="0">
                  <a:defRPr>
                    <a:solidFill>
                      <a:schemeClr val="tx1"/>
                    </a:solidFill>
                    <a:latin typeface="Arial" panose="020B0604020202020204" pitchFamily="34" charset="0"/>
                  </a:defRPr>
                </a:lvl2pPr>
                <a:lvl3pPr algn="l" eaLnBrk="0" hangingPunct="0">
                  <a:defRPr>
                    <a:solidFill>
                      <a:schemeClr val="tx1"/>
                    </a:solidFill>
                    <a:latin typeface="Arial" panose="020B0604020202020204" pitchFamily="34" charset="0"/>
                  </a:defRPr>
                </a:lvl3pPr>
                <a:lvl4pPr algn="l" eaLnBrk="0" hangingPunct="0">
                  <a:defRPr>
                    <a:solidFill>
                      <a:schemeClr val="tx1"/>
                    </a:solidFill>
                    <a:latin typeface="Arial" panose="020B0604020202020204" pitchFamily="34" charset="0"/>
                  </a:defRPr>
                </a:lvl4pPr>
                <a:lvl5pPr algn="l"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i="0" u="none" strike="noStrike" cap="none" normalizeH="0" baseline="0" dirty="0">
                    <a:ln>
                      <a:noFill/>
                    </a:ln>
                    <a:solidFill>
                      <a:srgbClr val="000000"/>
                    </a:solidFill>
                    <a:effectLst/>
                    <a:latin typeface="+mn-lt"/>
                  </a:rPr>
                  <a:t>In[N</a:t>
                </a:r>
                <a:r>
                  <a:rPr lang="en-US" altLang="en-US" sz="1400" dirty="0">
                    <a:solidFill>
                      <a:srgbClr val="000000"/>
                    </a:solidFill>
                    <a:latin typeface="+mn-lt"/>
                  </a:rPr>
                  <a:t>]</a:t>
                </a:r>
                <a:endParaRPr kumimoji="0" lang="en-US" altLang="en-US" i="0" u="none" strike="noStrike" cap="none" normalizeH="0" baseline="0" dirty="0">
                  <a:ln>
                    <a:noFill/>
                  </a:ln>
                  <a:solidFill>
                    <a:schemeClr val="tx1"/>
                  </a:solidFill>
                  <a:effectLst/>
                  <a:latin typeface="+mn-lt"/>
                </a:endParaRPr>
              </a:p>
            </p:txBody>
          </p:sp>
          <p:sp>
            <p:nvSpPr>
              <p:cNvPr id="120938" name="Rectangle 62">
                <a:extLst>
                  <a:ext uri="{FF2B5EF4-FFF2-40B4-BE49-F238E27FC236}">
                    <a16:creationId xmlns:a16="http://schemas.microsoft.com/office/drawing/2014/main" id="{0AF38DFE-86F6-D927-EC58-0526DFF8B74B}"/>
                  </a:ext>
                </a:extLst>
              </p:cNvPr>
              <p:cNvSpPr>
                <a:spLocks noChangeArrowheads="1"/>
              </p:cNvSpPr>
              <p:nvPr/>
            </p:nvSpPr>
            <p:spPr bwMode="auto">
              <a:xfrm>
                <a:off x="1281709" y="3533745"/>
                <a:ext cx="226024"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defRPr>
                    <a:solidFill>
                      <a:schemeClr val="tx1"/>
                    </a:solidFill>
                    <a:latin typeface="Arial" panose="020B0604020202020204" pitchFamily="34" charset="0"/>
                  </a:defRPr>
                </a:lvl1pPr>
                <a:lvl2pPr algn="l" eaLnBrk="0" hangingPunct="0">
                  <a:defRPr>
                    <a:solidFill>
                      <a:schemeClr val="tx1"/>
                    </a:solidFill>
                    <a:latin typeface="Arial" panose="020B0604020202020204" pitchFamily="34" charset="0"/>
                  </a:defRPr>
                </a:lvl2pPr>
                <a:lvl3pPr algn="l" eaLnBrk="0" hangingPunct="0">
                  <a:defRPr>
                    <a:solidFill>
                      <a:schemeClr val="tx1"/>
                    </a:solidFill>
                    <a:latin typeface="Arial" panose="020B0604020202020204" pitchFamily="34" charset="0"/>
                  </a:defRPr>
                </a:lvl3pPr>
                <a:lvl4pPr algn="l" eaLnBrk="0" hangingPunct="0">
                  <a:defRPr>
                    <a:solidFill>
                      <a:schemeClr val="tx1"/>
                    </a:solidFill>
                    <a:latin typeface="Arial" panose="020B0604020202020204" pitchFamily="34" charset="0"/>
                  </a:defRPr>
                </a:lvl4pPr>
                <a:lvl5pPr algn="l"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i="0" u="none" strike="noStrike" cap="none" normalizeH="0" baseline="0" dirty="0">
                    <a:ln>
                      <a:noFill/>
                    </a:ln>
                    <a:solidFill>
                      <a:srgbClr val="000000"/>
                    </a:solidFill>
                    <a:effectLst/>
                    <a:latin typeface="+mn-lt"/>
                  </a:rPr>
                  <a:t>Q</a:t>
                </a:r>
                <a:r>
                  <a:rPr kumimoji="0" lang="en-US" altLang="en-US" sz="1400" i="0" u="none" strike="noStrike" cap="none" normalizeH="0" baseline="-25000" dirty="0">
                    <a:ln>
                      <a:noFill/>
                    </a:ln>
                    <a:solidFill>
                      <a:srgbClr val="000000"/>
                    </a:solidFill>
                    <a:effectLst/>
                    <a:latin typeface="+mn-lt"/>
                  </a:rPr>
                  <a:t>N</a:t>
                </a:r>
                <a:endParaRPr kumimoji="0" lang="en-US" altLang="en-US" i="0" u="none" strike="noStrike" cap="none" normalizeH="0" baseline="-25000" dirty="0">
                  <a:ln>
                    <a:noFill/>
                  </a:ln>
                  <a:solidFill>
                    <a:schemeClr val="tx1"/>
                  </a:solidFill>
                  <a:effectLst/>
                  <a:latin typeface="+mn-lt"/>
                </a:endParaRPr>
              </a:p>
            </p:txBody>
          </p:sp>
          <p:cxnSp>
            <p:nvCxnSpPr>
              <p:cNvPr id="121043" name="直线连接符 121042">
                <a:extLst>
                  <a:ext uri="{FF2B5EF4-FFF2-40B4-BE49-F238E27FC236}">
                    <a16:creationId xmlns:a16="http://schemas.microsoft.com/office/drawing/2014/main" id="{0927BD30-07BB-2047-0A13-FA81F172594A}"/>
                  </a:ext>
                </a:extLst>
              </p:cNvPr>
              <p:cNvCxnSpPr>
                <a:cxnSpLocks/>
              </p:cNvCxnSpPr>
              <p:nvPr/>
            </p:nvCxnSpPr>
            <p:spPr>
              <a:xfrm flipV="1">
                <a:off x="1856601" y="2886335"/>
                <a:ext cx="0" cy="385831"/>
              </a:xfrm>
              <a:prstGeom prst="line">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1048" name="直线连接符 121047">
                <a:extLst>
                  <a:ext uri="{FF2B5EF4-FFF2-40B4-BE49-F238E27FC236}">
                    <a16:creationId xmlns:a16="http://schemas.microsoft.com/office/drawing/2014/main" id="{F5BDB4FE-2C28-F8E8-1E0C-83765A7FE74A}"/>
                  </a:ext>
                </a:extLst>
              </p:cNvPr>
              <p:cNvCxnSpPr>
                <a:cxnSpLocks/>
              </p:cNvCxnSpPr>
              <p:nvPr/>
            </p:nvCxnSpPr>
            <p:spPr>
              <a:xfrm>
                <a:off x="697085" y="3429000"/>
                <a:ext cx="510576" cy="0"/>
              </a:xfrm>
              <a:prstGeom prst="line">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1050" name="Rectangle 62">
                <a:extLst>
                  <a:ext uri="{FF2B5EF4-FFF2-40B4-BE49-F238E27FC236}">
                    <a16:creationId xmlns:a16="http://schemas.microsoft.com/office/drawing/2014/main" id="{F1FFD9D8-B409-2A06-FE10-F708F14AE1DE}"/>
                  </a:ext>
                </a:extLst>
              </p:cNvPr>
              <p:cNvSpPr>
                <a:spLocks noChangeArrowheads="1"/>
              </p:cNvSpPr>
              <p:nvPr/>
            </p:nvSpPr>
            <p:spPr bwMode="auto">
              <a:xfrm>
                <a:off x="1281709" y="3321256"/>
                <a:ext cx="333425"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defRPr>
                    <a:solidFill>
                      <a:schemeClr val="tx1"/>
                    </a:solidFill>
                    <a:latin typeface="Arial" panose="020B0604020202020204" pitchFamily="34" charset="0"/>
                  </a:defRPr>
                </a:lvl1pPr>
                <a:lvl2pPr algn="l" eaLnBrk="0" hangingPunct="0">
                  <a:defRPr>
                    <a:solidFill>
                      <a:schemeClr val="tx1"/>
                    </a:solidFill>
                    <a:latin typeface="Arial" panose="020B0604020202020204" pitchFamily="34" charset="0"/>
                  </a:defRPr>
                </a:lvl2pPr>
                <a:lvl3pPr algn="l" eaLnBrk="0" hangingPunct="0">
                  <a:defRPr>
                    <a:solidFill>
                      <a:schemeClr val="tx1"/>
                    </a:solidFill>
                    <a:latin typeface="Arial" panose="020B0604020202020204" pitchFamily="34" charset="0"/>
                  </a:defRPr>
                </a:lvl3pPr>
                <a:lvl4pPr algn="l" eaLnBrk="0" hangingPunct="0">
                  <a:defRPr>
                    <a:solidFill>
                      <a:schemeClr val="tx1"/>
                    </a:solidFill>
                    <a:latin typeface="Arial" panose="020B0604020202020204" pitchFamily="34" charset="0"/>
                  </a:defRPr>
                </a:lvl4pPr>
                <a:lvl5pPr algn="l"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i="0" u="none" strike="noStrike" cap="none" normalizeH="0" baseline="0" dirty="0">
                    <a:ln>
                      <a:noFill/>
                    </a:ln>
                    <a:solidFill>
                      <a:srgbClr val="000000"/>
                    </a:solidFill>
                    <a:effectLst/>
                    <a:latin typeface="+mn-lt"/>
                  </a:rPr>
                  <a:t>Q</a:t>
                </a:r>
                <a:r>
                  <a:rPr kumimoji="0" lang="en-US" altLang="en-US" sz="1400" i="0" u="none" strike="noStrike" cap="none" normalizeH="0" baseline="-25000" dirty="0">
                    <a:ln>
                      <a:noFill/>
                    </a:ln>
                    <a:solidFill>
                      <a:srgbClr val="000000"/>
                    </a:solidFill>
                    <a:effectLst/>
                    <a:latin typeface="+mn-lt"/>
                  </a:rPr>
                  <a:t>N-1</a:t>
                </a:r>
                <a:endParaRPr kumimoji="0" lang="en-US" altLang="en-US" i="0" u="none" strike="noStrike" cap="none" normalizeH="0" baseline="-25000" dirty="0">
                  <a:ln>
                    <a:noFill/>
                  </a:ln>
                  <a:solidFill>
                    <a:schemeClr val="tx1"/>
                  </a:solidFill>
                  <a:effectLst/>
                  <a:latin typeface="+mn-lt"/>
                </a:endParaRPr>
              </a:p>
            </p:txBody>
          </p:sp>
          <p:sp>
            <p:nvSpPr>
              <p:cNvPr id="121051" name="Rectangle 62">
                <a:extLst>
                  <a:ext uri="{FF2B5EF4-FFF2-40B4-BE49-F238E27FC236}">
                    <a16:creationId xmlns:a16="http://schemas.microsoft.com/office/drawing/2014/main" id="{C6FA5D3A-5921-7BFF-9584-CFCEA9C675D4}"/>
                  </a:ext>
                </a:extLst>
              </p:cNvPr>
              <p:cNvSpPr>
                <a:spLocks noChangeArrowheads="1"/>
              </p:cNvSpPr>
              <p:nvPr/>
            </p:nvSpPr>
            <p:spPr bwMode="auto">
              <a:xfrm>
                <a:off x="1763131" y="3321256"/>
                <a:ext cx="226024"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defRPr>
                    <a:solidFill>
                      <a:schemeClr val="tx1"/>
                    </a:solidFill>
                    <a:latin typeface="Arial" panose="020B0604020202020204" pitchFamily="34" charset="0"/>
                  </a:defRPr>
                </a:lvl1pPr>
                <a:lvl2pPr algn="l" eaLnBrk="0" hangingPunct="0">
                  <a:defRPr>
                    <a:solidFill>
                      <a:schemeClr val="tx1"/>
                    </a:solidFill>
                    <a:latin typeface="Arial" panose="020B0604020202020204" pitchFamily="34" charset="0"/>
                  </a:defRPr>
                </a:lvl2pPr>
                <a:lvl3pPr algn="l" eaLnBrk="0" hangingPunct="0">
                  <a:defRPr>
                    <a:solidFill>
                      <a:schemeClr val="tx1"/>
                    </a:solidFill>
                    <a:latin typeface="Arial" panose="020B0604020202020204" pitchFamily="34" charset="0"/>
                  </a:defRPr>
                </a:lvl3pPr>
                <a:lvl4pPr algn="l" eaLnBrk="0" hangingPunct="0">
                  <a:defRPr>
                    <a:solidFill>
                      <a:schemeClr val="tx1"/>
                    </a:solidFill>
                    <a:latin typeface="Arial" panose="020B0604020202020204" pitchFamily="34" charset="0"/>
                  </a:defRPr>
                </a:lvl4pPr>
                <a:lvl5pPr algn="l"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i="0" u="none" strike="noStrike" cap="none" normalizeH="0" baseline="0" dirty="0">
                    <a:ln>
                      <a:noFill/>
                    </a:ln>
                    <a:solidFill>
                      <a:srgbClr val="000000"/>
                    </a:solidFill>
                    <a:effectLst/>
                    <a:latin typeface="+mn-lt"/>
                  </a:rPr>
                  <a:t>Q</a:t>
                </a:r>
                <a:r>
                  <a:rPr kumimoji="0" lang="en-US" altLang="en-US" sz="1400" i="0" u="none" strike="noStrike" cap="none" normalizeH="0" baseline="-25000" dirty="0">
                    <a:ln>
                      <a:noFill/>
                    </a:ln>
                    <a:solidFill>
                      <a:srgbClr val="000000"/>
                    </a:solidFill>
                    <a:effectLst/>
                    <a:latin typeface="+mn-lt"/>
                  </a:rPr>
                  <a:t>N</a:t>
                </a:r>
                <a:endParaRPr kumimoji="0" lang="en-US" altLang="en-US" i="0" u="none" strike="noStrike" cap="none" normalizeH="0" baseline="-25000" dirty="0">
                  <a:ln>
                    <a:noFill/>
                  </a:ln>
                  <a:solidFill>
                    <a:schemeClr val="tx1"/>
                  </a:solidFill>
                  <a:effectLst/>
                  <a:latin typeface="+mn-lt"/>
                </a:endParaRPr>
              </a:p>
            </p:txBody>
          </p:sp>
          <p:sp>
            <p:nvSpPr>
              <p:cNvPr id="121052" name="Rectangle 62">
                <a:extLst>
                  <a:ext uri="{FF2B5EF4-FFF2-40B4-BE49-F238E27FC236}">
                    <a16:creationId xmlns:a16="http://schemas.microsoft.com/office/drawing/2014/main" id="{712FA03C-24A9-2EDE-01ED-1C229B9E9CC5}"/>
                  </a:ext>
                </a:extLst>
              </p:cNvPr>
              <p:cNvSpPr>
                <a:spLocks noChangeArrowheads="1"/>
              </p:cNvSpPr>
              <p:nvPr/>
            </p:nvSpPr>
            <p:spPr bwMode="auto">
              <a:xfrm>
                <a:off x="2260237" y="3321256"/>
                <a:ext cx="226024"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defRPr>
                    <a:solidFill>
                      <a:schemeClr val="tx1"/>
                    </a:solidFill>
                    <a:latin typeface="Arial" panose="020B0604020202020204" pitchFamily="34" charset="0"/>
                  </a:defRPr>
                </a:lvl1pPr>
                <a:lvl2pPr algn="l" eaLnBrk="0" hangingPunct="0">
                  <a:defRPr>
                    <a:solidFill>
                      <a:schemeClr val="tx1"/>
                    </a:solidFill>
                    <a:latin typeface="Arial" panose="020B0604020202020204" pitchFamily="34" charset="0"/>
                  </a:defRPr>
                </a:lvl2pPr>
                <a:lvl3pPr algn="l" eaLnBrk="0" hangingPunct="0">
                  <a:defRPr>
                    <a:solidFill>
                      <a:schemeClr val="tx1"/>
                    </a:solidFill>
                    <a:latin typeface="Arial" panose="020B0604020202020204" pitchFamily="34" charset="0"/>
                  </a:defRPr>
                </a:lvl3pPr>
                <a:lvl4pPr algn="l" eaLnBrk="0" hangingPunct="0">
                  <a:defRPr>
                    <a:solidFill>
                      <a:schemeClr val="tx1"/>
                    </a:solidFill>
                    <a:latin typeface="Arial" panose="020B0604020202020204" pitchFamily="34" charset="0"/>
                  </a:defRPr>
                </a:lvl4pPr>
                <a:lvl5pPr algn="l"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i="0" u="none" strike="noStrike" cap="none" normalizeH="0" baseline="0" dirty="0">
                    <a:ln>
                      <a:noFill/>
                    </a:ln>
                    <a:solidFill>
                      <a:srgbClr val="000000"/>
                    </a:solidFill>
                    <a:effectLst/>
                    <a:latin typeface="+mn-lt"/>
                  </a:rPr>
                  <a:t>Q</a:t>
                </a:r>
                <a:r>
                  <a:rPr kumimoji="0" lang="en-US" altLang="en-US" sz="1400" i="0" u="none" strike="noStrike" cap="none" normalizeH="0" baseline="-25000" dirty="0">
                    <a:ln>
                      <a:noFill/>
                    </a:ln>
                    <a:solidFill>
                      <a:srgbClr val="000000"/>
                    </a:solidFill>
                    <a:effectLst/>
                    <a:latin typeface="+mn-lt"/>
                  </a:rPr>
                  <a:t>N</a:t>
                </a:r>
                <a:endParaRPr kumimoji="0" lang="en-US" altLang="en-US" i="0" u="none" strike="noStrike" cap="none" normalizeH="0" baseline="-25000" dirty="0">
                  <a:ln>
                    <a:noFill/>
                  </a:ln>
                  <a:solidFill>
                    <a:schemeClr val="tx1"/>
                  </a:solidFill>
                  <a:effectLst/>
                  <a:latin typeface="+mn-lt"/>
                </a:endParaRPr>
              </a:p>
            </p:txBody>
          </p:sp>
          <p:sp>
            <p:nvSpPr>
              <p:cNvPr id="121053" name="Rectangle 62">
                <a:extLst>
                  <a:ext uri="{FF2B5EF4-FFF2-40B4-BE49-F238E27FC236}">
                    <a16:creationId xmlns:a16="http://schemas.microsoft.com/office/drawing/2014/main" id="{A208D8F4-B6EC-C425-A036-B79206777D65}"/>
                  </a:ext>
                </a:extLst>
              </p:cNvPr>
              <p:cNvSpPr>
                <a:spLocks noChangeArrowheads="1"/>
              </p:cNvSpPr>
              <p:nvPr/>
            </p:nvSpPr>
            <p:spPr bwMode="auto">
              <a:xfrm>
                <a:off x="2133600" y="3533745"/>
                <a:ext cx="36388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defRPr>
                    <a:solidFill>
                      <a:schemeClr val="tx1"/>
                    </a:solidFill>
                    <a:latin typeface="Arial" panose="020B0604020202020204" pitchFamily="34" charset="0"/>
                  </a:defRPr>
                </a:lvl1pPr>
                <a:lvl2pPr algn="l" eaLnBrk="0" hangingPunct="0">
                  <a:defRPr>
                    <a:solidFill>
                      <a:schemeClr val="tx1"/>
                    </a:solidFill>
                    <a:latin typeface="Arial" panose="020B0604020202020204" pitchFamily="34" charset="0"/>
                  </a:defRPr>
                </a:lvl2pPr>
                <a:lvl3pPr algn="l" eaLnBrk="0" hangingPunct="0">
                  <a:defRPr>
                    <a:solidFill>
                      <a:schemeClr val="tx1"/>
                    </a:solidFill>
                    <a:latin typeface="Arial" panose="020B0604020202020204" pitchFamily="34" charset="0"/>
                  </a:defRPr>
                </a:lvl3pPr>
                <a:lvl4pPr algn="l" eaLnBrk="0" hangingPunct="0">
                  <a:defRPr>
                    <a:solidFill>
                      <a:schemeClr val="tx1"/>
                    </a:solidFill>
                    <a:latin typeface="Arial" panose="020B0604020202020204" pitchFamily="34" charset="0"/>
                  </a:defRPr>
                </a:lvl4pPr>
                <a:lvl5pPr algn="l"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i="0" u="none" strike="noStrike" cap="none" normalizeH="0" baseline="0" dirty="0">
                    <a:ln>
                      <a:noFill/>
                    </a:ln>
                    <a:solidFill>
                      <a:srgbClr val="000000"/>
                    </a:solidFill>
                    <a:effectLst/>
                    <a:latin typeface="+mn-lt"/>
                  </a:rPr>
                  <a:t>Q</a:t>
                </a:r>
                <a:r>
                  <a:rPr kumimoji="0" lang="en-US" altLang="en-US" sz="1400" i="0" u="none" strike="noStrike" cap="none" normalizeH="0" baseline="-25000" dirty="0">
                    <a:ln>
                      <a:noFill/>
                    </a:ln>
                    <a:solidFill>
                      <a:srgbClr val="000000"/>
                    </a:solidFill>
                    <a:effectLst/>
                    <a:latin typeface="+mn-lt"/>
                  </a:rPr>
                  <a:t>N+1</a:t>
                </a:r>
                <a:endParaRPr kumimoji="0" lang="en-US" altLang="en-US" i="0" u="none" strike="noStrike" cap="none" normalizeH="0" baseline="-25000" dirty="0">
                  <a:ln>
                    <a:noFill/>
                  </a:ln>
                  <a:solidFill>
                    <a:schemeClr val="tx1"/>
                  </a:solidFill>
                  <a:effectLst/>
                  <a:latin typeface="+mn-lt"/>
                </a:endParaRPr>
              </a:p>
            </p:txBody>
          </p:sp>
          <p:cxnSp>
            <p:nvCxnSpPr>
              <p:cNvPr id="121054" name="直线连接符 121053">
                <a:extLst>
                  <a:ext uri="{FF2B5EF4-FFF2-40B4-BE49-F238E27FC236}">
                    <a16:creationId xmlns:a16="http://schemas.microsoft.com/office/drawing/2014/main" id="{6B0EDBB7-7108-0E1F-B186-936558A78F43}"/>
                  </a:ext>
                </a:extLst>
              </p:cNvPr>
              <p:cNvCxnSpPr>
                <a:cxnSpLocks/>
              </p:cNvCxnSpPr>
              <p:nvPr/>
            </p:nvCxnSpPr>
            <p:spPr>
              <a:xfrm>
                <a:off x="952373" y="3943134"/>
                <a:ext cx="255288" cy="0"/>
              </a:xfrm>
              <a:prstGeom prst="line">
                <a:avLst/>
              </a:prstGeom>
              <a:ln w="19050" cap="rnd">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1057" name="直线连接符 121056">
                <a:extLst>
                  <a:ext uri="{FF2B5EF4-FFF2-40B4-BE49-F238E27FC236}">
                    <a16:creationId xmlns:a16="http://schemas.microsoft.com/office/drawing/2014/main" id="{F47297D0-79AF-C5B9-E0A1-10D879E20B42}"/>
                  </a:ext>
                </a:extLst>
              </p:cNvPr>
              <p:cNvCxnSpPr>
                <a:cxnSpLocks/>
              </p:cNvCxnSpPr>
              <p:nvPr/>
            </p:nvCxnSpPr>
            <p:spPr>
              <a:xfrm>
                <a:off x="952373" y="3943134"/>
                <a:ext cx="0" cy="885933"/>
              </a:xfrm>
              <a:prstGeom prst="line">
                <a:avLst/>
              </a:prstGeom>
              <a:ln w="19050" cap="rnd">
                <a:solidFill>
                  <a:schemeClr val="tx1"/>
                </a:solidFill>
                <a:headEnd type="none"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21060" name="直线连接符 121059">
                <a:extLst>
                  <a:ext uri="{FF2B5EF4-FFF2-40B4-BE49-F238E27FC236}">
                    <a16:creationId xmlns:a16="http://schemas.microsoft.com/office/drawing/2014/main" id="{EC394F7C-A5FA-4C62-AC6B-A36E0457FE90}"/>
                  </a:ext>
                </a:extLst>
              </p:cNvPr>
              <p:cNvCxnSpPr>
                <a:cxnSpLocks/>
              </p:cNvCxnSpPr>
              <p:nvPr/>
            </p:nvCxnSpPr>
            <p:spPr>
              <a:xfrm flipH="1">
                <a:off x="697085" y="3633772"/>
                <a:ext cx="510576" cy="0"/>
              </a:xfrm>
              <a:prstGeom prst="line">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1061" name="直线连接符 121060">
                <a:extLst>
                  <a:ext uri="{FF2B5EF4-FFF2-40B4-BE49-F238E27FC236}">
                    <a16:creationId xmlns:a16="http://schemas.microsoft.com/office/drawing/2014/main" id="{C95BD086-57A5-2A47-44A9-8617A9EEF724}"/>
                  </a:ext>
                </a:extLst>
              </p:cNvPr>
              <p:cNvCxnSpPr>
                <a:cxnSpLocks/>
              </p:cNvCxnSpPr>
              <p:nvPr/>
            </p:nvCxnSpPr>
            <p:spPr>
              <a:xfrm flipV="1">
                <a:off x="1591089" y="4241902"/>
                <a:ext cx="0" cy="270968"/>
              </a:xfrm>
              <a:prstGeom prst="line">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1065" name="直线连接符 121064">
                <a:extLst>
                  <a:ext uri="{FF2B5EF4-FFF2-40B4-BE49-F238E27FC236}">
                    <a16:creationId xmlns:a16="http://schemas.microsoft.com/office/drawing/2014/main" id="{276C488B-A4C9-D976-87C5-1960C800F903}"/>
                  </a:ext>
                </a:extLst>
              </p:cNvPr>
              <p:cNvCxnSpPr>
                <a:cxnSpLocks/>
              </p:cNvCxnSpPr>
              <p:nvPr/>
            </p:nvCxnSpPr>
            <p:spPr>
              <a:xfrm flipV="1">
                <a:off x="2125661" y="4241902"/>
                <a:ext cx="0" cy="985327"/>
              </a:xfrm>
              <a:prstGeom prst="line">
                <a:avLst/>
              </a:prstGeom>
              <a:ln w="38100">
                <a:solidFill>
                  <a:schemeClr val="tx1"/>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121070" name="组合 121069">
              <a:extLst>
                <a:ext uri="{FF2B5EF4-FFF2-40B4-BE49-F238E27FC236}">
                  <a16:creationId xmlns:a16="http://schemas.microsoft.com/office/drawing/2014/main" id="{625F5F2E-F96C-A259-8025-259BED7BFDC3}"/>
                </a:ext>
              </a:extLst>
            </p:cNvPr>
            <p:cNvGrpSpPr/>
            <p:nvPr/>
          </p:nvGrpSpPr>
          <p:grpSpPr>
            <a:xfrm>
              <a:off x="2445173" y="2600708"/>
              <a:ext cx="1827641" cy="2626521"/>
              <a:chOff x="697085" y="2600708"/>
              <a:chExt cx="1827641" cy="2626521"/>
            </a:xfrm>
          </p:grpSpPr>
          <p:sp>
            <p:nvSpPr>
              <p:cNvPr id="121071" name="Rectangle 25">
                <a:extLst>
                  <a:ext uri="{FF2B5EF4-FFF2-40B4-BE49-F238E27FC236}">
                    <a16:creationId xmlns:a16="http://schemas.microsoft.com/office/drawing/2014/main" id="{30F0893C-2FD0-E6C4-04EA-51339341D89F}"/>
                  </a:ext>
                </a:extLst>
              </p:cNvPr>
              <p:cNvSpPr>
                <a:spLocks noChangeArrowheads="1"/>
              </p:cNvSpPr>
              <p:nvPr/>
            </p:nvSpPr>
            <p:spPr bwMode="auto">
              <a:xfrm>
                <a:off x="1131055" y="4454115"/>
                <a:ext cx="76944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defRPr>
                    <a:solidFill>
                      <a:schemeClr val="tx1"/>
                    </a:solidFill>
                    <a:latin typeface="Arial" panose="020B0604020202020204" pitchFamily="34" charset="0"/>
                  </a:defRPr>
                </a:lvl1pPr>
                <a:lvl2pPr algn="l" eaLnBrk="0" hangingPunct="0">
                  <a:defRPr>
                    <a:solidFill>
                      <a:schemeClr val="tx1"/>
                    </a:solidFill>
                    <a:latin typeface="Arial" panose="020B0604020202020204" pitchFamily="34" charset="0"/>
                  </a:defRPr>
                </a:lvl2pPr>
                <a:lvl3pPr algn="l" eaLnBrk="0" hangingPunct="0">
                  <a:defRPr>
                    <a:solidFill>
                      <a:schemeClr val="tx1"/>
                    </a:solidFill>
                    <a:latin typeface="Arial" panose="020B0604020202020204" pitchFamily="34" charset="0"/>
                  </a:defRPr>
                </a:lvl3pPr>
                <a:lvl4pPr algn="l" eaLnBrk="0" hangingPunct="0">
                  <a:defRPr>
                    <a:solidFill>
                      <a:schemeClr val="tx1"/>
                    </a:solidFill>
                    <a:latin typeface="Arial" panose="020B0604020202020204" pitchFamily="34" charset="0"/>
                  </a:defRPr>
                </a:lvl4pPr>
                <a:lvl5pPr algn="l"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dirty="0">
                    <a:ln>
                      <a:noFill/>
                    </a:ln>
                    <a:solidFill>
                      <a:srgbClr val="000000"/>
                    </a:solidFill>
                    <a:effectLst/>
                    <a:latin typeface="+mn-lt"/>
                  </a:rPr>
                  <a:t>Input[1]</a:t>
                </a:r>
                <a:endParaRPr kumimoji="0" lang="en-US" altLang="en-US" sz="1600" i="0" u="none" strike="noStrike" cap="none" normalizeH="0" baseline="0" dirty="0">
                  <a:ln>
                    <a:noFill/>
                  </a:ln>
                  <a:solidFill>
                    <a:schemeClr val="tx1"/>
                  </a:solidFill>
                  <a:effectLst/>
                  <a:latin typeface="+mn-lt"/>
                </a:endParaRPr>
              </a:p>
            </p:txBody>
          </p:sp>
          <p:sp>
            <p:nvSpPr>
              <p:cNvPr id="121072" name="Rectangle 33">
                <a:extLst>
                  <a:ext uri="{FF2B5EF4-FFF2-40B4-BE49-F238E27FC236}">
                    <a16:creationId xmlns:a16="http://schemas.microsoft.com/office/drawing/2014/main" id="{F7DDC72C-6CF7-4189-8BFF-4E55597E0156}"/>
                  </a:ext>
                </a:extLst>
              </p:cNvPr>
              <p:cNvSpPr>
                <a:spLocks noChangeArrowheads="1"/>
              </p:cNvSpPr>
              <p:nvPr/>
            </p:nvSpPr>
            <p:spPr bwMode="auto">
              <a:xfrm>
                <a:off x="1332774" y="2600708"/>
                <a:ext cx="9489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defRPr>
                    <a:solidFill>
                      <a:schemeClr val="tx1"/>
                    </a:solidFill>
                    <a:latin typeface="Arial" panose="020B0604020202020204" pitchFamily="34" charset="0"/>
                  </a:defRPr>
                </a:lvl1pPr>
                <a:lvl2pPr algn="l" eaLnBrk="0" hangingPunct="0">
                  <a:defRPr>
                    <a:solidFill>
                      <a:schemeClr val="tx1"/>
                    </a:solidFill>
                    <a:latin typeface="Arial" panose="020B0604020202020204" pitchFamily="34" charset="0"/>
                  </a:defRPr>
                </a:lvl2pPr>
                <a:lvl3pPr algn="l" eaLnBrk="0" hangingPunct="0">
                  <a:defRPr>
                    <a:solidFill>
                      <a:schemeClr val="tx1"/>
                    </a:solidFill>
                    <a:latin typeface="Arial" panose="020B0604020202020204" pitchFamily="34" charset="0"/>
                  </a:defRPr>
                </a:lvl3pPr>
                <a:lvl4pPr algn="l" eaLnBrk="0" hangingPunct="0">
                  <a:defRPr>
                    <a:solidFill>
                      <a:schemeClr val="tx1"/>
                    </a:solidFill>
                    <a:latin typeface="Arial" panose="020B0604020202020204" pitchFamily="34" charset="0"/>
                  </a:defRPr>
                </a:lvl4pPr>
                <a:lvl5pPr algn="l"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dirty="0">
                    <a:ln>
                      <a:noFill/>
                    </a:ln>
                    <a:solidFill>
                      <a:srgbClr val="000000"/>
                    </a:solidFill>
                    <a:effectLst/>
                    <a:latin typeface="+mn-lt"/>
                  </a:rPr>
                  <a:t>Output[1]</a:t>
                </a:r>
                <a:endParaRPr kumimoji="0" lang="en-US" altLang="en-US" sz="1600" i="0" u="none" strike="noStrike" cap="none" normalizeH="0" baseline="0" dirty="0">
                  <a:ln>
                    <a:noFill/>
                  </a:ln>
                  <a:solidFill>
                    <a:schemeClr val="tx1"/>
                  </a:solidFill>
                  <a:effectLst/>
                  <a:latin typeface="+mn-lt"/>
                </a:endParaRPr>
              </a:p>
            </p:txBody>
          </p:sp>
          <p:sp>
            <p:nvSpPr>
              <p:cNvPr id="121073" name="Freeform 40">
                <a:extLst>
                  <a:ext uri="{FF2B5EF4-FFF2-40B4-BE49-F238E27FC236}">
                    <a16:creationId xmlns:a16="http://schemas.microsoft.com/office/drawing/2014/main" id="{C4CD873D-3BD8-7F1A-4E6F-8440F80B511B}"/>
                  </a:ext>
                </a:extLst>
              </p:cNvPr>
              <p:cNvSpPr>
                <a:spLocks/>
              </p:cNvSpPr>
              <p:nvPr/>
            </p:nvSpPr>
            <p:spPr bwMode="auto">
              <a:xfrm>
                <a:off x="1221187" y="3276992"/>
                <a:ext cx="1303539" cy="951867"/>
              </a:xfrm>
              <a:custGeom>
                <a:avLst/>
                <a:gdLst>
                  <a:gd name="T0" fmla="*/ 0 w 1600"/>
                  <a:gd name="T1" fmla="*/ 0 h 1080"/>
                  <a:gd name="T2" fmla="*/ 0 w 1600"/>
                  <a:gd name="T3" fmla="*/ 0 h 1080"/>
                  <a:gd name="T4" fmla="*/ 1600 w 1600"/>
                  <a:gd name="T5" fmla="*/ 0 h 1080"/>
                  <a:gd name="T6" fmla="*/ 1600 w 1600"/>
                  <a:gd name="T7" fmla="*/ 1080 h 1080"/>
                  <a:gd name="T8" fmla="*/ 0 w 1600"/>
                  <a:gd name="T9" fmla="*/ 1080 h 1080"/>
                  <a:gd name="T10" fmla="*/ 0 w 1600"/>
                  <a:gd name="T11" fmla="*/ 0 h 1080"/>
                </a:gdLst>
                <a:ahLst/>
                <a:cxnLst>
                  <a:cxn ang="0">
                    <a:pos x="T0" y="T1"/>
                  </a:cxn>
                  <a:cxn ang="0">
                    <a:pos x="T2" y="T3"/>
                  </a:cxn>
                  <a:cxn ang="0">
                    <a:pos x="T4" y="T5"/>
                  </a:cxn>
                  <a:cxn ang="0">
                    <a:pos x="T6" y="T7"/>
                  </a:cxn>
                  <a:cxn ang="0">
                    <a:pos x="T8" y="T9"/>
                  </a:cxn>
                  <a:cxn ang="0">
                    <a:pos x="T10" y="T11"/>
                  </a:cxn>
                </a:cxnLst>
                <a:rect l="0" t="0" r="r" b="b"/>
                <a:pathLst>
                  <a:path w="1600" h="1080">
                    <a:moveTo>
                      <a:pt x="0" y="0"/>
                    </a:moveTo>
                    <a:lnTo>
                      <a:pt x="0" y="0"/>
                    </a:lnTo>
                    <a:lnTo>
                      <a:pt x="1600" y="0"/>
                    </a:lnTo>
                    <a:lnTo>
                      <a:pt x="1600" y="1080"/>
                    </a:lnTo>
                    <a:lnTo>
                      <a:pt x="0" y="1080"/>
                    </a:lnTo>
                    <a:lnTo>
                      <a:pt x="0" y="0"/>
                    </a:lnTo>
                    <a:close/>
                  </a:path>
                </a:pathLst>
              </a:custGeom>
              <a:noFill/>
              <a:ln w="3016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21074" name="Rectangle 48">
                <a:extLst>
                  <a:ext uri="{FF2B5EF4-FFF2-40B4-BE49-F238E27FC236}">
                    <a16:creationId xmlns:a16="http://schemas.microsoft.com/office/drawing/2014/main" id="{5B2F899B-AE9B-8EEB-C990-C8B53594E907}"/>
                  </a:ext>
                </a:extLst>
              </p:cNvPr>
              <p:cNvSpPr>
                <a:spLocks noChangeArrowheads="1"/>
              </p:cNvSpPr>
              <p:nvPr/>
            </p:nvSpPr>
            <p:spPr bwMode="auto">
              <a:xfrm>
                <a:off x="1278671" y="3829856"/>
                <a:ext cx="44884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defRPr>
                    <a:solidFill>
                      <a:schemeClr val="tx1"/>
                    </a:solidFill>
                    <a:latin typeface="Arial" panose="020B0604020202020204" pitchFamily="34" charset="0"/>
                  </a:defRPr>
                </a:lvl1pPr>
                <a:lvl2pPr algn="l" eaLnBrk="0" hangingPunct="0">
                  <a:defRPr>
                    <a:solidFill>
                      <a:schemeClr val="tx1"/>
                    </a:solidFill>
                    <a:latin typeface="Arial" panose="020B0604020202020204" pitchFamily="34" charset="0"/>
                  </a:defRPr>
                </a:lvl2pPr>
                <a:lvl3pPr algn="l" eaLnBrk="0" hangingPunct="0">
                  <a:defRPr>
                    <a:solidFill>
                      <a:schemeClr val="tx1"/>
                    </a:solidFill>
                    <a:latin typeface="Arial" panose="020B0604020202020204" pitchFamily="34" charset="0"/>
                  </a:defRPr>
                </a:lvl3pPr>
                <a:lvl4pPr algn="l" eaLnBrk="0" hangingPunct="0">
                  <a:defRPr>
                    <a:solidFill>
                      <a:schemeClr val="tx1"/>
                    </a:solidFill>
                    <a:latin typeface="Arial" panose="020B0604020202020204" pitchFamily="34" charset="0"/>
                  </a:defRPr>
                </a:lvl4pPr>
                <a:lvl5pPr algn="l"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i="0" u="none" strike="noStrike" cap="none" normalizeH="0" baseline="0" dirty="0">
                    <a:ln>
                      <a:noFill/>
                    </a:ln>
                    <a:solidFill>
                      <a:srgbClr val="000000"/>
                    </a:solidFill>
                    <a:effectLst/>
                    <a:latin typeface="+mn-lt"/>
                  </a:rPr>
                  <a:t>Clock</a:t>
                </a:r>
                <a:endParaRPr kumimoji="0" lang="en-US" altLang="en-US" i="0" u="none" strike="noStrike" cap="none" normalizeH="0" baseline="0" dirty="0">
                  <a:ln>
                    <a:noFill/>
                  </a:ln>
                  <a:solidFill>
                    <a:schemeClr val="tx1"/>
                  </a:solidFill>
                  <a:effectLst/>
                  <a:latin typeface="+mn-lt"/>
                </a:endParaRPr>
              </a:p>
            </p:txBody>
          </p:sp>
          <p:sp>
            <p:nvSpPr>
              <p:cNvPr id="121075" name="Rectangle 51">
                <a:extLst>
                  <a:ext uri="{FF2B5EF4-FFF2-40B4-BE49-F238E27FC236}">
                    <a16:creationId xmlns:a16="http://schemas.microsoft.com/office/drawing/2014/main" id="{9129E01D-BE66-43DB-A9AE-4BFADB494CA2}"/>
                  </a:ext>
                </a:extLst>
              </p:cNvPr>
              <p:cNvSpPr>
                <a:spLocks noChangeArrowheads="1"/>
              </p:cNvSpPr>
              <p:nvPr/>
            </p:nvSpPr>
            <p:spPr bwMode="auto">
              <a:xfrm>
                <a:off x="1398393" y="3995820"/>
                <a:ext cx="37830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defRPr>
                    <a:solidFill>
                      <a:schemeClr val="tx1"/>
                    </a:solidFill>
                    <a:latin typeface="Arial" panose="020B0604020202020204" pitchFamily="34" charset="0"/>
                  </a:defRPr>
                </a:lvl1pPr>
                <a:lvl2pPr algn="l" eaLnBrk="0" hangingPunct="0">
                  <a:defRPr>
                    <a:solidFill>
                      <a:schemeClr val="tx1"/>
                    </a:solidFill>
                    <a:latin typeface="Arial" panose="020B0604020202020204" pitchFamily="34" charset="0"/>
                  </a:defRPr>
                </a:lvl2pPr>
                <a:lvl3pPr algn="l" eaLnBrk="0" hangingPunct="0">
                  <a:defRPr>
                    <a:solidFill>
                      <a:schemeClr val="tx1"/>
                    </a:solidFill>
                    <a:latin typeface="Arial" panose="020B0604020202020204" pitchFamily="34" charset="0"/>
                  </a:defRPr>
                </a:lvl3pPr>
                <a:lvl4pPr algn="l" eaLnBrk="0" hangingPunct="0">
                  <a:defRPr>
                    <a:solidFill>
                      <a:schemeClr val="tx1"/>
                    </a:solidFill>
                    <a:latin typeface="Arial" panose="020B0604020202020204" pitchFamily="34" charset="0"/>
                  </a:defRPr>
                </a:lvl4pPr>
                <a:lvl5pPr algn="l"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i="0" u="none" strike="noStrike" cap="none" normalizeH="0" baseline="0" dirty="0">
                    <a:ln>
                      <a:noFill/>
                    </a:ln>
                    <a:solidFill>
                      <a:srgbClr val="000000"/>
                    </a:solidFill>
                    <a:effectLst/>
                    <a:latin typeface="+mn-lt"/>
                  </a:rPr>
                  <a:t>In[N</a:t>
                </a:r>
                <a:r>
                  <a:rPr lang="en-US" altLang="en-US" sz="1400" dirty="0">
                    <a:solidFill>
                      <a:srgbClr val="000000"/>
                    </a:solidFill>
                    <a:latin typeface="+mn-lt"/>
                  </a:rPr>
                  <a:t>]</a:t>
                </a:r>
                <a:endParaRPr kumimoji="0" lang="en-US" altLang="en-US" i="0" u="none" strike="noStrike" cap="none" normalizeH="0" baseline="0" dirty="0">
                  <a:ln>
                    <a:noFill/>
                  </a:ln>
                  <a:solidFill>
                    <a:schemeClr val="tx1"/>
                  </a:solidFill>
                  <a:effectLst/>
                  <a:latin typeface="+mn-lt"/>
                </a:endParaRPr>
              </a:p>
            </p:txBody>
          </p:sp>
          <p:sp>
            <p:nvSpPr>
              <p:cNvPr id="121076" name="Rectangle 62">
                <a:extLst>
                  <a:ext uri="{FF2B5EF4-FFF2-40B4-BE49-F238E27FC236}">
                    <a16:creationId xmlns:a16="http://schemas.microsoft.com/office/drawing/2014/main" id="{1581D8A5-7B13-B8E4-E678-E5547CAA4334}"/>
                  </a:ext>
                </a:extLst>
              </p:cNvPr>
              <p:cNvSpPr>
                <a:spLocks noChangeArrowheads="1"/>
              </p:cNvSpPr>
              <p:nvPr/>
            </p:nvSpPr>
            <p:spPr bwMode="auto">
              <a:xfrm>
                <a:off x="1281709" y="3533745"/>
                <a:ext cx="226024"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defRPr>
                    <a:solidFill>
                      <a:schemeClr val="tx1"/>
                    </a:solidFill>
                    <a:latin typeface="Arial" panose="020B0604020202020204" pitchFamily="34" charset="0"/>
                  </a:defRPr>
                </a:lvl1pPr>
                <a:lvl2pPr algn="l" eaLnBrk="0" hangingPunct="0">
                  <a:defRPr>
                    <a:solidFill>
                      <a:schemeClr val="tx1"/>
                    </a:solidFill>
                    <a:latin typeface="Arial" panose="020B0604020202020204" pitchFamily="34" charset="0"/>
                  </a:defRPr>
                </a:lvl2pPr>
                <a:lvl3pPr algn="l" eaLnBrk="0" hangingPunct="0">
                  <a:defRPr>
                    <a:solidFill>
                      <a:schemeClr val="tx1"/>
                    </a:solidFill>
                    <a:latin typeface="Arial" panose="020B0604020202020204" pitchFamily="34" charset="0"/>
                  </a:defRPr>
                </a:lvl3pPr>
                <a:lvl4pPr algn="l" eaLnBrk="0" hangingPunct="0">
                  <a:defRPr>
                    <a:solidFill>
                      <a:schemeClr val="tx1"/>
                    </a:solidFill>
                    <a:latin typeface="Arial" panose="020B0604020202020204" pitchFamily="34" charset="0"/>
                  </a:defRPr>
                </a:lvl4pPr>
                <a:lvl5pPr algn="l"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i="0" u="none" strike="noStrike" cap="none" normalizeH="0" baseline="0" dirty="0">
                    <a:ln>
                      <a:noFill/>
                    </a:ln>
                    <a:solidFill>
                      <a:srgbClr val="000000"/>
                    </a:solidFill>
                    <a:effectLst/>
                    <a:latin typeface="+mn-lt"/>
                  </a:rPr>
                  <a:t>Q</a:t>
                </a:r>
                <a:r>
                  <a:rPr kumimoji="0" lang="en-US" altLang="en-US" sz="1400" i="0" u="none" strike="noStrike" cap="none" normalizeH="0" baseline="-25000" dirty="0">
                    <a:ln>
                      <a:noFill/>
                    </a:ln>
                    <a:solidFill>
                      <a:srgbClr val="000000"/>
                    </a:solidFill>
                    <a:effectLst/>
                    <a:latin typeface="+mn-lt"/>
                  </a:rPr>
                  <a:t>N</a:t>
                </a:r>
                <a:endParaRPr kumimoji="0" lang="en-US" altLang="en-US" i="0" u="none" strike="noStrike" cap="none" normalizeH="0" baseline="-25000" dirty="0">
                  <a:ln>
                    <a:noFill/>
                  </a:ln>
                  <a:solidFill>
                    <a:schemeClr val="tx1"/>
                  </a:solidFill>
                  <a:effectLst/>
                  <a:latin typeface="+mn-lt"/>
                </a:endParaRPr>
              </a:p>
            </p:txBody>
          </p:sp>
          <p:cxnSp>
            <p:nvCxnSpPr>
              <p:cNvPr id="121077" name="直线连接符 121076">
                <a:extLst>
                  <a:ext uri="{FF2B5EF4-FFF2-40B4-BE49-F238E27FC236}">
                    <a16:creationId xmlns:a16="http://schemas.microsoft.com/office/drawing/2014/main" id="{61C9643F-3211-76A4-48BC-D8FF3A9C2D36}"/>
                  </a:ext>
                </a:extLst>
              </p:cNvPr>
              <p:cNvCxnSpPr>
                <a:cxnSpLocks/>
              </p:cNvCxnSpPr>
              <p:nvPr/>
            </p:nvCxnSpPr>
            <p:spPr>
              <a:xfrm flipV="1">
                <a:off x="1856601" y="2886335"/>
                <a:ext cx="0" cy="385831"/>
              </a:xfrm>
              <a:prstGeom prst="line">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1078" name="直线连接符 121077">
                <a:extLst>
                  <a:ext uri="{FF2B5EF4-FFF2-40B4-BE49-F238E27FC236}">
                    <a16:creationId xmlns:a16="http://schemas.microsoft.com/office/drawing/2014/main" id="{C0DED030-02A9-7812-7737-6EFE043D6647}"/>
                  </a:ext>
                </a:extLst>
              </p:cNvPr>
              <p:cNvCxnSpPr>
                <a:cxnSpLocks/>
              </p:cNvCxnSpPr>
              <p:nvPr/>
            </p:nvCxnSpPr>
            <p:spPr>
              <a:xfrm>
                <a:off x="697085" y="3429000"/>
                <a:ext cx="510576" cy="0"/>
              </a:xfrm>
              <a:prstGeom prst="line">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1079" name="Rectangle 62">
                <a:extLst>
                  <a:ext uri="{FF2B5EF4-FFF2-40B4-BE49-F238E27FC236}">
                    <a16:creationId xmlns:a16="http://schemas.microsoft.com/office/drawing/2014/main" id="{EEA5BE74-640C-936C-5BB6-AE03398908E1}"/>
                  </a:ext>
                </a:extLst>
              </p:cNvPr>
              <p:cNvSpPr>
                <a:spLocks noChangeArrowheads="1"/>
              </p:cNvSpPr>
              <p:nvPr/>
            </p:nvSpPr>
            <p:spPr bwMode="auto">
              <a:xfrm>
                <a:off x="1281709" y="3321256"/>
                <a:ext cx="333425"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defRPr>
                    <a:solidFill>
                      <a:schemeClr val="tx1"/>
                    </a:solidFill>
                    <a:latin typeface="Arial" panose="020B0604020202020204" pitchFamily="34" charset="0"/>
                  </a:defRPr>
                </a:lvl1pPr>
                <a:lvl2pPr algn="l" eaLnBrk="0" hangingPunct="0">
                  <a:defRPr>
                    <a:solidFill>
                      <a:schemeClr val="tx1"/>
                    </a:solidFill>
                    <a:latin typeface="Arial" panose="020B0604020202020204" pitchFamily="34" charset="0"/>
                  </a:defRPr>
                </a:lvl2pPr>
                <a:lvl3pPr algn="l" eaLnBrk="0" hangingPunct="0">
                  <a:defRPr>
                    <a:solidFill>
                      <a:schemeClr val="tx1"/>
                    </a:solidFill>
                    <a:latin typeface="Arial" panose="020B0604020202020204" pitchFamily="34" charset="0"/>
                  </a:defRPr>
                </a:lvl3pPr>
                <a:lvl4pPr algn="l" eaLnBrk="0" hangingPunct="0">
                  <a:defRPr>
                    <a:solidFill>
                      <a:schemeClr val="tx1"/>
                    </a:solidFill>
                    <a:latin typeface="Arial" panose="020B0604020202020204" pitchFamily="34" charset="0"/>
                  </a:defRPr>
                </a:lvl4pPr>
                <a:lvl5pPr algn="l"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i="0" u="none" strike="noStrike" cap="none" normalizeH="0" baseline="0" dirty="0">
                    <a:ln>
                      <a:noFill/>
                    </a:ln>
                    <a:solidFill>
                      <a:srgbClr val="000000"/>
                    </a:solidFill>
                    <a:effectLst/>
                    <a:latin typeface="+mn-lt"/>
                  </a:rPr>
                  <a:t>Q</a:t>
                </a:r>
                <a:r>
                  <a:rPr kumimoji="0" lang="en-US" altLang="en-US" sz="1400" i="0" u="none" strike="noStrike" cap="none" normalizeH="0" baseline="-25000" dirty="0">
                    <a:ln>
                      <a:noFill/>
                    </a:ln>
                    <a:solidFill>
                      <a:srgbClr val="000000"/>
                    </a:solidFill>
                    <a:effectLst/>
                    <a:latin typeface="+mn-lt"/>
                  </a:rPr>
                  <a:t>N-1</a:t>
                </a:r>
                <a:endParaRPr kumimoji="0" lang="en-US" altLang="en-US" i="0" u="none" strike="noStrike" cap="none" normalizeH="0" baseline="-25000" dirty="0">
                  <a:ln>
                    <a:noFill/>
                  </a:ln>
                  <a:solidFill>
                    <a:schemeClr val="tx1"/>
                  </a:solidFill>
                  <a:effectLst/>
                  <a:latin typeface="+mn-lt"/>
                </a:endParaRPr>
              </a:p>
            </p:txBody>
          </p:sp>
          <p:sp>
            <p:nvSpPr>
              <p:cNvPr id="121080" name="Rectangle 62">
                <a:extLst>
                  <a:ext uri="{FF2B5EF4-FFF2-40B4-BE49-F238E27FC236}">
                    <a16:creationId xmlns:a16="http://schemas.microsoft.com/office/drawing/2014/main" id="{1E988FDF-1ACE-A66A-CA72-B173B423616E}"/>
                  </a:ext>
                </a:extLst>
              </p:cNvPr>
              <p:cNvSpPr>
                <a:spLocks noChangeArrowheads="1"/>
              </p:cNvSpPr>
              <p:nvPr/>
            </p:nvSpPr>
            <p:spPr bwMode="auto">
              <a:xfrm>
                <a:off x="1763131" y="3321256"/>
                <a:ext cx="226024"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defRPr>
                    <a:solidFill>
                      <a:schemeClr val="tx1"/>
                    </a:solidFill>
                    <a:latin typeface="Arial" panose="020B0604020202020204" pitchFamily="34" charset="0"/>
                  </a:defRPr>
                </a:lvl1pPr>
                <a:lvl2pPr algn="l" eaLnBrk="0" hangingPunct="0">
                  <a:defRPr>
                    <a:solidFill>
                      <a:schemeClr val="tx1"/>
                    </a:solidFill>
                    <a:latin typeface="Arial" panose="020B0604020202020204" pitchFamily="34" charset="0"/>
                  </a:defRPr>
                </a:lvl2pPr>
                <a:lvl3pPr algn="l" eaLnBrk="0" hangingPunct="0">
                  <a:defRPr>
                    <a:solidFill>
                      <a:schemeClr val="tx1"/>
                    </a:solidFill>
                    <a:latin typeface="Arial" panose="020B0604020202020204" pitchFamily="34" charset="0"/>
                  </a:defRPr>
                </a:lvl3pPr>
                <a:lvl4pPr algn="l" eaLnBrk="0" hangingPunct="0">
                  <a:defRPr>
                    <a:solidFill>
                      <a:schemeClr val="tx1"/>
                    </a:solidFill>
                    <a:latin typeface="Arial" panose="020B0604020202020204" pitchFamily="34" charset="0"/>
                  </a:defRPr>
                </a:lvl4pPr>
                <a:lvl5pPr algn="l"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i="0" u="none" strike="noStrike" cap="none" normalizeH="0" baseline="0" dirty="0">
                    <a:ln>
                      <a:noFill/>
                    </a:ln>
                    <a:solidFill>
                      <a:srgbClr val="000000"/>
                    </a:solidFill>
                    <a:effectLst/>
                    <a:latin typeface="+mn-lt"/>
                  </a:rPr>
                  <a:t>Q</a:t>
                </a:r>
                <a:r>
                  <a:rPr kumimoji="0" lang="en-US" altLang="en-US" sz="1400" i="0" u="none" strike="noStrike" cap="none" normalizeH="0" baseline="-25000" dirty="0">
                    <a:ln>
                      <a:noFill/>
                    </a:ln>
                    <a:solidFill>
                      <a:srgbClr val="000000"/>
                    </a:solidFill>
                    <a:effectLst/>
                    <a:latin typeface="+mn-lt"/>
                  </a:rPr>
                  <a:t>N</a:t>
                </a:r>
                <a:endParaRPr kumimoji="0" lang="en-US" altLang="en-US" i="0" u="none" strike="noStrike" cap="none" normalizeH="0" baseline="-25000" dirty="0">
                  <a:ln>
                    <a:noFill/>
                  </a:ln>
                  <a:solidFill>
                    <a:schemeClr val="tx1"/>
                  </a:solidFill>
                  <a:effectLst/>
                  <a:latin typeface="+mn-lt"/>
                </a:endParaRPr>
              </a:p>
            </p:txBody>
          </p:sp>
          <p:sp>
            <p:nvSpPr>
              <p:cNvPr id="121081" name="Rectangle 62">
                <a:extLst>
                  <a:ext uri="{FF2B5EF4-FFF2-40B4-BE49-F238E27FC236}">
                    <a16:creationId xmlns:a16="http://schemas.microsoft.com/office/drawing/2014/main" id="{82D3FCEE-AF1B-AE2A-7C37-598B86CEE45D}"/>
                  </a:ext>
                </a:extLst>
              </p:cNvPr>
              <p:cNvSpPr>
                <a:spLocks noChangeArrowheads="1"/>
              </p:cNvSpPr>
              <p:nvPr/>
            </p:nvSpPr>
            <p:spPr bwMode="auto">
              <a:xfrm>
                <a:off x="2260237" y="3321256"/>
                <a:ext cx="226024"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defRPr>
                    <a:solidFill>
                      <a:schemeClr val="tx1"/>
                    </a:solidFill>
                    <a:latin typeface="Arial" panose="020B0604020202020204" pitchFamily="34" charset="0"/>
                  </a:defRPr>
                </a:lvl1pPr>
                <a:lvl2pPr algn="l" eaLnBrk="0" hangingPunct="0">
                  <a:defRPr>
                    <a:solidFill>
                      <a:schemeClr val="tx1"/>
                    </a:solidFill>
                    <a:latin typeface="Arial" panose="020B0604020202020204" pitchFamily="34" charset="0"/>
                  </a:defRPr>
                </a:lvl2pPr>
                <a:lvl3pPr algn="l" eaLnBrk="0" hangingPunct="0">
                  <a:defRPr>
                    <a:solidFill>
                      <a:schemeClr val="tx1"/>
                    </a:solidFill>
                    <a:latin typeface="Arial" panose="020B0604020202020204" pitchFamily="34" charset="0"/>
                  </a:defRPr>
                </a:lvl3pPr>
                <a:lvl4pPr algn="l" eaLnBrk="0" hangingPunct="0">
                  <a:defRPr>
                    <a:solidFill>
                      <a:schemeClr val="tx1"/>
                    </a:solidFill>
                    <a:latin typeface="Arial" panose="020B0604020202020204" pitchFamily="34" charset="0"/>
                  </a:defRPr>
                </a:lvl4pPr>
                <a:lvl5pPr algn="l"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i="0" u="none" strike="noStrike" cap="none" normalizeH="0" baseline="0" dirty="0">
                    <a:ln>
                      <a:noFill/>
                    </a:ln>
                    <a:solidFill>
                      <a:srgbClr val="000000"/>
                    </a:solidFill>
                    <a:effectLst/>
                    <a:latin typeface="+mn-lt"/>
                  </a:rPr>
                  <a:t>Q</a:t>
                </a:r>
                <a:r>
                  <a:rPr kumimoji="0" lang="en-US" altLang="en-US" sz="1400" i="0" u="none" strike="noStrike" cap="none" normalizeH="0" baseline="-25000" dirty="0">
                    <a:ln>
                      <a:noFill/>
                    </a:ln>
                    <a:solidFill>
                      <a:srgbClr val="000000"/>
                    </a:solidFill>
                    <a:effectLst/>
                    <a:latin typeface="+mn-lt"/>
                  </a:rPr>
                  <a:t>N</a:t>
                </a:r>
                <a:endParaRPr kumimoji="0" lang="en-US" altLang="en-US" i="0" u="none" strike="noStrike" cap="none" normalizeH="0" baseline="-25000" dirty="0">
                  <a:ln>
                    <a:noFill/>
                  </a:ln>
                  <a:solidFill>
                    <a:schemeClr val="tx1"/>
                  </a:solidFill>
                  <a:effectLst/>
                  <a:latin typeface="+mn-lt"/>
                </a:endParaRPr>
              </a:p>
            </p:txBody>
          </p:sp>
          <p:sp>
            <p:nvSpPr>
              <p:cNvPr id="121082" name="Rectangle 62">
                <a:extLst>
                  <a:ext uri="{FF2B5EF4-FFF2-40B4-BE49-F238E27FC236}">
                    <a16:creationId xmlns:a16="http://schemas.microsoft.com/office/drawing/2014/main" id="{9EE3B449-9E73-BA90-4FE3-8F930916BC2C}"/>
                  </a:ext>
                </a:extLst>
              </p:cNvPr>
              <p:cNvSpPr>
                <a:spLocks noChangeArrowheads="1"/>
              </p:cNvSpPr>
              <p:nvPr/>
            </p:nvSpPr>
            <p:spPr bwMode="auto">
              <a:xfrm>
                <a:off x="2133600" y="3533745"/>
                <a:ext cx="36388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defRPr>
                    <a:solidFill>
                      <a:schemeClr val="tx1"/>
                    </a:solidFill>
                    <a:latin typeface="Arial" panose="020B0604020202020204" pitchFamily="34" charset="0"/>
                  </a:defRPr>
                </a:lvl1pPr>
                <a:lvl2pPr algn="l" eaLnBrk="0" hangingPunct="0">
                  <a:defRPr>
                    <a:solidFill>
                      <a:schemeClr val="tx1"/>
                    </a:solidFill>
                    <a:latin typeface="Arial" panose="020B0604020202020204" pitchFamily="34" charset="0"/>
                  </a:defRPr>
                </a:lvl2pPr>
                <a:lvl3pPr algn="l" eaLnBrk="0" hangingPunct="0">
                  <a:defRPr>
                    <a:solidFill>
                      <a:schemeClr val="tx1"/>
                    </a:solidFill>
                    <a:latin typeface="Arial" panose="020B0604020202020204" pitchFamily="34" charset="0"/>
                  </a:defRPr>
                </a:lvl3pPr>
                <a:lvl4pPr algn="l" eaLnBrk="0" hangingPunct="0">
                  <a:defRPr>
                    <a:solidFill>
                      <a:schemeClr val="tx1"/>
                    </a:solidFill>
                    <a:latin typeface="Arial" panose="020B0604020202020204" pitchFamily="34" charset="0"/>
                  </a:defRPr>
                </a:lvl4pPr>
                <a:lvl5pPr algn="l"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i="0" u="none" strike="noStrike" cap="none" normalizeH="0" baseline="0" dirty="0">
                    <a:ln>
                      <a:noFill/>
                    </a:ln>
                    <a:solidFill>
                      <a:srgbClr val="000000"/>
                    </a:solidFill>
                    <a:effectLst/>
                    <a:latin typeface="+mn-lt"/>
                  </a:rPr>
                  <a:t>Q</a:t>
                </a:r>
                <a:r>
                  <a:rPr kumimoji="0" lang="en-US" altLang="en-US" sz="1400" i="0" u="none" strike="noStrike" cap="none" normalizeH="0" baseline="-25000" dirty="0">
                    <a:ln>
                      <a:noFill/>
                    </a:ln>
                    <a:solidFill>
                      <a:srgbClr val="000000"/>
                    </a:solidFill>
                    <a:effectLst/>
                    <a:latin typeface="+mn-lt"/>
                  </a:rPr>
                  <a:t>N+1</a:t>
                </a:r>
                <a:endParaRPr kumimoji="0" lang="en-US" altLang="en-US" i="0" u="none" strike="noStrike" cap="none" normalizeH="0" baseline="-25000" dirty="0">
                  <a:ln>
                    <a:noFill/>
                  </a:ln>
                  <a:solidFill>
                    <a:schemeClr val="tx1"/>
                  </a:solidFill>
                  <a:effectLst/>
                  <a:latin typeface="+mn-lt"/>
                </a:endParaRPr>
              </a:p>
            </p:txBody>
          </p:sp>
          <p:cxnSp>
            <p:nvCxnSpPr>
              <p:cNvPr id="121083" name="直线连接符 121082">
                <a:extLst>
                  <a:ext uri="{FF2B5EF4-FFF2-40B4-BE49-F238E27FC236}">
                    <a16:creationId xmlns:a16="http://schemas.microsoft.com/office/drawing/2014/main" id="{F358B585-5DE2-1C89-E9E4-ADC88BB4510A}"/>
                  </a:ext>
                </a:extLst>
              </p:cNvPr>
              <p:cNvCxnSpPr>
                <a:cxnSpLocks/>
              </p:cNvCxnSpPr>
              <p:nvPr/>
            </p:nvCxnSpPr>
            <p:spPr>
              <a:xfrm>
                <a:off x="952373" y="3943134"/>
                <a:ext cx="255288" cy="0"/>
              </a:xfrm>
              <a:prstGeom prst="line">
                <a:avLst/>
              </a:prstGeom>
              <a:ln w="19050" cap="rnd">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1084" name="直线连接符 121083">
                <a:extLst>
                  <a:ext uri="{FF2B5EF4-FFF2-40B4-BE49-F238E27FC236}">
                    <a16:creationId xmlns:a16="http://schemas.microsoft.com/office/drawing/2014/main" id="{CC12079E-7327-87F0-96FF-660E8B6602B8}"/>
                  </a:ext>
                </a:extLst>
              </p:cNvPr>
              <p:cNvCxnSpPr>
                <a:cxnSpLocks/>
              </p:cNvCxnSpPr>
              <p:nvPr/>
            </p:nvCxnSpPr>
            <p:spPr>
              <a:xfrm>
                <a:off x="952373" y="3943134"/>
                <a:ext cx="0" cy="885933"/>
              </a:xfrm>
              <a:prstGeom prst="line">
                <a:avLst/>
              </a:prstGeom>
              <a:ln w="19050" cap="rnd">
                <a:solidFill>
                  <a:schemeClr val="tx1"/>
                </a:solidFill>
                <a:headEnd type="none"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21085" name="直线连接符 121084">
                <a:extLst>
                  <a:ext uri="{FF2B5EF4-FFF2-40B4-BE49-F238E27FC236}">
                    <a16:creationId xmlns:a16="http://schemas.microsoft.com/office/drawing/2014/main" id="{C1A1DF51-CC44-5A91-4AD0-91C024DEF75B}"/>
                  </a:ext>
                </a:extLst>
              </p:cNvPr>
              <p:cNvCxnSpPr>
                <a:cxnSpLocks/>
              </p:cNvCxnSpPr>
              <p:nvPr/>
            </p:nvCxnSpPr>
            <p:spPr>
              <a:xfrm flipH="1">
                <a:off x="697085" y="3633772"/>
                <a:ext cx="510576" cy="0"/>
              </a:xfrm>
              <a:prstGeom prst="line">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1086" name="直线连接符 121085">
                <a:extLst>
                  <a:ext uri="{FF2B5EF4-FFF2-40B4-BE49-F238E27FC236}">
                    <a16:creationId xmlns:a16="http://schemas.microsoft.com/office/drawing/2014/main" id="{0C9B7D08-8DFB-9B8D-D4A0-3D31E4E9030F}"/>
                  </a:ext>
                </a:extLst>
              </p:cNvPr>
              <p:cNvCxnSpPr>
                <a:cxnSpLocks/>
              </p:cNvCxnSpPr>
              <p:nvPr/>
            </p:nvCxnSpPr>
            <p:spPr>
              <a:xfrm flipV="1">
                <a:off x="1591089" y="4241902"/>
                <a:ext cx="0" cy="270968"/>
              </a:xfrm>
              <a:prstGeom prst="line">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1087" name="直线连接符 121086">
                <a:extLst>
                  <a:ext uri="{FF2B5EF4-FFF2-40B4-BE49-F238E27FC236}">
                    <a16:creationId xmlns:a16="http://schemas.microsoft.com/office/drawing/2014/main" id="{3ED89B0A-95B8-0A27-9A5B-A632534D2776}"/>
                  </a:ext>
                </a:extLst>
              </p:cNvPr>
              <p:cNvCxnSpPr>
                <a:cxnSpLocks/>
              </p:cNvCxnSpPr>
              <p:nvPr/>
            </p:nvCxnSpPr>
            <p:spPr>
              <a:xfrm flipV="1">
                <a:off x="2125661" y="4241902"/>
                <a:ext cx="0" cy="985327"/>
              </a:xfrm>
              <a:prstGeom prst="line">
                <a:avLst/>
              </a:prstGeom>
              <a:ln w="38100">
                <a:solidFill>
                  <a:schemeClr val="tx1"/>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121088" name="组合 121087">
              <a:extLst>
                <a:ext uri="{FF2B5EF4-FFF2-40B4-BE49-F238E27FC236}">
                  <a16:creationId xmlns:a16="http://schemas.microsoft.com/office/drawing/2014/main" id="{FB942284-2ED1-F14D-D007-DE2982ED123C}"/>
                </a:ext>
              </a:extLst>
            </p:cNvPr>
            <p:cNvGrpSpPr/>
            <p:nvPr/>
          </p:nvGrpSpPr>
          <p:grpSpPr>
            <a:xfrm>
              <a:off x="4271941" y="2600708"/>
              <a:ext cx="1827641" cy="2626521"/>
              <a:chOff x="697085" y="2600708"/>
              <a:chExt cx="1827641" cy="2626521"/>
            </a:xfrm>
          </p:grpSpPr>
          <p:sp>
            <p:nvSpPr>
              <p:cNvPr id="121089" name="Rectangle 25">
                <a:extLst>
                  <a:ext uri="{FF2B5EF4-FFF2-40B4-BE49-F238E27FC236}">
                    <a16:creationId xmlns:a16="http://schemas.microsoft.com/office/drawing/2014/main" id="{D6C5FC35-FCA3-7FA3-1867-8EFC7972A140}"/>
                  </a:ext>
                </a:extLst>
              </p:cNvPr>
              <p:cNvSpPr>
                <a:spLocks noChangeArrowheads="1"/>
              </p:cNvSpPr>
              <p:nvPr/>
            </p:nvSpPr>
            <p:spPr bwMode="auto">
              <a:xfrm>
                <a:off x="1131055" y="4454115"/>
                <a:ext cx="76944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defRPr>
                    <a:solidFill>
                      <a:schemeClr val="tx1"/>
                    </a:solidFill>
                    <a:latin typeface="Arial" panose="020B0604020202020204" pitchFamily="34" charset="0"/>
                  </a:defRPr>
                </a:lvl1pPr>
                <a:lvl2pPr algn="l" eaLnBrk="0" hangingPunct="0">
                  <a:defRPr>
                    <a:solidFill>
                      <a:schemeClr val="tx1"/>
                    </a:solidFill>
                    <a:latin typeface="Arial" panose="020B0604020202020204" pitchFamily="34" charset="0"/>
                  </a:defRPr>
                </a:lvl2pPr>
                <a:lvl3pPr algn="l" eaLnBrk="0" hangingPunct="0">
                  <a:defRPr>
                    <a:solidFill>
                      <a:schemeClr val="tx1"/>
                    </a:solidFill>
                    <a:latin typeface="Arial" panose="020B0604020202020204" pitchFamily="34" charset="0"/>
                  </a:defRPr>
                </a:lvl3pPr>
                <a:lvl4pPr algn="l" eaLnBrk="0" hangingPunct="0">
                  <a:defRPr>
                    <a:solidFill>
                      <a:schemeClr val="tx1"/>
                    </a:solidFill>
                    <a:latin typeface="Arial" panose="020B0604020202020204" pitchFamily="34" charset="0"/>
                  </a:defRPr>
                </a:lvl4pPr>
                <a:lvl5pPr algn="l"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dirty="0">
                    <a:ln>
                      <a:noFill/>
                    </a:ln>
                    <a:solidFill>
                      <a:srgbClr val="000000"/>
                    </a:solidFill>
                    <a:effectLst/>
                    <a:latin typeface="+mn-lt"/>
                  </a:rPr>
                  <a:t>Input[2]</a:t>
                </a:r>
                <a:endParaRPr kumimoji="0" lang="en-US" altLang="en-US" sz="1600" i="0" u="none" strike="noStrike" cap="none" normalizeH="0" baseline="0" dirty="0">
                  <a:ln>
                    <a:noFill/>
                  </a:ln>
                  <a:solidFill>
                    <a:schemeClr val="tx1"/>
                  </a:solidFill>
                  <a:effectLst/>
                  <a:latin typeface="+mn-lt"/>
                </a:endParaRPr>
              </a:p>
            </p:txBody>
          </p:sp>
          <p:sp>
            <p:nvSpPr>
              <p:cNvPr id="121090" name="Rectangle 33">
                <a:extLst>
                  <a:ext uri="{FF2B5EF4-FFF2-40B4-BE49-F238E27FC236}">
                    <a16:creationId xmlns:a16="http://schemas.microsoft.com/office/drawing/2014/main" id="{6211248C-66D7-1B66-7D84-1A0F8D2E5818}"/>
                  </a:ext>
                </a:extLst>
              </p:cNvPr>
              <p:cNvSpPr>
                <a:spLocks noChangeArrowheads="1"/>
              </p:cNvSpPr>
              <p:nvPr/>
            </p:nvSpPr>
            <p:spPr bwMode="auto">
              <a:xfrm>
                <a:off x="1332774" y="2600708"/>
                <a:ext cx="9489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defRPr>
                    <a:solidFill>
                      <a:schemeClr val="tx1"/>
                    </a:solidFill>
                    <a:latin typeface="Arial" panose="020B0604020202020204" pitchFamily="34" charset="0"/>
                  </a:defRPr>
                </a:lvl1pPr>
                <a:lvl2pPr algn="l" eaLnBrk="0" hangingPunct="0">
                  <a:defRPr>
                    <a:solidFill>
                      <a:schemeClr val="tx1"/>
                    </a:solidFill>
                    <a:latin typeface="Arial" panose="020B0604020202020204" pitchFamily="34" charset="0"/>
                  </a:defRPr>
                </a:lvl2pPr>
                <a:lvl3pPr algn="l" eaLnBrk="0" hangingPunct="0">
                  <a:defRPr>
                    <a:solidFill>
                      <a:schemeClr val="tx1"/>
                    </a:solidFill>
                    <a:latin typeface="Arial" panose="020B0604020202020204" pitchFamily="34" charset="0"/>
                  </a:defRPr>
                </a:lvl3pPr>
                <a:lvl4pPr algn="l" eaLnBrk="0" hangingPunct="0">
                  <a:defRPr>
                    <a:solidFill>
                      <a:schemeClr val="tx1"/>
                    </a:solidFill>
                    <a:latin typeface="Arial" panose="020B0604020202020204" pitchFamily="34" charset="0"/>
                  </a:defRPr>
                </a:lvl4pPr>
                <a:lvl5pPr algn="l"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dirty="0">
                    <a:ln>
                      <a:noFill/>
                    </a:ln>
                    <a:solidFill>
                      <a:srgbClr val="000000"/>
                    </a:solidFill>
                    <a:effectLst/>
                    <a:latin typeface="+mn-lt"/>
                  </a:rPr>
                  <a:t>Output[2]</a:t>
                </a:r>
                <a:endParaRPr kumimoji="0" lang="en-US" altLang="en-US" sz="1600" i="0" u="none" strike="noStrike" cap="none" normalizeH="0" baseline="0" dirty="0">
                  <a:ln>
                    <a:noFill/>
                  </a:ln>
                  <a:solidFill>
                    <a:schemeClr val="tx1"/>
                  </a:solidFill>
                  <a:effectLst/>
                  <a:latin typeface="+mn-lt"/>
                </a:endParaRPr>
              </a:p>
            </p:txBody>
          </p:sp>
          <p:sp>
            <p:nvSpPr>
              <p:cNvPr id="121091" name="Freeform 40">
                <a:extLst>
                  <a:ext uri="{FF2B5EF4-FFF2-40B4-BE49-F238E27FC236}">
                    <a16:creationId xmlns:a16="http://schemas.microsoft.com/office/drawing/2014/main" id="{7CCA292B-EB8D-59C6-9FD1-724815D97F16}"/>
                  </a:ext>
                </a:extLst>
              </p:cNvPr>
              <p:cNvSpPr>
                <a:spLocks/>
              </p:cNvSpPr>
              <p:nvPr/>
            </p:nvSpPr>
            <p:spPr bwMode="auto">
              <a:xfrm>
                <a:off x="1221187" y="3276992"/>
                <a:ext cx="1303539" cy="951867"/>
              </a:xfrm>
              <a:custGeom>
                <a:avLst/>
                <a:gdLst>
                  <a:gd name="T0" fmla="*/ 0 w 1600"/>
                  <a:gd name="T1" fmla="*/ 0 h 1080"/>
                  <a:gd name="T2" fmla="*/ 0 w 1600"/>
                  <a:gd name="T3" fmla="*/ 0 h 1080"/>
                  <a:gd name="T4" fmla="*/ 1600 w 1600"/>
                  <a:gd name="T5" fmla="*/ 0 h 1080"/>
                  <a:gd name="T6" fmla="*/ 1600 w 1600"/>
                  <a:gd name="T7" fmla="*/ 1080 h 1080"/>
                  <a:gd name="T8" fmla="*/ 0 w 1600"/>
                  <a:gd name="T9" fmla="*/ 1080 h 1080"/>
                  <a:gd name="T10" fmla="*/ 0 w 1600"/>
                  <a:gd name="T11" fmla="*/ 0 h 1080"/>
                </a:gdLst>
                <a:ahLst/>
                <a:cxnLst>
                  <a:cxn ang="0">
                    <a:pos x="T0" y="T1"/>
                  </a:cxn>
                  <a:cxn ang="0">
                    <a:pos x="T2" y="T3"/>
                  </a:cxn>
                  <a:cxn ang="0">
                    <a:pos x="T4" y="T5"/>
                  </a:cxn>
                  <a:cxn ang="0">
                    <a:pos x="T6" y="T7"/>
                  </a:cxn>
                  <a:cxn ang="0">
                    <a:pos x="T8" y="T9"/>
                  </a:cxn>
                  <a:cxn ang="0">
                    <a:pos x="T10" y="T11"/>
                  </a:cxn>
                </a:cxnLst>
                <a:rect l="0" t="0" r="r" b="b"/>
                <a:pathLst>
                  <a:path w="1600" h="1080">
                    <a:moveTo>
                      <a:pt x="0" y="0"/>
                    </a:moveTo>
                    <a:lnTo>
                      <a:pt x="0" y="0"/>
                    </a:lnTo>
                    <a:lnTo>
                      <a:pt x="1600" y="0"/>
                    </a:lnTo>
                    <a:lnTo>
                      <a:pt x="1600" y="1080"/>
                    </a:lnTo>
                    <a:lnTo>
                      <a:pt x="0" y="1080"/>
                    </a:lnTo>
                    <a:lnTo>
                      <a:pt x="0" y="0"/>
                    </a:lnTo>
                    <a:close/>
                  </a:path>
                </a:pathLst>
              </a:custGeom>
              <a:noFill/>
              <a:ln w="3016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21092" name="Rectangle 48">
                <a:extLst>
                  <a:ext uri="{FF2B5EF4-FFF2-40B4-BE49-F238E27FC236}">
                    <a16:creationId xmlns:a16="http://schemas.microsoft.com/office/drawing/2014/main" id="{8F13C2B3-9696-3E30-93F2-A349AA5302E0}"/>
                  </a:ext>
                </a:extLst>
              </p:cNvPr>
              <p:cNvSpPr>
                <a:spLocks noChangeArrowheads="1"/>
              </p:cNvSpPr>
              <p:nvPr/>
            </p:nvSpPr>
            <p:spPr bwMode="auto">
              <a:xfrm>
                <a:off x="1278671" y="3829856"/>
                <a:ext cx="44884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defRPr>
                    <a:solidFill>
                      <a:schemeClr val="tx1"/>
                    </a:solidFill>
                    <a:latin typeface="Arial" panose="020B0604020202020204" pitchFamily="34" charset="0"/>
                  </a:defRPr>
                </a:lvl1pPr>
                <a:lvl2pPr algn="l" eaLnBrk="0" hangingPunct="0">
                  <a:defRPr>
                    <a:solidFill>
                      <a:schemeClr val="tx1"/>
                    </a:solidFill>
                    <a:latin typeface="Arial" panose="020B0604020202020204" pitchFamily="34" charset="0"/>
                  </a:defRPr>
                </a:lvl2pPr>
                <a:lvl3pPr algn="l" eaLnBrk="0" hangingPunct="0">
                  <a:defRPr>
                    <a:solidFill>
                      <a:schemeClr val="tx1"/>
                    </a:solidFill>
                    <a:latin typeface="Arial" panose="020B0604020202020204" pitchFamily="34" charset="0"/>
                  </a:defRPr>
                </a:lvl3pPr>
                <a:lvl4pPr algn="l" eaLnBrk="0" hangingPunct="0">
                  <a:defRPr>
                    <a:solidFill>
                      <a:schemeClr val="tx1"/>
                    </a:solidFill>
                    <a:latin typeface="Arial" panose="020B0604020202020204" pitchFamily="34" charset="0"/>
                  </a:defRPr>
                </a:lvl4pPr>
                <a:lvl5pPr algn="l"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i="0" u="none" strike="noStrike" cap="none" normalizeH="0" baseline="0" dirty="0">
                    <a:ln>
                      <a:noFill/>
                    </a:ln>
                    <a:solidFill>
                      <a:srgbClr val="000000"/>
                    </a:solidFill>
                    <a:effectLst/>
                    <a:latin typeface="+mn-lt"/>
                  </a:rPr>
                  <a:t>Clock</a:t>
                </a:r>
                <a:endParaRPr kumimoji="0" lang="en-US" altLang="en-US" i="0" u="none" strike="noStrike" cap="none" normalizeH="0" baseline="0" dirty="0">
                  <a:ln>
                    <a:noFill/>
                  </a:ln>
                  <a:solidFill>
                    <a:schemeClr val="tx1"/>
                  </a:solidFill>
                  <a:effectLst/>
                  <a:latin typeface="+mn-lt"/>
                </a:endParaRPr>
              </a:p>
            </p:txBody>
          </p:sp>
          <p:sp>
            <p:nvSpPr>
              <p:cNvPr id="121093" name="Rectangle 51">
                <a:extLst>
                  <a:ext uri="{FF2B5EF4-FFF2-40B4-BE49-F238E27FC236}">
                    <a16:creationId xmlns:a16="http://schemas.microsoft.com/office/drawing/2014/main" id="{BB286DA5-5A26-E4BD-E4FB-902332670BD5}"/>
                  </a:ext>
                </a:extLst>
              </p:cNvPr>
              <p:cNvSpPr>
                <a:spLocks noChangeArrowheads="1"/>
              </p:cNvSpPr>
              <p:nvPr/>
            </p:nvSpPr>
            <p:spPr bwMode="auto">
              <a:xfrm>
                <a:off x="1398393" y="3995820"/>
                <a:ext cx="37830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defRPr>
                    <a:solidFill>
                      <a:schemeClr val="tx1"/>
                    </a:solidFill>
                    <a:latin typeface="Arial" panose="020B0604020202020204" pitchFamily="34" charset="0"/>
                  </a:defRPr>
                </a:lvl1pPr>
                <a:lvl2pPr algn="l" eaLnBrk="0" hangingPunct="0">
                  <a:defRPr>
                    <a:solidFill>
                      <a:schemeClr val="tx1"/>
                    </a:solidFill>
                    <a:latin typeface="Arial" panose="020B0604020202020204" pitchFamily="34" charset="0"/>
                  </a:defRPr>
                </a:lvl2pPr>
                <a:lvl3pPr algn="l" eaLnBrk="0" hangingPunct="0">
                  <a:defRPr>
                    <a:solidFill>
                      <a:schemeClr val="tx1"/>
                    </a:solidFill>
                    <a:latin typeface="Arial" panose="020B0604020202020204" pitchFamily="34" charset="0"/>
                  </a:defRPr>
                </a:lvl3pPr>
                <a:lvl4pPr algn="l" eaLnBrk="0" hangingPunct="0">
                  <a:defRPr>
                    <a:solidFill>
                      <a:schemeClr val="tx1"/>
                    </a:solidFill>
                    <a:latin typeface="Arial" panose="020B0604020202020204" pitchFamily="34" charset="0"/>
                  </a:defRPr>
                </a:lvl4pPr>
                <a:lvl5pPr algn="l"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i="0" u="none" strike="noStrike" cap="none" normalizeH="0" baseline="0" dirty="0">
                    <a:ln>
                      <a:noFill/>
                    </a:ln>
                    <a:solidFill>
                      <a:srgbClr val="000000"/>
                    </a:solidFill>
                    <a:effectLst/>
                    <a:latin typeface="+mn-lt"/>
                  </a:rPr>
                  <a:t>In[N</a:t>
                </a:r>
                <a:r>
                  <a:rPr lang="en-US" altLang="en-US" sz="1400" dirty="0">
                    <a:solidFill>
                      <a:srgbClr val="000000"/>
                    </a:solidFill>
                    <a:latin typeface="+mn-lt"/>
                  </a:rPr>
                  <a:t>]</a:t>
                </a:r>
                <a:endParaRPr kumimoji="0" lang="en-US" altLang="en-US" i="0" u="none" strike="noStrike" cap="none" normalizeH="0" baseline="0" dirty="0">
                  <a:ln>
                    <a:noFill/>
                  </a:ln>
                  <a:solidFill>
                    <a:schemeClr val="tx1"/>
                  </a:solidFill>
                  <a:effectLst/>
                  <a:latin typeface="+mn-lt"/>
                </a:endParaRPr>
              </a:p>
            </p:txBody>
          </p:sp>
          <p:sp>
            <p:nvSpPr>
              <p:cNvPr id="121094" name="Rectangle 62">
                <a:extLst>
                  <a:ext uri="{FF2B5EF4-FFF2-40B4-BE49-F238E27FC236}">
                    <a16:creationId xmlns:a16="http://schemas.microsoft.com/office/drawing/2014/main" id="{E80AE2A3-FA10-FD03-08C9-5287F242B20B}"/>
                  </a:ext>
                </a:extLst>
              </p:cNvPr>
              <p:cNvSpPr>
                <a:spLocks noChangeArrowheads="1"/>
              </p:cNvSpPr>
              <p:nvPr/>
            </p:nvSpPr>
            <p:spPr bwMode="auto">
              <a:xfrm>
                <a:off x="1281709" y="3533745"/>
                <a:ext cx="226024"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defRPr>
                    <a:solidFill>
                      <a:schemeClr val="tx1"/>
                    </a:solidFill>
                    <a:latin typeface="Arial" panose="020B0604020202020204" pitchFamily="34" charset="0"/>
                  </a:defRPr>
                </a:lvl1pPr>
                <a:lvl2pPr algn="l" eaLnBrk="0" hangingPunct="0">
                  <a:defRPr>
                    <a:solidFill>
                      <a:schemeClr val="tx1"/>
                    </a:solidFill>
                    <a:latin typeface="Arial" panose="020B0604020202020204" pitchFamily="34" charset="0"/>
                  </a:defRPr>
                </a:lvl2pPr>
                <a:lvl3pPr algn="l" eaLnBrk="0" hangingPunct="0">
                  <a:defRPr>
                    <a:solidFill>
                      <a:schemeClr val="tx1"/>
                    </a:solidFill>
                    <a:latin typeface="Arial" panose="020B0604020202020204" pitchFamily="34" charset="0"/>
                  </a:defRPr>
                </a:lvl3pPr>
                <a:lvl4pPr algn="l" eaLnBrk="0" hangingPunct="0">
                  <a:defRPr>
                    <a:solidFill>
                      <a:schemeClr val="tx1"/>
                    </a:solidFill>
                    <a:latin typeface="Arial" panose="020B0604020202020204" pitchFamily="34" charset="0"/>
                  </a:defRPr>
                </a:lvl4pPr>
                <a:lvl5pPr algn="l"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i="0" u="none" strike="noStrike" cap="none" normalizeH="0" baseline="0" dirty="0">
                    <a:ln>
                      <a:noFill/>
                    </a:ln>
                    <a:solidFill>
                      <a:srgbClr val="000000"/>
                    </a:solidFill>
                    <a:effectLst/>
                    <a:latin typeface="+mn-lt"/>
                  </a:rPr>
                  <a:t>Q</a:t>
                </a:r>
                <a:r>
                  <a:rPr kumimoji="0" lang="en-US" altLang="en-US" sz="1400" i="0" u="none" strike="noStrike" cap="none" normalizeH="0" baseline="-25000" dirty="0">
                    <a:ln>
                      <a:noFill/>
                    </a:ln>
                    <a:solidFill>
                      <a:srgbClr val="000000"/>
                    </a:solidFill>
                    <a:effectLst/>
                    <a:latin typeface="+mn-lt"/>
                  </a:rPr>
                  <a:t>N</a:t>
                </a:r>
                <a:endParaRPr kumimoji="0" lang="en-US" altLang="en-US" i="0" u="none" strike="noStrike" cap="none" normalizeH="0" baseline="-25000" dirty="0">
                  <a:ln>
                    <a:noFill/>
                  </a:ln>
                  <a:solidFill>
                    <a:schemeClr val="tx1"/>
                  </a:solidFill>
                  <a:effectLst/>
                  <a:latin typeface="+mn-lt"/>
                </a:endParaRPr>
              </a:p>
            </p:txBody>
          </p:sp>
          <p:cxnSp>
            <p:nvCxnSpPr>
              <p:cNvPr id="121095" name="直线连接符 121094">
                <a:extLst>
                  <a:ext uri="{FF2B5EF4-FFF2-40B4-BE49-F238E27FC236}">
                    <a16:creationId xmlns:a16="http://schemas.microsoft.com/office/drawing/2014/main" id="{B7F3C109-C464-9818-B28C-4029CF8E11F2}"/>
                  </a:ext>
                </a:extLst>
              </p:cNvPr>
              <p:cNvCxnSpPr>
                <a:cxnSpLocks/>
              </p:cNvCxnSpPr>
              <p:nvPr/>
            </p:nvCxnSpPr>
            <p:spPr>
              <a:xfrm flipV="1">
                <a:off x="1856601" y="2886335"/>
                <a:ext cx="0" cy="385831"/>
              </a:xfrm>
              <a:prstGeom prst="line">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1096" name="直线连接符 121095">
                <a:extLst>
                  <a:ext uri="{FF2B5EF4-FFF2-40B4-BE49-F238E27FC236}">
                    <a16:creationId xmlns:a16="http://schemas.microsoft.com/office/drawing/2014/main" id="{F9C93911-7307-FDBA-CB59-A421EB982B65}"/>
                  </a:ext>
                </a:extLst>
              </p:cNvPr>
              <p:cNvCxnSpPr>
                <a:cxnSpLocks/>
              </p:cNvCxnSpPr>
              <p:nvPr/>
            </p:nvCxnSpPr>
            <p:spPr>
              <a:xfrm>
                <a:off x="697085" y="3429000"/>
                <a:ext cx="510576" cy="0"/>
              </a:xfrm>
              <a:prstGeom prst="line">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1097" name="Rectangle 62">
                <a:extLst>
                  <a:ext uri="{FF2B5EF4-FFF2-40B4-BE49-F238E27FC236}">
                    <a16:creationId xmlns:a16="http://schemas.microsoft.com/office/drawing/2014/main" id="{F477592D-BFF4-69ED-92C0-CE5FE27127BC}"/>
                  </a:ext>
                </a:extLst>
              </p:cNvPr>
              <p:cNvSpPr>
                <a:spLocks noChangeArrowheads="1"/>
              </p:cNvSpPr>
              <p:nvPr/>
            </p:nvSpPr>
            <p:spPr bwMode="auto">
              <a:xfrm>
                <a:off x="1281709" y="3321256"/>
                <a:ext cx="333425"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defRPr>
                    <a:solidFill>
                      <a:schemeClr val="tx1"/>
                    </a:solidFill>
                    <a:latin typeface="Arial" panose="020B0604020202020204" pitchFamily="34" charset="0"/>
                  </a:defRPr>
                </a:lvl1pPr>
                <a:lvl2pPr algn="l" eaLnBrk="0" hangingPunct="0">
                  <a:defRPr>
                    <a:solidFill>
                      <a:schemeClr val="tx1"/>
                    </a:solidFill>
                    <a:latin typeface="Arial" panose="020B0604020202020204" pitchFamily="34" charset="0"/>
                  </a:defRPr>
                </a:lvl2pPr>
                <a:lvl3pPr algn="l" eaLnBrk="0" hangingPunct="0">
                  <a:defRPr>
                    <a:solidFill>
                      <a:schemeClr val="tx1"/>
                    </a:solidFill>
                    <a:latin typeface="Arial" panose="020B0604020202020204" pitchFamily="34" charset="0"/>
                  </a:defRPr>
                </a:lvl3pPr>
                <a:lvl4pPr algn="l" eaLnBrk="0" hangingPunct="0">
                  <a:defRPr>
                    <a:solidFill>
                      <a:schemeClr val="tx1"/>
                    </a:solidFill>
                    <a:latin typeface="Arial" panose="020B0604020202020204" pitchFamily="34" charset="0"/>
                  </a:defRPr>
                </a:lvl4pPr>
                <a:lvl5pPr algn="l"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i="0" u="none" strike="noStrike" cap="none" normalizeH="0" baseline="0" dirty="0">
                    <a:ln>
                      <a:noFill/>
                    </a:ln>
                    <a:solidFill>
                      <a:srgbClr val="000000"/>
                    </a:solidFill>
                    <a:effectLst/>
                    <a:latin typeface="+mn-lt"/>
                  </a:rPr>
                  <a:t>Q</a:t>
                </a:r>
                <a:r>
                  <a:rPr kumimoji="0" lang="en-US" altLang="en-US" sz="1400" i="0" u="none" strike="noStrike" cap="none" normalizeH="0" baseline="-25000" dirty="0">
                    <a:ln>
                      <a:noFill/>
                    </a:ln>
                    <a:solidFill>
                      <a:srgbClr val="000000"/>
                    </a:solidFill>
                    <a:effectLst/>
                    <a:latin typeface="+mn-lt"/>
                  </a:rPr>
                  <a:t>N-1</a:t>
                </a:r>
                <a:endParaRPr kumimoji="0" lang="en-US" altLang="en-US" i="0" u="none" strike="noStrike" cap="none" normalizeH="0" baseline="-25000" dirty="0">
                  <a:ln>
                    <a:noFill/>
                  </a:ln>
                  <a:solidFill>
                    <a:schemeClr val="tx1"/>
                  </a:solidFill>
                  <a:effectLst/>
                  <a:latin typeface="+mn-lt"/>
                </a:endParaRPr>
              </a:p>
            </p:txBody>
          </p:sp>
          <p:sp>
            <p:nvSpPr>
              <p:cNvPr id="121098" name="Rectangle 62">
                <a:extLst>
                  <a:ext uri="{FF2B5EF4-FFF2-40B4-BE49-F238E27FC236}">
                    <a16:creationId xmlns:a16="http://schemas.microsoft.com/office/drawing/2014/main" id="{8FB2003F-C9D1-7FBE-7EAD-BC45F4A9ED79}"/>
                  </a:ext>
                </a:extLst>
              </p:cNvPr>
              <p:cNvSpPr>
                <a:spLocks noChangeArrowheads="1"/>
              </p:cNvSpPr>
              <p:nvPr/>
            </p:nvSpPr>
            <p:spPr bwMode="auto">
              <a:xfrm>
                <a:off x="1763131" y="3321256"/>
                <a:ext cx="226024"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defRPr>
                    <a:solidFill>
                      <a:schemeClr val="tx1"/>
                    </a:solidFill>
                    <a:latin typeface="Arial" panose="020B0604020202020204" pitchFamily="34" charset="0"/>
                  </a:defRPr>
                </a:lvl1pPr>
                <a:lvl2pPr algn="l" eaLnBrk="0" hangingPunct="0">
                  <a:defRPr>
                    <a:solidFill>
                      <a:schemeClr val="tx1"/>
                    </a:solidFill>
                    <a:latin typeface="Arial" panose="020B0604020202020204" pitchFamily="34" charset="0"/>
                  </a:defRPr>
                </a:lvl2pPr>
                <a:lvl3pPr algn="l" eaLnBrk="0" hangingPunct="0">
                  <a:defRPr>
                    <a:solidFill>
                      <a:schemeClr val="tx1"/>
                    </a:solidFill>
                    <a:latin typeface="Arial" panose="020B0604020202020204" pitchFamily="34" charset="0"/>
                  </a:defRPr>
                </a:lvl3pPr>
                <a:lvl4pPr algn="l" eaLnBrk="0" hangingPunct="0">
                  <a:defRPr>
                    <a:solidFill>
                      <a:schemeClr val="tx1"/>
                    </a:solidFill>
                    <a:latin typeface="Arial" panose="020B0604020202020204" pitchFamily="34" charset="0"/>
                  </a:defRPr>
                </a:lvl4pPr>
                <a:lvl5pPr algn="l"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i="0" u="none" strike="noStrike" cap="none" normalizeH="0" baseline="0" dirty="0">
                    <a:ln>
                      <a:noFill/>
                    </a:ln>
                    <a:solidFill>
                      <a:srgbClr val="000000"/>
                    </a:solidFill>
                    <a:effectLst/>
                    <a:latin typeface="+mn-lt"/>
                  </a:rPr>
                  <a:t>Q</a:t>
                </a:r>
                <a:r>
                  <a:rPr kumimoji="0" lang="en-US" altLang="en-US" sz="1400" i="0" u="none" strike="noStrike" cap="none" normalizeH="0" baseline="-25000" dirty="0">
                    <a:ln>
                      <a:noFill/>
                    </a:ln>
                    <a:solidFill>
                      <a:srgbClr val="000000"/>
                    </a:solidFill>
                    <a:effectLst/>
                    <a:latin typeface="+mn-lt"/>
                  </a:rPr>
                  <a:t>N</a:t>
                </a:r>
                <a:endParaRPr kumimoji="0" lang="en-US" altLang="en-US" i="0" u="none" strike="noStrike" cap="none" normalizeH="0" baseline="-25000" dirty="0">
                  <a:ln>
                    <a:noFill/>
                  </a:ln>
                  <a:solidFill>
                    <a:schemeClr val="tx1"/>
                  </a:solidFill>
                  <a:effectLst/>
                  <a:latin typeface="+mn-lt"/>
                </a:endParaRPr>
              </a:p>
            </p:txBody>
          </p:sp>
          <p:sp>
            <p:nvSpPr>
              <p:cNvPr id="121099" name="Rectangle 62">
                <a:extLst>
                  <a:ext uri="{FF2B5EF4-FFF2-40B4-BE49-F238E27FC236}">
                    <a16:creationId xmlns:a16="http://schemas.microsoft.com/office/drawing/2014/main" id="{C9F4D7D2-08AF-0E63-BAE7-49D406D8B972}"/>
                  </a:ext>
                </a:extLst>
              </p:cNvPr>
              <p:cNvSpPr>
                <a:spLocks noChangeArrowheads="1"/>
              </p:cNvSpPr>
              <p:nvPr/>
            </p:nvSpPr>
            <p:spPr bwMode="auto">
              <a:xfrm>
                <a:off x="2260237" y="3321256"/>
                <a:ext cx="226024"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defRPr>
                    <a:solidFill>
                      <a:schemeClr val="tx1"/>
                    </a:solidFill>
                    <a:latin typeface="Arial" panose="020B0604020202020204" pitchFamily="34" charset="0"/>
                  </a:defRPr>
                </a:lvl1pPr>
                <a:lvl2pPr algn="l" eaLnBrk="0" hangingPunct="0">
                  <a:defRPr>
                    <a:solidFill>
                      <a:schemeClr val="tx1"/>
                    </a:solidFill>
                    <a:latin typeface="Arial" panose="020B0604020202020204" pitchFamily="34" charset="0"/>
                  </a:defRPr>
                </a:lvl2pPr>
                <a:lvl3pPr algn="l" eaLnBrk="0" hangingPunct="0">
                  <a:defRPr>
                    <a:solidFill>
                      <a:schemeClr val="tx1"/>
                    </a:solidFill>
                    <a:latin typeface="Arial" panose="020B0604020202020204" pitchFamily="34" charset="0"/>
                  </a:defRPr>
                </a:lvl3pPr>
                <a:lvl4pPr algn="l" eaLnBrk="0" hangingPunct="0">
                  <a:defRPr>
                    <a:solidFill>
                      <a:schemeClr val="tx1"/>
                    </a:solidFill>
                    <a:latin typeface="Arial" panose="020B0604020202020204" pitchFamily="34" charset="0"/>
                  </a:defRPr>
                </a:lvl4pPr>
                <a:lvl5pPr algn="l"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i="0" u="none" strike="noStrike" cap="none" normalizeH="0" baseline="0" dirty="0">
                    <a:ln>
                      <a:noFill/>
                    </a:ln>
                    <a:solidFill>
                      <a:srgbClr val="000000"/>
                    </a:solidFill>
                    <a:effectLst/>
                    <a:latin typeface="+mn-lt"/>
                  </a:rPr>
                  <a:t>Q</a:t>
                </a:r>
                <a:r>
                  <a:rPr kumimoji="0" lang="en-US" altLang="en-US" sz="1400" i="0" u="none" strike="noStrike" cap="none" normalizeH="0" baseline="-25000" dirty="0">
                    <a:ln>
                      <a:noFill/>
                    </a:ln>
                    <a:solidFill>
                      <a:srgbClr val="000000"/>
                    </a:solidFill>
                    <a:effectLst/>
                    <a:latin typeface="+mn-lt"/>
                  </a:rPr>
                  <a:t>N</a:t>
                </a:r>
                <a:endParaRPr kumimoji="0" lang="en-US" altLang="en-US" i="0" u="none" strike="noStrike" cap="none" normalizeH="0" baseline="-25000" dirty="0">
                  <a:ln>
                    <a:noFill/>
                  </a:ln>
                  <a:solidFill>
                    <a:schemeClr val="tx1"/>
                  </a:solidFill>
                  <a:effectLst/>
                  <a:latin typeface="+mn-lt"/>
                </a:endParaRPr>
              </a:p>
            </p:txBody>
          </p:sp>
          <p:sp>
            <p:nvSpPr>
              <p:cNvPr id="121100" name="Rectangle 62">
                <a:extLst>
                  <a:ext uri="{FF2B5EF4-FFF2-40B4-BE49-F238E27FC236}">
                    <a16:creationId xmlns:a16="http://schemas.microsoft.com/office/drawing/2014/main" id="{9E291542-6CC4-F8FB-47F9-9C61A14F5FDF}"/>
                  </a:ext>
                </a:extLst>
              </p:cNvPr>
              <p:cNvSpPr>
                <a:spLocks noChangeArrowheads="1"/>
              </p:cNvSpPr>
              <p:nvPr/>
            </p:nvSpPr>
            <p:spPr bwMode="auto">
              <a:xfrm>
                <a:off x="2133600" y="3533745"/>
                <a:ext cx="36388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defRPr>
                    <a:solidFill>
                      <a:schemeClr val="tx1"/>
                    </a:solidFill>
                    <a:latin typeface="Arial" panose="020B0604020202020204" pitchFamily="34" charset="0"/>
                  </a:defRPr>
                </a:lvl1pPr>
                <a:lvl2pPr algn="l" eaLnBrk="0" hangingPunct="0">
                  <a:defRPr>
                    <a:solidFill>
                      <a:schemeClr val="tx1"/>
                    </a:solidFill>
                    <a:latin typeface="Arial" panose="020B0604020202020204" pitchFamily="34" charset="0"/>
                  </a:defRPr>
                </a:lvl2pPr>
                <a:lvl3pPr algn="l" eaLnBrk="0" hangingPunct="0">
                  <a:defRPr>
                    <a:solidFill>
                      <a:schemeClr val="tx1"/>
                    </a:solidFill>
                    <a:latin typeface="Arial" panose="020B0604020202020204" pitchFamily="34" charset="0"/>
                  </a:defRPr>
                </a:lvl3pPr>
                <a:lvl4pPr algn="l" eaLnBrk="0" hangingPunct="0">
                  <a:defRPr>
                    <a:solidFill>
                      <a:schemeClr val="tx1"/>
                    </a:solidFill>
                    <a:latin typeface="Arial" panose="020B0604020202020204" pitchFamily="34" charset="0"/>
                  </a:defRPr>
                </a:lvl4pPr>
                <a:lvl5pPr algn="l"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i="0" u="none" strike="noStrike" cap="none" normalizeH="0" baseline="0" dirty="0">
                    <a:ln>
                      <a:noFill/>
                    </a:ln>
                    <a:solidFill>
                      <a:srgbClr val="000000"/>
                    </a:solidFill>
                    <a:effectLst/>
                    <a:latin typeface="+mn-lt"/>
                  </a:rPr>
                  <a:t>Q</a:t>
                </a:r>
                <a:r>
                  <a:rPr kumimoji="0" lang="en-US" altLang="en-US" sz="1400" i="0" u="none" strike="noStrike" cap="none" normalizeH="0" baseline="-25000" dirty="0">
                    <a:ln>
                      <a:noFill/>
                    </a:ln>
                    <a:solidFill>
                      <a:srgbClr val="000000"/>
                    </a:solidFill>
                    <a:effectLst/>
                    <a:latin typeface="+mn-lt"/>
                  </a:rPr>
                  <a:t>N+1</a:t>
                </a:r>
                <a:endParaRPr kumimoji="0" lang="en-US" altLang="en-US" i="0" u="none" strike="noStrike" cap="none" normalizeH="0" baseline="-25000" dirty="0">
                  <a:ln>
                    <a:noFill/>
                  </a:ln>
                  <a:solidFill>
                    <a:schemeClr val="tx1"/>
                  </a:solidFill>
                  <a:effectLst/>
                  <a:latin typeface="+mn-lt"/>
                </a:endParaRPr>
              </a:p>
            </p:txBody>
          </p:sp>
          <p:cxnSp>
            <p:nvCxnSpPr>
              <p:cNvPr id="121101" name="直线连接符 121100">
                <a:extLst>
                  <a:ext uri="{FF2B5EF4-FFF2-40B4-BE49-F238E27FC236}">
                    <a16:creationId xmlns:a16="http://schemas.microsoft.com/office/drawing/2014/main" id="{E1CB0F1A-2BAE-2E5E-4B1F-42A117939DCF}"/>
                  </a:ext>
                </a:extLst>
              </p:cNvPr>
              <p:cNvCxnSpPr>
                <a:cxnSpLocks/>
              </p:cNvCxnSpPr>
              <p:nvPr/>
            </p:nvCxnSpPr>
            <p:spPr>
              <a:xfrm>
                <a:off x="952373" y="3943134"/>
                <a:ext cx="255288" cy="0"/>
              </a:xfrm>
              <a:prstGeom prst="line">
                <a:avLst/>
              </a:prstGeom>
              <a:ln w="19050" cap="rnd">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1102" name="直线连接符 121101">
                <a:extLst>
                  <a:ext uri="{FF2B5EF4-FFF2-40B4-BE49-F238E27FC236}">
                    <a16:creationId xmlns:a16="http://schemas.microsoft.com/office/drawing/2014/main" id="{167AF3B6-BB8E-EF0A-6610-092D9E768EEF}"/>
                  </a:ext>
                </a:extLst>
              </p:cNvPr>
              <p:cNvCxnSpPr>
                <a:cxnSpLocks/>
              </p:cNvCxnSpPr>
              <p:nvPr/>
            </p:nvCxnSpPr>
            <p:spPr>
              <a:xfrm>
                <a:off x="952373" y="3943134"/>
                <a:ext cx="0" cy="885933"/>
              </a:xfrm>
              <a:prstGeom prst="line">
                <a:avLst/>
              </a:prstGeom>
              <a:ln w="19050" cap="rnd">
                <a:solidFill>
                  <a:schemeClr val="tx1"/>
                </a:solidFill>
                <a:headEnd type="none"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21103" name="直线连接符 121102">
                <a:extLst>
                  <a:ext uri="{FF2B5EF4-FFF2-40B4-BE49-F238E27FC236}">
                    <a16:creationId xmlns:a16="http://schemas.microsoft.com/office/drawing/2014/main" id="{D0C7CB0A-9AD6-9F91-3B68-D1E729F9490A}"/>
                  </a:ext>
                </a:extLst>
              </p:cNvPr>
              <p:cNvCxnSpPr>
                <a:cxnSpLocks/>
              </p:cNvCxnSpPr>
              <p:nvPr/>
            </p:nvCxnSpPr>
            <p:spPr>
              <a:xfrm flipH="1">
                <a:off x="697085" y="3633772"/>
                <a:ext cx="510576" cy="0"/>
              </a:xfrm>
              <a:prstGeom prst="line">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1104" name="直线连接符 121103">
                <a:extLst>
                  <a:ext uri="{FF2B5EF4-FFF2-40B4-BE49-F238E27FC236}">
                    <a16:creationId xmlns:a16="http://schemas.microsoft.com/office/drawing/2014/main" id="{ADBA38F3-A758-29DB-3BA5-74BF0CA43134}"/>
                  </a:ext>
                </a:extLst>
              </p:cNvPr>
              <p:cNvCxnSpPr>
                <a:cxnSpLocks/>
              </p:cNvCxnSpPr>
              <p:nvPr/>
            </p:nvCxnSpPr>
            <p:spPr>
              <a:xfrm flipV="1">
                <a:off x="1591089" y="4241902"/>
                <a:ext cx="0" cy="270968"/>
              </a:xfrm>
              <a:prstGeom prst="line">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1105" name="直线连接符 121104">
                <a:extLst>
                  <a:ext uri="{FF2B5EF4-FFF2-40B4-BE49-F238E27FC236}">
                    <a16:creationId xmlns:a16="http://schemas.microsoft.com/office/drawing/2014/main" id="{A7601DD8-88B8-2DFD-7CC1-4FEA2D431B37}"/>
                  </a:ext>
                </a:extLst>
              </p:cNvPr>
              <p:cNvCxnSpPr>
                <a:cxnSpLocks/>
              </p:cNvCxnSpPr>
              <p:nvPr/>
            </p:nvCxnSpPr>
            <p:spPr>
              <a:xfrm flipV="1">
                <a:off x="2125661" y="4241902"/>
                <a:ext cx="0" cy="985327"/>
              </a:xfrm>
              <a:prstGeom prst="line">
                <a:avLst/>
              </a:prstGeom>
              <a:ln w="38100">
                <a:solidFill>
                  <a:schemeClr val="tx1"/>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121106" name="组合 121105">
              <a:extLst>
                <a:ext uri="{FF2B5EF4-FFF2-40B4-BE49-F238E27FC236}">
                  <a16:creationId xmlns:a16="http://schemas.microsoft.com/office/drawing/2014/main" id="{075EEA6B-0BF3-C17C-AEC0-2398790D903A}"/>
                </a:ext>
              </a:extLst>
            </p:cNvPr>
            <p:cNvGrpSpPr/>
            <p:nvPr/>
          </p:nvGrpSpPr>
          <p:grpSpPr>
            <a:xfrm>
              <a:off x="6111176" y="2600708"/>
              <a:ext cx="2338217" cy="2626521"/>
              <a:chOff x="697085" y="2600708"/>
              <a:chExt cx="2338217" cy="2626521"/>
            </a:xfrm>
          </p:grpSpPr>
          <p:sp>
            <p:nvSpPr>
              <p:cNvPr id="121107" name="Rectangle 25">
                <a:extLst>
                  <a:ext uri="{FF2B5EF4-FFF2-40B4-BE49-F238E27FC236}">
                    <a16:creationId xmlns:a16="http://schemas.microsoft.com/office/drawing/2014/main" id="{6F3FB06D-31A6-303F-F7A1-7B3E8B6D4A00}"/>
                  </a:ext>
                </a:extLst>
              </p:cNvPr>
              <p:cNvSpPr>
                <a:spLocks noChangeArrowheads="1"/>
              </p:cNvSpPr>
              <p:nvPr/>
            </p:nvSpPr>
            <p:spPr bwMode="auto">
              <a:xfrm>
                <a:off x="1131055" y="4454115"/>
                <a:ext cx="76944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defRPr>
                    <a:solidFill>
                      <a:schemeClr val="tx1"/>
                    </a:solidFill>
                    <a:latin typeface="Arial" panose="020B0604020202020204" pitchFamily="34" charset="0"/>
                  </a:defRPr>
                </a:lvl1pPr>
                <a:lvl2pPr algn="l" eaLnBrk="0" hangingPunct="0">
                  <a:defRPr>
                    <a:solidFill>
                      <a:schemeClr val="tx1"/>
                    </a:solidFill>
                    <a:latin typeface="Arial" panose="020B0604020202020204" pitchFamily="34" charset="0"/>
                  </a:defRPr>
                </a:lvl2pPr>
                <a:lvl3pPr algn="l" eaLnBrk="0" hangingPunct="0">
                  <a:defRPr>
                    <a:solidFill>
                      <a:schemeClr val="tx1"/>
                    </a:solidFill>
                    <a:latin typeface="Arial" panose="020B0604020202020204" pitchFamily="34" charset="0"/>
                  </a:defRPr>
                </a:lvl3pPr>
                <a:lvl4pPr algn="l" eaLnBrk="0" hangingPunct="0">
                  <a:defRPr>
                    <a:solidFill>
                      <a:schemeClr val="tx1"/>
                    </a:solidFill>
                    <a:latin typeface="Arial" panose="020B0604020202020204" pitchFamily="34" charset="0"/>
                  </a:defRPr>
                </a:lvl4pPr>
                <a:lvl5pPr algn="l"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dirty="0">
                    <a:ln>
                      <a:noFill/>
                    </a:ln>
                    <a:solidFill>
                      <a:srgbClr val="000000"/>
                    </a:solidFill>
                    <a:effectLst/>
                    <a:latin typeface="+mn-lt"/>
                  </a:rPr>
                  <a:t>Input[3]</a:t>
                </a:r>
                <a:endParaRPr kumimoji="0" lang="en-US" altLang="en-US" sz="1600" i="0" u="none" strike="noStrike" cap="none" normalizeH="0" baseline="0" dirty="0">
                  <a:ln>
                    <a:noFill/>
                  </a:ln>
                  <a:solidFill>
                    <a:schemeClr val="tx1"/>
                  </a:solidFill>
                  <a:effectLst/>
                  <a:latin typeface="+mn-lt"/>
                </a:endParaRPr>
              </a:p>
            </p:txBody>
          </p:sp>
          <p:sp>
            <p:nvSpPr>
              <p:cNvPr id="121108" name="Rectangle 33">
                <a:extLst>
                  <a:ext uri="{FF2B5EF4-FFF2-40B4-BE49-F238E27FC236}">
                    <a16:creationId xmlns:a16="http://schemas.microsoft.com/office/drawing/2014/main" id="{78CEDB2A-D9D3-6FFE-E469-E4165C23466D}"/>
                  </a:ext>
                </a:extLst>
              </p:cNvPr>
              <p:cNvSpPr>
                <a:spLocks noChangeArrowheads="1"/>
              </p:cNvSpPr>
              <p:nvPr/>
            </p:nvSpPr>
            <p:spPr bwMode="auto">
              <a:xfrm>
                <a:off x="1332774" y="2600708"/>
                <a:ext cx="9489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defRPr>
                    <a:solidFill>
                      <a:schemeClr val="tx1"/>
                    </a:solidFill>
                    <a:latin typeface="Arial" panose="020B0604020202020204" pitchFamily="34" charset="0"/>
                  </a:defRPr>
                </a:lvl1pPr>
                <a:lvl2pPr algn="l" eaLnBrk="0" hangingPunct="0">
                  <a:defRPr>
                    <a:solidFill>
                      <a:schemeClr val="tx1"/>
                    </a:solidFill>
                    <a:latin typeface="Arial" panose="020B0604020202020204" pitchFamily="34" charset="0"/>
                  </a:defRPr>
                </a:lvl2pPr>
                <a:lvl3pPr algn="l" eaLnBrk="0" hangingPunct="0">
                  <a:defRPr>
                    <a:solidFill>
                      <a:schemeClr val="tx1"/>
                    </a:solidFill>
                    <a:latin typeface="Arial" panose="020B0604020202020204" pitchFamily="34" charset="0"/>
                  </a:defRPr>
                </a:lvl3pPr>
                <a:lvl4pPr algn="l" eaLnBrk="0" hangingPunct="0">
                  <a:defRPr>
                    <a:solidFill>
                      <a:schemeClr val="tx1"/>
                    </a:solidFill>
                    <a:latin typeface="Arial" panose="020B0604020202020204" pitchFamily="34" charset="0"/>
                  </a:defRPr>
                </a:lvl4pPr>
                <a:lvl5pPr algn="l"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dirty="0">
                    <a:ln>
                      <a:noFill/>
                    </a:ln>
                    <a:solidFill>
                      <a:srgbClr val="000000"/>
                    </a:solidFill>
                    <a:effectLst/>
                    <a:latin typeface="+mn-lt"/>
                  </a:rPr>
                  <a:t>Output[3]</a:t>
                </a:r>
                <a:endParaRPr kumimoji="0" lang="en-US" altLang="en-US" sz="1600" i="0" u="none" strike="noStrike" cap="none" normalizeH="0" baseline="0" dirty="0">
                  <a:ln>
                    <a:noFill/>
                  </a:ln>
                  <a:solidFill>
                    <a:schemeClr val="tx1"/>
                  </a:solidFill>
                  <a:effectLst/>
                  <a:latin typeface="+mn-lt"/>
                </a:endParaRPr>
              </a:p>
            </p:txBody>
          </p:sp>
          <p:sp>
            <p:nvSpPr>
              <p:cNvPr id="121109" name="Freeform 40">
                <a:extLst>
                  <a:ext uri="{FF2B5EF4-FFF2-40B4-BE49-F238E27FC236}">
                    <a16:creationId xmlns:a16="http://schemas.microsoft.com/office/drawing/2014/main" id="{48F3EA75-2753-748D-C942-1C8B655C3BBE}"/>
                  </a:ext>
                </a:extLst>
              </p:cNvPr>
              <p:cNvSpPr>
                <a:spLocks/>
              </p:cNvSpPr>
              <p:nvPr/>
            </p:nvSpPr>
            <p:spPr bwMode="auto">
              <a:xfrm>
                <a:off x="1221187" y="3276992"/>
                <a:ext cx="1303539" cy="951867"/>
              </a:xfrm>
              <a:custGeom>
                <a:avLst/>
                <a:gdLst>
                  <a:gd name="T0" fmla="*/ 0 w 1600"/>
                  <a:gd name="T1" fmla="*/ 0 h 1080"/>
                  <a:gd name="T2" fmla="*/ 0 w 1600"/>
                  <a:gd name="T3" fmla="*/ 0 h 1080"/>
                  <a:gd name="T4" fmla="*/ 1600 w 1600"/>
                  <a:gd name="T5" fmla="*/ 0 h 1080"/>
                  <a:gd name="T6" fmla="*/ 1600 w 1600"/>
                  <a:gd name="T7" fmla="*/ 1080 h 1080"/>
                  <a:gd name="T8" fmla="*/ 0 w 1600"/>
                  <a:gd name="T9" fmla="*/ 1080 h 1080"/>
                  <a:gd name="T10" fmla="*/ 0 w 1600"/>
                  <a:gd name="T11" fmla="*/ 0 h 1080"/>
                </a:gdLst>
                <a:ahLst/>
                <a:cxnLst>
                  <a:cxn ang="0">
                    <a:pos x="T0" y="T1"/>
                  </a:cxn>
                  <a:cxn ang="0">
                    <a:pos x="T2" y="T3"/>
                  </a:cxn>
                  <a:cxn ang="0">
                    <a:pos x="T4" y="T5"/>
                  </a:cxn>
                  <a:cxn ang="0">
                    <a:pos x="T6" y="T7"/>
                  </a:cxn>
                  <a:cxn ang="0">
                    <a:pos x="T8" y="T9"/>
                  </a:cxn>
                  <a:cxn ang="0">
                    <a:pos x="T10" y="T11"/>
                  </a:cxn>
                </a:cxnLst>
                <a:rect l="0" t="0" r="r" b="b"/>
                <a:pathLst>
                  <a:path w="1600" h="1080">
                    <a:moveTo>
                      <a:pt x="0" y="0"/>
                    </a:moveTo>
                    <a:lnTo>
                      <a:pt x="0" y="0"/>
                    </a:lnTo>
                    <a:lnTo>
                      <a:pt x="1600" y="0"/>
                    </a:lnTo>
                    <a:lnTo>
                      <a:pt x="1600" y="1080"/>
                    </a:lnTo>
                    <a:lnTo>
                      <a:pt x="0" y="1080"/>
                    </a:lnTo>
                    <a:lnTo>
                      <a:pt x="0" y="0"/>
                    </a:lnTo>
                    <a:close/>
                  </a:path>
                </a:pathLst>
              </a:custGeom>
              <a:noFill/>
              <a:ln w="3016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21110" name="Rectangle 48">
                <a:extLst>
                  <a:ext uri="{FF2B5EF4-FFF2-40B4-BE49-F238E27FC236}">
                    <a16:creationId xmlns:a16="http://schemas.microsoft.com/office/drawing/2014/main" id="{F6EB7CB4-7B5D-D8B0-2105-F479B03523A6}"/>
                  </a:ext>
                </a:extLst>
              </p:cNvPr>
              <p:cNvSpPr>
                <a:spLocks noChangeArrowheads="1"/>
              </p:cNvSpPr>
              <p:nvPr/>
            </p:nvSpPr>
            <p:spPr bwMode="auto">
              <a:xfrm>
                <a:off x="1278671" y="3829856"/>
                <a:ext cx="44884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defRPr>
                    <a:solidFill>
                      <a:schemeClr val="tx1"/>
                    </a:solidFill>
                    <a:latin typeface="Arial" panose="020B0604020202020204" pitchFamily="34" charset="0"/>
                  </a:defRPr>
                </a:lvl1pPr>
                <a:lvl2pPr algn="l" eaLnBrk="0" hangingPunct="0">
                  <a:defRPr>
                    <a:solidFill>
                      <a:schemeClr val="tx1"/>
                    </a:solidFill>
                    <a:latin typeface="Arial" panose="020B0604020202020204" pitchFamily="34" charset="0"/>
                  </a:defRPr>
                </a:lvl2pPr>
                <a:lvl3pPr algn="l" eaLnBrk="0" hangingPunct="0">
                  <a:defRPr>
                    <a:solidFill>
                      <a:schemeClr val="tx1"/>
                    </a:solidFill>
                    <a:latin typeface="Arial" panose="020B0604020202020204" pitchFamily="34" charset="0"/>
                  </a:defRPr>
                </a:lvl3pPr>
                <a:lvl4pPr algn="l" eaLnBrk="0" hangingPunct="0">
                  <a:defRPr>
                    <a:solidFill>
                      <a:schemeClr val="tx1"/>
                    </a:solidFill>
                    <a:latin typeface="Arial" panose="020B0604020202020204" pitchFamily="34" charset="0"/>
                  </a:defRPr>
                </a:lvl4pPr>
                <a:lvl5pPr algn="l"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i="0" u="none" strike="noStrike" cap="none" normalizeH="0" baseline="0" dirty="0">
                    <a:ln>
                      <a:noFill/>
                    </a:ln>
                    <a:solidFill>
                      <a:srgbClr val="000000"/>
                    </a:solidFill>
                    <a:effectLst/>
                    <a:latin typeface="+mn-lt"/>
                  </a:rPr>
                  <a:t>Clock</a:t>
                </a:r>
                <a:endParaRPr kumimoji="0" lang="en-US" altLang="en-US" i="0" u="none" strike="noStrike" cap="none" normalizeH="0" baseline="0" dirty="0">
                  <a:ln>
                    <a:noFill/>
                  </a:ln>
                  <a:solidFill>
                    <a:schemeClr val="tx1"/>
                  </a:solidFill>
                  <a:effectLst/>
                  <a:latin typeface="+mn-lt"/>
                </a:endParaRPr>
              </a:p>
            </p:txBody>
          </p:sp>
          <p:sp>
            <p:nvSpPr>
              <p:cNvPr id="121111" name="Rectangle 51">
                <a:extLst>
                  <a:ext uri="{FF2B5EF4-FFF2-40B4-BE49-F238E27FC236}">
                    <a16:creationId xmlns:a16="http://schemas.microsoft.com/office/drawing/2014/main" id="{C280BFF0-C9AE-C4EA-883D-4D30C35E9F7D}"/>
                  </a:ext>
                </a:extLst>
              </p:cNvPr>
              <p:cNvSpPr>
                <a:spLocks noChangeArrowheads="1"/>
              </p:cNvSpPr>
              <p:nvPr/>
            </p:nvSpPr>
            <p:spPr bwMode="auto">
              <a:xfrm>
                <a:off x="1398393" y="3995820"/>
                <a:ext cx="37830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defRPr>
                    <a:solidFill>
                      <a:schemeClr val="tx1"/>
                    </a:solidFill>
                    <a:latin typeface="Arial" panose="020B0604020202020204" pitchFamily="34" charset="0"/>
                  </a:defRPr>
                </a:lvl1pPr>
                <a:lvl2pPr algn="l" eaLnBrk="0" hangingPunct="0">
                  <a:defRPr>
                    <a:solidFill>
                      <a:schemeClr val="tx1"/>
                    </a:solidFill>
                    <a:latin typeface="Arial" panose="020B0604020202020204" pitchFamily="34" charset="0"/>
                  </a:defRPr>
                </a:lvl2pPr>
                <a:lvl3pPr algn="l" eaLnBrk="0" hangingPunct="0">
                  <a:defRPr>
                    <a:solidFill>
                      <a:schemeClr val="tx1"/>
                    </a:solidFill>
                    <a:latin typeface="Arial" panose="020B0604020202020204" pitchFamily="34" charset="0"/>
                  </a:defRPr>
                </a:lvl3pPr>
                <a:lvl4pPr algn="l" eaLnBrk="0" hangingPunct="0">
                  <a:defRPr>
                    <a:solidFill>
                      <a:schemeClr val="tx1"/>
                    </a:solidFill>
                    <a:latin typeface="Arial" panose="020B0604020202020204" pitchFamily="34" charset="0"/>
                  </a:defRPr>
                </a:lvl4pPr>
                <a:lvl5pPr algn="l"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i="0" u="none" strike="noStrike" cap="none" normalizeH="0" baseline="0" dirty="0">
                    <a:ln>
                      <a:noFill/>
                    </a:ln>
                    <a:solidFill>
                      <a:srgbClr val="000000"/>
                    </a:solidFill>
                    <a:effectLst/>
                    <a:latin typeface="+mn-lt"/>
                  </a:rPr>
                  <a:t>In[N</a:t>
                </a:r>
                <a:r>
                  <a:rPr lang="en-US" altLang="en-US" sz="1400" dirty="0">
                    <a:solidFill>
                      <a:srgbClr val="000000"/>
                    </a:solidFill>
                    <a:latin typeface="+mn-lt"/>
                  </a:rPr>
                  <a:t>]</a:t>
                </a:r>
                <a:endParaRPr kumimoji="0" lang="en-US" altLang="en-US" i="0" u="none" strike="noStrike" cap="none" normalizeH="0" baseline="0" dirty="0">
                  <a:ln>
                    <a:noFill/>
                  </a:ln>
                  <a:solidFill>
                    <a:schemeClr val="tx1"/>
                  </a:solidFill>
                  <a:effectLst/>
                  <a:latin typeface="+mn-lt"/>
                </a:endParaRPr>
              </a:p>
            </p:txBody>
          </p:sp>
          <p:sp>
            <p:nvSpPr>
              <p:cNvPr id="121112" name="Rectangle 62">
                <a:extLst>
                  <a:ext uri="{FF2B5EF4-FFF2-40B4-BE49-F238E27FC236}">
                    <a16:creationId xmlns:a16="http://schemas.microsoft.com/office/drawing/2014/main" id="{0A28D407-C521-CF46-2695-FD8D4CF5674F}"/>
                  </a:ext>
                </a:extLst>
              </p:cNvPr>
              <p:cNvSpPr>
                <a:spLocks noChangeArrowheads="1"/>
              </p:cNvSpPr>
              <p:nvPr/>
            </p:nvSpPr>
            <p:spPr bwMode="auto">
              <a:xfrm>
                <a:off x="1281709" y="3533745"/>
                <a:ext cx="226024"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defRPr>
                    <a:solidFill>
                      <a:schemeClr val="tx1"/>
                    </a:solidFill>
                    <a:latin typeface="Arial" panose="020B0604020202020204" pitchFamily="34" charset="0"/>
                  </a:defRPr>
                </a:lvl1pPr>
                <a:lvl2pPr algn="l" eaLnBrk="0" hangingPunct="0">
                  <a:defRPr>
                    <a:solidFill>
                      <a:schemeClr val="tx1"/>
                    </a:solidFill>
                    <a:latin typeface="Arial" panose="020B0604020202020204" pitchFamily="34" charset="0"/>
                  </a:defRPr>
                </a:lvl2pPr>
                <a:lvl3pPr algn="l" eaLnBrk="0" hangingPunct="0">
                  <a:defRPr>
                    <a:solidFill>
                      <a:schemeClr val="tx1"/>
                    </a:solidFill>
                    <a:latin typeface="Arial" panose="020B0604020202020204" pitchFamily="34" charset="0"/>
                  </a:defRPr>
                </a:lvl3pPr>
                <a:lvl4pPr algn="l" eaLnBrk="0" hangingPunct="0">
                  <a:defRPr>
                    <a:solidFill>
                      <a:schemeClr val="tx1"/>
                    </a:solidFill>
                    <a:latin typeface="Arial" panose="020B0604020202020204" pitchFamily="34" charset="0"/>
                  </a:defRPr>
                </a:lvl4pPr>
                <a:lvl5pPr algn="l"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i="0" u="none" strike="noStrike" cap="none" normalizeH="0" baseline="0" dirty="0">
                    <a:ln>
                      <a:noFill/>
                    </a:ln>
                    <a:solidFill>
                      <a:srgbClr val="000000"/>
                    </a:solidFill>
                    <a:effectLst/>
                    <a:latin typeface="+mn-lt"/>
                  </a:rPr>
                  <a:t>Q</a:t>
                </a:r>
                <a:r>
                  <a:rPr kumimoji="0" lang="en-US" altLang="en-US" sz="1400" i="0" u="none" strike="noStrike" cap="none" normalizeH="0" baseline="-25000" dirty="0">
                    <a:ln>
                      <a:noFill/>
                    </a:ln>
                    <a:solidFill>
                      <a:srgbClr val="000000"/>
                    </a:solidFill>
                    <a:effectLst/>
                    <a:latin typeface="+mn-lt"/>
                  </a:rPr>
                  <a:t>N</a:t>
                </a:r>
                <a:endParaRPr kumimoji="0" lang="en-US" altLang="en-US" i="0" u="none" strike="noStrike" cap="none" normalizeH="0" baseline="-25000" dirty="0">
                  <a:ln>
                    <a:noFill/>
                  </a:ln>
                  <a:solidFill>
                    <a:schemeClr val="tx1"/>
                  </a:solidFill>
                  <a:effectLst/>
                  <a:latin typeface="+mn-lt"/>
                </a:endParaRPr>
              </a:p>
            </p:txBody>
          </p:sp>
          <p:cxnSp>
            <p:nvCxnSpPr>
              <p:cNvPr id="121113" name="直线连接符 121112">
                <a:extLst>
                  <a:ext uri="{FF2B5EF4-FFF2-40B4-BE49-F238E27FC236}">
                    <a16:creationId xmlns:a16="http://schemas.microsoft.com/office/drawing/2014/main" id="{80F13771-6C47-F115-97CD-95A9C94AD6D6}"/>
                  </a:ext>
                </a:extLst>
              </p:cNvPr>
              <p:cNvCxnSpPr>
                <a:cxnSpLocks/>
              </p:cNvCxnSpPr>
              <p:nvPr/>
            </p:nvCxnSpPr>
            <p:spPr>
              <a:xfrm flipV="1">
                <a:off x="1856601" y="2886335"/>
                <a:ext cx="0" cy="385831"/>
              </a:xfrm>
              <a:prstGeom prst="line">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1114" name="直线连接符 121113">
                <a:extLst>
                  <a:ext uri="{FF2B5EF4-FFF2-40B4-BE49-F238E27FC236}">
                    <a16:creationId xmlns:a16="http://schemas.microsoft.com/office/drawing/2014/main" id="{2A042D8F-4C5A-5214-9B76-7A580354785C}"/>
                  </a:ext>
                </a:extLst>
              </p:cNvPr>
              <p:cNvCxnSpPr>
                <a:cxnSpLocks/>
              </p:cNvCxnSpPr>
              <p:nvPr/>
            </p:nvCxnSpPr>
            <p:spPr>
              <a:xfrm>
                <a:off x="697085" y="3429000"/>
                <a:ext cx="510576" cy="0"/>
              </a:xfrm>
              <a:prstGeom prst="line">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1115" name="Rectangle 62">
                <a:extLst>
                  <a:ext uri="{FF2B5EF4-FFF2-40B4-BE49-F238E27FC236}">
                    <a16:creationId xmlns:a16="http://schemas.microsoft.com/office/drawing/2014/main" id="{B1CE20A3-8BA1-8E81-C8BF-FCD7F52F0931}"/>
                  </a:ext>
                </a:extLst>
              </p:cNvPr>
              <p:cNvSpPr>
                <a:spLocks noChangeArrowheads="1"/>
              </p:cNvSpPr>
              <p:nvPr/>
            </p:nvSpPr>
            <p:spPr bwMode="auto">
              <a:xfrm>
                <a:off x="1281709" y="3321256"/>
                <a:ext cx="333425"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defRPr>
                    <a:solidFill>
                      <a:schemeClr val="tx1"/>
                    </a:solidFill>
                    <a:latin typeface="Arial" panose="020B0604020202020204" pitchFamily="34" charset="0"/>
                  </a:defRPr>
                </a:lvl1pPr>
                <a:lvl2pPr algn="l" eaLnBrk="0" hangingPunct="0">
                  <a:defRPr>
                    <a:solidFill>
                      <a:schemeClr val="tx1"/>
                    </a:solidFill>
                    <a:latin typeface="Arial" panose="020B0604020202020204" pitchFamily="34" charset="0"/>
                  </a:defRPr>
                </a:lvl2pPr>
                <a:lvl3pPr algn="l" eaLnBrk="0" hangingPunct="0">
                  <a:defRPr>
                    <a:solidFill>
                      <a:schemeClr val="tx1"/>
                    </a:solidFill>
                    <a:latin typeface="Arial" panose="020B0604020202020204" pitchFamily="34" charset="0"/>
                  </a:defRPr>
                </a:lvl3pPr>
                <a:lvl4pPr algn="l" eaLnBrk="0" hangingPunct="0">
                  <a:defRPr>
                    <a:solidFill>
                      <a:schemeClr val="tx1"/>
                    </a:solidFill>
                    <a:latin typeface="Arial" panose="020B0604020202020204" pitchFamily="34" charset="0"/>
                  </a:defRPr>
                </a:lvl4pPr>
                <a:lvl5pPr algn="l"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i="0" u="none" strike="noStrike" cap="none" normalizeH="0" baseline="0" dirty="0">
                    <a:ln>
                      <a:noFill/>
                    </a:ln>
                    <a:solidFill>
                      <a:srgbClr val="000000"/>
                    </a:solidFill>
                    <a:effectLst/>
                    <a:latin typeface="+mn-lt"/>
                  </a:rPr>
                  <a:t>Q</a:t>
                </a:r>
                <a:r>
                  <a:rPr kumimoji="0" lang="en-US" altLang="en-US" sz="1400" i="0" u="none" strike="noStrike" cap="none" normalizeH="0" baseline="-25000" dirty="0">
                    <a:ln>
                      <a:noFill/>
                    </a:ln>
                    <a:solidFill>
                      <a:srgbClr val="000000"/>
                    </a:solidFill>
                    <a:effectLst/>
                    <a:latin typeface="+mn-lt"/>
                  </a:rPr>
                  <a:t>N-1</a:t>
                </a:r>
                <a:endParaRPr kumimoji="0" lang="en-US" altLang="en-US" i="0" u="none" strike="noStrike" cap="none" normalizeH="0" baseline="-25000" dirty="0">
                  <a:ln>
                    <a:noFill/>
                  </a:ln>
                  <a:solidFill>
                    <a:schemeClr val="tx1"/>
                  </a:solidFill>
                  <a:effectLst/>
                  <a:latin typeface="+mn-lt"/>
                </a:endParaRPr>
              </a:p>
            </p:txBody>
          </p:sp>
          <p:sp>
            <p:nvSpPr>
              <p:cNvPr id="121116" name="Rectangle 62">
                <a:extLst>
                  <a:ext uri="{FF2B5EF4-FFF2-40B4-BE49-F238E27FC236}">
                    <a16:creationId xmlns:a16="http://schemas.microsoft.com/office/drawing/2014/main" id="{70668737-9E7D-072C-E388-BAF6E44FA6F3}"/>
                  </a:ext>
                </a:extLst>
              </p:cNvPr>
              <p:cNvSpPr>
                <a:spLocks noChangeArrowheads="1"/>
              </p:cNvSpPr>
              <p:nvPr/>
            </p:nvSpPr>
            <p:spPr bwMode="auto">
              <a:xfrm>
                <a:off x="1763131" y="3321256"/>
                <a:ext cx="226024"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defRPr>
                    <a:solidFill>
                      <a:schemeClr val="tx1"/>
                    </a:solidFill>
                    <a:latin typeface="Arial" panose="020B0604020202020204" pitchFamily="34" charset="0"/>
                  </a:defRPr>
                </a:lvl1pPr>
                <a:lvl2pPr algn="l" eaLnBrk="0" hangingPunct="0">
                  <a:defRPr>
                    <a:solidFill>
                      <a:schemeClr val="tx1"/>
                    </a:solidFill>
                    <a:latin typeface="Arial" panose="020B0604020202020204" pitchFamily="34" charset="0"/>
                  </a:defRPr>
                </a:lvl2pPr>
                <a:lvl3pPr algn="l" eaLnBrk="0" hangingPunct="0">
                  <a:defRPr>
                    <a:solidFill>
                      <a:schemeClr val="tx1"/>
                    </a:solidFill>
                    <a:latin typeface="Arial" panose="020B0604020202020204" pitchFamily="34" charset="0"/>
                  </a:defRPr>
                </a:lvl3pPr>
                <a:lvl4pPr algn="l" eaLnBrk="0" hangingPunct="0">
                  <a:defRPr>
                    <a:solidFill>
                      <a:schemeClr val="tx1"/>
                    </a:solidFill>
                    <a:latin typeface="Arial" panose="020B0604020202020204" pitchFamily="34" charset="0"/>
                  </a:defRPr>
                </a:lvl4pPr>
                <a:lvl5pPr algn="l"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i="0" u="none" strike="noStrike" cap="none" normalizeH="0" baseline="0" dirty="0">
                    <a:ln>
                      <a:noFill/>
                    </a:ln>
                    <a:solidFill>
                      <a:srgbClr val="000000"/>
                    </a:solidFill>
                    <a:effectLst/>
                    <a:latin typeface="+mn-lt"/>
                  </a:rPr>
                  <a:t>Q</a:t>
                </a:r>
                <a:r>
                  <a:rPr kumimoji="0" lang="en-US" altLang="en-US" sz="1400" i="0" u="none" strike="noStrike" cap="none" normalizeH="0" baseline="-25000" dirty="0">
                    <a:ln>
                      <a:noFill/>
                    </a:ln>
                    <a:solidFill>
                      <a:srgbClr val="000000"/>
                    </a:solidFill>
                    <a:effectLst/>
                    <a:latin typeface="+mn-lt"/>
                  </a:rPr>
                  <a:t>N</a:t>
                </a:r>
                <a:endParaRPr kumimoji="0" lang="en-US" altLang="en-US" i="0" u="none" strike="noStrike" cap="none" normalizeH="0" baseline="-25000" dirty="0">
                  <a:ln>
                    <a:noFill/>
                  </a:ln>
                  <a:solidFill>
                    <a:schemeClr val="tx1"/>
                  </a:solidFill>
                  <a:effectLst/>
                  <a:latin typeface="+mn-lt"/>
                </a:endParaRPr>
              </a:p>
            </p:txBody>
          </p:sp>
          <p:sp>
            <p:nvSpPr>
              <p:cNvPr id="121117" name="Rectangle 62">
                <a:extLst>
                  <a:ext uri="{FF2B5EF4-FFF2-40B4-BE49-F238E27FC236}">
                    <a16:creationId xmlns:a16="http://schemas.microsoft.com/office/drawing/2014/main" id="{A97F6D1F-0AF4-E2AF-B48B-BF0468101B93}"/>
                  </a:ext>
                </a:extLst>
              </p:cNvPr>
              <p:cNvSpPr>
                <a:spLocks noChangeArrowheads="1"/>
              </p:cNvSpPr>
              <p:nvPr/>
            </p:nvSpPr>
            <p:spPr bwMode="auto">
              <a:xfrm>
                <a:off x="2260237" y="3321256"/>
                <a:ext cx="226024"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defRPr>
                    <a:solidFill>
                      <a:schemeClr val="tx1"/>
                    </a:solidFill>
                    <a:latin typeface="Arial" panose="020B0604020202020204" pitchFamily="34" charset="0"/>
                  </a:defRPr>
                </a:lvl1pPr>
                <a:lvl2pPr algn="l" eaLnBrk="0" hangingPunct="0">
                  <a:defRPr>
                    <a:solidFill>
                      <a:schemeClr val="tx1"/>
                    </a:solidFill>
                    <a:latin typeface="Arial" panose="020B0604020202020204" pitchFamily="34" charset="0"/>
                  </a:defRPr>
                </a:lvl2pPr>
                <a:lvl3pPr algn="l" eaLnBrk="0" hangingPunct="0">
                  <a:defRPr>
                    <a:solidFill>
                      <a:schemeClr val="tx1"/>
                    </a:solidFill>
                    <a:latin typeface="Arial" panose="020B0604020202020204" pitchFamily="34" charset="0"/>
                  </a:defRPr>
                </a:lvl3pPr>
                <a:lvl4pPr algn="l" eaLnBrk="0" hangingPunct="0">
                  <a:defRPr>
                    <a:solidFill>
                      <a:schemeClr val="tx1"/>
                    </a:solidFill>
                    <a:latin typeface="Arial" panose="020B0604020202020204" pitchFamily="34" charset="0"/>
                  </a:defRPr>
                </a:lvl4pPr>
                <a:lvl5pPr algn="l"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i="0" u="none" strike="noStrike" cap="none" normalizeH="0" baseline="0" dirty="0">
                    <a:ln>
                      <a:noFill/>
                    </a:ln>
                    <a:solidFill>
                      <a:srgbClr val="000000"/>
                    </a:solidFill>
                    <a:effectLst/>
                    <a:latin typeface="+mn-lt"/>
                  </a:rPr>
                  <a:t>Q</a:t>
                </a:r>
                <a:r>
                  <a:rPr kumimoji="0" lang="en-US" altLang="en-US" sz="1400" i="0" u="none" strike="noStrike" cap="none" normalizeH="0" baseline="-25000" dirty="0">
                    <a:ln>
                      <a:noFill/>
                    </a:ln>
                    <a:solidFill>
                      <a:srgbClr val="000000"/>
                    </a:solidFill>
                    <a:effectLst/>
                    <a:latin typeface="+mn-lt"/>
                  </a:rPr>
                  <a:t>N</a:t>
                </a:r>
                <a:endParaRPr kumimoji="0" lang="en-US" altLang="en-US" i="0" u="none" strike="noStrike" cap="none" normalizeH="0" baseline="-25000" dirty="0">
                  <a:ln>
                    <a:noFill/>
                  </a:ln>
                  <a:solidFill>
                    <a:schemeClr val="tx1"/>
                  </a:solidFill>
                  <a:effectLst/>
                  <a:latin typeface="+mn-lt"/>
                </a:endParaRPr>
              </a:p>
            </p:txBody>
          </p:sp>
          <p:sp>
            <p:nvSpPr>
              <p:cNvPr id="121118" name="Rectangle 62">
                <a:extLst>
                  <a:ext uri="{FF2B5EF4-FFF2-40B4-BE49-F238E27FC236}">
                    <a16:creationId xmlns:a16="http://schemas.microsoft.com/office/drawing/2014/main" id="{F23BA2CF-0321-B97A-16A2-9966B4F93D38}"/>
                  </a:ext>
                </a:extLst>
              </p:cNvPr>
              <p:cNvSpPr>
                <a:spLocks noChangeArrowheads="1"/>
              </p:cNvSpPr>
              <p:nvPr/>
            </p:nvSpPr>
            <p:spPr bwMode="auto">
              <a:xfrm>
                <a:off x="2133600" y="3533745"/>
                <a:ext cx="36388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lgn="l" eaLnBrk="0" hangingPunct="0">
                  <a:defRPr>
                    <a:solidFill>
                      <a:schemeClr val="tx1"/>
                    </a:solidFill>
                    <a:latin typeface="Arial" panose="020B0604020202020204" pitchFamily="34" charset="0"/>
                  </a:defRPr>
                </a:lvl1pPr>
                <a:lvl2pPr algn="l" eaLnBrk="0" hangingPunct="0">
                  <a:defRPr>
                    <a:solidFill>
                      <a:schemeClr val="tx1"/>
                    </a:solidFill>
                    <a:latin typeface="Arial" panose="020B0604020202020204" pitchFamily="34" charset="0"/>
                  </a:defRPr>
                </a:lvl2pPr>
                <a:lvl3pPr algn="l" eaLnBrk="0" hangingPunct="0">
                  <a:defRPr>
                    <a:solidFill>
                      <a:schemeClr val="tx1"/>
                    </a:solidFill>
                    <a:latin typeface="Arial" panose="020B0604020202020204" pitchFamily="34" charset="0"/>
                  </a:defRPr>
                </a:lvl3pPr>
                <a:lvl4pPr algn="l" eaLnBrk="0" hangingPunct="0">
                  <a:defRPr>
                    <a:solidFill>
                      <a:schemeClr val="tx1"/>
                    </a:solidFill>
                    <a:latin typeface="Arial" panose="020B0604020202020204" pitchFamily="34" charset="0"/>
                  </a:defRPr>
                </a:lvl4pPr>
                <a:lvl5pPr algn="l"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i="0" u="none" strike="noStrike" cap="none" normalizeH="0" baseline="0" dirty="0">
                    <a:ln>
                      <a:noFill/>
                    </a:ln>
                    <a:solidFill>
                      <a:srgbClr val="000000"/>
                    </a:solidFill>
                    <a:effectLst/>
                    <a:latin typeface="+mn-lt"/>
                  </a:rPr>
                  <a:t>Q</a:t>
                </a:r>
                <a:r>
                  <a:rPr kumimoji="0" lang="en-US" altLang="en-US" sz="1400" i="0" u="none" strike="noStrike" cap="none" normalizeH="0" baseline="-25000" dirty="0">
                    <a:ln>
                      <a:noFill/>
                    </a:ln>
                    <a:solidFill>
                      <a:srgbClr val="000000"/>
                    </a:solidFill>
                    <a:effectLst/>
                    <a:latin typeface="+mn-lt"/>
                  </a:rPr>
                  <a:t>N+1</a:t>
                </a:r>
                <a:endParaRPr kumimoji="0" lang="en-US" altLang="en-US" i="0" u="none" strike="noStrike" cap="none" normalizeH="0" baseline="-25000" dirty="0">
                  <a:ln>
                    <a:noFill/>
                  </a:ln>
                  <a:solidFill>
                    <a:schemeClr val="tx1"/>
                  </a:solidFill>
                  <a:effectLst/>
                  <a:latin typeface="+mn-lt"/>
                </a:endParaRPr>
              </a:p>
            </p:txBody>
          </p:sp>
          <p:cxnSp>
            <p:nvCxnSpPr>
              <p:cNvPr id="121119" name="直线连接符 121118">
                <a:extLst>
                  <a:ext uri="{FF2B5EF4-FFF2-40B4-BE49-F238E27FC236}">
                    <a16:creationId xmlns:a16="http://schemas.microsoft.com/office/drawing/2014/main" id="{E957A506-FA5C-32C0-4C21-7A719ED6A818}"/>
                  </a:ext>
                </a:extLst>
              </p:cNvPr>
              <p:cNvCxnSpPr>
                <a:cxnSpLocks/>
              </p:cNvCxnSpPr>
              <p:nvPr/>
            </p:nvCxnSpPr>
            <p:spPr>
              <a:xfrm>
                <a:off x="952373" y="3943134"/>
                <a:ext cx="255288" cy="0"/>
              </a:xfrm>
              <a:prstGeom prst="line">
                <a:avLst/>
              </a:prstGeom>
              <a:ln w="19050" cap="rnd">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1120" name="直线连接符 121119">
                <a:extLst>
                  <a:ext uri="{FF2B5EF4-FFF2-40B4-BE49-F238E27FC236}">
                    <a16:creationId xmlns:a16="http://schemas.microsoft.com/office/drawing/2014/main" id="{816E5129-EA0D-C298-D984-0F49FBE30A5B}"/>
                  </a:ext>
                </a:extLst>
              </p:cNvPr>
              <p:cNvCxnSpPr>
                <a:cxnSpLocks/>
              </p:cNvCxnSpPr>
              <p:nvPr/>
            </p:nvCxnSpPr>
            <p:spPr>
              <a:xfrm>
                <a:off x="952373" y="3943134"/>
                <a:ext cx="0" cy="885933"/>
              </a:xfrm>
              <a:prstGeom prst="line">
                <a:avLst/>
              </a:prstGeom>
              <a:ln w="19050" cap="rnd">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1121" name="直线连接符 121120">
                <a:extLst>
                  <a:ext uri="{FF2B5EF4-FFF2-40B4-BE49-F238E27FC236}">
                    <a16:creationId xmlns:a16="http://schemas.microsoft.com/office/drawing/2014/main" id="{EDEFAF9D-A257-30D1-0895-2A9C96595C08}"/>
                  </a:ext>
                </a:extLst>
              </p:cNvPr>
              <p:cNvCxnSpPr>
                <a:cxnSpLocks/>
              </p:cNvCxnSpPr>
              <p:nvPr/>
            </p:nvCxnSpPr>
            <p:spPr>
              <a:xfrm flipH="1">
                <a:off x="697085" y="3633772"/>
                <a:ext cx="510576" cy="0"/>
              </a:xfrm>
              <a:prstGeom prst="line">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1122" name="直线连接符 121121">
                <a:extLst>
                  <a:ext uri="{FF2B5EF4-FFF2-40B4-BE49-F238E27FC236}">
                    <a16:creationId xmlns:a16="http://schemas.microsoft.com/office/drawing/2014/main" id="{161D5C7A-216B-BB74-767C-1701915791E3}"/>
                  </a:ext>
                </a:extLst>
              </p:cNvPr>
              <p:cNvCxnSpPr>
                <a:cxnSpLocks/>
              </p:cNvCxnSpPr>
              <p:nvPr/>
            </p:nvCxnSpPr>
            <p:spPr>
              <a:xfrm flipV="1">
                <a:off x="1591089" y="4241902"/>
                <a:ext cx="0" cy="270968"/>
              </a:xfrm>
              <a:prstGeom prst="line">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1123" name="直线连接符 121122">
                <a:extLst>
                  <a:ext uri="{FF2B5EF4-FFF2-40B4-BE49-F238E27FC236}">
                    <a16:creationId xmlns:a16="http://schemas.microsoft.com/office/drawing/2014/main" id="{9E3793C4-49CC-5C79-A66A-282E7FECAD5A}"/>
                  </a:ext>
                </a:extLst>
              </p:cNvPr>
              <p:cNvCxnSpPr>
                <a:cxnSpLocks/>
              </p:cNvCxnSpPr>
              <p:nvPr/>
            </p:nvCxnSpPr>
            <p:spPr>
              <a:xfrm flipV="1">
                <a:off x="2125661" y="4241902"/>
                <a:ext cx="0" cy="985327"/>
              </a:xfrm>
              <a:prstGeom prst="line">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1126" name="直线连接符 121125">
                <a:extLst>
                  <a:ext uri="{FF2B5EF4-FFF2-40B4-BE49-F238E27FC236}">
                    <a16:creationId xmlns:a16="http://schemas.microsoft.com/office/drawing/2014/main" id="{31FBED82-4606-7F98-C147-1F2843383D22}"/>
                  </a:ext>
                </a:extLst>
              </p:cNvPr>
              <p:cNvCxnSpPr>
                <a:cxnSpLocks/>
              </p:cNvCxnSpPr>
              <p:nvPr/>
            </p:nvCxnSpPr>
            <p:spPr>
              <a:xfrm>
                <a:off x="2524726" y="3429000"/>
                <a:ext cx="510576" cy="0"/>
              </a:xfrm>
              <a:prstGeom prst="line">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1127" name="直线连接符 121126">
                <a:extLst>
                  <a:ext uri="{FF2B5EF4-FFF2-40B4-BE49-F238E27FC236}">
                    <a16:creationId xmlns:a16="http://schemas.microsoft.com/office/drawing/2014/main" id="{8F06260A-6966-AB9A-09B7-3AA0E2BA1676}"/>
                  </a:ext>
                </a:extLst>
              </p:cNvPr>
              <p:cNvCxnSpPr>
                <a:cxnSpLocks/>
              </p:cNvCxnSpPr>
              <p:nvPr/>
            </p:nvCxnSpPr>
            <p:spPr>
              <a:xfrm flipH="1">
                <a:off x="2524726" y="3633772"/>
                <a:ext cx="510576" cy="0"/>
              </a:xfrm>
              <a:prstGeom prst="line">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cxnSp>
          <p:nvCxnSpPr>
            <p:cNvPr id="121124" name="直线连接符 121123">
              <a:extLst>
                <a:ext uri="{FF2B5EF4-FFF2-40B4-BE49-F238E27FC236}">
                  <a16:creationId xmlns:a16="http://schemas.microsoft.com/office/drawing/2014/main" id="{5FDC759F-05DC-2166-A9D9-5B49FDD3F236}"/>
                </a:ext>
              </a:extLst>
            </p:cNvPr>
            <p:cNvCxnSpPr>
              <a:cxnSpLocks/>
            </p:cNvCxnSpPr>
            <p:nvPr/>
          </p:nvCxnSpPr>
          <p:spPr>
            <a:xfrm flipH="1">
              <a:off x="530047" y="4829067"/>
              <a:ext cx="5836417" cy="0"/>
            </a:xfrm>
            <a:prstGeom prst="line">
              <a:avLst/>
            </a:prstGeom>
            <a:ln w="19050" cap="rnd">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1128" name="直线连接符 121127">
              <a:extLst>
                <a:ext uri="{FF2B5EF4-FFF2-40B4-BE49-F238E27FC236}">
                  <a16:creationId xmlns:a16="http://schemas.microsoft.com/office/drawing/2014/main" id="{1CE8972F-106A-C31D-A710-4E73947E1A94}"/>
                </a:ext>
              </a:extLst>
            </p:cNvPr>
            <p:cNvCxnSpPr>
              <a:cxnSpLocks/>
            </p:cNvCxnSpPr>
            <p:nvPr/>
          </p:nvCxnSpPr>
          <p:spPr>
            <a:xfrm flipH="1">
              <a:off x="1642777" y="5227229"/>
              <a:ext cx="5896975" cy="0"/>
            </a:xfrm>
            <a:prstGeom prst="line">
              <a:avLst/>
            </a:prstGeom>
            <a:ln w="38100" cap="rnd">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549528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259D7DD-E1BE-4482-9234-29898EB39847}" type="slidenum">
              <a:rPr kumimoji="0" lang="en-US" altLang="zh-CN" sz="1200" b="0" i="0" u="none" strike="noStrike" kern="1200" cap="none" spc="0" normalizeH="0" baseline="0" noProof="0" smtClean="0">
                <a:ln>
                  <a:noFill/>
                </a:ln>
                <a:solidFill>
                  <a:srgbClr val="000000"/>
                </a:solidFill>
                <a:effectLst/>
                <a:uLnTx/>
                <a:uFillTx/>
                <a:latin typeface="Arial Black"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80</a:t>
            </a:fld>
            <a:endParaRPr kumimoji="0" lang="en-US" altLang="zh-CN" sz="1200" b="0" i="0" u="none" strike="noStrike" kern="1200" cap="none" spc="0" normalizeH="0" baseline="0" noProof="0" dirty="0">
              <a:ln>
                <a:noFill/>
              </a:ln>
              <a:solidFill>
                <a:srgbClr val="000000"/>
              </a:solidFill>
              <a:effectLst/>
              <a:uLnTx/>
              <a:uFillTx/>
              <a:latin typeface="Arial Black" pitchFamily="34" charset="0"/>
              <a:ea typeface="宋体" pitchFamily="2" charset="-122"/>
              <a:cs typeface="+mn-cs"/>
            </a:endParaRPr>
          </a:p>
        </p:txBody>
      </p:sp>
      <p:sp>
        <p:nvSpPr>
          <p:cNvPr id="3" name="内容占位符 2"/>
          <p:cNvSpPr>
            <a:spLocks noGrp="1"/>
          </p:cNvSpPr>
          <p:nvPr>
            <p:ph idx="4294967295"/>
          </p:nvPr>
        </p:nvSpPr>
        <p:spPr>
          <a:xfrm>
            <a:off x="533400" y="1388975"/>
            <a:ext cx="8229600" cy="4351338"/>
          </a:xfrm>
        </p:spPr>
        <p:txBody>
          <a:bodyPr>
            <a:normAutofit/>
          </a:bodyPr>
          <a:lstStyle/>
          <a:p>
            <a:r>
              <a:rPr lang="zh-CN" altLang="en-US" sz="2800" b="0" dirty="0">
                <a:solidFill>
                  <a:schemeClr val="bg1">
                    <a:lumMod val="65000"/>
                  </a:schemeClr>
                </a:solidFill>
                <a:latin typeface="Arial" panose="020B0604020202020204" pitchFamily="34" charset="0"/>
                <a:ea typeface="SimHei" panose="02010609060101010101" pitchFamily="49" charset="-122"/>
                <a:cs typeface="Arial" panose="020B0604020202020204" pitchFamily="34" charset="0"/>
              </a:rPr>
              <a:t>寄存器 </a:t>
            </a:r>
            <a:r>
              <a:rPr lang="en-US" altLang="zh-CN" sz="2800" b="0" dirty="0">
                <a:solidFill>
                  <a:schemeClr val="bg1">
                    <a:lumMod val="65000"/>
                  </a:schemeClr>
                </a:solidFill>
                <a:latin typeface="Arial" panose="020B0604020202020204" pitchFamily="34" charset="0"/>
                <a:ea typeface="SimHei" panose="02010609060101010101" pitchFamily="49" charset="-122"/>
                <a:cs typeface="Arial" panose="020B0604020202020204" pitchFamily="34" charset="0"/>
              </a:rPr>
              <a:t>Register</a:t>
            </a:r>
          </a:p>
          <a:p>
            <a:pPr>
              <a:spcAft>
                <a:spcPts val="600"/>
              </a:spcAft>
            </a:pPr>
            <a:r>
              <a:rPr lang="zh-CN" altLang="en-US" sz="2800" b="0" dirty="0">
                <a:latin typeface="Arial" panose="020B0604020202020204" pitchFamily="34" charset="0"/>
                <a:ea typeface="SimHei" panose="02010609060101010101" pitchFamily="49" charset="-122"/>
                <a:cs typeface="Arial" panose="020B0604020202020204" pitchFamily="34" charset="0"/>
              </a:rPr>
              <a:t>计数器 </a:t>
            </a:r>
            <a:r>
              <a:rPr lang="en-US" altLang="zh-CN" sz="2800" b="0" dirty="0">
                <a:latin typeface="Arial" panose="020B0604020202020204" pitchFamily="34" charset="0"/>
                <a:ea typeface="SimHei" panose="02010609060101010101" pitchFamily="49" charset="-122"/>
                <a:cs typeface="Arial" panose="020B0604020202020204" pitchFamily="34" charset="0"/>
              </a:rPr>
              <a:t>Counter</a:t>
            </a:r>
          </a:p>
          <a:p>
            <a:pPr lvl="1"/>
            <a:r>
              <a:rPr lang="zh-CN" altLang="en-US" sz="2400" b="0" dirty="0">
                <a:latin typeface="Arial" panose="020B0604020202020204" pitchFamily="34" charset="0"/>
                <a:ea typeface="SimHei" panose="02010609060101010101" pitchFamily="49" charset="-122"/>
                <a:cs typeface="Arial" panose="020B0604020202020204" pitchFamily="34" charset="0"/>
              </a:rPr>
              <a:t>记录输入脉冲的个数，其</a:t>
            </a:r>
            <a:r>
              <a:rPr lang="zh-CN" altLang="en-US" sz="2400" b="0" dirty="0">
                <a:solidFill>
                  <a:srgbClr val="3333FF"/>
                </a:solidFill>
                <a:latin typeface="Arial" panose="020B0604020202020204" pitchFamily="34" charset="0"/>
                <a:ea typeface="SimHei" panose="02010609060101010101" pitchFamily="49" charset="-122"/>
                <a:cs typeface="Arial" panose="020B0604020202020204" pitchFamily="34" charset="0"/>
              </a:rPr>
              <a:t>最大计数个数称作模</a:t>
            </a:r>
            <a:endParaRPr lang="en-US" altLang="zh-CN" sz="2400" b="0" dirty="0">
              <a:solidFill>
                <a:srgbClr val="3333FF"/>
              </a:solidFill>
              <a:latin typeface="Arial" panose="020B0604020202020204" pitchFamily="34" charset="0"/>
              <a:ea typeface="SimHei" panose="02010609060101010101" pitchFamily="49" charset="-122"/>
              <a:cs typeface="Arial" panose="020B0604020202020204" pitchFamily="34" charset="0"/>
            </a:endParaRPr>
          </a:p>
          <a:p>
            <a:pPr lvl="1"/>
            <a:r>
              <a:rPr lang="zh-CN" altLang="en-US" sz="2400" b="0" dirty="0">
                <a:latin typeface="Arial" panose="020B0604020202020204" pitchFamily="34" charset="0"/>
                <a:ea typeface="SimHei" panose="02010609060101010101" pitchFamily="49" charset="-122"/>
                <a:cs typeface="Arial" panose="020B0604020202020204" pitchFamily="34" charset="0"/>
              </a:rPr>
              <a:t>用于定时、分频、产生节拍脉冲及运算等</a:t>
            </a:r>
            <a:endParaRPr lang="en-US" altLang="zh-CN" sz="2400" b="0" dirty="0">
              <a:latin typeface="Arial" panose="020B0604020202020204" pitchFamily="34" charset="0"/>
              <a:ea typeface="SimHei" panose="02010609060101010101" pitchFamily="49" charset="-122"/>
              <a:cs typeface="Arial" panose="020B0604020202020204" pitchFamily="34" charset="0"/>
            </a:endParaRPr>
          </a:p>
        </p:txBody>
      </p:sp>
      <p:grpSp>
        <p:nvGrpSpPr>
          <p:cNvPr id="7" name="组合 6">
            <a:extLst>
              <a:ext uri="{FF2B5EF4-FFF2-40B4-BE49-F238E27FC236}">
                <a16:creationId xmlns:a16="http://schemas.microsoft.com/office/drawing/2014/main" id="{2531B163-0DC4-6A6B-AE1E-B8F96FAC9EAF}"/>
              </a:ext>
            </a:extLst>
          </p:cNvPr>
          <p:cNvGrpSpPr/>
          <p:nvPr/>
        </p:nvGrpSpPr>
        <p:grpSpPr>
          <a:xfrm>
            <a:off x="609600" y="3707991"/>
            <a:ext cx="7613113" cy="2380657"/>
            <a:chOff x="763807" y="3707991"/>
            <a:chExt cx="7613113" cy="2380657"/>
          </a:xfrm>
        </p:grpSpPr>
        <p:sp>
          <p:nvSpPr>
            <p:cNvPr id="8" name="Freeform 82">
              <a:extLst>
                <a:ext uri="{FF2B5EF4-FFF2-40B4-BE49-F238E27FC236}">
                  <a16:creationId xmlns:a16="http://schemas.microsoft.com/office/drawing/2014/main" id="{F4D47F86-0E92-4C0B-9986-8AEFBCFC7C0D}"/>
                </a:ext>
              </a:extLst>
            </p:cNvPr>
            <p:cNvSpPr>
              <a:spLocks/>
            </p:cNvSpPr>
            <p:nvPr/>
          </p:nvSpPr>
          <p:spPr bwMode="auto">
            <a:xfrm>
              <a:off x="2138681" y="4212903"/>
              <a:ext cx="6227040" cy="430834"/>
            </a:xfrm>
            <a:custGeom>
              <a:avLst/>
              <a:gdLst>
                <a:gd name="T0" fmla="*/ 0 w 5248"/>
                <a:gd name="T1" fmla="*/ 309 h 309"/>
                <a:gd name="T2" fmla="*/ 309 w 5248"/>
                <a:gd name="T3" fmla="*/ 309 h 309"/>
                <a:gd name="T4" fmla="*/ 309 w 5248"/>
                <a:gd name="T5" fmla="*/ 0 h 309"/>
                <a:gd name="T6" fmla="*/ 619 w 5248"/>
                <a:gd name="T7" fmla="*/ 0 h 309"/>
                <a:gd name="T8" fmla="*/ 619 w 5248"/>
                <a:gd name="T9" fmla="*/ 309 h 309"/>
                <a:gd name="T10" fmla="*/ 928 w 5248"/>
                <a:gd name="T11" fmla="*/ 309 h 309"/>
                <a:gd name="T12" fmla="*/ 928 w 5248"/>
                <a:gd name="T13" fmla="*/ 0 h 309"/>
                <a:gd name="T14" fmla="*/ 1237 w 5248"/>
                <a:gd name="T15" fmla="*/ 0 h 309"/>
                <a:gd name="T16" fmla="*/ 1237 w 5248"/>
                <a:gd name="T17" fmla="*/ 309 h 309"/>
                <a:gd name="T18" fmla="*/ 1546 w 5248"/>
                <a:gd name="T19" fmla="*/ 309 h 309"/>
                <a:gd name="T20" fmla="*/ 1546 w 5248"/>
                <a:gd name="T21" fmla="*/ 0 h 309"/>
                <a:gd name="T22" fmla="*/ 1856 w 5248"/>
                <a:gd name="T23" fmla="*/ 0 h 309"/>
                <a:gd name="T24" fmla="*/ 1856 w 5248"/>
                <a:gd name="T25" fmla="*/ 309 h 309"/>
                <a:gd name="T26" fmla="*/ 2165 w 5248"/>
                <a:gd name="T27" fmla="*/ 309 h 309"/>
                <a:gd name="T28" fmla="*/ 2165 w 5248"/>
                <a:gd name="T29" fmla="*/ 0 h 309"/>
                <a:gd name="T30" fmla="*/ 2475 w 5248"/>
                <a:gd name="T31" fmla="*/ 0 h 309"/>
                <a:gd name="T32" fmla="*/ 2475 w 5248"/>
                <a:gd name="T33" fmla="*/ 309 h 309"/>
                <a:gd name="T34" fmla="*/ 2784 w 5248"/>
                <a:gd name="T35" fmla="*/ 309 h 309"/>
                <a:gd name="T36" fmla="*/ 2784 w 5248"/>
                <a:gd name="T37" fmla="*/ 0 h 309"/>
                <a:gd name="T38" fmla="*/ 3093 w 5248"/>
                <a:gd name="T39" fmla="*/ 0 h 309"/>
                <a:gd name="T40" fmla="*/ 3093 w 5248"/>
                <a:gd name="T41" fmla="*/ 309 h 309"/>
                <a:gd name="T42" fmla="*/ 3402 w 5248"/>
                <a:gd name="T43" fmla="*/ 309 h 309"/>
                <a:gd name="T44" fmla="*/ 3402 w 5248"/>
                <a:gd name="T45" fmla="*/ 0 h 309"/>
                <a:gd name="T46" fmla="*/ 3712 w 5248"/>
                <a:gd name="T47" fmla="*/ 0 h 309"/>
                <a:gd name="T48" fmla="*/ 3712 w 5248"/>
                <a:gd name="T49" fmla="*/ 309 h 309"/>
                <a:gd name="T50" fmla="*/ 4021 w 5248"/>
                <a:gd name="T51" fmla="*/ 309 h 309"/>
                <a:gd name="T52" fmla="*/ 4021 w 5248"/>
                <a:gd name="T53" fmla="*/ 0 h 309"/>
                <a:gd name="T54" fmla="*/ 4330 w 5248"/>
                <a:gd name="T55" fmla="*/ 0 h 309"/>
                <a:gd name="T56" fmla="*/ 4330 w 5248"/>
                <a:gd name="T57" fmla="*/ 309 h 309"/>
                <a:gd name="T58" fmla="*/ 4640 w 5248"/>
                <a:gd name="T59" fmla="*/ 309 h 309"/>
                <a:gd name="T60" fmla="*/ 4640 w 5248"/>
                <a:gd name="T61" fmla="*/ 0 h 309"/>
                <a:gd name="T62" fmla="*/ 4949 w 5248"/>
                <a:gd name="T63" fmla="*/ 0 h 309"/>
                <a:gd name="T64" fmla="*/ 4949 w 5248"/>
                <a:gd name="T65" fmla="*/ 309 h 309"/>
                <a:gd name="T66" fmla="*/ 5248 w 5248"/>
                <a:gd name="T67" fmla="*/ 309 h 30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48"/>
                <a:gd name="T103" fmla="*/ 0 h 309"/>
                <a:gd name="T104" fmla="*/ 5248 w 5248"/>
                <a:gd name="T105" fmla="*/ 309 h 30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48" h="309">
                  <a:moveTo>
                    <a:pt x="0" y="309"/>
                  </a:moveTo>
                  <a:lnTo>
                    <a:pt x="309" y="309"/>
                  </a:lnTo>
                  <a:lnTo>
                    <a:pt x="309" y="0"/>
                  </a:lnTo>
                  <a:lnTo>
                    <a:pt x="619" y="0"/>
                  </a:lnTo>
                  <a:lnTo>
                    <a:pt x="619" y="309"/>
                  </a:lnTo>
                  <a:lnTo>
                    <a:pt x="928" y="309"/>
                  </a:lnTo>
                  <a:lnTo>
                    <a:pt x="928" y="0"/>
                  </a:lnTo>
                  <a:lnTo>
                    <a:pt x="1237" y="0"/>
                  </a:lnTo>
                  <a:lnTo>
                    <a:pt x="1237" y="309"/>
                  </a:lnTo>
                  <a:lnTo>
                    <a:pt x="1546" y="309"/>
                  </a:lnTo>
                  <a:lnTo>
                    <a:pt x="1546" y="0"/>
                  </a:lnTo>
                  <a:lnTo>
                    <a:pt x="1856" y="0"/>
                  </a:lnTo>
                  <a:lnTo>
                    <a:pt x="1856" y="309"/>
                  </a:lnTo>
                  <a:lnTo>
                    <a:pt x="2165" y="309"/>
                  </a:lnTo>
                  <a:lnTo>
                    <a:pt x="2165" y="0"/>
                  </a:lnTo>
                  <a:lnTo>
                    <a:pt x="2475" y="0"/>
                  </a:lnTo>
                  <a:lnTo>
                    <a:pt x="2475" y="309"/>
                  </a:lnTo>
                  <a:lnTo>
                    <a:pt x="2784" y="309"/>
                  </a:lnTo>
                  <a:lnTo>
                    <a:pt x="2784" y="0"/>
                  </a:lnTo>
                  <a:lnTo>
                    <a:pt x="3093" y="0"/>
                  </a:lnTo>
                  <a:lnTo>
                    <a:pt x="3093" y="309"/>
                  </a:lnTo>
                  <a:lnTo>
                    <a:pt x="3402" y="309"/>
                  </a:lnTo>
                  <a:lnTo>
                    <a:pt x="3402" y="0"/>
                  </a:lnTo>
                  <a:lnTo>
                    <a:pt x="3712" y="0"/>
                  </a:lnTo>
                  <a:lnTo>
                    <a:pt x="3712" y="309"/>
                  </a:lnTo>
                  <a:lnTo>
                    <a:pt x="4021" y="309"/>
                  </a:lnTo>
                  <a:lnTo>
                    <a:pt x="4021" y="0"/>
                  </a:lnTo>
                  <a:lnTo>
                    <a:pt x="4330" y="0"/>
                  </a:lnTo>
                  <a:lnTo>
                    <a:pt x="4330" y="309"/>
                  </a:lnTo>
                  <a:lnTo>
                    <a:pt x="4640" y="309"/>
                  </a:lnTo>
                  <a:lnTo>
                    <a:pt x="4640" y="0"/>
                  </a:lnTo>
                  <a:lnTo>
                    <a:pt x="4949" y="0"/>
                  </a:lnTo>
                  <a:lnTo>
                    <a:pt x="4949" y="309"/>
                  </a:lnTo>
                  <a:lnTo>
                    <a:pt x="5248" y="309"/>
                  </a:lnTo>
                </a:path>
              </a:pathLst>
            </a:custGeom>
            <a:noFill/>
            <a:ln w="25400"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9" name="任意多边形: 形状 10">
              <a:extLst>
                <a:ext uri="{FF2B5EF4-FFF2-40B4-BE49-F238E27FC236}">
                  <a16:creationId xmlns:a16="http://schemas.microsoft.com/office/drawing/2014/main" id="{F6620B30-7A7F-401E-837D-BCF4CFD96A91}"/>
                </a:ext>
              </a:extLst>
            </p:cNvPr>
            <p:cNvSpPr/>
            <p:nvPr/>
          </p:nvSpPr>
          <p:spPr>
            <a:xfrm>
              <a:off x="2138680" y="4922000"/>
              <a:ext cx="6228080" cy="426720"/>
            </a:xfrm>
            <a:custGeom>
              <a:avLst/>
              <a:gdLst>
                <a:gd name="connsiteX0" fmla="*/ 0 w 6228080"/>
                <a:gd name="connsiteY0" fmla="*/ 426720 h 426720"/>
                <a:gd name="connsiteX1" fmla="*/ 365760 w 6228080"/>
                <a:gd name="connsiteY1" fmla="*/ 426720 h 426720"/>
                <a:gd name="connsiteX2" fmla="*/ 365760 w 6228080"/>
                <a:gd name="connsiteY2" fmla="*/ 0 h 426720"/>
                <a:gd name="connsiteX3" fmla="*/ 1107440 w 6228080"/>
                <a:gd name="connsiteY3" fmla="*/ 0 h 426720"/>
                <a:gd name="connsiteX4" fmla="*/ 1107440 w 6228080"/>
                <a:gd name="connsiteY4" fmla="*/ 426720 h 426720"/>
                <a:gd name="connsiteX5" fmla="*/ 1844040 w 6228080"/>
                <a:gd name="connsiteY5" fmla="*/ 426720 h 426720"/>
                <a:gd name="connsiteX6" fmla="*/ 1844040 w 6228080"/>
                <a:gd name="connsiteY6" fmla="*/ 0 h 426720"/>
                <a:gd name="connsiteX7" fmla="*/ 2580640 w 6228080"/>
                <a:gd name="connsiteY7" fmla="*/ 0 h 426720"/>
                <a:gd name="connsiteX8" fmla="*/ 2580640 w 6228080"/>
                <a:gd name="connsiteY8" fmla="*/ 421640 h 426720"/>
                <a:gd name="connsiteX9" fmla="*/ 3312160 w 6228080"/>
                <a:gd name="connsiteY9" fmla="*/ 421640 h 426720"/>
                <a:gd name="connsiteX10" fmla="*/ 3312160 w 6228080"/>
                <a:gd name="connsiteY10" fmla="*/ 0 h 426720"/>
                <a:gd name="connsiteX11" fmla="*/ 4048760 w 6228080"/>
                <a:gd name="connsiteY11" fmla="*/ 0 h 426720"/>
                <a:gd name="connsiteX12" fmla="*/ 4048760 w 6228080"/>
                <a:gd name="connsiteY12" fmla="*/ 421640 h 426720"/>
                <a:gd name="connsiteX13" fmla="*/ 4780280 w 6228080"/>
                <a:gd name="connsiteY13" fmla="*/ 421640 h 426720"/>
                <a:gd name="connsiteX14" fmla="*/ 4780280 w 6228080"/>
                <a:gd name="connsiteY14" fmla="*/ 5080 h 426720"/>
                <a:gd name="connsiteX15" fmla="*/ 5516880 w 6228080"/>
                <a:gd name="connsiteY15" fmla="*/ 5080 h 426720"/>
                <a:gd name="connsiteX16" fmla="*/ 5516880 w 6228080"/>
                <a:gd name="connsiteY16" fmla="*/ 416560 h 426720"/>
                <a:gd name="connsiteX17" fmla="*/ 6228080 w 6228080"/>
                <a:gd name="connsiteY17" fmla="*/ 416560 h 42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228080" h="426720">
                  <a:moveTo>
                    <a:pt x="0" y="426720"/>
                  </a:moveTo>
                  <a:lnTo>
                    <a:pt x="365760" y="426720"/>
                  </a:lnTo>
                  <a:lnTo>
                    <a:pt x="365760" y="0"/>
                  </a:lnTo>
                  <a:lnTo>
                    <a:pt x="1107440" y="0"/>
                  </a:lnTo>
                  <a:lnTo>
                    <a:pt x="1107440" y="426720"/>
                  </a:lnTo>
                  <a:lnTo>
                    <a:pt x="1844040" y="426720"/>
                  </a:lnTo>
                  <a:lnTo>
                    <a:pt x="1844040" y="0"/>
                  </a:lnTo>
                  <a:lnTo>
                    <a:pt x="2580640" y="0"/>
                  </a:lnTo>
                  <a:lnTo>
                    <a:pt x="2580640" y="421640"/>
                  </a:lnTo>
                  <a:lnTo>
                    <a:pt x="3312160" y="421640"/>
                  </a:lnTo>
                  <a:lnTo>
                    <a:pt x="3312160" y="0"/>
                  </a:lnTo>
                  <a:lnTo>
                    <a:pt x="4048760" y="0"/>
                  </a:lnTo>
                  <a:lnTo>
                    <a:pt x="4048760" y="421640"/>
                  </a:lnTo>
                  <a:lnTo>
                    <a:pt x="4780280" y="421640"/>
                  </a:lnTo>
                  <a:lnTo>
                    <a:pt x="4780280" y="5080"/>
                  </a:lnTo>
                  <a:lnTo>
                    <a:pt x="5516880" y="5080"/>
                  </a:lnTo>
                  <a:lnTo>
                    <a:pt x="5516880" y="416560"/>
                  </a:lnTo>
                  <a:lnTo>
                    <a:pt x="6228080" y="416560"/>
                  </a:lnTo>
                </a:path>
              </a:pathLst>
            </a:cu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0" name="任意多边形: 形状 11">
              <a:extLst>
                <a:ext uri="{FF2B5EF4-FFF2-40B4-BE49-F238E27FC236}">
                  <a16:creationId xmlns:a16="http://schemas.microsoft.com/office/drawing/2014/main" id="{DDAE752F-CDB0-43E2-839C-C5F6ADE01D20}"/>
                </a:ext>
              </a:extLst>
            </p:cNvPr>
            <p:cNvSpPr/>
            <p:nvPr/>
          </p:nvSpPr>
          <p:spPr>
            <a:xfrm>
              <a:off x="2133600" y="5626983"/>
              <a:ext cx="6243320" cy="441960"/>
            </a:xfrm>
            <a:custGeom>
              <a:avLst/>
              <a:gdLst>
                <a:gd name="connsiteX0" fmla="*/ 0 w 6243320"/>
                <a:gd name="connsiteY0" fmla="*/ 431800 h 441960"/>
                <a:gd name="connsiteX1" fmla="*/ 365760 w 6243320"/>
                <a:gd name="connsiteY1" fmla="*/ 431800 h 441960"/>
                <a:gd name="connsiteX2" fmla="*/ 365760 w 6243320"/>
                <a:gd name="connsiteY2" fmla="*/ 0 h 441960"/>
                <a:gd name="connsiteX3" fmla="*/ 1483360 w 6243320"/>
                <a:gd name="connsiteY3" fmla="*/ 0 h 441960"/>
                <a:gd name="connsiteX4" fmla="*/ 1483360 w 6243320"/>
                <a:gd name="connsiteY4" fmla="*/ 431800 h 441960"/>
                <a:gd name="connsiteX5" fmla="*/ 2580640 w 6243320"/>
                <a:gd name="connsiteY5" fmla="*/ 431800 h 441960"/>
                <a:gd name="connsiteX6" fmla="*/ 2580640 w 6243320"/>
                <a:gd name="connsiteY6" fmla="*/ 5080 h 441960"/>
                <a:gd name="connsiteX7" fmla="*/ 3683000 w 6243320"/>
                <a:gd name="connsiteY7" fmla="*/ 5080 h 441960"/>
                <a:gd name="connsiteX8" fmla="*/ 3683000 w 6243320"/>
                <a:gd name="connsiteY8" fmla="*/ 431800 h 441960"/>
                <a:gd name="connsiteX9" fmla="*/ 4780280 w 6243320"/>
                <a:gd name="connsiteY9" fmla="*/ 431800 h 441960"/>
                <a:gd name="connsiteX10" fmla="*/ 4780280 w 6243320"/>
                <a:gd name="connsiteY10" fmla="*/ 10160 h 441960"/>
                <a:gd name="connsiteX11" fmla="*/ 5887720 w 6243320"/>
                <a:gd name="connsiteY11" fmla="*/ 10160 h 441960"/>
                <a:gd name="connsiteX12" fmla="*/ 5887720 w 6243320"/>
                <a:gd name="connsiteY12" fmla="*/ 441960 h 441960"/>
                <a:gd name="connsiteX13" fmla="*/ 6243320 w 6243320"/>
                <a:gd name="connsiteY13" fmla="*/ 441960 h 4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43320" h="441960">
                  <a:moveTo>
                    <a:pt x="0" y="431800"/>
                  </a:moveTo>
                  <a:lnTo>
                    <a:pt x="365760" y="431800"/>
                  </a:lnTo>
                  <a:lnTo>
                    <a:pt x="365760" y="0"/>
                  </a:lnTo>
                  <a:lnTo>
                    <a:pt x="1483360" y="0"/>
                  </a:lnTo>
                  <a:lnTo>
                    <a:pt x="1483360" y="431800"/>
                  </a:lnTo>
                  <a:lnTo>
                    <a:pt x="2580640" y="431800"/>
                  </a:lnTo>
                  <a:lnTo>
                    <a:pt x="2580640" y="5080"/>
                  </a:lnTo>
                  <a:lnTo>
                    <a:pt x="3683000" y="5080"/>
                  </a:lnTo>
                  <a:lnTo>
                    <a:pt x="3683000" y="431800"/>
                  </a:lnTo>
                  <a:lnTo>
                    <a:pt x="4780280" y="431800"/>
                  </a:lnTo>
                  <a:lnTo>
                    <a:pt x="4780280" y="10160"/>
                  </a:lnTo>
                  <a:lnTo>
                    <a:pt x="5887720" y="10160"/>
                  </a:lnTo>
                  <a:lnTo>
                    <a:pt x="5887720" y="441960"/>
                  </a:lnTo>
                  <a:lnTo>
                    <a:pt x="6243320" y="441960"/>
                  </a:lnTo>
                </a:path>
              </a:pathLst>
            </a:cu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1" name="矩形 14">
              <a:extLst>
                <a:ext uri="{FF2B5EF4-FFF2-40B4-BE49-F238E27FC236}">
                  <a16:creationId xmlns:a16="http://schemas.microsoft.com/office/drawing/2014/main" id="{ED347BF7-7F67-4DE7-91C1-38F0D4272BBC}"/>
                </a:ext>
              </a:extLst>
            </p:cNvPr>
            <p:cNvSpPr/>
            <p:nvPr/>
          </p:nvSpPr>
          <p:spPr>
            <a:xfrm>
              <a:off x="919480" y="4197487"/>
              <a:ext cx="1074333" cy="461665"/>
            </a:xfrm>
            <a:prstGeom prst="rect">
              <a:avLst/>
            </a:prstGeom>
          </p:spPr>
          <p:txBody>
            <a:bodyPr wrap="none">
              <a:spAutoFit/>
            </a:bodyPr>
            <a:lstStyle/>
            <a:p>
              <a:r>
                <a:rPr lang="en-US" altLang="zh-CN" sz="2400" b="0" dirty="0">
                  <a:solidFill>
                    <a:srgbClr val="000000"/>
                  </a:solidFill>
                  <a:latin typeface="Arial" panose="020B0604020202020204"/>
                  <a:ea typeface="Microsoft YaHei" charset="0"/>
                </a:rPr>
                <a:t>1 MHz</a:t>
              </a:r>
              <a:endParaRPr lang="zh-CN" altLang="en-US" dirty="0"/>
            </a:p>
          </p:txBody>
        </p:sp>
        <p:sp>
          <p:nvSpPr>
            <p:cNvPr id="12" name="矩形 15">
              <a:extLst>
                <a:ext uri="{FF2B5EF4-FFF2-40B4-BE49-F238E27FC236}">
                  <a16:creationId xmlns:a16="http://schemas.microsoft.com/office/drawing/2014/main" id="{02FC2609-1040-451A-A376-070963AF4CA9}"/>
                </a:ext>
              </a:extLst>
            </p:cNvPr>
            <p:cNvSpPr/>
            <p:nvPr/>
          </p:nvSpPr>
          <p:spPr>
            <a:xfrm>
              <a:off x="763808" y="4912235"/>
              <a:ext cx="1330814" cy="461665"/>
            </a:xfrm>
            <a:prstGeom prst="rect">
              <a:avLst/>
            </a:prstGeom>
          </p:spPr>
          <p:txBody>
            <a:bodyPr wrap="none">
              <a:spAutoFit/>
            </a:bodyPr>
            <a:lstStyle/>
            <a:p>
              <a:r>
                <a:rPr lang="en-US" altLang="zh-CN" sz="2400" b="0" dirty="0">
                  <a:solidFill>
                    <a:srgbClr val="000000"/>
                  </a:solidFill>
                  <a:latin typeface="Arial" panose="020B0604020202020204"/>
                  <a:ea typeface="Microsoft YaHei" charset="0"/>
                </a:rPr>
                <a:t>0.5 MHz</a:t>
              </a:r>
              <a:endParaRPr lang="zh-CN" altLang="en-US" dirty="0"/>
            </a:p>
          </p:txBody>
        </p:sp>
        <p:sp>
          <p:nvSpPr>
            <p:cNvPr id="13" name="矩形 16">
              <a:extLst>
                <a:ext uri="{FF2B5EF4-FFF2-40B4-BE49-F238E27FC236}">
                  <a16:creationId xmlns:a16="http://schemas.microsoft.com/office/drawing/2014/main" id="{6742BF11-1CF5-46D7-BD58-2832518CD225}"/>
                </a:ext>
              </a:extLst>
            </p:cNvPr>
            <p:cNvSpPr/>
            <p:nvPr/>
          </p:nvSpPr>
          <p:spPr>
            <a:xfrm>
              <a:off x="763807" y="5626983"/>
              <a:ext cx="1330814" cy="461665"/>
            </a:xfrm>
            <a:prstGeom prst="rect">
              <a:avLst/>
            </a:prstGeom>
          </p:spPr>
          <p:txBody>
            <a:bodyPr wrap="none">
              <a:spAutoFit/>
            </a:bodyPr>
            <a:lstStyle/>
            <a:p>
              <a:r>
                <a:rPr lang="en-US" altLang="zh-CN" sz="2400" b="0" dirty="0">
                  <a:solidFill>
                    <a:srgbClr val="000000"/>
                  </a:solidFill>
                  <a:latin typeface="Arial" panose="020B0604020202020204"/>
                  <a:ea typeface="Microsoft YaHei" charset="0"/>
                </a:rPr>
                <a:t>1/3 MHz</a:t>
              </a:r>
              <a:endParaRPr lang="zh-CN" altLang="en-US" dirty="0"/>
            </a:p>
          </p:txBody>
        </p:sp>
        <p:cxnSp>
          <p:nvCxnSpPr>
            <p:cNvPr id="14" name="直接连接符 18">
              <a:extLst>
                <a:ext uri="{FF2B5EF4-FFF2-40B4-BE49-F238E27FC236}">
                  <a16:creationId xmlns:a16="http://schemas.microsoft.com/office/drawing/2014/main" id="{E0687993-EBB3-4720-9208-1D00C86C9461}"/>
                </a:ext>
              </a:extLst>
            </p:cNvPr>
            <p:cNvCxnSpPr>
              <a:cxnSpLocks/>
            </p:cNvCxnSpPr>
            <p:nvPr/>
          </p:nvCxnSpPr>
          <p:spPr>
            <a:xfrm>
              <a:off x="2506980" y="3984303"/>
              <a:ext cx="0" cy="375920"/>
            </a:xfrm>
            <a:prstGeom prst="line">
              <a:avLst/>
            </a:prstGeom>
            <a:ln w="254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5" name="直接连接符 19">
              <a:extLst>
                <a:ext uri="{FF2B5EF4-FFF2-40B4-BE49-F238E27FC236}">
                  <a16:creationId xmlns:a16="http://schemas.microsoft.com/office/drawing/2014/main" id="{FBE59F11-89B7-46E9-B411-87C8AA68FDEF}"/>
                </a:ext>
              </a:extLst>
            </p:cNvPr>
            <p:cNvCxnSpPr>
              <a:cxnSpLocks/>
            </p:cNvCxnSpPr>
            <p:nvPr/>
          </p:nvCxnSpPr>
          <p:spPr>
            <a:xfrm>
              <a:off x="3238500" y="3984303"/>
              <a:ext cx="0" cy="375920"/>
            </a:xfrm>
            <a:prstGeom prst="line">
              <a:avLst/>
            </a:prstGeom>
            <a:ln w="254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6" name="直接箭头连接符 21">
              <a:extLst>
                <a:ext uri="{FF2B5EF4-FFF2-40B4-BE49-F238E27FC236}">
                  <a16:creationId xmlns:a16="http://schemas.microsoft.com/office/drawing/2014/main" id="{96F96A61-AAC3-48D4-8400-F29BE9822288}"/>
                </a:ext>
              </a:extLst>
            </p:cNvPr>
            <p:cNvCxnSpPr/>
            <p:nvPr/>
          </p:nvCxnSpPr>
          <p:spPr>
            <a:xfrm>
              <a:off x="2506980" y="4095029"/>
              <a:ext cx="731520" cy="0"/>
            </a:xfrm>
            <a:prstGeom prst="straightConnector1">
              <a:avLst/>
            </a:prstGeom>
            <a:ln w="12700">
              <a:solidFill>
                <a:srgbClr val="0000FF"/>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矩形 22">
              <a:extLst>
                <a:ext uri="{FF2B5EF4-FFF2-40B4-BE49-F238E27FC236}">
                  <a16:creationId xmlns:a16="http://schemas.microsoft.com/office/drawing/2014/main" id="{C8E9BE19-B2B5-4947-B4CE-8FDD1EE35DFD}"/>
                </a:ext>
              </a:extLst>
            </p:cNvPr>
            <p:cNvSpPr/>
            <p:nvPr/>
          </p:nvSpPr>
          <p:spPr>
            <a:xfrm>
              <a:off x="2535949" y="3707991"/>
              <a:ext cx="603050" cy="400110"/>
            </a:xfrm>
            <a:prstGeom prst="rect">
              <a:avLst/>
            </a:prstGeom>
          </p:spPr>
          <p:txBody>
            <a:bodyPr wrap="none">
              <a:spAutoFit/>
            </a:bodyPr>
            <a:lstStyle/>
            <a:p>
              <a:r>
                <a:rPr lang="en-US" altLang="zh-CN" sz="2000" b="0" dirty="0">
                  <a:solidFill>
                    <a:srgbClr val="000000"/>
                  </a:solidFill>
                  <a:latin typeface="Arial" panose="020B0604020202020204"/>
                  <a:ea typeface="Microsoft YaHei" charset="0"/>
                </a:rPr>
                <a:t>1μs</a:t>
              </a:r>
              <a:endParaRPr lang="zh-CN" altLang="en-US" sz="4400" dirty="0"/>
            </a:p>
          </p:txBody>
        </p:sp>
      </p:grpSp>
      <p:sp>
        <p:nvSpPr>
          <p:cNvPr id="6" name="Title 4">
            <a:extLst>
              <a:ext uri="{FF2B5EF4-FFF2-40B4-BE49-F238E27FC236}">
                <a16:creationId xmlns:a16="http://schemas.microsoft.com/office/drawing/2014/main" id="{F0C8EA59-6681-9BD5-5A8C-7D60CFF3D011}"/>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t>典型的时序逻辑电路</a:t>
            </a:r>
            <a:endParaRPr lang="en-CN" altLang="zh-CN" sz="4000" dirty="0">
              <a:solidFill>
                <a:srgbClr val="0000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7811587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259D7DD-E1BE-4482-9234-29898EB39847}" type="slidenum">
              <a:rPr kumimoji="0" lang="en-US" altLang="zh-CN" sz="1200" b="0" i="0" u="none" strike="noStrike" kern="1200" cap="none" spc="0" normalizeH="0" baseline="0" noProof="0" smtClean="0">
                <a:ln>
                  <a:noFill/>
                </a:ln>
                <a:solidFill>
                  <a:srgbClr val="000000"/>
                </a:solidFill>
                <a:effectLst/>
                <a:uLnTx/>
                <a:uFillTx/>
                <a:latin typeface="Arial Black"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81</a:t>
            </a:fld>
            <a:endParaRPr kumimoji="0" lang="en-US" altLang="zh-CN" sz="1200" b="0" i="0" u="none" strike="noStrike" kern="1200" cap="none" spc="0" normalizeH="0" baseline="0" noProof="0" dirty="0">
              <a:ln>
                <a:noFill/>
              </a:ln>
              <a:solidFill>
                <a:srgbClr val="000000"/>
              </a:solidFill>
              <a:effectLst/>
              <a:uLnTx/>
              <a:uFillTx/>
              <a:latin typeface="Arial Black" pitchFamily="34" charset="0"/>
              <a:ea typeface="宋体" pitchFamily="2" charset="-122"/>
              <a:cs typeface="+mn-cs"/>
            </a:endParaRPr>
          </a:p>
        </p:txBody>
      </p:sp>
      <p:sp>
        <p:nvSpPr>
          <p:cNvPr id="3" name="内容占位符 2"/>
          <p:cNvSpPr>
            <a:spLocks noGrp="1"/>
          </p:cNvSpPr>
          <p:nvPr>
            <p:ph idx="4294967295"/>
          </p:nvPr>
        </p:nvSpPr>
        <p:spPr>
          <a:xfrm>
            <a:off x="457200" y="1524000"/>
            <a:ext cx="7886700" cy="4351338"/>
          </a:xfrm>
        </p:spPr>
        <p:txBody>
          <a:bodyPr>
            <a:normAutofit/>
          </a:bodyPr>
          <a:lstStyle/>
          <a:p>
            <a:r>
              <a:rPr lang="zh-CN" altLang="en-US" b="0" dirty="0">
                <a:solidFill>
                  <a:srgbClr val="3333FF"/>
                </a:solidFill>
                <a:latin typeface="Arial" panose="020B0604020202020204" pitchFamily="34" charset="0"/>
                <a:ea typeface="SimHei" panose="02010609060101010101" pitchFamily="49" charset="-122"/>
                <a:cs typeface="Arial" panose="020B0604020202020204" pitchFamily="34" charset="0"/>
              </a:rPr>
              <a:t>加法</a:t>
            </a:r>
            <a:r>
              <a:rPr lang="en-US" altLang="zh-CN" b="0" dirty="0">
                <a:solidFill>
                  <a:srgbClr val="3333FF"/>
                </a:solidFill>
                <a:latin typeface="Arial" panose="020B0604020202020204" pitchFamily="34" charset="0"/>
                <a:ea typeface="SimHei" panose="02010609060101010101" pitchFamily="49" charset="-122"/>
                <a:cs typeface="Arial" panose="020B0604020202020204" pitchFamily="34" charset="0"/>
              </a:rPr>
              <a:t>/</a:t>
            </a:r>
            <a:r>
              <a:rPr lang="zh-CN" altLang="en-US" b="0" dirty="0">
                <a:solidFill>
                  <a:srgbClr val="3333FF"/>
                </a:solidFill>
                <a:latin typeface="Arial" panose="020B0604020202020204" pitchFamily="34" charset="0"/>
                <a:ea typeface="SimHei" panose="02010609060101010101" pitchFamily="49" charset="-122"/>
                <a:cs typeface="Arial" panose="020B0604020202020204" pitchFamily="34" charset="0"/>
              </a:rPr>
              <a:t>减法计数器</a:t>
            </a:r>
          </a:p>
          <a:p>
            <a:r>
              <a:rPr lang="zh-CN" altLang="en-US" b="0" dirty="0">
                <a:latin typeface="Arial" panose="020B0604020202020204" pitchFamily="34" charset="0"/>
                <a:ea typeface="SimHei" panose="02010609060101010101" pitchFamily="49" charset="-122"/>
                <a:cs typeface="Arial" panose="020B0604020202020204" pitchFamily="34" charset="0"/>
              </a:rPr>
              <a:t>特殊进制计数器</a:t>
            </a:r>
            <a:endParaRPr lang="en-US" altLang="zh-CN" b="0" dirty="0">
              <a:latin typeface="Arial" panose="020B0604020202020204" pitchFamily="34" charset="0"/>
              <a:ea typeface="SimHei" panose="02010609060101010101" pitchFamily="49" charset="-122"/>
              <a:cs typeface="Arial" panose="020B0604020202020204" pitchFamily="34" charset="0"/>
            </a:endParaRPr>
          </a:p>
          <a:p>
            <a:r>
              <a:rPr lang="zh-CN" altLang="en-US" b="0" dirty="0">
                <a:latin typeface="Arial" panose="020B0604020202020204" pitchFamily="34" charset="0"/>
                <a:ea typeface="SimHei" panose="02010609060101010101" pitchFamily="49" charset="-122"/>
                <a:cs typeface="Arial" panose="020B0604020202020204" pitchFamily="34" charset="0"/>
              </a:rPr>
              <a:t>环形</a:t>
            </a:r>
            <a:r>
              <a:rPr lang="en-US" altLang="zh-CN" b="0" dirty="0">
                <a:latin typeface="Arial" panose="020B0604020202020204" pitchFamily="34" charset="0"/>
                <a:ea typeface="SimHei" panose="02010609060101010101" pitchFamily="49" charset="-122"/>
                <a:cs typeface="Arial" panose="020B0604020202020204" pitchFamily="34" charset="0"/>
              </a:rPr>
              <a:t>/</a:t>
            </a:r>
            <a:r>
              <a:rPr lang="zh-CN" altLang="en-US" b="0" dirty="0">
                <a:latin typeface="Arial" panose="020B0604020202020204" pitchFamily="34" charset="0"/>
                <a:ea typeface="SimHei" panose="02010609060101010101" pitchFamily="49" charset="-122"/>
                <a:cs typeface="Arial" panose="020B0604020202020204" pitchFamily="34" charset="0"/>
              </a:rPr>
              <a:t>扭环形计数器</a:t>
            </a:r>
            <a:endParaRPr lang="en-US" altLang="zh-CN" b="0" dirty="0">
              <a:latin typeface="Arial" panose="020B0604020202020204" pitchFamily="34" charset="0"/>
              <a:ea typeface="SimHei" panose="02010609060101010101" pitchFamily="49" charset="-122"/>
              <a:cs typeface="Arial" panose="020B0604020202020204" pitchFamily="34" charset="0"/>
            </a:endParaRPr>
          </a:p>
          <a:p>
            <a:r>
              <a:rPr lang="zh-CN" altLang="en-US" b="0" dirty="0">
                <a:latin typeface="Arial" panose="020B0604020202020204" pitchFamily="34" charset="0"/>
                <a:ea typeface="SimHei" panose="02010609060101010101" pitchFamily="49" charset="-122"/>
                <a:cs typeface="Arial" panose="020B0604020202020204" pitchFamily="34" charset="0"/>
              </a:rPr>
              <a:t>异步</a:t>
            </a:r>
            <a:r>
              <a:rPr lang="en-US" altLang="zh-CN" b="0" dirty="0">
                <a:latin typeface="Arial" panose="020B0604020202020204" pitchFamily="34" charset="0"/>
                <a:ea typeface="SimHei" panose="02010609060101010101" pitchFamily="49" charset="-122"/>
                <a:cs typeface="Arial" panose="020B0604020202020204" pitchFamily="34" charset="0"/>
              </a:rPr>
              <a:t>/</a:t>
            </a:r>
            <a:r>
              <a:rPr lang="zh-CN" altLang="en-US" b="0" dirty="0">
                <a:latin typeface="Arial" panose="020B0604020202020204" pitchFamily="34" charset="0"/>
                <a:ea typeface="SimHei" panose="02010609060101010101" pitchFamily="49" charset="-122"/>
                <a:cs typeface="Arial" panose="020B0604020202020204" pitchFamily="34" charset="0"/>
              </a:rPr>
              <a:t>同步计数器</a:t>
            </a:r>
          </a:p>
        </p:txBody>
      </p:sp>
      <p:sp>
        <p:nvSpPr>
          <p:cNvPr id="5" name="Title 4">
            <a:extLst>
              <a:ext uri="{FF2B5EF4-FFF2-40B4-BE49-F238E27FC236}">
                <a16:creationId xmlns:a16="http://schemas.microsoft.com/office/drawing/2014/main" id="{CC2126EE-2636-5626-1651-2A447E658553}"/>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t>典型的计数器</a:t>
            </a:r>
            <a:endParaRPr lang="en-CN" altLang="zh-CN" sz="4000" dirty="0">
              <a:solidFill>
                <a:srgbClr val="0000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7708488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259D7DD-E1BE-4482-9234-29898EB39847}" type="slidenum">
              <a:rPr kumimoji="0" lang="en-US" altLang="zh-CN" sz="1200" b="0" i="0" u="none" strike="noStrike" kern="1200" cap="none" spc="0" normalizeH="0" baseline="0" noProof="0" smtClean="0">
                <a:ln>
                  <a:noFill/>
                </a:ln>
                <a:solidFill>
                  <a:srgbClr val="000000"/>
                </a:solidFill>
                <a:effectLst/>
                <a:uLnTx/>
                <a:uFillTx/>
                <a:latin typeface="Arial Black"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82</a:t>
            </a:fld>
            <a:endParaRPr kumimoji="0" lang="en-US" altLang="zh-CN" sz="1200" b="0" i="0" u="none" strike="noStrike" kern="1200" cap="none" spc="0" normalizeH="0" baseline="0" noProof="0" dirty="0">
              <a:ln>
                <a:noFill/>
              </a:ln>
              <a:solidFill>
                <a:srgbClr val="000000"/>
              </a:solidFill>
              <a:effectLst/>
              <a:uLnTx/>
              <a:uFillTx/>
              <a:latin typeface="Arial Black" pitchFamily="34" charset="0"/>
              <a:ea typeface="宋体" pitchFamily="2" charset="-122"/>
              <a:cs typeface="+mn-cs"/>
            </a:endParaRPr>
          </a:p>
        </p:txBody>
      </p:sp>
      <p:sp>
        <p:nvSpPr>
          <p:cNvPr id="55300" name="Rectangle 3"/>
          <p:cNvSpPr>
            <a:spLocks noGrp="1" noChangeArrowheads="1"/>
          </p:cNvSpPr>
          <p:nvPr>
            <p:ph idx="4294967295"/>
          </p:nvPr>
        </p:nvSpPr>
        <p:spPr>
          <a:xfrm>
            <a:off x="483973" y="1447800"/>
            <a:ext cx="7886700" cy="4351338"/>
          </a:xfrm>
        </p:spPr>
        <p:txBody>
          <a:bodyPr>
            <a:normAutofit/>
          </a:bodyPr>
          <a:lstStyle/>
          <a:p>
            <a:r>
              <a:rPr lang="zh-CN" altLang="en-US" sz="2800" b="0" dirty="0">
                <a:latin typeface="Arial" panose="020B0604020202020204" pitchFamily="34" charset="0"/>
                <a:ea typeface="SimHei" panose="02010609060101010101" pitchFamily="49" charset="-122"/>
                <a:cs typeface="Arial" panose="020B0604020202020204" pitchFamily="34" charset="0"/>
              </a:rPr>
              <a:t>其输出与状态的值一样</a:t>
            </a:r>
            <a:endParaRPr lang="en-US" altLang="zh-CN" sz="2800" b="0" dirty="0">
              <a:latin typeface="Arial" panose="020B0604020202020204" pitchFamily="34" charset="0"/>
              <a:ea typeface="SimHei" panose="02010609060101010101" pitchFamily="49" charset="-122"/>
              <a:cs typeface="Arial" panose="020B0604020202020204" pitchFamily="34" charset="0"/>
            </a:endParaRPr>
          </a:p>
          <a:p>
            <a:pPr lvl="1"/>
            <a:r>
              <a:rPr lang="zh-CN" altLang="en-US" sz="2400" b="0" dirty="0">
                <a:latin typeface="Arial" panose="020B0604020202020204" pitchFamily="34" charset="0"/>
                <a:ea typeface="SimHei" panose="02010609060101010101" pitchFamily="49" charset="-122"/>
                <a:cs typeface="Arial" panose="020B0604020202020204" pitchFamily="34" charset="0"/>
              </a:rPr>
              <a:t>输出计下的数</a:t>
            </a:r>
            <a:endParaRPr lang="en-US" altLang="zh-CN" sz="2400" b="0" dirty="0">
              <a:latin typeface="Arial" panose="020B0604020202020204" pitchFamily="34" charset="0"/>
              <a:ea typeface="SimHei" panose="02010609060101010101" pitchFamily="49" charset="-122"/>
              <a:cs typeface="Arial" panose="020B0604020202020204" pitchFamily="34" charset="0"/>
            </a:endParaRPr>
          </a:p>
          <a:p>
            <a:r>
              <a:rPr lang="zh-CN" altLang="en-US" sz="2800" b="0" dirty="0">
                <a:latin typeface="Arial" panose="020B0604020202020204" pitchFamily="34" charset="0"/>
                <a:ea typeface="SimHei" panose="02010609060101010101" pitchFamily="49" charset="-122"/>
                <a:cs typeface="Arial" panose="020B0604020202020204" pitchFamily="34" charset="0"/>
              </a:rPr>
              <a:t>加法计数器</a:t>
            </a:r>
            <a:endParaRPr lang="en-US" altLang="zh-CN" sz="2800" b="0" dirty="0">
              <a:latin typeface="Arial" panose="020B0604020202020204" pitchFamily="34" charset="0"/>
              <a:ea typeface="SimHei" panose="02010609060101010101" pitchFamily="49" charset="-122"/>
              <a:cs typeface="Arial" panose="020B0604020202020204" pitchFamily="34" charset="0"/>
            </a:endParaRPr>
          </a:p>
          <a:p>
            <a:pPr lvl="1"/>
            <a:r>
              <a:rPr lang="zh-CN" altLang="en-US" sz="2400" b="0" dirty="0">
                <a:latin typeface="Arial" panose="020B0604020202020204" pitchFamily="34" charset="0"/>
                <a:ea typeface="SimHei" panose="02010609060101010101" pitchFamily="49" charset="-122"/>
                <a:cs typeface="Arial" panose="020B0604020202020204" pitchFamily="34" charset="0"/>
              </a:rPr>
              <a:t>输出状态序列的值增加</a:t>
            </a:r>
            <a:endParaRPr lang="en-US" altLang="zh-CN" sz="2400" b="0" dirty="0">
              <a:latin typeface="Arial" panose="020B0604020202020204" pitchFamily="34" charset="0"/>
              <a:ea typeface="SimHei" panose="02010609060101010101" pitchFamily="49" charset="-122"/>
              <a:cs typeface="Arial" panose="020B0604020202020204" pitchFamily="34" charset="0"/>
            </a:endParaRPr>
          </a:p>
          <a:p>
            <a:pPr lvl="1"/>
            <a:r>
              <a:rPr lang="en-US" altLang="zh-CN" sz="2400" b="0" dirty="0">
                <a:solidFill>
                  <a:srgbClr val="0432FF"/>
                </a:solidFill>
                <a:latin typeface="Arial" panose="020B0604020202020204" pitchFamily="34" charset="0"/>
                <a:ea typeface="SimHei" panose="02010609060101010101" pitchFamily="49" charset="-122"/>
                <a:cs typeface="Arial" panose="020B0604020202020204" pitchFamily="34" charset="0"/>
              </a:rPr>
              <a:t>00</a:t>
            </a:r>
            <a:r>
              <a:rPr lang="en-US" altLang="zh-CN" sz="2400" b="0" dirty="0">
                <a:latin typeface="Arial" panose="020B0604020202020204" pitchFamily="34" charset="0"/>
                <a:ea typeface="SimHei" panose="02010609060101010101" pitchFamily="49" charset="-122"/>
                <a:cs typeface="Arial" panose="020B0604020202020204" pitchFamily="34" charset="0"/>
                <a:sym typeface="Symbol" pitchFamily="18" charset="2"/>
              </a:rPr>
              <a:t></a:t>
            </a:r>
            <a:r>
              <a:rPr lang="en-US" altLang="zh-CN" sz="2400" b="0" dirty="0">
                <a:latin typeface="Arial" panose="020B0604020202020204" pitchFamily="34" charset="0"/>
                <a:ea typeface="SimHei" panose="02010609060101010101" pitchFamily="49" charset="-122"/>
                <a:cs typeface="Arial" panose="020B0604020202020204" pitchFamily="34" charset="0"/>
              </a:rPr>
              <a:t>01</a:t>
            </a:r>
            <a:r>
              <a:rPr lang="en-US" altLang="zh-CN" sz="2400" b="0" dirty="0">
                <a:latin typeface="Arial" panose="020B0604020202020204" pitchFamily="34" charset="0"/>
                <a:ea typeface="SimHei" panose="02010609060101010101" pitchFamily="49" charset="-122"/>
                <a:cs typeface="Arial" panose="020B0604020202020204" pitchFamily="34" charset="0"/>
                <a:sym typeface="Symbol" pitchFamily="18" charset="2"/>
              </a:rPr>
              <a:t></a:t>
            </a:r>
            <a:r>
              <a:rPr lang="en-US" altLang="zh-CN" sz="2400" b="0" dirty="0">
                <a:latin typeface="Arial" panose="020B0604020202020204" pitchFamily="34" charset="0"/>
                <a:ea typeface="SimHei" panose="02010609060101010101" pitchFamily="49" charset="-122"/>
                <a:cs typeface="Arial" panose="020B0604020202020204" pitchFamily="34" charset="0"/>
              </a:rPr>
              <a:t>10</a:t>
            </a:r>
            <a:r>
              <a:rPr lang="en-US" altLang="zh-CN" sz="2400" b="0" dirty="0">
                <a:latin typeface="Arial" panose="020B0604020202020204" pitchFamily="34" charset="0"/>
                <a:ea typeface="SimHei" panose="02010609060101010101" pitchFamily="49" charset="-122"/>
                <a:cs typeface="Arial" panose="020B0604020202020204" pitchFamily="34" charset="0"/>
                <a:sym typeface="Symbol" pitchFamily="18" charset="2"/>
              </a:rPr>
              <a:t></a:t>
            </a:r>
            <a:r>
              <a:rPr lang="en-US" altLang="zh-CN" sz="2400" b="0" dirty="0">
                <a:latin typeface="Arial" panose="020B0604020202020204" pitchFamily="34" charset="0"/>
                <a:ea typeface="SimHei" panose="02010609060101010101" pitchFamily="49" charset="-122"/>
                <a:cs typeface="Arial" panose="020B0604020202020204" pitchFamily="34" charset="0"/>
              </a:rPr>
              <a:t>11</a:t>
            </a:r>
            <a:r>
              <a:rPr lang="en-US" altLang="zh-CN" sz="2400" b="0" dirty="0">
                <a:latin typeface="Arial" panose="020B0604020202020204" pitchFamily="34" charset="0"/>
                <a:ea typeface="SimHei" panose="02010609060101010101" pitchFamily="49" charset="-122"/>
                <a:cs typeface="Arial" panose="020B0604020202020204" pitchFamily="34" charset="0"/>
                <a:sym typeface="Symbol" pitchFamily="18" charset="2"/>
              </a:rPr>
              <a:t></a:t>
            </a:r>
            <a:r>
              <a:rPr lang="en-US" altLang="zh-CN" sz="2400" b="0" dirty="0">
                <a:solidFill>
                  <a:srgbClr val="0432FF"/>
                </a:solidFill>
                <a:latin typeface="Arial" panose="020B0604020202020204" pitchFamily="34" charset="0"/>
                <a:ea typeface="SimHei" panose="02010609060101010101" pitchFamily="49" charset="-122"/>
                <a:cs typeface="Arial" panose="020B0604020202020204" pitchFamily="34" charset="0"/>
              </a:rPr>
              <a:t>00</a:t>
            </a:r>
            <a:endParaRPr lang="en-US" altLang="zh-CN" sz="2400" b="0" dirty="0">
              <a:solidFill>
                <a:srgbClr val="0432FF"/>
              </a:solidFill>
              <a:latin typeface="Arial" panose="020B0604020202020204" pitchFamily="34" charset="0"/>
              <a:ea typeface="SimHei" panose="02010609060101010101" pitchFamily="49" charset="-122"/>
              <a:cs typeface="Arial" panose="020B0604020202020204" pitchFamily="34" charset="0"/>
              <a:sym typeface="Symbol" pitchFamily="18" charset="2"/>
            </a:endParaRPr>
          </a:p>
          <a:p>
            <a:r>
              <a:rPr lang="zh-CN" altLang="en-US" sz="2800" b="0" dirty="0">
                <a:latin typeface="Arial" panose="020B0604020202020204" pitchFamily="34" charset="0"/>
                <a:ea typeface="SimHei" panose="02010609060101010101" pitchFamily="49" charset="-122"/>
                <a:cs typeface="Arial" panose="020B0604020202020204" pitchFamily="34" charset="0"/>
              </a:rPr>
              <a:t>减法计数器</a:t>
            </a:r>
            <a:endParaRPr lang="en-US" altLang="zh-CN" sz="2800" b="0" dirty="0">
              <a:latin typeface="Arial" panose="020B0604020202020204" pitchFamily="34" charset="0"/>
              <a:ea typeface="SimHei" panose="02010609060101010101" pitchFamily="49" charset="-122"/>
              <a:cs typeface="Arial" panose="020B0604020202020204" pitchFamily="34" charset="0"/>
            </a:endParaRPr>
          </a:p>
          <a:p>
            <a:pPr lvl="1"/>
            <a:r>
              <a:rPr lang="zh-CN" altLang="en-US" sz="2400" b="0" dirty="0">
                <a:latin typeface="Arial" panose="020B0604020202020204" pitchFamily="34" charset="0"/>
                <a:ea typeface="SimHei" panose="02010609060101010101" pitchFamily="49" charset="-122"/>
                <a:cs typeface="Arial" panose="020B0604020202020204" pitchFamily="34" charset="0"/>
              </a:rPr>
              <a:t>输出状态序列的值减少</a:t>
            </a:r>
            <a:endParaRPr lang="en-US" altLang="zh-CN" sz="2400" b="0" dirty="0">
              <a:latin typeface="Arial" panose="020B0604020202020204" pitchFamily="34" charset="0"/>
              <a:ea typeface="SimHei" panose="02010609060101010101" pitchFamily="49" charset="-122"/>
              <a:cs typeface="Arial" panose="020B0604020202020204" pitchFamily="34" charset="0"/>
            </a:endParaRPr>
          </a:p>
          <a:p>
            <a:pPr lvl="1" eaLnBrk="1" hangingPunct="1"/>
            <a:r>
              <a:rPr lang="en-US" altLang="zh-CN" sz="2400" b="0" dirty="0">
                <a:solidFill>
                  <a:srgbClr val="0432FF"/>
                </a:solidFill>
                <a:latin typeface="Arial" panose="020B0604020202020204" pitchFamily="34" charset="0"/>
                <a:ea typeface="SimHei" panose="02010609060101010101" pitchFamily="49" charset="-122"/>
                <a:cs typeface="Arial" panose="020B0604020202020204" pitchFamily="34" charset="0"/>
              </a:rPr>
              <a:t>11</a:t>
            </a:r>
            <a:r>
              <a:rPr lang="en-US" altLang="zh-CN" sz="2400" b="0" dirty="0">
                <a:latin typeface="Arial" panose="020B0604020202020204" pitchFamily="34" charset="0"/>
                <a:ea typeface="SimHei" panose="02010609060101010101" pitchFamily="49" charset="-122"/>
                <a:cs typeface="Arial" panose="020B0604020202020204" pitchFamily="34" charset="0"/>
                <a:sym typeface="Symbol" pitchFamily="18" charset="2"/>
              </a:rPr>
              <a:t></a:t>
            </a:r>
            <a:r>
              <a:rPr lang="en-US" altLang="zh-CN" sz="2400" b="0" dirty="0">
                <a:latin typeface="Arial" panose="020B0604020202020204" pitchFamily="34" charset="0"/>
                <a:ea typeface="SimHei" panose="02010609060101010101" pitchFamily="49" charset="-122"/>
                <a:cs typeface="Arial" panose="020B0604020202020204" pitchFamily="34" charset="0"/>
              </a:rPr>
              <a:t>10</a:t>
            </a:r>
            <a:r>
              <a:rPr lang="en-US" altLang="zh-CN" sz="2400" b="0" dirty="0">
                <a:latin typeface="Arial" panose="020B0604020202020204" pitchFamily="34" charset="0"/>
                <a:ea typeface="SimHei" panose="02010609060101010101" pitchFamily="49" charset="-122"/>
                <a:cs typeface="Arial" panose="020B0604020202020204" pitchFamily="34" charset="0"/>
                <a:sym typeface="Symbol" pitchFamily="18" charset="2"/>
              </a:rPr>
              <a:t></a:t>
            </a:r>
            <a:r>
              <a:rPr lang="en-US" altLang="zh-CN" sz="2400" b="0" dirty="0">
                <a:latin typeface="Arial" panose="020B0604020202020204" pitchFamily="34" charset="0"/>
                <a:ea typeface="SimHei" panose="02010609060101010101" pitchFamily="49" charset="-122"/>
                <a:cs typeface="Arial" panose="020B0604020202020204" pitchFamily="34" charset="0"/>
              </a:rPr>
              <a:t>01</a:t>
            </a:r>
            <a:r>
              <a:rPr lang="en-US" altLang="zh-CN" sz="2400" b="0" dirty="0">
                <a:latin typeface="Arial" panose="020B0604020202020204" pitchFamily="34" charset="0"/>
                <a:ea typeface="SimHei" panose="02010609060101010101" pitchFamily="49" charset="-122"/>
                <a:cs typeface="Arial" panose="020B0604020202020204" pitchFamily="34" charset="0"/>
                <a:sym typeface="Symbol" pitchFamily="18" charset="2"/>
              </a:rPr>
              <a:t></a:t>
            </a:r>
            <a:r>
              <a:rPr lang="en-US" altLang="zh-CN" sz="2400" b="0" dirty="0">
                <a:latin typeface="Arial" panose="020B0604020202020204" pitchFamily="34" charset="0"/>
                <a:ea typeface="SimHei" panose="02010609060101010101" pitchFamily="49" charset="-122"/>
                <a:cs typeface="Arial" panose="020B0604020202020204" pitchFamily="34" charset="0"/>
              </a:rPr>
              <a:t>00</a:t>
            </a:r>
            <a:r>
              <a:rPr lang="en-US" altLang="zh-CN" sz="2400" b="0" dirty="0">
                <a:latin typeface="Arial" panose="020B0604020202020204" pitchFamily="34" charset="0"/>
                <a:ea typeface="SimHei" panose="02010609060101010101" pitchFamily="49" charset="-122"/>
                <a:cs typeface="Arial" panose="020B0604020202020204" pitchFamily="34" charset="0"/>
                <a:sym typeface="Symbol" pitchFamily="18" charset="2"/>
              </a:rPr>
              <a:t></a:t>
            </a:r>
            <a:r>
              <a:rPr lang="en-US" altLang="zh-CN" sz="2400" b="0" dirty="0">
                <a:solidFill>
                  <a:srgbClr val="0432FF"/>
                </a:solidFill>
                <a:latin typeface="Arial" panose="020B0604020202020204" pitchFamily="34" charset="0"/>
                <a:ea typeface="SimHei" panose="02010609060101010101" pitchFamily="49" charset="-122"/>
                <a:cs typeface="Arial" panose="020B0604020202020204" pitchFamily="34" charset="0"/>
              </a:rPr>
              <a:t>11</a:t>
            </a:r>
          </a:p>
        </p:txBody>
      </p:sp>
      <p:sp>
        <p:nvSpPr>
          <p:cNvPr id="2" name="Title 4">
            <a:extLst>
              <a:ext uri="{FF2B5EF4-FFF2-40B4-BE49-F238E27FC236}">
                <a16:creationId xmlns:a16="http://schemas.microsoft.com/office/drawing/2014/main" id="{FB325BA0-40E7-01B2-91FC-4EFB742F3B95}"/>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t>加法</a:t>
            </a:r>
            <a:r>
              <a:rPr lang="en-US" altLang="zh-CN" dirty="0"/>
              <a:t>up/</a:t>
            </a:r>
            <a:r>
              <a:rPr lang="zh-CN" altLang="en-US" dirty="0"/>
              <a:t>减法</a:t>
            </a:r>
            <a:r>
              <a:rPr lang="en-US" altLang="zh-CN" dirty="0"/>
              <a:t>down</a:t>
            </a:r>
            <a:r>
              <a:rPr lang="zh-CN" altLang="en-US" dirty="0"/>
              <a:t>计数器</a:t>
            </a:r>
            <a:endParaRPr lang="en-CN" altLang="zh-CN" sz="4000" dirty="0">
              <a:solidFill>
                <a:srgbClr val="0000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3129455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灯片编号占位符 2"/>
          <p:cNvSpPr>
            <a:spLocks noGrp="1"/>
          </p:cNvSpPr>
          <p:nvPr>
            <p:ph type="sldNum" sz="quarter" idx="12"/>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92E2C372-F8C4-4F0C-B538-16A14AA78744}" type="slidenum">
              <a:rPr kumimoji="0" lang="en-US" altLang="zh-CN" sz="1200" b="0" i="0" u="none" strike="noStrike" kern="1200" cap="none" spc="0" normalizeH="0" baseline="0" noProof="0" smtClean="0">
                <a:ln>
                  <a:noFill/>
                </a:ln>
                <a:solidFill>
                  <a:srgbClr val="000000"/>
                </a:solidFill>
                <a:effectLst/>
                <a:uLnTx/>
                <a:uFillTx/>
                <a:latin typeface="Arial Black"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83</a:t>
            </a:fld>
            <a:endParaRPr kumimoji="0" lang="en-US" altLang="zh-CN" sz="1200" b="0" i="0" u="none" strike="noStrike" kern="1200" cap="none" spc="0" normalizeH="0" baseline="0" noProof="0">
              <a:ln>
                <a:noFill/>
              </a:ln>
              <a:solidFill>
                <a:srgbClr val="000000"/>
              </a:solidFill>
              <a:effectLst/>
              <a:uLnTx/>
              <a:uFillTx/>
              <a:latin typeface="Arial Black" pitchFamily="34" charset="0"/>
              <a:ea typeface="宋体" pitchFamily="2" charset="-122"/>
              <a:cs typeface="+mn-cs"/>
            </a:endParaRPr>
          </a:p>
        </p:txBody>
      </p:sp>
      <p:grpSp>
        <p:nvGrpSpPr>
          <p:cNvPr id="3" name="Group 54"/>
          <p:cNvGrpSpPr>
            <a:grpSpLocks noChangeAspect="1"/>
          </p:cNvGrpSpPr>
          <p:nvPr/>
        </p:nvGrpSpPr>
        <p:grpSpPr bwMode="auto">
          <a:xfrm>
            <a:off x="3960358" y="1371600"/>
            <a:ext cx="1294547" cy="756791"/>
            <a:chOff x="4934" y="300"/>
            <a:chExt cx="998" cy="539"/>
          </a:xfrm>
        </p:grpSpPr>
        <p:sp>
          <p:nvSpPr>
            <p:cNvPr id="62472" name="AutoShape 55"/>
            <p:cNvSpPr>
              <a:spLocks noChangeAspect="1" noChangeArrowheads="1" noTextEdit="1"/>
            </p:cNvSpPr>
            <p:nvPr/>
          </p:nvSpPr>
          <p:spPr bwMode="auto">
            <a:xfrm>
              <a:off x="4934" y="300"/>
              <a:ext cx="998" cy="539"/>
            </a:xfrm>
            <a:prstGeom prst="rect">
              <a:avLst/>
            </a:prstGeom>
            <a:noFill/>
            <a:ln w="9525">
              <a:noFill/>
              <a:miter lim="800000"/>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2473" name="Oval 56"/>
            <p:cNvSpPr>
              <a:spLocks noChangeArrowheads="1"/>
            </p:cNvSpPr>
            <p:nvPr/>
          </p:nvSpPr>
          <p:spPr bwMode="auto">
            <a:xfrm>
              <a:off x="4975" y="327"/>
              <a:ext cx="919" cy="486"/>
            </a:xfrm>
            <a:prstGeom prst="ellipse">
              <a:avLst/>
            </a:prstGeom>
            <a:solidFill>
              <a:srgbClr val="FFFFFF"/>
            </a:solidFill>
            <a:ln w="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0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2474" name="Oval 57"/>
            <p:cNvSpPr>
              <a:spLocks noChangeArrowheads="1"/>
            </p:cNvSpPr>
            <p:nvPr/>
          </p:nvSpPr>
          <p:spPr bwMode="auto">
            <a:xfrm>
              <a:off x="4975" y="327"/>
              <a:ext cx="919" cy="486"/>
            </a:xfrm>
            <a:prstGeom prst="ellipse">
              <a:avLst/>
            </a:prstGeom>
            <a:noFill/>
            <a:ln w="1587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0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2475" name="Rectangle 58"/>
            <p:cNvSpPr>
              <a:spLocks noChangeArrowheads="1"/>
            </p:cNvSpPr>
            <p:nvPr/>
          </p:nvSpPr>
          <p:spPr bwMode="auto">
            <a:xfrm>
              <a:off x="5073" y="471"/>
              <a:ext cx="114" cy="174"/>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800" b="0"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000" b="0" i="0" u="none" strike="noStrike" kern="1200" cap="none" spc="0" normalizeH="0" baseline="0" noProof="0">
                <a:ln>
                  <a:noFill/>
                </a:ln>
                <a:solidFill>
                  <a:srgbClr val="000000"/>
                </a:solidFill>
                <a:effectLst/>
                <a:uLnTx/>
                <a:uFillTx/>
                <a:latin typeface="Arial" pitchFamily="34" charset="0"/>
                <a:ea typeface="宋体" pitchFamily="2" charset="-122"/>
                <a:cs typeface="+mn-cs"/>
              </a:endParaRPr>
            </a:p>
          </p:txBody>
        </p:sp>
        <p:sp>
          <p:nvSpPr>
            <p:cNvPr id="62476" name="Rectangle 59"/>
            <p:cNvSpPr>
              <a:spLocks noChangeArrowheads="1"/>
            </p:cNvSpPr>
            <p:nvPr/>
          </p:nvSpPr>
          <p:spPr bwMode="auto">
            <a:xfrm>
              <a:off x="5191" y="568"/>
              <a:ext cx="52" cy="116"/>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200" b="0"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3</a:t>
              </a:r>
              <a:endParaRPr kumimoji="0" lang="en-US" altLang="zh-CN" sz="2000" b="0" i="0" u="none" strike="noStrike" kern="1200" cap="none" spc="0" normalizeH="0" baseline="0" noProof="0">
                <a:ln>
                  <a:noFill/>
                </a:ln>
                <a:solidFill>
                  <a:srgbClr val="000000"/>
                </a:solidFill>
                <a:effectLst/>
                <a:uLnTx/>
                <a:uFillTx/>
                <a:latin typeface="Arial" pitchFamily="34" charset="0"/>
                <a:ea typeface="宋体" pitchFamily="2" charset="-122"/>
                <a:cs typeface="+mn-cs"/>
              </a:endParaRPr>
            </a:p>
          </p:txBody>
        </p:sp>
        <p:sp>
          <p:nvSpPr>
            <p:cNvPr id="62477" name="Rectangle 60"/>
            <p:cNvSpPr>
              <a:spLocks noChangeArrowheads="1"/>
            </p:cNvSpPr>
            <p:nvPr/>
          </p:nvSpPr>
          <p:spPr bwMode="auto">
            <a:xfrm>
              <a:off x="5255" y="471"/>
              <a:ext cx="114" cy="174"/>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800" b="0"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000" b="0" i="0" u="none" strike="noStrike" kern="1200" cap="none" spc="0" normalizeH="0" baseline="0" noProof="0">
                <a:ln>
                  <a:noFill/>
                </a:ln>
                <a:solidFill>
                  <a:srgbClr val="000000"/>
                </a:solidFill>
                <a:effectLst/>
                <a:uLnTx/>
                <a:uFillTx/>
                <a:latin typeface="Arial" pitchFamily="34" charset="0"/>
                <a:ea typeface="宋体" pitchFamily="2" charset="-122"/>
                <a:cs typeface="+mn-cs"/>
              </a:endParaRPr>
            </a:p>
          </p:txBody>
        </p:sp>
        <p:sp>
          <p:nvSpPr>
            <p:cNvPr id="62478" name="Rectangle 61"/>
            <p:cNvSpPr>
              <a:spLocks noChangeArrowheads="1"/>
            </p:cNvSpPr>
            <p:nvPr/>
          </p:nvSpPr>
          <p:spPr bwMode="auto">
            <a:xfrm>
              <a:off x="5372" y="568"/>
              <a:ext cx="52" cy="116"/>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200" b="0"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2</a:t>
              </a:r>
              <a:endParaRPr kumimoji="0" lang="en-US" altLang="zh-CN" sz="2000" b="0" i="0" u="none" strike="noStrike" kern="1200" cap="none" spc="0" normalizeH="0" baseline="0" noProof="0">
                <a:ln>
                  <a:noFill/>
                </a:ln>
                <a:solidFill>
                  <a:srgbClr val="000000"/>
                </a:solidFill>
                <a:effectLst/>
                <a:uLnTx/>
                <a:uFillTx/>
                <a:latin typeface="Arial" pitchFamily="34" charset="0"/>
                <a:ea typeface="宋体" pitchFamily="2" charset="-122"/>
                <a:cs typeface="+mn-cs"/>
              </a:endParaRPr>
            </a:p>
          </p:txBody>
        </p:sp>
        <p:sp>
          <p:nvSpPr>
            <p:cNvPr id="62479" name="Rectangle 62"/>
            <p:cNvSpPr>
              <a:spLocks noChangeArrowheads="1"/>
            </p:cNvSpPr>
            <p:nvPr/>
          </p:nvSpPr>
          <p:spPr bwMode="auto">
            <a:xfrm>
              <a:off x="5437" y="471"/>
              <a:ext cx="114" cy="174"/>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Q</a:t>
              </a:r>
              <a:endParaRPr kumimoji="0" lang="en-US" altLang="zh-CN" sz="2000" b="0" i="0" u="none" strike="noStrike" kern="1200" cap="none" spc="0" normalizeH="0" baseline="0" noProof="0" dirty="0">
                <a:ln>
                  <a:noFill/>
                </a:ln>
                <a:solidFill>
                  <a:srgbClr val="000000"/>
                </a:solidFill>
                <a:effectLst/>
                <a:uLnTx/>
                <a:uFillTx/>
                <a:latin typeface="Arial" pitchFamily="34" charset="0"/>
                <a:ea typeface="宋体" pitchFamily="2" charset="-122"/>
                <a:cs typeface="+mn-cs"/>
              </a:endParaRPr>
            </a:p>
          </p:txBody>
        </p:sp>
        <p:sp>
          <p:nvSpPr>
            <p:cNvPr id="62480" name="Rectangle 63"/>
            <p:cNvSpPr>
              <a:spLocks noChangeArrowheads="1"/>
            </p:cNvSpPr>
            <p:nvPr/>
          </p:nvSpPr>
          <p:spPr bwMode="auto">
            <a:xfrm>
              <a:off x="5554" y="568"/>
              <a:ext cx="52" cy="116"/>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200" b="0"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1</a:t>
              </a:r>
              <a:endParaRPr kumimoji="0" lang="en-US" altLang="zh-CN" sz="2000" b="0" i="0" u="none" strike="noStrike" kern="1200" cap="none" spc="0" normalizeH="0" baseline="0" noProof="0">
                <a:ln>
                  <a:noFill/>
                </a:ln>
                <a:solidFill>
                  <a:srgbClr val="000000"/>
                </a:solidFill>
                <a:effectLst/>
                <a:uLnTx/>
                <a:uFillTx/>
                <a:latin typeface="Arial" pitchFamily="34" charset="0"/>
                <a:ea typeface="宋体" pitchFamily="2" charset="-122"/>
                <a:cs typeface="+mn-cs"/>
              </a:endParaRPr>
            </a:p>
          </p:txBody>
        </p:sp>
        <p:sp>
          <p:nvSpPr>
            <p:cNvPr id="62481" name="Rectangle 64"/>
            <p:cNvSpPr>
              <a:spLocks noChangeArrowheads="1"/>
            </p:cNvSpPr>
            <p:nvPr/>
          </p:nvSpPr>
          <p:spPr bwMode="auto">
            <a:xfrm>
              <a:off x="5618" y="471"/>
              <a:ext cx="114" cy="174"/>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800" b="0"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000" b="0" i="0" u="none" strike="noStrike" kern="1200" cap="none" spc="0" normalizeH="0" baseline="0" noProof="0">
                <a:ln>
                  <a:noFill/>
                </a:ln>
                <a:solidFill>
                  <a:srgbClr val="000000"/>
                </a:solidFill>
                <a:effectLst/>
                <a:uLnTx/>
                <a:uFillTx/>
                <a:latin typeface="Arial" pitchFamily="34" charset="0"/>
                <a:ea typeface="宋体" pitchFamily="2" charset="-122"/>
                <a:cs typeface="+mn-cs"/>
              </a:endParaRPr>
            </a:p>
          </p:txBody>
        </p:sp>
        <p:sp>
          <p:nvSpPr>
            <p:cNvPr id="62482" name="Rectangle 65"/>
            <p:cNvSpPr>
              <a:spLocks noChangeArrowheads="1"/>
            </p:cNvSpPr>
            <p:nvPr/>
          </p:nvSpPr>
          <p:spPr bwMode="auto">
            <a:xfrm>
              <a:off x="5736" y="568"/>
              <a:ext cx="52" cy="116"/>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200" b="0"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0</a:t>
              </a:r>
              <a:endParaRPr kumimoji="0" lang="en-US" altLang="zh-CN" sz="2000" b="0" i="0" u="none" strike="noStrike" kern="1200" cap="none" spc="0" normalizeH="0" baseline="0" noProof="0">
                <a:ln>
                  <a:noFill/>
                </a:ln>
                <a:solidFill>
                  <a:srgbClr val="000000"/>
                </a:solidFill>
                <a:effectLst/>
                <a:uLnTx/>
                <a:uFillTx/>
                <a:latin typeface="Arial" pitchFamily="34" charset="0"/>
                <a:ea typeface="宋体" pitchFamily="2" charset="-122"/>
                <a:cs typeface="+mn-cs"/>
              </a:endParaRPr>
            </a:p>
          </p:txBody>
        </p:sp>
      </p:grpSp>
      <p:pic>
        <p:nvPicPr>
          <p:cNvPr id="4" name="Picture 3">
            <a:extLst>
              <a:ext uri="{FF2B5EF4-FFF2-40B4-BE49-F238E27FC236}">
                <a16:creationId xmlns:a16="http://schemas.microsoft.com/office/drawing/2014/main" id="{A74BDC00-8AAE-E843-8A5A-D544BD456662}"/>
              </a:ext>
            </a:extLst>
          </p:cNvPr>
          <p:cNvPicPr>
            <a:picLocks noChangeAspect="1"/>
          </p:cNvPicPr>
          <p:nvPr/>
        </p:nvPicPr>
        <p:blipFill>
          <a:blip r:embed="rId2"/>
          <a:stretch>
            <a:fillRect/>
          </a:stretch>
        </p:blipFill>
        <p:spPr>
          <a:xfrm>
            <a:off x="676029" y="1680762"/>
            <a:ext cx="3733800" cy="3842288"/>
          </a:xfrm>
          <a:prstGeom prst="rect">
            <a:avLst/>
          </a:prstGeom>
        </p:spPr>
      </p:pic>
      <p:pic>
        <p:nvPicPr>
          <p:cNvPr id="5" name="Picture 4">
            <a:extLst>
              <a:ext uri="{FF2B5EF4-FFF2-40B4-BE49-F238E27FC236}">
                <a16:creationId xmlns:a16="http://schemas.microsoft.com/office/drawing/2014/main" id="{4446EE84-7A2C-4746-B646-9AD698E9E6E8}"/>
              </a:ext>
            </a:extLst>
          </p:cNvPr>
          <p:cNvPicPr>
            <a:picLocks noChangeAspect="1"/>
          </p:cNvPicPr>
          <p:nvPr/>
        </p:nvPicPr>
        <p:blipFill>
          <a:blip r:embed="rId3"/>
          <a:stretch>
            <a:fillRect/>
          </a:stretch>
        </p:blipFill>
        <p:spPr>
          <a:xfrm>
            <a:off x="4924122" y="1733848"/>
            <a:ext cx="3751299" cy="3869379"/>
          </a:xfrm>
          <a:prstGeom prst="rect">
            <a:avLst/>
          </a:prstGeom>
        </p:spPr>
      </p:pic>
      <p:sp>
        <p:nvSpPr>
          <p:cNvPr id="6" name="Rectangle 5">
            <a:extLst>
              <a:ext uri="{FF2B5EF4-FFF2-40B4-BE49-F238E27FC236}">
                <a16:creationId xmlns:a16="http://schemas.microsoft.com/office/drawing/2014/main" id="{2C51E384-2F03-0A4D-B611-EC2D58EEDB83}"/>
              </a:ext>
            </a:extLst>
          </p:cNvPr>
          <p:cNvSpPr/>
          <p:nvPr/>
        </p:nvSpPr>
        <p:spPr>
          <a:xfrm>
            <a:off x="1447800" y="5722005"/>
            <a:ext cx="1980029" cy="523220"/>
          </a:xfrm>
          <a:prstGeom prst="rect">
            <a:avLst/>
          </a:prstGeom>
        </p:spPr>
        <p:txBody>
          <a:bodyPr wrap="none">
            <a:spAutoFit/>
          </a:bodyPr>
          <a:lstStyle/>
          <a:p>
            <a:pPr algn="ctr"/>
            <a:r>
              <a:rPr lang="zh-CN" altLang="en-US" sz="2800" dirty="0">
                <a:solidFill>
                  <a:srgbClr val="000000"/>
                </a:solidFill>
                <a:latin typeface="+mn-ea"/>
                <a:ea typeface="+mn-ea"/>
                <a:cs typeface="Arial" panose="020B0604020202020204" pitchFamily="34" charset="0"/>
              </a:rPr>
              <a:t>加法计数器</a:t>
            </a:r>
            <a:endParaRPr lang="en-CN" sz="2800" dirty="0">
              <a:latin typeface="+mn-ea"/>
              <a:ea typeface="+mn-ea"/>
            </a:endParaRPr>
          </a:p>
        </p:txBody>
      </p:sp>
      <p:sp>
        <p:nvSpPr>
          <p:cNvPr id="72" name="Rectangle 71">
            <a:extLst>
              <a:ext uri="{FF2B5EF4-FFF2-40B4-BE49-F238E27FC236}">
                <a16:creationId xmlns:a16="http://schemas.microsoft.com/office/drawing/2014/main" id="{7BCE8093-6C31-5046-8041-C2F72FF48DA6}"/>
              </a:ext>
            </a:extLst>
          </p:cNvPr>
          <p:cNvSpPr/>
          <p:nvPr/>
        </p:nvSpPr>
        <p:spPr>
          <a:xfrm>
            <a:off x="5943600" y="5714999"/>
            <a:ext cx="1980029" cy="523220"/>
          </a:xfrm>
          <a:prstGeom prst="rect">
            <a:avLst/>
          </a:prstGeom>
        </p:spPr>
        <p:txBody>
          <a:bodyPr wrap="none">
            <a:spAutoFit/>
          </a:bodyPr>
          <a:lstStyle/>
          <a:p>
            <a:r>
              <a:rPr lang="zh-CN" altLang="en-US" sz="2800" dirty="0">
                <a:solidFill>
                  <a:srgbClr val="000000"/>
                </a:solidFill>
                <a:latin typeface="+mn-ea"/>
                <a:ea typeface="+mn-ea"/>
                <a:cs typeface="Arial" panose="020B0604020202020204" pitchFamily="34" charset="0"/>
              </a:rPr>
              <a:t>减法计数器</a:t>
            </a:r>
            <a:endParaRPr lang="en-CN" sz="2800" dirty="0">
              <a:latin typeface="+mn-ea"/>
              <a:ea typeface="+mn-ea"/>
            </a:endParaRPr>
          </a:p>
        </p:txBody>
      </p:sp>
      <p:sp>
        <p:nvSpPr>
          <p:cNvPr id="2" name="Title 4">
            <a:extLst>
              <a:ext uri="{FF2B5EF4-FFF2-40B4-BE49-F238E27FC236}">
                <a16:creationId xmlns:a16="http://schemas.microsoft.com/office/drawing/2014/main" id="{FA9EDE9E-2681-EA0C-558A-B586D9CF313B}"/>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t>加法计数器 </a:t>
            </a:r>
            <a:r>
              <a:rPr lang="en-US" altLang="zh-CN" dirty="0"/>
              <a:t>vs </a:t>
            </a:r>
            <a:r>
              <a:rPr lang="zh-CN" altLang="en-US" dirty="0"/>
              <a:t>减法计数器</a:t>
            </a:r>
            <a:endParaRPr lang="en-CN" altLang="zh-CN" sz="4000" dirty="0">
              <a:solidFill>
                <a:srgbClr val="0000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5712912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259D7DD-E1BE-4482-9234-29898EB39847}" type="slidenum">
              <a:rPr kumimoji="0" lang="en-US" altLang="zh-CN" sz="1200" b="0" i="0" u="none" strike="noStrike" kern="1200" cap="none" spc="0" normalizeH="0" baseline="0" noProof="0" smtClean="0">
                <a:ln>
                  <a:noFill/>
                </a:ln>
                <a:solidFill>
                  <a:srgbClr val="000000"/>
                </a:solidFill>
                <a:effectLst/>
                <a:uLnTx/>
                <a:uFillTx/>
                <a:latin typeface="Arial Black"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84</a:t>
            </a:fld>
            <a:endParaRPr kumimoji="0" lang="en-US" altLang="zh-CN" sz="1200" b="0" i="0" u="none" strike="noStrike" kern="1200" cap="none" spc="0" normalizeH="0" baseline="0" noProof="0" dirty="0">
              <a:ln>
                <a:noFill/>
              </a:ln>
              <a:solidFill>
                <a:srgbClr val="000000"/>
              </a:solidFill>
              <a:effectLst/>
              <a:uLnTx/>
              <a:uFillTx/>
              <a:latin typeface="Arial Black" pitchFamily="34" charset="0"/>
              <a:ea typeface="宋体" pitchFamily="2" charset="-122"/>
              <a:cs typeface="+mn-cs"/>
            </a:endParaRPr>
          </a:p>
        </p:txBody>
      </p:sp>
      <p:sp>
        <p:nvSpPr>
          <p:cNvPr id="3" name="内容占位符 2"/>
          <p:cNvSpPr>
            <a:spLocks noGrp="1"/>
          </p:cNvSpPr>
          <p:nvPr>
            <p:ph idx="4294967295"/>
          </p:nvPr>
        </p:nvSpPr>
        <p:spPr>
          <a:xfrm>
            <a:off x="457200" y="1447800"/>
            <a:ext cx="7886700" cy="4351338"/>
          </a:xfrm>
        </p:spPr>
        <p:txBody>
          <a:bodyPr>
            <a:normAutofit/>
          </a:bodyPr>
          <a:lstStyle/>
          <a:p>
            <a:r>
              <a:rPr lang="zh-CN" altLang="en-US" b="0" dirty="0">
                <a:latin typeface="Arial" panose="020B0604020202020204" pitchFamily="34" charset="0"/>
                <a:ea typeface="SimHei" panose="02010609060101010101" pitchFamily="49" charset="-122"/>
                <a:cs typeface="Arial" panose="020B0604020202020204" pitchFamily="34" charset="0"/>
              </a:rPr>
              <a:t>加法</a:t>
            </a:r>
            <a:r>
              <a:rPr lang="en-US" altLang="zh-CN" b="0" dirty="0">
                <a:latin typeface="Arial" panose="020B0604020202020204" pitchFamily="34" charset="0"/>
                <a:ea typeface="SimHei" panose="02010609060101010101" pitchFamily="49" charset="-122"/>
                <a:cs typeface="Arial" panose="020B0604020202020204" pitchFamily="34" charset="0"/>
              </a:rPr>
              <a:t>/</a:t>
            </a:r>
            <a:r>
              <a:rPr lang="zh-CN" altLang="en-US" b="0" dirty="0">
                <a:latin typeface="Arial" panose="020B0604020202020204" pitchFamily="34" charset="0"/>
                <a:ea typeface="SimHei" panose="02010609060101010101" pitchFamily="49" charset="-122"/>
                <a:cs typeface="Arial" panose="020B0604020202020204" pitchFamily="34" charset="0"/>
              </a:rPr>
              <a:t>减法计数器</a:t>
            </a:r>
          </a:p>
          <a:p>
            <a:r>
              <a:rPr lang="zh-CN" altLang="en-US" b="0" dirty="0">
                <a:solidFill>
                  <a:srgbClr val="3333FF"/>
                </a:solidFill>
                <a:latin typeface="Arial" panose="020B0604020202020204" pitchFamily="34" charset="0"/>
                <a:ea typeface="SimHei" panose="02010609060101010101" pitchFamily="49" charset="-122"/>
                <a:cs typeface="Arial" panose="020B0604020202020204" pitchFamily="34" charset="0"/>
              </a:rPr>
              <a:t>特殊进制计数器</a:t>
            </a:r>
            <a:endParaRPr lang="en-US" altLang="zh-CN" b="0" dirty="0">
              <a:solidFill>
                <a:srgbClr val="3333FF"/>
              </a:solidFill>
              <a:latin typeface="Arial" panose="020B0604020202020204" pitchFamily="34" charset="0"/>
              <a:ea typeface="SimHei" panose="02010609060101010101" pitchFamily="49" charset="-122"/>
              <a:cs typeface="Arial" panose="020B0604020202020204" pitchFamily="34" charset="0"/>
            </a:endParaRPr>
          </a:p>
          <a:p>
            <a:r>
              <a:rPr lang="zh-CN" altLang="en-US" b="0" dirty="0">
                <a:latin typeface="Arial" panose="020B0604020202020204" pitchFamily="34" charset="0"/>
                <a:ea typeface="SimHei" panose="02010609060101010101" pitchFamily="49" charset="-122"/>
                <a:cs typeface="Arial" panose="020B0604020202020204" pitchFamily="34" charset="0"/>
              </a:rPr>
              <a:t>环形</a:t>
            </a:r>
            <a:r>
              <a:rPr lang="en-US" altLang="zh-CN" b="0" dirty="0">
                <a:latin typeface="Arial" panose="020B0604020202020204" pitchFamily="34" charset="0"/>
                <a:ea typeface="SimHei" panose="02010609060101010101" pitchFamily="49" charset="-122"/>
                <a:cs typeface="Arial" panose="020B0604020202020204" pitchFamily="34" charset="0"/>
              </a:rPr>
              <a:t>/</a:t>
            </a:r>
            <a:r>
              <a:rPr lang="zh-CN" altLang="en-US" b="0" dirty="0">
                <a:latin typeface="Arial" panose="020B0604020202020204" pitchFamily="34" charset="0"/>
                <a:ea typeface="SimHei" panose="02010609060101010101" pitchFamily="49" charset="-122"/>
                <a:cs typeface="Arial" panose="020B0604020202020204" pitchFamily="34" charset="0"/>
              </a:rPr>
              <a:t>扭环形计数器</a:t>
            </a:r>
            <a:endParaRPr lang="en-US" altLang="zh-CN" b="0" dirty="0">
              <a:latin typeface="Arial" panose="020B0604020202020204" pitchFamily="34" charset="0"/>
              <a:ea typeface="SimHei" panose="02010609060101010101" pitchFamily="49" charset="-122"/>
              <a:cs typeface="Arial" panose="020B0604020202020204" pitchFamily="34" charset="0"/>
            </a:endParaRPr>
          </a:p>
          <a:p>
            <a:r>
              <a:rPr lang="zh-CN" altLang="en-US" b="0" dirty="0">
                <a:latin typeface="Arial" panose="020B0604020202020204" pitchFamily="34" charset="0"/>
                <a:ea typeface="SimHei" panose="02010609060101010101" pitchFamily="49" charset="-122"/>
                <a:cs typeface="Arial" panose="020B0604020202020204" pitchFamily="34" charset="0"/>
              </a:rPr>
              <a:t>异步</a:t>
            </a:r>
            <a:r>
              <a:rPr lang="en-US" altLang="zh-CN" b="0" dirty="0">
                <a:latin typeface="Arial" panose="020B0604020202020204" pitchFamily="34" charset="0"/>
                <a:ea typeface="SimHei" panose="02010609060101010101" pitchFamily="49" charset="-122"/>
                <a:cs typeface="Arial" panose="020B0604020202020204" pitchFamily="34" charset="0"/>
              </a:rPr>
              <a:t>/</a:t>
            </a:r>
            <a:r>
              <a:rPr lang="zh-CN" altLang="en-US" b="0" dirty="0">
                <a:latin typeface="Arial" panose="020B0604020202020204" pitchFamily="34" charset="0"/>
                <a:ea typeface="SimHei" panose="02010609060101010101" pitchFamily="49" charset="-122"/>
                <a:cs typeface="Arial" panose="020B0604020202020204" pitchFamily="34" charset="0"/>
              </a:rPr>
              <a:t>同步计数器</a:t>
            </a:r>
          </a:p>
        </p:txBody>
      </p:sp>
      <p:sp>
        <p:nvSpPr>
          <p:cNvPr id="5" name="Title 4">
            <a:extLst>
              <a:ext uri="{FF2B5EF4-FFF2-40B4-BE49-F238E27FC236}">
                <a16:creationId xmlns:a16="http://schemas.microsoft.com/office/drawing/2014/main" id="{BF49CEE1-2FFF-5484-B16F-2A05D753EF66}"/>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t>典型的计数器</a:t>
            </a:r>
            <a:endParaRPr lang="en-CN" altLang="zh-CN" sz="4000" dirty="0">
              <a:solidFill>
                <a:srgbClr val="0000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3339881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55798EF-E9AF-45E4-8704-AC31D263761A}" type="slidenum">
              <a:rPr kumimoji="0" lang="en-US" altLang="zh-CN" sz="1200" b="0" i="0" u="none" strike="noStrike" kern="1200" cap="none" spc="0" normalizeH="0" baseline="0" noProof="0" smtClean="0">
                <a:ln>
                  <a:noFill/>
                </a:ln>
                <a:solidFill>
                  <a:srgbClr val="000000"/>
                </a:solidFill>
                <a:effectLst/>
                <a:uLnTx/>
                <a:uFillTx/>
                <a:latin typeface="Arial Black"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85</a:t>
            </a:fld>
            <a:endParaRPr kumimoji="0" lang="en-US" altLang="zh-CN" sz="1200" b="0" i="0" u="none" strike="noStrike" kern="1200" cap="none" spc="0" normalizeH="0" baseline="0" noProof="0" dirty="0">
              <a:ln>
                <a:noFill/>
              </a:ln>
              <a:solidFill>
                <a:srgbClr val="000000"/>
              </a:solidFill>
              <a:effectLst/>
              <a:uLnTx/>
              <a:uFillTx/>
              <a:latin typeface="Arial Black" pitchFamily="34" charset="0"/>
              <a:ea typeface="宋体" pitchFamily="2" charset="-122"/>
              <a:cs typeface="+mn-cs"/>
            </a:endParaRPr>
          </a:p>
        </p:txBody>
      </p:sp>
      <p:sp>
        <p:nvSpPr>
          <p:cNvPr id="3077" name="Rectangle 3"/>
          <p:cNvSpPr>
            <a:spLocks noGrp="1" noChangeArrowheads="1"/>
          </p:cNvSpPr>
          <p:nvPr>
            <p:ph idx="4294967295"/>
          </p:nvPr>
        </p:nvSpPr>
        <p:spPr>
          <a:xfrm>
            <a:off x="159366" y="1297801"/>
            <a:ext cx="4661338" cy="5256213"/>
          </a:xfrm>
        </p:spPr>
        <p:txBody>
          <a:bodyPr>
            <a:normAutofit/>
          </a:bodyPr>
          <a:lstStyle/>
          <a:p>
            <a:r>
              <a:rPr lang="en-US" altLang="zh-CN" sz="2400" b="0" dirty="0">
                <a:ea typeface="+mn-ea"/>
                <a:cs typeface="Arial" panose="020B0604020202020204" pitchFamily="34" charset="0"/>
              </a:rPr>
              <a:t>Mod=5</a:t>
            </a:r>
          </a:p>
          <a:p>
            <a:r>
              <a:rPr lang="zh-CN" altLang="en-US" sz="2400" b="0" dirty="0">
                <a:ea typeface="+mn-ea"/>
                <a:cs typeface="Arial" panose="020B0604020202020204" pitchFamily="34" charset="0"/>
              </a:rPr>
              <a:t>可用</a:t>
            </a:r>
            <a:r>
              <a:rPr lang="en-US" altLang="zh-CN" sz="2400" b="0" dirty="0">
                <a:ea typeface="+mn-ea"/>
                <a:cs typeface="Arial" panose="020B0604020202020204" pitchFamily="34" charset="0"/>
              </a:rPr>
              <a:t>3bit</a:t>
            </a:r>
            <a:r>
              <a:rPr lang="zh-CN" altLang="en-US" sz="2400" b="0" dirty="0">
                <a:ea typeface="+mn-ea"/>
                <a:cs typeface="Arial" panose="020B0604020202020204" pitchFamily="34" charset="0"/>
              </a:rPr>
              <a:t>状态变量表示</a:t>
            </a:r>
            <a:r>
              <a:rPr lang="en-US" altLang="zh-CN" sz="2400" b="0" dirty="0">
                <a:ea typeface="+mn-ea"/>
                <a:cs typeface="Arial" panose="020B0604020202020204" pitchFamily="34" charset="0"/>
              </a:rPr>
              <a:t>5</a:t>
            </a:r>
            <a:r>
              <a:rPr lang="zh-CN" altLang="en-US" sz="2400" b="0" dirty="0">
                <a:ea typeface="+mn-ea"/>
                <a:cs typeface="Arial" panose="020B0604020202020204" pitchFamily="34" charset="0"/>
              </a:rPr>
              <a:t>个状态</a:t>
            </a:r>
            <a:endParaRPr lang="en-US" altLang="zh-CN" sz="2400" b="0" dirty="0">
              <a:ea typeface="+mn-ea"/>
              <a:cs typeface="Arial" panose="020B0604020202020204" pitchFamily="34" charset="0"/>
            </a:endParaRPr>
          </a:p>
          <a:p>
            <a:r>
              <a:rPr lang="zh-CN" altLang="en-US" sz="2400" b="0" dirty="0">
                <a:ea typeface="+mn-ea"/>
                <a:cs typeface="Arial" panose="020B0604020202020204" pitchFamily="34" charset="0"/>
              </a:rPr>
              <a:t>其他状态：无关项</a:t>
            </a:r>
            <a:endParaRPr lang="en-US" altLang="zh-CN" sz="2400" b="0" dirty="0">
              <a:ea typeface="+mn-ea"/>
              <a:cs typeface="Arial" panose="020B0604020202020204" pitchFamily="34" charset="0"/>
            </a:endParaRPr>
          </a:p>
          <a:p>
            <a:r>
              <a:rPr lang="zh-CN" altLang="en-US" sz="2400" b="0" dirty="0">
                <a:ea typeface="+mn-ea"/>
                <a:cs typeface="Arial" panose="020B0604020202020204" pitchFamily="34" charset="0"/>
              </a:rPr>
              <a:t>假定状态变化为（不唯一</a:t>
            </a:r>
            <a:r>
              <a:rPr lang="en-US" altLang="zh-CN" sz="2400" b="0" dirty="0">
                <a:ea typeface="+mn-ea"/>
                <a:cs typeface="Arial" panose="020B0604020202020204" pitchFamily="34" charset="0"/>
              </a:rPr>
              <a:t>)</a:t>
            </a:r>
          </a:p>
          <a:p>
            <a:pPr lvl="1"/>
            <a:r>
              <a:rPr lang="en-US" altLang="zh-CN" sz="2400" b="0" dirty="0">
                <a:solidFill>
                  <a:srgbClr val="3333FF"/>
                </a:solidFill>
                <a:ea typeface="SimHei" panose="02010609060101010101" pitchFamily="49" charset="-122"/>
                <a:cs typeface="Arial" panose="020B0604020202020204" pitchFamily="34" charset="0"/>
              </a:rPr>
              <a:t>000</a:t>
            </a:r>
            <a:r>
              <a:rPr lang="en-US" altLang="zh-CN" sz="2400" b="0" dirty="0">
                <a:ea typeface="SimHei" panose="02010609060101010101" pitchFamily="49" charset="-122"/>
                <a:cs typeface="Arial" panose="020B0604020202020204" pitchFamily="34" charset="0"/>
                <a:sym typeface="Symbol" pitchFamily="18" charset="2"/>
              </a:rPr>
              <a:t></a:t>
            </a:r>
            <a:r>
              <a:rPr lang="en-US" altLang="zh-CN" sz="2400" b="0" dirty="0">
                <a:ea typeface="SimHei" panose="02010609060101010101" pitchFamily="49" charset="-122"/>
                <a:cs typeface="Arial" panose="020B0604020202020204" pitchFamily="34" charset="0"/>
              </a:rPr>
              <a:t>010</a:t>
            </a:r>
            <a:r>
              <a:rPr lang="en-US" altLang="zh-CN" sz="2400" b="0" dirty="0">
                <a:ea typeface="SimHei" panose="02010609060101010101" pitchFamily="49" charset="-122"/>
                <a:cs typeface="Arial" panose="020B0604020202020204" pitchFamily="34" charset="0"/>
                <a:sym typeface="Symbol" pitchFamily="18" charset="2"/>
              </a:rPr>
              <a:t></a:t>
            </a:r>
            <a:r>
              <a:rPr lang="en-US" altLang="zh-CN" sz="2400" b="0" dirty="0">
                <a:ea typeface="SimHei" panose="02010609060101010101" pitchFamily="49" charset="-122"/>
                <a:cs typeface="Arial" panose="020B0604020202020204" pitchFamily="34" charset="0"/>
              </a:rPr>
              <a:t>011</a:t>
            </a:r>
            <a:r>
              <a:rPr lang="en-US" altLang="zh-CN" sz="2400" b="0" dirty="0">
                <a:ea typeface="SimHei" panose="02010609060101010101" pitchFamily="49" charset="-122"/>
                <a:cs typeface="Arial" panose="020B0604020202020204" pitchFamily="34" charset="0"/>
                <a:sym typeface="Symbol" pitchFamily="18" charset="2"/>
              </a:rPr>
              <a:t>1</a:t>
            </a:r>
            <a:r>
              <a:rPr lang="en-US" altLang="zh-CN" sz="2400" b="0" dirty="0">
                <a:ea typeface="SimHei" panose="02010609060101010101" pitchFamily="49" charset="-122"/>
                <a:cs typeface="Arial" panose="020B0604020202020204" pitchFamily="34" charset="0"/>
              </a:rPr>
              <a:t>01</a:t>
            </a:r>
            <a:br>
              <a:rPr lang="en-US" altLang="zh-CN" sz="2400" b="0" dirty="0">
                <a:ea typeface="SimHei" panose="02010609060101010101" pitchFamily="49" charset="-122"/>
                <a:cs typeface="Arial" panose="020B0604020202020204" pitchFamily="34" charset="0"/>
              </a:rPr>
            </a:br>
            <a:r>
              <a:rPr lang="en-US" altLang="zh-CN" sz="2400" b="0" dirty="0">
                <a:ea typeface="SimHei" panose="02010609060101010101" pitchFamily="49" charset="-122"/>
                <a:cs typeface="Arial" panose="020B0604020202020204" pitchFamily="34" charset="0"/>
                <a:sym typeface="Symbol" pitchFamily="18" charset="2"/>
              </a:rPr>
              <a:t>11</a:t>
            </a:r>
            <a:r>
              <a:rPr lang="en-US" altLang="zh-CN" sz="2400" b="0" dirty="0">
                <a:ea typeface="SimHei" panose="02010609060101010101" pitchFamily="49" charset="-122"/>
                <a:cs typeface="Arial" panose="020B0604020202020204" pitchFamily="34" charset="0"/>
              </a:rPr>
              <a:t>0</a:t>
            </a:r>
            <a:r>
              <a:rPr lang="en-US" altLang="zh-CN" sz="2400" b="0" dirty="0">
                <a:ea typeface="SimHei" panose="02010609060101010101" pitchFamily="49" charset="-122"/>
                <a:cs typeface="Arial" panose="020B0604020202020204" pitchFamily="34" charset="0"/>
                <a:sym typeface="Symbol" pitchFamily="18" charset="2"/>
              </a:rPr>
              <a:t></a:t>
            </a:r>
            <a:r>
              <a:rPr lang="en-US" altLang="zh-CN" sz="2400" b="0" dirty="0">
                <a:solidFill>
                  <a:srgbClr val="3333FF"/>
                </a:solidFill>
                <a:ea typeface="SimHei" panose="02010609060101010101" pitchFamily="49" charset="-122"/>
                <a:cs typeface="Arial" panose="020B0604020202020204" pitchFamily="34" charset="0"/>
              </a:rPr>
              <a:t>000</a:t>
            </a:r>
            <a:endParaRPr lang="en-US" altLang="zh-CN" sz="2400" b="0" dirty="0">
              <a:solidFill>
                <a:srgbClr val="3333FF"/>
              </a:solidFill>
              <a:ea typeface="+mn-ea"/>
              <a:cs typeface="Arial" panose="020B0604020202020204" pitchFamily="34" charset="0"/>
            </a:endParaRPr>
          </a:p>
          <a:p>
            <a:r>
              <a:rPr lang="zh-CN" altLang="en-US" sz="2400" b="0" dirty="0">
                <a:ea typeface="+mn-ea"/>
                <a:cs typeface="Arial" panose="020B0604020202020204" pitchFamily="34" charset="0"/>
              </a:rPr>
              <a:t>仅在最后</a:t>
            </a:r>
            <a:r>
              <a:rPr lang="en-US" altLang="zh-CN" sz="2400" b="0" dirty="0">
                <a:ea typeface="+mn-ea"/>
                <a:cs typeface="Arial" panose="020B0604020202020204" pitchFamily="34" charset="0"/>
              </a:rPr>
              <a:t>1</a:t>
            </a:r>
            <a:r>
              <a:rPr lang="zh-CN" altLang="en-US" sz="2400" b="0" dirty="0">
                <a:ea typeface="+mn-ea"/>
                <a:cs typeface="Arial" panose="020B0604020202020204" pitchFamily="34" charset="0"/>
              </a:rPr>
              <a:t>个状态</a:t>
            </a:r>
            <a:r>
              <a:rPr lang="en-US" altLang="zh-CN" sz="2400" b="0" dirty="0">
                <a:ea typeface="+mn-ea"/>
                <a:cs typeface="Arial" panose="020B0604020202020204" pitchFamily="34" charset="0"/>
              </a:rPr>
              <a:t>110</a:t>
            </a:r>
            <a:r>
              <a:rPr lang="zh-CN" altLang="en-US" sz="2400" b="0" dirty="0">
                <a:ea typeface="+mn-ea"/>
                <a:cs typeface="Arial" panose="020B0604020202020204" pitchFamily="34" charset="0"/>
              </a:rPr>
              <a:t>输出</a:t>
            </a:r>
            <a:r>
              <a:rPr lang="en-US" altLang="zh-CN" sz="2400" b="0" dirty="0">
                <a:ea typeface="+mn-ea"/>
                <a:cs typeface="Arial" panose="020B0604020202020204" pitchFamily="34" charset="0"/>
              </a:rPr>
              <a:t>1</a:t>
            </a:r>
          </a:p>
        </p:txBody>
      </p:sp>
      <p:graphicFrame>
        <p:nvGraphicFramePr>
          <p:cNvPr id="11" name="Group 104">
            <a:extLst>
              <a:ext uri="{FF2B5EF4-FFF2-40B4-BE49-F238E27FC236}">
                <a16:creationId xmlns:a16="http://schemas.microsoft.com/office/drawing/2014/main" id="{51BBA459-6B30-4E95-906B-E3882089C089}"/>
              </a:ext>
            </a:extLst>
          </p:cNvPr>
          <p:cNvGraphicFramePr>
            <a:graphicFrameLocks/>
          </p:cNvGraphicFramePr>
          <p:nvPr>
            <p:extLst>
              <p:ext uri="{D42A27DB-BD31-4B8C-83A1-F6EECF244321}">
                <p14:modId xmlns:p14="http://schemas.microsoft.com/office/powerpoint/2010/main" val="130998985"/>
              </p:ext>
            </p:extLst>
          </p:nvPr>
        </p:nvGraphicFramePr>
        <p:xfrm>
          <a:off x="4820704" y="1431555"/>
          <a:ext cx="4090674" cy="4663440"/>
        </p:xfrm>
        <a:graphic>
          <a:graphicData uri="http://schemas.openxmlformats.org/drawingml/2006/table">
            <a:tbl>
              <a:tblPr/>
              <a:tblGrid>
                <a:gridCol w="584382">
                  <a:extLst>
                    <a:ext uri="{9D8B030D-6E8A-4147-A177-3AD203B41FA5}">
                      <a16:colId xmlns:a16="http://schemas.microsoft.com/office/drawing/2014/main" val="20000"/>
                    </a:ext>
                  </a:extLst>
                </a:gridCol>
                <a:gridCol w="584382">
                  <a:extLst>
                    <a:ext uri="{9D8B030D-6E8A-4147-A177-3AD203B41FA5}">
                      <a16:colId xmlns:a16="http://schemas.microsoft.com/office/drawing/2014/main" val="20001"/>
                    </a:ext>
                  </a:extLst>
                </a:gridCol>
                <a:gridCol w="584382">
                  <a:extLst>
                    <a:ext uri="{9D8B030D-6E8A-4147-A177-3AD203B41FA5}">
                      <a16:colId xmlns:a16="http://schemas.microsoft.com/office/drawing/2014/main" val="20002"/>
                    </a:ext>
                  </a:extLst>
                </a:gridCol>
                <a:gridCol w="584382">
                  <a:extLst>
                    <a:ext uri="{9D8B030D-6E8A-4147-A177-3AD203B41FA5}">
                      <a16:colId xmlns:a16="http://schemas.microsoft.com/office/drawing/2014/main" val="20003"/>
                    </a:ext>
                  </a:extLst>
                </a:gridCol>
                <a:gridCol w="584382">
                  <a:extLst>
                    <a:ext uri="{9D8B030D-6E8A-4147-A177-3AD203B41FA5}">
                      <a16:colId xmlns:a16="http://schemas.microsoft.com/office/drawing/2014/main" val="20004"/>
                    </a:ext>
                  </a:extLst>
                </a:gridCol>
                <a:gridCol w="584382">
                  <a:extLst>
                    <a:ext uri="{9D8B030D-6E8A-4147-A177-3AD203B41FA5}">
                      <a16:colId xmlns:a16="http://schemas.microsoft.com/office/drawing/2014/main" val="20005"/>
                    </a:ext>
                  </a:extLst>
                </a:gridCol>
                <a:gridCol w="584382">
                  <a:extLst>
                    <a:ext uri="{9D8B030D-6E8A-4147-A177-3AD203B41FA5}">
                      <a16:colId xmlns:a16="http://schemas.microsoft.com/office/drawing/2014/main" val="20006"/>
                    </a:ext>
                  </a:extLst>
                </a:gridCol>
              </a:tblGrid>
              <a:tr h="49276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A</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B</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C</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0070C0"/>
                          </a:solidFill>
                          <a:effectLst/>
                          <a:latin typeface="Arial" charset="0"/>
                          <a:ea typeface="宋体" charset="-122"/>
                        </a:rPr>
                        <a:t>A</a:t>
                      </a:r>
                      <a:r>
                        <a:rPr kumimoji="0" lang="en-US" altLang="zh-CN" sz="2800" b="0" i="0" u="none" strike="noStrike" cap="none" normalizeH="0" baseline="30000" dirty="0">
                          <a:ln>
                            <a:noFill/>
                          </a:ln>
                          <a:solidFill>
                            <a:srgbClr val="0070C0"/>
                          </a:solidFill>
                          <a:effectLst/>
                          <a:latin typeface="Arial" charset="0"/>
                          <a:ea typeface="宋体" charset="-122"/>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rgbClr val="0070C0"/>
                          </a:solidFill>
                          <a:effectLst/>
                          <a:latin typeface="Arial" charset="0"/>
                          <a:ea typeface="宋体" charset="-122"/>
                        </a:rPr>
                        <a:t>B</a:t>
                      </a:r>
                      <a:r>
                        <a:rPr kumimoji="0" lang="en-US" altLang="zh-CN" sz="2800" b="0" i="0" u="none" strike="noStrike" cap="none" normalizeH="0" baseline="30000">
                          <a:ln>
                            <a:noFill/>
                          </a:ln>
                          <a:solidFill>
                            <a:srgbClr val="0070C0"/>
                          </a:solidFill>
                          <a:effectLst/>
                          <a:latin typeface="Arial" charset="0"/>
                          <a:ea typeface="宋体" charset="-122"/>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rgbClr val="0070C0"/>
                          </a:solidFill>
                          <a:effectLst/>
                          <a:latin typeface="Arial" charset="0"/>
                          <a:ea typeface="宋体" charset="-122"/>
                        </a:rPr>
                        <a:t>C</a:t>
                      </a:r>
                      <a:r>
                        <a:rPr kumimoji="0" lang="en-US" altLang="zh-CN" sz="2800" b="0" i="0" u="none" strike="noStrike" cap="none" normalizeH="0" baseline="30000">
                          <a:ln>
                            <a:noFill/>
                          </a:ln>
                          <a:solidFill>
                            <a:srgbClr val="0070C0"/>
                          </a:solidFill>
                          <a:effectLst/>
                          <a:latin typeface="Arial" charset="0"/>
                          <a:ea typeface="宋体" charset="-122"/>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Z</a:t>
                      </a:r>
                      <a:endParaRPr kumimoji="0" lang="en-US" altLang="zh-CN" sz="2800" b="0" i="0" u="none" strike="noStrike" cap="none" normalizeH="0" baseline="30000" dirty="0">
                        <a:ln>
                          <a:noFill/>
                        </a:ln>
                        <a:solidFill>
                          <a:schemeClr val="tx1"/>
                        </a:solidFill>
                        <a:effectLst/>
                        <a:latin typeface="Arial"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r h="49276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0</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0070C0"/>
                          </a:solidFill>
                          <a:effectLst/>
                          <a:latin typeface="Arial" charset="0"/>
                          <a:ea typeface="宋体"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rgbClr val="0070C0"/>
                          </a:solidFill>
                          <a:effectLst/>
                          <a:latin typeface="Arial" charset="0"/>
                          <a:ea typeface="宋体"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rgbClr val="0070C0"/>
                          </a:solidFill>
                          <a:effectLst/>
                          <a:latin typeface="Arial" charset="0"/>
                          <a:ea typeface="宋体"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49276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0</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rgbClr val="0070C0"/>
                          </a:solidFill>
                          <a:effectLst/>
                          <a:latin typeface="Arial" charset="0"/>
                          <a:ea typeface="宋体" charset="-122"/>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0070C0"/>
                          </a:solidFill>
                          <a:effectLst/>
                          <a:latin typeface="Arial" charset="0"/>
                          <a:ea typeface="宋体" charset="-122"/>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0070C0"/>
                          </a:solidFill>
                          <a:effectLst/>
                          <a:latin typeface="Arial" charset="0"/>
                          <a:ea typeface="宋体" charset="-122"/>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49276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0</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0070C0"/>
                          </a:solidFill>
                          <a:effectLst/>
                          <a:latin typeface="Arial" charset="0"/>
                          <a:ea typeface="宋体"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0070C0"/>
                          </a:solidFill>
                          <a:effectLst/>
                          <a:latin typeface="Arial" charset="0"/>
                          <a:ea typeface="宋体"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0070C0"/>
                          </a:solidFill>
                          <a:effectLst/>
                          <a:latin typeface="Arial" charset="0"/>
                          <a:ea typeface="宋体"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49276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0</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0070C0"/>
                          </a:solidFill>
                          <a:effectLst/>
                          <a:latin typeface="Arial" charset="0"/>
                          <a:ea typeface="宋体"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0070C0"/>
                          </a:solidFill>
                          <a:effectLst/>
                          <a:latin typeface="Arial" charset="0"/>
                          <a:ea typeface="宋体"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rgbClr val="0070C0"/>
                          </a:solidFill>
                          <a:effectLst/>
                          <a:latin typeface="Arial" charset="0"/>
                          <a:ea typeface="宋体"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r h="49276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1</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rgbClr val="0070C0"/>
                          </a:solidFill>
                          <a:effectLst/>
                          <a:latin typeface="Arial" charset="0"/>
                          <a:ea typeface="宋体" charset="-122"/>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0070C0"/>
                          </a:solidFill>
                          <a:effectLst/>
                          <a:latin typeface="Arial" charset="0"/>
                          <a:ea typeface="宋体" charset="-122"/>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rgbClr val="0070C0"/>
                          </a:solidFill>
                          <a:effectLst/>
                          <a:latin typeface="Arial" charset="0"/>
                          <a:ea typeface="宋体" charset="-122"/>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5"/>
                  </a:ext>
                </a:extLst>
              </a:tr>
              <a:tr h="49276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1</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rgbClr val="0070C0"/>
                          </a:solidFill>
                          <a:effectLst/>
                          <a:latin typeface="Arial" charset="0"/>
                          <a:ea typeface="宋体"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0070C0"/>
                          </a:solidFill>
                          <a:effectLst/>
                          <a:latin typeface="Arial" charset="0"/>
                          <a:ea typeface="宋体"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rgbClr val="0070C0"/>
                          </a:solidFill>
                          <a:effectLst/>
                          <a:latin typeface="Arial" charset="0"/>
                          <a:ea typeface="宋体"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6"/>
                  </a:ext>
                </a:extLst>
              </a:tr>
              <a:tr h="49276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1</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rgbClr val="0070C0"/>
                          </a:solidFill>
                          <a:effectLst/>
                          <a:latin typeface="Arial" charset="0"/>
                          <a:ea typeface="宋体"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0070C0"/>
                          </a:solidFill>
                          <a:effectLst/>
                          <a:latin typeface="Arial" charset="0"/>
                          <a:ea typeface="宋体"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rgbClr val="0070C0"/>
                          </a:solidFill>
                          <a:effectLst/>
                          <a:latin typeface="Arial" charset="0"/>
                          <a:ea typeface="宋体"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C00000"/>
                          </a:solidFill>
                          <a:effectLst/>
                          <a:latin typeface="Arial" charset="0"/>
                          <a:ea typeface="宋体" charset="-122"/>
                        </a:rPr>
                        <a:t>1</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7"/>
                  </a:ext>
                </a:extLst>
              </a:tr>
              <a:tr h="49276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1</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rgbClr val="0070C0"/>
                          </a:solidFill>
                          <a:effectLst/>
                          <a:latin typeface="Arial" charset="0"/>
                          <a:ea typeface="宋体" charset="-122"/>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0070C0"/>
                          </a:solidFill>
                          <a:effectLst/>
                          <a:latin typeface="Arial" charset="0"/>
                          <a:ea typeface="宋体" charset="-122"/>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0070C0"/>
                          </a:solidFill>
                          <a:effectLst/>
                          <a:latin typeface="Arial" charset="0"/>
                          <a:ea typeface="宋体" charset="-122"/>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C00000"/>
                          </a:solidFill>
                          <a:effectLst/>
                          <a:latin typeface="Arial" charset="0"/>
                          <a:ea typeface="宋体" charset="-122"/>
                        </a:rPr>
                        <a:t>-</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8"/>
                  </a:ext>
                </a:extLst>
              </a:tr>
            </a:tbl>
          </a:graphicData>
        </a:graphic>
      </p:graphicFrame>
      <p:sp>
        <p:nvSpPr>
          <p:cNvPr id="2" name="Title 4">
            <a:extLst>
              <a:ext uri="{FF2B5EF4-FFF2-40B4-BE49-F238E27FC236}">
                <a16:creationId xmlns:a16="http://schemas.microsoft.com/office/drawing/2014/main" id="{07EC58A9-F162-2292-7ACA-469A5B65E11B}"/>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ea typeface="SimHei" panose="02010609060101010101" pitchFamily="49" charset="-122"/>
              </a:rPr>
              <a:t>例</a:t>
            </a:r>
            <a:r>
              <a:rPr lang="en-US" altLang="zh-CN" dirty="0">
                <a:ea typeface="SimHei" panose="02010609060101010101" pitchFamily="49" charset="-122"/>
              </a:rPr>
              <a:t>1</a:t>
            </a:r>
            <a:r>
              <a:rPr lang="zh-CN" altLang="en-US" dirty="0">
                <a:ea typeface="SimHei" panose="02010609060101010101" pitchFamily="49" charset="-122"/>
              </a:rPr>
              <a:t>：设计一个模五的计数器</a:t>
            </a:r>
            <a:endParaRPr lang="en-CN" altLang="zh-CN" sz="4000" dirty="0">
              <a:solidFill>
                <a:srgbClr val="0000FF"/>
              </a:solidFill>
              <a:latin typeface="Arial" panose="020B0604020202020204" pitchFamily="34" charset="0"/>
              <a:cs typeface="Arial" panose="020B0604020202020204" pitchFamily="34" charset="0"/>
            </a:endParaRPr>
          </a:p>
        </p:txBody>
      </p:sp>
      <p:sp>
        <p:nvSpPr>
          <p:cNvPr id="3" name="椭圆 2">
            <a:extLst>
              <a:ext uri="{FF2B5EF4-FFF2-40B4-BE49-F238E27FC236}">
                <a16:creationId xmlns:a16="http://schemas.microsoft.com/office/drawing/2014/main" id="{6F18A4C9-5CE8-E21E-9BB4-F029ACC9DDFF}"/>
              </a:ext>
            </a:extLst>
          </p:cNvPr>
          <p:cNvSpPr/>
          <p:nvPr/>
        </p:nvSpPr>
        <p:spPr>
          <a:xfrm>
            <a:off x="914400" y="4648200"/>
            <a:ext cx="685800" cy="685800"/>
          </a:xfrm>
          <a:prstGeom prst="ellipse">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en-US" altLang="zh-CN" sz="1800" dirty="0"/>
              <a:t>000</a:t>
            </a:r>
            <a:br>
              <a:rPr kumimoji="1" lang="en-US" altLang="zh-CN" sz="1800" dirty="0"/>
            </a:br>
            <a:r>
              <a:rPr kumimoji="1" lang="en-US" altLang="zh-CN" sz="1800" dirty="0"/>
              <a:t>/0</a:t>
            </a:r>
            <a:endParaRPr kumimoji="1" lang="zh-CN" altLang="en-US" sz="1800" dirty="0"/>
          </a:p>
        </p:txBody>
      </p:sp>
      <p:sp>
        <p:nvSpPr>
          <p:cNvPr id="5" name="椭圆 4">
            <a:extLst>
              <a:ext uri="{FF2B5EF4-FFF2-40B4-BE49-F238E27FC236}">
                <a16:creationId xmlns:a16="http://schemas.microsoft.com/office/drawing/2014/main" id="{B711279D-41E3-12A8-B7EF-F9AF685A4244}"/>
              </a:ext>
            </a:extLst>
          </p:cNvPr>
          <p:cNvSpPr/>
          <p:nvPr/>
        </p:nvSpPr>
        <p:spPr>
          <a:xfrm>
            <a:off x="1981200" y="4648200"/>
            <a:ext cx="685800" cy="685800"/>
          </a:xfrm>
          <a:prstGeom prst="ellipse">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en-US" altLang="zh-CN" sz="1800" dirty="0"/>
              <a:t>010</a:t>
            </a:r>
            <a:br>
              <a:rPr kumimoji="1" lang="en-US" altLang="zh-CN" sz="1800" dirty="0"/>
            </a:br>
            <a:r>
              <a:rPr kumimoji="1" lang="en-US" altLang="zh-CN" sz="1800" dirty="0"/>
              <a:t>/0</a:t>
            </a:r>
            <a:endParaRPr kumimoji="1" lang="zh-CN" altLang="en-US" sz="1800" dirty="0"/>
          </a:p>
        </p:txBody>
      </p:sp>
      <p:cxnSp>
        <p:nvCxnSpPr>
          <p:cNvPr id="6" name="曲线连接符 5">
            <a:extLst>
              <a:ext uri="{FF2B5EF4-FFF2-40B4-BE49-F238E27FC236}">
                <a16:creationId xmlns:a16="http://schemas.microsoft.com/office/drawing/2014/main" id="{5EB71787-5A8C-E9C9-66ED-A0CCC7AF5B48}"/>
              </a:ext>
            </a:extLst>
          </p:cNvPr>
          <p:cNvCxnSpPr>
            <a:stCxn id="3" idx="6"/>
            <a:endCxn id="5" idx="2"/>
          </p:cNvCxnSpPr>
          <p:nvPr/>
        </p:nvCxnSpPr>
        <p:spPr>
          <a:xfrm>
            <a:off x="1600200" y="4991100"/>
            <a:ext cx="381000" cy="12700"/>
          </a:xfrm>
          <a:prstGeom prst="curved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椭圆 7">
            <a:extLst>
              <a:ext uri="{FF2B5EF4-FFF2-40B4-BE49-F238E27FC236}">
                <a16:creationId xmlns:a16="http://schemas.microsoft.com/office/drawing/2014/main" id="{6786D6D8-B92D-07E6-A350-48017D2A02F2}"/>
              </a:ext>
            </a:extLst>
          </p:cNvPr>
          <p:cNvSpPr/>
          <p:nvPr/>
        </p:nvSpPr>
        <p:spPr>
          <a:xfrm>
            <a:off x="2971800" y="4648200"/>
            <a:ext cx="685800" cy="685800"/>
          </a:xfrm>
          <a:prstGeom prst="ellipse">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en-US" altLang="zh-CN" sz="1800" dirty="0"/>
              <a:t>011</a:t>
            </a:r>
            <a:br>
              <a:rPr kumimoji="1" lang="en-US" altLang="zh-CN" sz="1800" dirty="0"/>
            </a:br>
            <a:r>
              <a:rPr kumimoji="1" lang="en-US" altLang="zh-CN" sz="1800" dirty="0"/>
              <a:t>/0</a:t>
            </a:r>
            <a:endParaRPr kumimoji="1" lang="zh-CN" altLang="en-US" sz="1800" dirty="0"/>
          </a:p>
        </p:txBody>
      </p:sp>
      <p:cxnSp>
        <p:nvCxnSpPr>
          <p:cNvPr id="9" name="曲线连接符 8">
            <a:extLst>
              <a:ext uri="{FF2B5EF4-FFF2-40B4-BE49-F238E27FC236}">
                <a16:creationId xmlns:a16="http://schemas.microsoft.com/office/drawing/2014/main" id="{C7CAE108-E941-6E1B-0538-5A8C02AB2A2E}"/>
              </a:ext>
            </a:extLst>
          </p:cNvPr>
          <p:cNvCxnSpPr>
            <a:cxnSpLocks/>
            <a:stCxn id="5" idx="6"/>
            <a:endCxn id="8" idx="2"/>
          </p:cNvCxnSpPr>
          <p:nvPr/>
        </p:nvCxnSpPr>
        <p:spPr>
          <a:xfrm>
            <a:off x="2667000" y="4991100"/>
            <a:ext cx="304800" cy="12700"/>
          </a:xfrm>
          <a:prstGeom prst="curved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椭圆 9">
            <a:extLst>
              <a:ext uri="{FF2B5EF4-FFF2-40B4-BE49-F238E27FC236}">
                <a16:creationId xmlns:a16="http://schemas.microsoft.com/office/drawing/2014/main" id="{4A66A733-59BB-6473-3586-EDF98C7BBC08}"/>
              </a:ext>
            </a:extLst>
          </p:cNvPr>
          <p:cNvSpPr/>
          <p:nvPr/>
        </p:nvSpPr>
        <p:spPr>
          <a:xfrm>
            <a:off x="2971800" y="5676900"/>
            <a:ext cx="685800" cy="685800"/>
          </a:xfrm>
          <a:prstGeom prst="ellipse">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en-US" altLang="zh-CN" sz="1800" dirty="0"/>
              <a:t>101</a:t>
            </a:r>
            <a:br>
              <a:rPr kumimoji="1" lang="en-US" altLang="zh-CN" sz="1800" dirty="0"/>
            </a:br>
            <a:r>
              <a:rPr kumimoji="1" lang="en-US" altLang="zh-CN" sz="1800" dirty="0"/>
              <a:t>/0</a:t>
            </a:r>
            <a:endParaRPr kumimoji="1" lang="zh-CN" altLang="en-US" sz="1800" dirty="0"/>
          </a:p>
        </p:txBody>
      </p:sp>
      <p:cxnSp>
        <p:nvCxnSpPr>
          <p:cNvPr id="12" name="曲线连接符 11">
            <a:extLst>
              <a:ext uri="{FF2B5EF4-FFF2-40B4-BE49-F238E27FC236}">
                <a16:creationId xmlns:a16="http://schemas.microsoft.com/office/drawing/2014/main" id="{D6487876-5A64-3CFA-AA29-64666158611B}"/>
              </a:ext>
            </a:extLst>
          </p:cNvPr>
          <p:cNvCxnSpPr>
            <a:cxnSpLocks/>
            <a:stCxn id="8" idx="4"/>
            <a:endCxn id="10" idx="0"/>
          </p:cNvCxnSpPr>
          <p:nvPr/>
        </p:nvCxnSpPr>
        <p:spPr>
          <a:xfrm rot="5400000">
            <a:off x="3143250" y="5505450"/>
            <a:ext cx="342900" cy="12700"/>
          </a:xfrm>
          <a:prstGeom prst="curvedConnector3">
            <a:avLst>
              <a:gd name="adj1" fmla="val 5000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椭圆 12">
            <a:extLst>
              <a:ext uri="{FF2B5EF4-FFF2-40B4-BE49-F238E27FC236}">
                <a16:creationId xmlns:a16="http://schemas.microsoft.com/office/drawing/2014/main" id="{44EC6716-F649-10FA-BDA2-A63B5FA69DB6}"/>
              </a:ext>
            </a:extLst>
          </p:cNvPr>
          <p:cNvSpPr/>
          <p:nvPr/>
        </p:nvSpPr>
        <p:spPr>
          <a:xfrm>
            <a:off x="1939437" y="5676900"/>
            <a:ext cx="685800" cy="685800"/>
          </a:xfrm>
          <a:prstGeom prst="ellipse">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en-US" altLang="zh-CN" sz="1800" dirty="0"/>
              <a:t>110</a:t>
            </a:r>
            <a:br>
              <a:rPr kumimoji="1" lang="en-US" altLang="zh-CN" sz="1800" dirty="0"/>
            </a:br>
            <a:r>
              <a:rPr kumimoji="1" lang="en-US" altLang="zh-CN" sz="1800" dirty="0"/>
              <a:t>/1</a:t>
            </a:r>
            <a:endParaRPr kumimoji="1" lang="zh-CN" altLang="en-US" sz="1800" dirty="0"/>
          </a:p>
        </p:txBody>
      </p:sp>
      <p:cxnSp>
        <p:nvCxnSpPr>
          <p:cNvPr id="14" name="曲线连接符 13">
            <a:extLst>
              <a:ext uri="{FF2B5EF4-FFF2-40B4-BE49-F238E27FC236}">
                <a16:creationId xmlns:a16="http://schemas.microsoft.com/office/drawing/2014/main" id="{EFADFD78-D4F4-3F2B-9D4D-DC68863DAA0D}"/>
              </a:ext>
            </a:extLst>
          </p:cNvPr>
          <p:cNvCxnSpPr>
            <a:cxnSpLocks/>
            <a:stCxn id="10" idx="2"/>
            <a:endCxn id="13" idx="6"/>
          </p:cNvCxnSpPr>
          <p:nvPr/>
        </p:nvCxnSpPr>
        <p:spPr>
          <a:xfrm rot="10800000">
            <a:off x="2625238" y="6019800"/>
            <a:ext cx="346563" cy="12700"/>
          </a:xfrm>
          <a:prstGeom prst="curvedConnector3">
            <a:avLst>
              <a:gd name="adj1" fmla="val 5000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曲线连接符 14">
            <a:extLst>
              <a:ext uri="{FF2B5EF4-FFF2-40B4-BE49-F238E27FC236}">
                <a16:creationId xmlns:a16="http://schemas.microsoft.com/office/drawing/2014/main" id="{E52BFCA5-FC13-8BE3-ED20-C834004DA63A}"/>
              </a:ext>
            </a:extLst>
          </p:cNvPr>
          <p:cNvCxnSpPr>
            <a:cxnSpLocks/>
            <a:stCxn id="13" idx="2"/>
            <a:endCxn id="3" idx="4"/>
          </p:cNvCxnSpPr>
          <p:nvPr/>
        </p:nvCxnSpPr>
        <p:spPr>
          <a:xfrm rot="10800000">
            <a:off x="1257301" y="5334000"/>
            <a:ext cx="682137" cy="685800"/>
          </a:xfrm>
          <a:prstGeom prst="curved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741955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Group 149">
            <a:extLst>
              <a:ext uri="{FF2B5EF4-FFF2-40B4-BE49-F238E27FC236}">
                <a16:creationId xmlns:a16="http://schemas.microsoft.com/office/drawing/2014/main" id="{A728325C-FA72-43E2-A8EF-08521662B301}"/>
              </a:ext>
            </a:extLst>
          </p:cNvPr>
          <p:cNvGraphicFramePr>
            <a:graphicFrameLocks/>
          </p:cNvGraphicFramePr>
          <p:nvPr>
            <p:extLst>
              <p:ext uri="{D42A27DB-BD31-4B8C-83A1-F6EECF244321}">
                <p14:modId xmlns:p14="http://schemas.microsoft.com/office/powerpoint/2010/main" val="1663243007"/>
              </p:ext>
            </p:extLst>
          </p:nvPr>
        </p:nvGraphicFramePr>
        <p:xfrm>
          <a:off x="4876800" y="2521132"/>
          <a:ext cx="4114800" cy="1982153"/>
        </p:xfrm>
        <a:graphic>
          <a:graphicData uri="http://schemas.openxmlformats.org/drawingml/2006/table">
            <a:tbl>
              <a:tblPr/>
              <a:tblGrid>
                <a:gridCol w="747713">
                  <a:extLst>
                    <a:ext uri="{9D8B030D-6E8A-4147-A177-3AD203B41FA5}">
                      <a16:colId xmlns:a16="http://schemas.microsoft.com/office/drawing/2014/main" val="20000"/>
                    </a:ext>
                  </a:extLst>
                </a:gridCol>
                <a:gridCol w="846137">
                  <a:extLst>
                    <a:ext uri="{9D8B030D-6E8A-4147-A177-3AD203B41FA5}">
                      <a16:colId xmlns:a16="http://schemas.microsoft.com/office/drawing/2014/main" val="20001"/>
                    </a:ext>
                  </a:extLst>
                </a:gridCol>
                <a:gridCol w="846138">
                  <a:extLst>
                    <a:ext uri="{9D8B030D-6E8A-4147-A177-3AD203B41FA5}">
                      <a16:colId xmlns:a16="http://schemas.microsoft.com/office/drawing/2014/main" val="20002"/>
                    </a:ext>
                  </a:extLst>
                </a:gridCol>
                <a:gridCol w="828675">
                  <a:extLst>
                    <a:ext uri="{9D8B030D-6E8A-4147-A177-3AD203B41FA5}">
                      <a16:colId xmlns:a16="http://schemas.microsoft.com/office/drawing/2014/main" val="20003"/>
                    </a:ext>
                  </a:extLst>
                </a:gridCol>
                <a:gridCol w="846137">
                  <a:extLst>
                    <a:ext uri="{9D8B030D-6E8A-4147-A177-3AD203B41FA5}">
                      <a16:colId xmlns:a16="http://schemas.microsoft.com/office/drawing/2014/main" val="20004"/>
                    </a:ext>
                  </a:extLst>
                </a:gridCol>
              </a:tblGrid>
              <a:tr h="700088">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800" b="0" i="1" u="none" strike="noStrike" cap="none" normalizeH="0" baseline="0" dirty="0">
                          <a:ln>
                            <a:noFill/>
                          </a:ln>
                          <a:solidFill>
                            <a:schemeClr val="tx1"/>
                          </a:solidFill>
                          <a:effectLst/>
                          <a:latin typeface="Arial" charset="0"/>
                          <a:ea typeface="宋体" pitchFamily="2" charset="-122"/>
                          <a:cs typeface="Times New Roman" pitchFamily="18" charset="0"/>
                        </a:rPr>
                        <a:t>BC</a:t>
                      </a:r>
                      <a:r>
                        <a:rPr kumimoji="0" lang="en-US" altLang="zh-CN" sz="2800" b="0" i="0" u="none" strike="noStrike" cap="none" normalizeH="0" baseline="0" dirty="0">
                          <a:ln>
                            <a:noFill/>
                          </a:ln>
                          <a:solidFill>
                            <a:schemeClr val="tx1"/>
                          </a:solidFill>
                          <a:effectLst/>
                          <a:latin typeface="Arial" charset="0"/>
                          <a:ea typeface="宋体" pitchFamily="2" charset="-122"/>
                          <a:cs typeface="Times New Roman" pitchFamily="18" charset="0"/>
                        </a:rPr>
                        <a:t> </a:t>
                      </a:r>
                    </a:p>
                    <a:p>
                      <a:pPr marL="0" marR="0" lvl="0" indent="0" algn="l" defTabSz="914400" rtl="0" eaLnBrk="0" fontAlgn="base" latinLnBrk="0" hangingPunct="0">
                        <a:lnSpc>
                          <a:spcPct val="100000"/>
                        </a:lnSpc>
                        <a:spcBef>
                          <a:spcPct val="0"/>
                        </a:spcBef>
                        <a:spcAft>
                          <a:spcPct val="0"/>
                        </a:spcAft>
                        <a:buClrTx/>
                        <a:buSzPct val="80000"/>
                        <a:buFontTx/>
                        <a:buNone/>
                        <a:tabLst/>
                      </a:pPr>
                      <a:r>
                        <a:rPr kumimoji="0" lang="en-US" altLang="zh-CN" sz="2800" b="0" i="1" u="none" strike="noStrike" cap="none" normalizeH="0" baseline="0" dirty="0">
                          <a:ln>
                            <a:noFill/>
                          </a:ln>
                          <a:solidFill>
                            <a:schemeClr val="tx1"/>
                          </a:solidFill>
                          <a:effectLst/>
                          <a:latin typeface="Arial" charset="0"/>
                          <a:ea typeface="宋体" pitchFamily="2" charset="-122"/>
                          <a:cs typeface="Times New Roman" pitchFamily="18" charset="0"/>
                        </a:rPr>
                        <a:t>A</a:t>
                      </a:r>
                      <a:endParaRPr kumimoji="0" lang="en-US" altLang="zh-CN" sz="2800" b="0" i="0" u="none" strike="noStrike" cap="none" normalizeH="0" baseline="0" dirty="0">
                        <a:ln>
                          <a:noFill/>
                        </a:ln>
                        <a:solidFill>
                          <a:schemeClr val="tx1"/>
                        </a:solidFill>
                        <a:effectLst/>
                        <a:latin typeface="Arial" charset="0"/>
                        <a:ea typeface="宋体" pitchFamily="2" charset="-122"/>
                      </a:endParaRPr>
                    </a:p>
                  </a:txBody>
                  <a:tcP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pitchFamily="2" charset="-122"/>
                          <a:cs typeface="Times New Roman" pitchFamily="18" charset="0"/>
                        </a:rPr>
                        <a:t>00</a:t>
                      </a:r>
                      <a:endParaRPr kumimoji="0" lang="en-US" altLang="zh-CN" sz="2800" b="0" i="0" u="none" strike="noStrike" cap="none" normalizeH="0" baseline="0" dirty="0">
                        <a:ln>
                          <a:noFill/>
                        </a:ln>
                        <a:solidFill>
                          <a:schemeClr val="tx1"/>
                        </a:solidFill>
                        <a:effectLst/>
                        <a:latin typeface="Arial" charset="0"/>
                        <a:ea typeface="宋体" pitchFamily="2" charset="-122"/>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pitchFamily="2" charset="-122"/>
                          <a:cs typeface="Times New Roman" pitchFamily="18" charset="0"/>
                        </a:rPr>
                        <a:t>01</a:t>
                      </a:r>
                      <a:endParaRPr kumimoji="0" lang="en-US" altLang="zh-CN" sz="28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pitchFamily="2" charset="-122"/>
                          <a:cs typeface="Times New Roman" pitchFamily="18" charset="0"/>
                        </a:rPr>
                        <a:t>11</a:t>
                      </a:r>
                      <a:endParaRPr kumimoji="0" lang="en-US" altLang="zh-CN" sz="28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pitchFamily="2" charset="-122"/>
                          <a:cs typeface="Times New Roman" pitchFamily="18" charset="0"/>
                        </a:rPr>
                        <a:t>10</a:t>
                      </a:r>
                      <a:endParaRPr kumimoji="0" lang="en-US" altLang="zh-CN" sz="28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r h="517525">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cs typeface="Times New Roman" pitchFamily="18" charset="0"/>
                        </a:rPr>
                        <a:t>0</a:t>
                      </a:r>
                      <a:endParaRPr kumimoji="0" lang="en-US" altLang="zh-CN" sz="2800" b="0" i="0" u="none" strike="noStrike" cap="none" normalizeH="0" baseline="0">
                        <a:ln>
                          <a:noFill/>
                        </a:ln>
                        <a:solidFill>
                          <a:schemeClr val="tx1"/>
                        </a:solidFill>
                        <a:effectLst/>
                        <a:latin typeface="Arial" charset="0"/>
                        <a:ea typeface="宋体" pitchFamily="2" charset="-122"/>
                      </a:endParaRPr>
                    </a:p>
                  </a:txBody>
                  <a:tcP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FF0000"/>
                          </a:solidFill>
                          <a:effectLst/>
                          <a:latin typeface="Arial" charset="0"/>
                          <a:ea typeface="宋体" pitchFamily="2" charset="-122"/>
                          <a:cs typeface="Times New Roman" pitchFamily="18" charset="0"/>
                        </a:rPr>
                        <a:t>0</a:t>
                      </a:r>
                      <a:r>
                        <a:rPr kumimoji="0" lang="en-US" altLang="zh-CN" sz="2800" b="0" i="0" u="none" strike="noStrike" cap="none" normalizeH="0" baseline="0" dirty="0">
                          <a:ln>
                            <a:noFill/>
                          </a:ln>
                          <a:solidFill>
                            <a:schemeClr val="tx1"/>
                          </a:solidFill>
                          <a:effectLst/>
                          <a:latin typeface="Arial" charset="0"/>
                          <a:ea typeface="宋体" pitchFamily="2" charset="-122"/>
                          <a:cs typeface="Times New Roman" pitchFamily="18" charset="0"/>
                        </a:rPr>
                        <a:t>1</a:t>
                      </a:r>
                      <a:r>
                        <a:rPr kumimoji="0" lang="en-US" altLang="zh-CN" sz="2800" b="0" i="0" u="none" strike="noStrike" cap="none" normalizeH="0" baseline="0" dirty="0">
                          <a:ln>
                            <a:noFill/>
                          </a:ln>
                          <a:solidFill>
                            <a:srgbClr val="3333FF"/>
                          </a:solidFill>
                          <a:effectLst/>
                          <a:latin typeface="Arial" charset="0"/>
                          <a:ea typeface="宋体" pitchFamily="2" charset="-122"/>
                          <a:cs typeface="Times New Roman" pitchFamily="18" charset="0"/>
                        </a:rPr>
                        <a:t>0</a:t>
                      </a:r>
                      <a:endParaRPr kumimoji="0" lang="en-US" altLang="zh-CN" sz="2800" b="0" i="0" u="none" strike="noStrike" cap="none" normalizeH="0" baseline="0" dirty="0">
                        <a:ln>
                          <a:noFill/>
                        </a:ln>
                        <a:solidFill>
                          <a:srgbClr val="3333FF"/>
                        </a:solidFill>
                        <a:effectLst/>
                        <a:latin typeface="Arial" charset="0"/>
                        <a:ea typeface="宋体" pitchFamily="2" charset="-122"/>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FF0000"/>
                          </a:solidFill>
                          <a:effectLst/>
                          <a:latin typeface="Arial" charset="0"/>
                          <a:ea typeface="宋体" pitchFamily="2" charset="-122"/>
                          <a:cs typeface="Times New Roman" pitchFamily="18" charset="0"/>
                        </a:rPr>
                        <a:t>-</a:t>
                      </a:r>
                      <a:r>
                        <a:rPr kumimoji="0" lang="en-US" altLang="zh-CN" sz="2800" b="0" i="0" u="none" strike="noStrike" cap="none" normalizeH="0" baseline="0" dirty="0">
                          <a:ln>
                            <a:noFill/>
                          </a:ln>
                          <a:solidFill>
                            <a:schemeClr val="tx1"/>
                          </a:solidFill>
                          <a:effectLst/>
                          <a:latin typeface="Arial" charset="0"/>
                          <a:ea typeface="宋体" pitchFamily="2" charset="-122"/>
                          <a:cs typeface="Times New Roman" pitchFamily="18" charset="0"/>
                        </a:rPr>
                        <a:t>-</a:t>
                      </a:r>
                      <a:r>
                        <a:rPr kumimoji="0" lang="en-US" altLang="zh-CN" sz="2800" b="0" i="0" u="none" strike="noStrike" cap="none" normalizeH="0" baseline="0" dirty="0">
                          <a:ln>
                            <a:noFill/>
                          </a:ln>
                          <a:solidFill>
                            <a:srgbClr val="3333FF"/>
                          </a:solidFill>
                          <a:effectLst/>
                          <a:latin typeface="Arial" charset="0"/>
                          <a:ea typeface="宋体" pitchFamily="2" charset="-122"/>
                          <a:cs typeface="Times New Roman" pitchFamily="18" charset="0"/>
                        </a:rPr>
                        <a:t>-</a:t>
                      </a:r>
                      <a:endParaRPr kumimoji="0" lang="en-US" altLang="zh-CN" sz="2800" b="0" i="0" u="none" strike="noStrike" cap="none" normalizeH="0" baseline="0" dirty="0">
                        <a:ln>
                          <a:noFill/>
                        </a:ln>
                        <a:solidFill>
                          <a:srgbClr val="3333FF"/>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FF0000"/>
                          </a:solidFill>
                          <a:effectLst/>
                          <a:latin typeface="Arial" charset="0"/>
                          <a:ea typeface="宋体" pitchFamily="2" charset="-122"/>
                          <a:cs typeface="Times New Roman" pitchFamily="18" charset="0"/>
                        </a:rPr>
                        <a:t>1</a:t>
                      </a:r>
                      <a:r>
                        <a:rPr kumimoji="0" lang="en-US" altLang="zh-CN" sz="2800" b="0" i="0" u="none" strike="noStrike" cap="none" normalizeH="0" baseline="0" dirty="0">
                          <a:ln>
                            <a:noFill/>
                          </a:ln>
                          <a:solidFill>
                            <a:schemeClr val="tx1"/>
                          </a:solidFill>
                          <a:effectLst/>
                          <a:latin typeface="Arial" charset="0"/>
                          <a:ea typeface="宋体" pitchFamily="2" charset="-122"/>
                          <a:cs typeface="Times New Roman" pitchFamily="18" charset="0"/>
                        </a:rPr>
                        <a:t>0</a:t>
                      </a:r>
                      <a:r>
                        <a:rPr kumimoji="0" lang="en-US" altLang="zh-CN" sz="2800" b="0" i="0" u="none" strike="noStrike" cap="none" normalizeH="0" baseline="0" dirty="0">
                          <a:ln>
                            <a:noFill/>
                          </a:ln>
                          <a:solidFill>
                            <a:srgbClr val="3333FF"/>
                          </a:solidFill>
                          <a:effectLst/>
                          <a:latin typeface="Arial" charset="0"/>
                          <a:ea typeface="宋体" pitchFamily="2" charset="-122"/>
                          <a:cs typeface="Times New Roman" pitchFamily="18" charset="0"/>
                        </a:rPr>
                        <a:t>1</a:t>
                      </a:r>
                      <a:endParaRPr kumimoji="0" lang="en-US" altLang="zh-CN" sz="2800" b="0" i="0" u="none" strike="noStrike" cap="none" normalizeH="0" baseline="0" dirty="0">
                        <a:ln>
                          <a:noFill/>
                        </a:ln>
                        <a:solidFill>
                          <a:srgbClr val="3333FF"/>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FF0000"/>
                          </a:solidFill>
                          <a:effectLst/>
                          <a:latin typeface="Arial" charset="0"/>
                          <a:ea typeface="宋体" pitchFamily="2" charset="-122"/>
                          <a:cs typeface="Times New Roman" pitchFamily="18" charset="0"/>
                        </a:rPr>
                        <a:t>0</a:t>
                      </a:r>
                      <a:r>
                        <a:rPr kumimoji="0" lang="en-US" altLang="zh-CN" sz="2800" b="0" i="0" u="none" strike="noStrike" cap="none" normalizeH="0" baseline="0" dirty="0">
                          <a:ln>
                            <a:noFill/>
                          </a:ln>
                          <a:solidFill>
                            <a:schemeClr val="tx1"/>
                          </a:solidFill>
                          <a:effectLst/>
                          <a:latin typeface="Arial" charset="0"/>
                          <a:ea typeface="宋体" pitchFamily="2" charset="-122"/>
                          <a:cs typeface="Times New Roman" pitchFamily="18" charset="0"/>
                        </a:rPr>
                        <a:t>1</a:t>
                      </a:r>
                      <a:r>
                        <a:rPr kumimoji="0" lang="en-US" altLang="zh-CN" sz="2800" b="0" i="0" u="none" strike="noStrike" cap="none" normalizeH="0" baseline="0" dirty="0">
                          <a:ln>
                            <a:noFill/>
                          </a:ln>
                          <a:solidFill>
                            <a:srgbClr val="3333FF"/>
                          </a:solidFill>
                          <a:effectLst/>
                          <a:latin typeface="Arial" charset="0"/>
                          <a:ea typeface="宋体" pitchFamily="2" charset="-122"/>
                          <a:cs typeface="Times New Roman" pitchFamily="18" charset="0"/>
                        </a:rPr>
                        <a:t>1</a:t>
                      </a:r>
                      <a:endParaRPr kumimoji="0" lang="en-US" altLang="zh-CN" sz="2800" b="0" i="0" u="none" strike="noStrike" cap="none" normalizeH="0" baseline="0" dirty="0">
                        <a:ln>
                          <a:noFill/>
                        </a:ln>
                        <a:solidFill>
                          <a:srgbClr val="3333FF"/>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519113">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cs typeface="Times New Roman" pitchFamily="18" charset="0"/>
                        </a:rPr>
                        <a:t>1</a:t>
                      </a:r>
                      <a:endParaRPr kumimoji="0" lang="en-US" altLang="zh-CN" sz="2800" b="0" i="0" u="none" strike="noStrike" cap="none" normalizeH="0" baseline="0">
                        <a:ln>
                          <a:noFill/>
                        </a:ln>
                        <a:solidFill>
                          <a:schemeClr val="tx1"/>
                        </a:solidFill>
                        <a:effectLst/>
                        <a:latin typeface="Arial" charset="0"/>
                        <a:ea typeface="宋体" pitchFamily="2" charset="-122"/>
                      </a:endParaRPr>
                    </a:p>
                  </a:txBody>
                  <a:tcP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FF0000"/>
                          </a:solidFill>
                          <a:effectLst/>
                          <a:latin typeface="Arial" charset="0"/>
                          <a:ea typeface="宋体" pitchFamily="2" charset="-122"/>
                          <a:cs typeface="Times New Roman" pitchFamily="18" charset="0"/>
                        </a:rPr>
                        <a:t>-</a:t>
                      </a:r>
                      <a:r>
                        <a:rPr kumimoji="0" lang="en-US" altLang="zh-CN" sz="2800" b="0" i="0" u="none" strike="noStrike" cap="none" normalizeH="0" baseline="0" dirty="0">
                          <a:ln>
                            <a:noFill/>
                          </a:ln>
                          <a:solidFill>
                            <a:schemeClr val="tx1"/>
                          </a:solidFill>
                          <a:effectLst/>
                          <a:latin typeface="Arial" charset="0"/>
                          <a:ea typeface="宋体" pitchFamily="2" charset="-122"/>
                          <a:cs typeface="Times New Roman" pitchFamily="18" charset="0"/>
                        </a:rPr>
                        <a:t>-</a:t>
                      </a:r>
                      <a:r>
                        <a:rPr kumimoji="0" lang="en-US" altLang="zh-CN" sz="2800" b="0" i="0" u="none" strike="noStrike" cap="none" normalizeH="0" baseline="0" dirty="0">
                          <a:ln>
                            <a:noFill/>
                          </a:ln>
                          <a:solidFill>
                            <a:srgbClr val="3333FF"/>
                          </a:solidFill>
                          <a:effectLst/>
                          <a:latin typeface="Arial" charset="0"/>
                          <a:ea typeface="宋体" pitchFamily="2" charset="-122"/>
                          <a:cs typeface="Times New Roman" pitchFamily="18" charset="0"/>
                        </a:rPr>
                        <a:t>-</a:t>
                      </a:r>
                      <a:endParaRPr kumimoji="0" lang="en-US" altLang="zh-CN" sz="2800" b="0" i="0" u="none" strike="noStrike" cap="none" normalizeH="0" baseline="0" dirty="0">
                        <a:ln>
                          <a:noFill/>
                        </a:ln>
                        <a:solidFill>
                          <a:srgbClr val="3333FF"/>
                        </a:solidFill>
                        <a:effectLst/>
                        <a:latin typeface="Arial" charset="0"/>
                        <a:ea typeface="宋体" pitchFamily="2" charset="-122"/>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FF0000"/>
                          </a:solidFill>
                          <a:effectLst/>
                          <a:latin typeface="Arial" charset="0"/>
                          <a:ea typeface="宋体" pitchFamily="2" charset="-122"/>
                          <a:cs typeface="Times New Roman" pitchFamily="18" charset="0"/>
                        </a:rPr>
                        <a:t>1</a:t>
                      </a:r>
                      <a:r>
                        <a:rPr kumimoji="0" lang="en-US" altLang="zh-CN" sz="2800" b="0" i="0" u="none" strike="noStrike" cap="none" normalizeH="0" baseline="0" dirty="0">
                          <a:ln>
                            <a:noFill/>
                          </a:ln>
                          <a:solidFill>
                            <a:schemeClr val="tx1"/>
                          </a:solidFill>
                          <a:effectLst/>
                          <a:latin typeface="Arial" charset="0"/>
                          <a:ea typeface="宋体" pitchFamily="2" charset="-122"/>
                          <a:cs typeface="Times New Roman" pitchFamily="18" charset="0"/>
                        </a:rPr>
                        <a:t>1</a:t>
                      </a:r>
                      <a:r>
                        <a:rPr kumimoji="0" lang="en-US" altLang="zh-CN" sz="2800" b="0" i="0" u="none" strike="noStrike" cap="none" normalizeH="0" baseline="0" dirty="0">
                          <a:ln>
                            <a:noFill/>
                          </a:ln>
                          <a:solidFill>
                            <a:srgbClr val="0000FF"/>
                          </a:solidFill>
                          <a:effectLst/>
                          <a:latin typeface="Arial" charset="0"/>
                          <a:ea typeface="宋体" pitchFamily="2" charset="-122"/>
                          <a:cs typeface="Times New Roman" pitchFamily="18" charset="0"/>
                        </a:rPr>
                        <a:t>0</a:t>
                      </a:r>
                      <a:endParaRPr kumimoji="0" lang="en-US" altLang="zh-CN" sz="2800" b="0" i="0" u="none" strike="noStrike" cap="none" normalizeH="0" baseline="0" dirty="0">
                        <a:ln>
                          <a:noFill/>
                        </a:ln>
                        <a:solidFill>
                          <a:srgbClr val="0000FF"/>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FF0000"/>
                          </a:solidFill>
                          <a:effectLst/>
                          <a:latin typeface="Arial" charset="0"/>
                          <a:ea typeface="宋体" pitchFamily="2" charset="-122"/>
                          <a:cs typeface="Times New Roman" pitchFamily="18" charset="0"/>
                        </a:rPr>
                        <a:t>-</a:t>
                      </a:r>
                      <a:r>
                        <a:rPr kumimoji="0" lang="en-US" altLang="zh-CN" sz="2800" b="0" i="0" u="none" strike="noStrike" cap="none" normalizeH="0" baseline="0" dirty="0">
                          <a:ln>
                            <a:noFill/>
                          </a:ln>
                          <a:solidFill>
                            <a:schemeClr val="tx1"/>
                          </a:solidFill>
                          <a:effectLst/>
                          <a:latin typeface="Arial" charset="0"/>
                          <a:ea typeface="宋体" pitchFamily="2" charset="-122"/>
                          <a:cs typeface="Times New Roman" pitchFamily="18" charset="0"/>
                        </a:rPr>
                        <a:t>-</a:t>
                      </a:r>
                      <a:r>
                        <a:rPr kumimoji="0" lang="en-US" altLang="zh-CN" sz="2800" b="0" i="0" u="none" strike="noStrike" cap="none" normalizeH="0" baseline="0" dirty="0">
                          <a:ln>
                            <a:noFill/>
                          </a:ln>
                          <a:solidFill>
                            <a:srgbClr val="3333FF"/>
                          </a:solidFill>
                          <a:effectLst/>
                          <a:latin typeface="Arial" charset="0"/>
                          <a:ea typeface="宋体" pitchFamily="2" charset="-122"/>
                          <a:cs typeface="Times New Roman" pitchFamily="18" charset="0"/>
                        </a:rPr>
                        <a:t>-</a:t>
                      </a:r>
                      <a:endParaRPr kumimoji="0" lang="en-US" altLang="zh-CN" sz="2800" b="0" i="0" u="none" strike="noStrike" cap="none" normalizeH="0" baseline="0" dirty="0">
                        <a:ln>
                          <a:noFill/>
                        </a:ln>
                        <a:solidFill>
                          <a:srgbClr val="3333FF"/>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FF0000"/>
                          </a:solidFill>
                          <a:effectLst/>
                          <a:latin typeface="Arial" charset="0"/>
                          <a:ea typeface="宋体" pitchFamily="2" charset="-122"/>
                          <a:cs typeface="Times New Roman" pitchFamily="18" charset="0"/>
                        </a:rPr>
                        <a:t>0</a:t>
                      </a:r>
                      <a:r>
                        <a:rPr kumimoji="0" lang="en-US" altLang="zh-CN" sz="2800" b="0" i="0" u="none" strike="noStrike" cap="none" normalizeH="0" baseline="0" dirty="0">
                          <a:ln>
                            <a:noFill/>
                          </a:ln>
                          <a:solidFill>
                            <a:schemeClr val="tx1"/>
                          </a:solidFill>
                          <a:effectLst/>
                          <a:latin typeface="Arial" charset="0"/>
                          <a:ea typeface="宋体" pitchFamily="2" charset="-122"/>
                          <a:cs typeface="Times New Roman" pitchFamily="18" charset="0"/>
                        </a:rPr>
                        <a:t>0</a:t>
                      </a:r>
                      <a:r>
                        <a:rPr kumimoji="0" lang="en-US" altLang="zh-CN" sz="2800" b="0" i="0" u="none" strike="noStrike" cap="none" normalizeH="0" baseline="0" dirty="0">
                          <a:ln>
                            <a:noFill/>
                          </a:ln>
                          <a:solidFill>
                            <a:srgbClr val="3333FF"/>
                          </a:solidFill>
                          <a:effectLst/>
                          <a:latin typeface="Arial" charset="0"/>
                          <a:ea typeface="宋体" pitchFamily="2" charset="-122"/>
                          <a:cs typeface="Times New Roman" pitchFamily="18" charset="0"/>
                        </a:rPr>
                        <a:t>0</a:t>
                      </a: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bl>
          </a:graphicData>
        </a:graphic>
      </p:graphicFrame>
      <p:sp>
        <p:nvSpPr>
          <p:cNvPr id="8" name="灯片编号占位符 7"/>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55798EF-E9AF-45E4-8704-AC31D263761A}" type="slidenum">
              <a:rPr kumimoji="0" lang="en-US" altLang="zh-CN" sz="1200" b="0" i="0" u="none" strike="noStrike" kern="1200" cap="none" spc="0" normalizeH="0" baseline="0" noProof="0" smtClean="0">
                <a:ln>
                  <a:noFill/>
                </a:ln>
                <a:solidFill>
                  <a:srgbClr val="000000"/>
                </a:solidFill>
                <a:effectLst/>
                <a:uLnTx/>
                <a:uFillTx/>
                <a:latin typeface="Arial Black"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86</a:t>
            </a:fld>
            <a:endParaRPr kumimoji="0" lang="en-US" altLang="zh-CN" sz="1200" b="0" i="0" u="none" strike="noStrike" kern="1200" cap="none" spc="0" normalizeH="0" baseline="0" noProof="0" dirty="0">
              <a:ln>
                <a:noFill/>
              </a:ln>
              <a:solidFill>
                <a:srgbClr val="000000"/>
              </a:solidFill>
              <a:effectLst/>
              <a:uLnTx/>
              <a:uFillTx/>
              <a:latin typeface="Arial Black" pitchFamily="34" charset="0"/>
              <a:ea typeface="宋体" pitchFamily="2" charset="-122"/>
              <a:cs typeface="+mn-cs"/>
            </a:endParaRPr>
          </a:p>
        </p:txBody>
      </p:sp>
      <p:sp>
        <p:nvSpPr>
          <p:cNvPr id="4" name="内容占位符 3">
            <a:extLst>
              <a:ext uri="{FF2B5EF4-FFF2-40B4-BE49-F238E27FC236}">
                <a16:creationId xmlns:a16="http://schemas.microsoft.com/office/drawing/2014/main" id="{BF74D4D8-C52C-154E-A4DB-4C87D749995C}"/>
              </a:ext>
            </a:extLst>
          </p:cNvPr>
          <p:cNvSpPr>
            <a:spLocks noGrp="1"/>
          </p:cNvSpPr>
          <p:nvPr>
            <p:ph idx="4294967295"/>
          </p:nvPr>
        </p:nvSpPr>
        <p:spPr>
          <a:xfrm>
            <a:off x="5002213" y="1394360"/>
            <a:ext cx="3989387" cy="469900"/>
          </a:xfrm>
        </p:spPr>
        <p:txBody>
          <a:bodyPr>
            <a:noAutofit/>
          </a:bodyPr>
          <a:lstStyle/>
          <a:p>
            <a:r>
              <a:rPr lang="zh-CN" altLang="en-US" sz="2800" b="0" dirty="0"/>
              <a:t>列出次态方程</a:t>
            </a:r>
          </a:p>
        </p:txBody>
      </p:sp>
      <p:sp>
        <p:nvSpPr>
          <p:cNvPr id="2" name="Rectangle 1">
            <a:extLst>
              <a:ext uri="{FF2B5EF4-FFF2-40B4-BE49-F238E27FC236}">
                <a16:creationId xmlns:a16="http://schemas.microsoft.com/office/drawing/2014/main" id="{35389AA5-1B04-AC49-94D0-8DE74FC8D078}"/>
              </a:ext>
            </a:extLst>
          </p:cNvPr>
          <p:cNvSpPr/>
          <p:nvPr/>
        </p:nvSpPr>
        <p:spPr>
          <a:xfrm>
            <a:off x="7810005" y="1885739"/>
            <a:ext cx="1333995" cy="584775"/>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3200" i="0" u="none" strike="noStrike" kern="1200" cap="none" spc="0" normalizeH="0" baseline="0" noProof="0" dirty="0">
                <a:ln>
                  <a:noFill/>
                </a:ln>
                <a:solidFill>
                  <a:srgbClr val="FF3300"/>
                </a:solidFill>
                <a:effectLst/>
                <a:uLnTx/>
                <a:uFillTx/>
                <a:latin typeface="+mn-lt"/>
                <a:ea typeface="宋体" pitchFamily="2" charset="-122"/>
                <a:cs typeface="+mn-cs"/>
              </a:rPr>
              <a:t>A</a:t>
            </a:r>
            <a:r>
              <a:rPr kumimoji="0" lang="en-US" sz="3200" i="0" u="none" strike="noStrike" kern="1200" cap="none" spc="0" normalizeH="0" baseline="0" noProof="0" dirty="0">
                <a:ln>
                  <a:noFill/>
                </a:ln>
                <a:solidFill>
                  <a:srgbClr val="000000"/>
                </a:solidFill>
                <a:effectLst/>
                <a:uLnTx/>
                <a:uFillTx/>
                <a:latin typeface="+mn-lt"/>
                <a:ea typeface="宋体" pitchFamily="2" charset="-122"/>
                <a:cs typeface="+mn-cs"/>
              </a:rPr>
              <a:t>B</a:t>
            </a:r>
            <a:r>
              <a:rPr kumimoji="0" lang="en-US" sz="3200" i="0" u="none" strike="noStrike" kern="1200" cap="none" spc="0" normalizeH="0" baseline="0" noProof="0" dirty="0">
                <a:ln>
                  <a:noFill/>
                </a:ln>
                <a:solidFill>
                  <a:srgbClr val="9999FF">
                    <a:lumMod val="75000"/>
                  </a:srgbClr>
                </a:solidFill>
                <a:effectLst/>
                <a:uLnTx/>
                <a:uFillTx/>
                <a:latin typeface="+mn-lt"/>
                <a:ea typeface="宋体" pitchFamily="2" charset="-122"/>
                <a:cs typeface="+mn-cs"/>
              </a:rPr>
              <a:t>C</a:t>
            </a:r>
          </a:p>
        </p:txBody>
      </p:sp>
      <p:sp>
        <p:nvSpPr>
          <p:cNvPr id="9" name="Text Box 137">
            <a:extLst>
              <a:ext uri="{FF2B5EF4-FFF2-40B4-BE49-F238E27FC236}">
                <a16:creationId xmlns:a16="http://schemas.microsoft.com/office/drawing/2014/main" id="{4893F957-E376-2E44-B792-940F7A9DC3CC}"/>
              </a:ext>
            </a:extLst>
          </p:cNvPr>
          <p:cNvSpPr txBox="1">
            <a:spLocks noChangeArrowheads="1"/>
          </p:cNvSpPr>
          <p:nvPr/>
        </p:nvSpPr>
        <p:spPr bwMode="auto">
          <a:xfrm>
            <a:off x="5286375" y="4754887"/>
            <a:ext cx="1905000" cy="519113"/>
          </a:xfrm>
          <a:prstGeom prst="rect">
            <a:avLst/>
          </a:prstGeom>
          <a:noFill/>
          <a:ln w="9525"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i="0" u="none" strike="noStrike" kern="1200" cap="none" spc="0" normalizeH="0" baseline="0" noProof="0" dirty="0">
                <a:ln>
                  <a:noFill/>
                </a:ln>
                <a:solidFill>
                  <a:srgbClr val="FF0000"/>
                </a:solidFill>
                <a:effectLst/>
                <a:uLnTx/>
                <a:uFillTx/>
                <a:latin typeface="Arial" panose="020B0604020202020204" pitchFamily="34" charset="0"/>
                <a:cs typeface="Arial" panose="020B0604020202020204" pitchFamily="34" charset="0"/>
              </a:rPr>
              <a:t>A</a:t>
            </a:r>
            <a:r>
              <a:rPr kumimoji="0" lang="en-US" altLang="zh-CN" sz="2800" i="0" u="none" strike="noStrike" kern="1200" cap="none" spc="0" normalizeH="0" baseline="30000" noProof="0" dirty="0">
                <a:ln>
                  <a:noFill/>
                </a:ln>
                <a:solidFill>
                  <a:srgbClr val="FF0000"/>
                </a:solidFill>
                <a:effectLst/>
                <a:uLnTx/>
                <a:uFillTx/>
                <a:latin typeface="Arial" panose="020B0604020202020204" pitchFamily="34" charset="0"/>
                <a:cs typeface="Arial" panose="020B0604020202020204" pitchFamily="34" charset="0"/>
              </a:rPr>
              <a:t>+ </a:t>
            </a:r>
            <a:r>
              <a:rPr kumimoji="0" lang="en-US" altLang="zh-CN" sz="2800" i="0" u="none" strike="noStrike" kern="1200" cap="none" spc="0" normalizeH="0" baseline="0" noProof="0" dirty="0">
                <a:ln>
                  <a:noFill/>
                </a:ln>
                <a:solidFill>
                  <a:srgbClr val="FF0000"/>
                </a:solidFill>
                <a:effectLst/>
                <a:uLnTx/>
                <a:uFillTx/>
                <a:latin typeface="Arial" panose="020B0604020202020204" pitchFamily="34" charset="0"/>
                <a:cs typeface="Arial" panose="020B0604020202020204" pitchFamily="34" charset="0"/>
              </a:rPr>
              <a:t>= C</a:t>
            </a:r>
          </a:p>
        </p:txBody>
      </p:sp>
      <p:sp>
        <p:nvSpPr>
          <p:cNvPr id="10" name="Text Box 192">
            <a:extLst>
              <a:ext uri="{FF2B5EF4-FFF2-40B4-BE49-F238E27FC236}">
                <a16:creationId xmlns:a16="http://schemas.microsoft.com/office/drawing/2014/main" id="{393BE44D-4567-6349-9C2F-66CA3C32EDF5}"/>
              </a:ext>
            </a:extLst>
          </p:cNvPr>
          <p:cNvSpPr txBox="1">
            <a:spLocks noChangeArrowheads="1"/>
          </p:cNvSpPr>
          <p:nvPr/>
        </p:nvSpPr>
        <p:spPr bwMode="auto">
          <a:xfrm>
            <a:off x="5426892" y="5203429"/>
            <a:ext cx="2514600" cy="519113"/>
          </a:xfrm>
          <a:prstGeom prst="rect">
            <a:avLst/>
          </a:prstGeom>
          <a:noFill/>
          <a:ln w="9525"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B</a:t>
            </a:r>
            <a:r>
              <a:rPr kumimoji="0" lang="en-US" altLang="zh-CN" sz="2800" i="0" u="none" strike="noStrike" kern="1200" cap="none" spc="0" normalizeH="0" baseline="30000" noProof="0" dirty="0">
                <a:ln>
                  <a:noFill/>
                </a:ln>
                <a:solidFill>
                  <a:srgbClr val="000000"/>
                </a:solidFill>
                <a:effectLst/>
                <a:uLnTx/>
                <a:uFillTx/>
                <a:latin typeface="Arial" panose="020B0604020202020204" pitchFamily="34" charset="0"/>
                <a:cs typeface="Arial" panose="020B0604020202020204" pitchFamily="34" charset="0"/>
              </a:rPr>
              <a:t>+ </a:t>
            </a:r>
            <a:r>
              <a:rPr kumimoji="0" lang="en-US" altLang="zh-CN" sz="280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 B’+A’C’</a:t>
            </a:r>
          </a:p>
        </p:txBody>
      </p:sp>
      <p:sp>
        <p:nvSpPr>
          <p:cNvPr id="11" name="Text Box 219">
            <a:extLst>
              <a:ext uri="{FF2B5EF4-FFF2-40B4-BE49-F238E27FC236}">
                <a16:creationId xmlns:a16="http://schemas.microsoft.com/office/drawing/2014/main" id="{16D04A54-EDB2-E443-875C-B52DA5BA3A70}"/>
              </a:ext>
            </a:extLst>
          </p:cNvPr>
          <p:cNvSpPr txBox="1">
            <a:spLocks noChangeArrowheads="1"/>
          </p:cNvSpPr>
          <p:nvPr/>
        </p:nvSpPr>
        <p:spPr bwMode="auto">
          <a:xfrm>
            <a:off x="5105400" y="5651971"/>
            <a:ext cx="2514600" cy="519113"/>
          </a:xfrm>
          <a:prstGeom prst="rect">
            <a:avLst/>
          </a:prstGeom>
          <a:noFill/>
          <a:ln w="9525"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i="0" u="none" strike="noStrike" kern="1200" cap="none" spc="0" normalizeH="0" baseline="0" noProof="0" dirty="0">
                <a:ln>
                  <a:noFill/>
                </a:ln>
                <a:solidFill>
                  <a:srgbClr val="9999FF">
                    <a:lumMod val="75000"/>
                  </a:srgbClr>
                </a:solidFill>
                <a:effectLst/>
                <a:uLnTx/>
                <a:uFillTx/>
                <a:latin typeface="Arial" panose="020B0604020202020204" pitchFamily="34" charset="0"/>
                <a:cs typeface="Arial" panose="020B0604020202020204" pitchFamily="34" charset="0"/>
              </a:rPr>
              <a:t>C</a:t>
            </a:r>
            <a:r>
              <a:rPr kumimoji="0" lang="en-US" altLang="zh-CN" sz="2800" i="0" u="none" strike="noStrike" kern="1200" cap="none" spc="0" normalizeH="0" baseline="30000" noProof="0" dirty="0">
                <a:ln>
                  <a:noFill/>
                </a:ln>
                <a:solidFill>
                  <a:srgbClr val="9999FF">
                    <a:lumMod val="75000"/>
                  </a:srgbClr>
                </a:solidFill>
                <a:effectLst/>
                <a:uLnTx/>
                <a:uFillTx/>
                <a:latin typeface="Arial" panose="020B0604020202020204" pitchFamily="34" charset="0"/>
                <a:cs typeface="Arial" panose="020B0604020202020204" pitchFamily="34" charset="0"/>
              </a:rPr>
              <a:t>+ </a:t>
            </a:r>
            <a:r>
              <a:rPr kumimoji="0" lang="en-US" altLang="zh-CN" sz="2800" i="0" u="none" strike="noStrike" kern="1200" cap="none" spc="0" normalizeH="0" baseline="0" noProof="0" dirty="0">
                <a:ln>
                  <a:noFill/>
                </a:ln>
                <a:solidFill>
                  <a:srgbClr val="9999FF">
                    <a:lumMod val="75000"/>
                  </a:srgbClr>
                </a:solidFill>
                <a:effectLst/>
                <a:uLnTx/>
                <a:uFillTx/>
                <a:latin typeface="Arial" panose="020B0604020202020204" pitchFamily="34" charset="0"/>
                <a:cs typeface="Arial" panose="020B0604020202020204" pitchFamily="34" charset="0"/>
              </a:rPr>
              <a:t>= A’B</a:t>
            </a:r>
          </a:p>
        </p:txBody>
      </p:sp>
      <p:sp>
        <p:nvSpPr>
          <p:cNvPr id="5" name="Title 4">
            <a:extLst>
              <a:ext uri="{FF2B5EF4-FFF2-40B4-BE49-F238E27FC236}">
                <a16:creationId xmlns:a16="http://schemas.microsoft.com/office/drawing/2014/main" id="{ADC1BD22-3841-0EAB-E153-9D8901D905A5}"/>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ea typeface="SimHei" panose="02010609060101010101" pitchFamily="49" charset="-122"/>
              </a:rPr>
              <a:t>例</a:t>
            </a:r>
            <a:r>
              <a:rPr lang="en-US" altLang="zh-CN" dirty="0">
                <a:ea typeface="SimHei" panose="02010609060101010101" pitchFamily="49" charset="-122"/>
              </a:rPr>
              <a:t>1</a:t>
            </a:r>
            <a:r>
              <a:rPr lang="zh-CN" altLang="en-US" dirty="0">
                <a:ea typeface="SimHei" panose="02010609060101010101" pitchFamily="49" charset="-122"/>
              </a:rPr>
              <a:t>：设计一个模五的计数器</a:t>
            </a:r>
            <a:endParaRPr lang="en-CN" altLang="zh-CN" sz="4000" dirty="0">
              <a:solidFill>
                <a:srgbClr val="0000FF"/>
              </a:solidFill>
              <a:latin typeface="Arial" panose="020B0604020202020204" pitchFamily="34" charset="0"/>
              <a:cs typeface="Arial" panose="020B0604020202020204" pitchFamily="34" charset="0"/>
            </a:endParaRPr>
          </a:p>
        </p:txBody>
      </p:sp>
      <p:graphicFrame>
        <p:nvGraphicFramePr>
          <p:cNvPr id="12" name="Group 104">
            <a:extLst>
              <a:ext uri="{FF2B5EF4-FFF2-40B4-BE49-F238E27FC236}">
                <a16:creationId xmlns:a16="http://schemas.microsoft.com/office/drawing/2014/main" id="{56F8079F-4CE2-4D34-95B4-3F99448EB829}"/>
              </a:ext>
            </a:extLst>
          </p:cNvPr>
          <p:cNvGraphicFramePr>
            <a:graphicFrameLocks/>
          </p:cNvGraphicFramePr>
          <p:nvPr>
            <p:extLst>
              <p:ext uri="{D42A27DB-BD31-4B8C-83A1-F6EECF244321}">
                <p14:modId xmlns:p14="http://schemas.microsoft.com/office/powerpoint/2010/main" val="985823389"/>
              </p:ext>
            </p:extLst>
          </p:nvPr>
        </p:nvGraphicFramePr>
        <p:xfrm>
          <a:off x="329446" y="1581785"/>
          <a:ext cx="4292603" cy="4663440"/>
        </p:xfrm>
        <a:graphic>
          <a:graphicData uri="http://schemas.openxmlformats.org/drawingml/2006/table">
            <a:tbl>
              <a:tblPr/>
              <a:tblGrid>
                <a:gridCol w="613229">
                  <a:extLst>
                    <a:ext uri="{9D8B030D-6E8A-4147-A177-3AD203B41FA5}">
                      <a16:colId xmlns:a16="http://schemas.microsoft.com/office/drawing/2014/main" val="20000"/>
                    </a:ext>
                  </a:extLst>
                </a:gridCol>
                <a:gridCol w="613229">
                  <a:extLst>
                    <a:ext uri="{9D8B030D-6E8A-4147-A177-3AD203B41FA5}">
                      <a16:colId xmlns:a16="http://schemas.microsoft.com/office/drawing/2014/main" val="20001"/>
                    </a:ext>
                  </a:extLst>
                </a:gridCol>
                <a:gridCol w="613229">
                  <a:extLst>
                    <a:ext uri="{9D8B030D-6E8A-4147-A177-3AD203B41FA5}">
                      <a16:colId xmlns:a16="http://schemas.microsoft.com/office/drawing/2014/main" val="20002"/>
                    </a:ext>
                  </a:extLst>
                </a:gridCol>
                <a:gridCol w="613229">
                  <a:extLst>
                    <a:ext uri="{9D8B030D-6E8A-4147-A177-3AD203B41FA5}">
                      <a16:colId xmlns:a16="http://schemas.microsoft.com/office/drawing/2014/main" val="20003"/>
                    </a:ext>
                  </a:extLst>
                </a:gridCol>
                <a:gridCol w="613229">
                  <a:extLst>
                    <a:ext uri="{9D8B030D-6E8A-4147-A177-3AD203B41FA5}">
                      <a16:colId xmlns:a16="http://schemas.microsoft.com/office/drawing/2014/main" val="20004"/>
                    </a:ext>
                  </a:extLst>
                </a:gridCol>
                <a:gridCol w="613229">
                  <a:extLst>
                    <a:ext uri="{9D8B030D-6E8A-4147-A177-3AD203B41FA5}">
                      <a16:colId xmlns:a16="http://schemas.microsoft.com/office/drawing/2014/main" val="20005"/>
                    </a:ext>
                  </a:extLst>
                </a:gridCol>
                <a:gridCol w="613229">
                  <a:extLst>
                    <a:ext uri="{9D8B030D-6E8A-4147-A177-3AD203B41FA5}">
                      <a16:colId xmlns:a16="http://schemas.microsoft.com/office/drawing/2014/main" val="20006"/>
                    </a:ext>
                  </a:extLst>
                </a:gridCol>
              </a:tblGrid>
              <a:tr h="49276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A</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B</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C</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0070C0"/>
                          </a:solidFill>
                          <a:effectLst/>
                          <a:latin typeface="Arial" charset="0"/>
                          <a:ea typeface="宋体" charset="-122"/>
                        </a:rPr>
                        <a:t>A</a:t>
                      </a:r>
                      <a:r>
                        <a:rPr kumimoji="0" lang="en-US" altLang="zh-CN" sz="2800" b="0" i="0" u="none" strike="noStrike" cap="none" normalizeH="0" baseline="30000" dirty="0">
                          <a:ln>
                            <a:noFill/>
                          </a:ln>
                          <a:solidFill>
                            <a:srgbClr val="0070C0"/>
                          </a:solidFill>
                          <a:effectLst/>
                          <a:latin typeface="Arial" charset="0"/>
                          <a:ea typeface="宋体" charset="-122"/>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rgbClr val="0070C0"/>
                          </a:solidFill>
                          <a:effectLst/>
                          <a:latin typeface="Arial" charset="0"/>
                          <a:ea typeface="宋体" charset="-122"/>
                        </a:rPr>
                        <a:t>B</a:t>
                      </a:r>
                      <a:r>
                        <a:rPr kumimoji="0" lang="en-US" altLang="zh-CN" sz="2800" b="0" i="0" u="none" strike="noStrike" cap="none" normalizeH="0" baseline="30000">
                          <a:ln>
                            <a:noFill/>
                          </a:ln>
                          <a:solidFill>
                            <a:srgbClr val="0070C0"/>
                          </a:solidFill>
                          <a:effectLst/>
                          <a:latin typeface="Arial" charset="0"/>
                          <a:ea typeface="宋体" charset="-122"/>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rgbClr val="0070C0"/>
                          </a:solidFill>
                          <a:effectLst/>
                          <a:latin typeface="Arial" charset="0"/>
                          <a:ea typeface="宋体" charset="-122"/>
                        </a:rPr>
                        <a:t>C</a:t>
                      </a:r>
                      <a:r>
                        <a:rPr kumimoji="0" lang="en-US" altLang="zh-CN" sz="2800" b="0" i="0" u="none" strike="noStrike" cap="none" normalizeH="0" baseline="30000">
                          <a:ln>
                            <a:noFill/>
                          </a:ln>
                          <a:solidFill>
                            <a:srgbClr val="0070C0"/>
                          </a:solidFill>
                          <a:effectLst/>
                          <a:latin typeface="Arial" charset="0"/>
                          <a:ea typeface="宋体" charset="-122"/>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C00000"/>
                          </a:solidFill>
                          <a:effectLst/>
                          <a:latin typeface="Arial" charset="0"/>
                          <a:ea typeface="宋体" charset="-122"/>
                        </a:rPr>
                        <a:t>Z</a:t>
                      </a:r>
                      <a:endParaRPr kumimoji="0" lang="en-US" altLang="zh-CN" sz="2800" b="0" i="0" u="none" strike="noStrike" cap="none" normalizeH="0" baseline="30000" dirty="0">
                        <a:ln>
                          <a:noFill/>
                        </a:ln>
                        <a:solidFill>
                          <a:srgbClr val="C00000"/>
                        </a:solidFill>
                        <a:effectLst/>
                        <a:latin typeface="Arial"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r h="49276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0</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0070C0"/>
                          </a:solidFill>
                          <a:effectLst/>
                          <a:latin typeface="Arial" charset="0"/>
                          <a:ea typeface="宋体"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rgbClr val="0070C0"/>
                          </a:solidFill>
                          <a:effectLst/>
                          <a:latin typeface="Arial" charset="0"/>
                          <a:ea typeface="宋体"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rgbClr val="0070C0"/>
                          </a:solidFill>
                          <a:effectLst/>
                          <a:latin typeface="Arial" charset="0"/>
                          <a:ea typeface="宋体"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C00000"/>
                          </a:solidFill>
                          <a:effectLst/>
                          <a:latin typeface="Arial" charset="0"/>
                          <a:ea typeface="宋体" charset="-122"/>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49276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0</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rgbClr val="0070C0"/>
                          </a:solidFill>
                          <a:effectLst/>
                          <a:latin typeface="Arial" charset="0"/>
                          <a:ea typeface="宋体" charset="-122"/>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0070C0"/>
                          </a:solidFill>
                          <a:effectLst/>
                          <a:latin typeface="Arial" charset="0"/>
                          <a:ea typeface="宋体" charset="-122"/>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0070C0"/>
                          </a:solidFill>
                          <a:effectLst/>
                          <a:latin typeface="Arial" charset="0"/>
                          <a:ea typeface="宋体" charset="-122"/>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C00000"/>
                          </a:solidFill>
                          <a:effectLst/>
                          <a:latin typeface="Arial" charset="0"/>
                          <a:ea typeface="宋体" charset="-122"/>
                        </a:rPr>
                        <a:t>-</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49276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0</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0070C0"/>
                          </a:solidFill>
                          <a:effectLst/>
                          <a:latin typeface="Arial" charset="0"/>
                          <a:ea typeface="宋体"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0070C0"/>
                          </a:solidFill>
                          <a:effectLst/>
                          <a:latin typeface="Arial" charset="0"/>
                          <a:ea typeface="宋体"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rgbClr val="0070C0"/>
                          </a:solidFill>
                          <a:effectLst/>
                          <a:latin typeface="Arial" charset="0"/>
                          <a:ea typeface="宋体"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C00000"/>
                          </a:solidFill>
                          <a:effectLst/>
                          <a:latin typeface="Arial" charset="0"/>
                          <a:ea typeface="宋体" charset="-122"/>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49276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0</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rgbClr val="0070C0"/>
                          </a:solidFill>
                          <a:effectLst/>
                          <a:latin typeface="Arial" charset="0"/>
                          <a:ea typeface="宋体"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0070C0"/>
                          </a:solidFill>
                          <a:effectLst/>
                          <a:latin typeface="Arial" charset="0"/>
                          <a:ea typeface="宋体"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rgbClr val="0070C0"/>
                          </a:solidFill>
                          <a:effectLst/>
                          <a:latin typeface="Arial" charset="0"/>
                          <a:ea typeface="宋体"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C00000"/>
                          </a:solidFill>
                          <a:effectLst/>
                          <a:latin typeface="Arial" charset="0"/>
                          <a:ea typeface="宋体" charset="-122"/>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r h="49276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1</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rgbClr val="0070C0"/>
                          </a:solidFill>
                          <a:effectLst/>
                          <a:latin typeface="Arial" charset="0"/>
                          <a:ea typeface="宋体" charset="-122"/>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0070C0"/>
                          </a:solidFill>
                          <a:effectLst/>
                          <a:latin typeface="Arial" charset="0"/>
                          <a:ea typeface="宋体" charset="-122"/>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rgbClr val="0070C0"/>
                          </a:solidFill>
                          <a:effectLst/>
                          <a:latin typeface="Arial" charset="0"/>
                          <a:ea typeface="宋体" charset="-122"/>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C00000"/>
                          </a:solidFill>
                          <a:effectLst/>
                          <a:latin typeface="Arial" charset="0"/>
                          <a:ea typeface="宋体" charset="-122"/>
                        </a:rPr>
                        <a:t>-</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5"/>
                  </a:ext>
                </a:extLst>
              </a:tr>
              <a:tr h="49276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1</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rgbClr val="0070C0"/>
                          </a:solidFill>
                          <a:effectLst/>
                          <a:latin typeface="Arial" charset="0"/>
                          <a:ea typeface="宋体"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0070C0"/>
                          </a:solidFill>
                          <a:effectLst/>
                          <a:latin typeface="Arial" charset="0"/>
                          <a:ea typeface="宋体"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rgbClr val="0070C0"/>
                          </a:solidFill>
                          <a:effectLst/>
                          <a:latin typeface="Arial" charset="0"/>
                          <a:ea typeface="宋体"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C00000"/>
                          </a:solidFill>
                          <a:effectLst/>
                          <a:latin typeface="Arial" charset="0"/>
                          <a:ea typeface="宋体" charset="-122"/>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6"/>
                  </a:ext>
                </a:extLst>
              </a:tr>
              <a:tr h="49276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1</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rgbClr val="0070C0"/>
                          </a:solidFill>
                          <a:effectLst/>
                          <a:latin typeface="Arial" charset="0"/>
                          <a:ea typeface="宋体"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0070C0"/>
                          </a:solidFill>
                          <a:effectLst/>
                          <a:latin typeface="Arial" charset="0"/>
                          <a:ea typeface="宋体"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rgbClr val="0070C0"/>
                          </a:solidFill>
                          <a:effectLst/>
                          <a:latin typeface="Arial" charset="0"/>
                          <a:ea typeface="宋体"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C00000"/>
                          </a:solidFill>
                          <a:effectLst/>
                          <a:latin typeface="Arial" charset="0"/>
                          <a:ea typeface="宋体" charset="-122"/>
                        </a:rPr>
                        <a:t>1</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7"/>
                  </a:ext>
                </a:extLst>
              </a:tr>
              <a:tr h="49276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1</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rgbClr val="0070C0"/>
                          </a:solidFill>
                          <a:effectLst/>
                          <a:latin typeface="Arial" charset="0"/>
                          <a:ea typeface="宋体" charset="-122"/>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0070C0"/>
                          </a:solidFill>
                          <a:effectLst/>
                          <a:latin typeface="Arial" charset="0"/>
                          <a:ea typeface="宋体" charset="-122"/>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0070C0"/>
                          </a:solidFill>
                          <a:effectLst/>
                          <a:latin typeface="Arial" charset="0"/>
                          <a:ea typeface="宋体" charset="-122"/>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C00000"/>
                          </a:solidFill>
                          <a:effectLst/>
                          <a:latin typeface="Arial" charset="0"/>
                          <a:ea typeface="宋体" charset="-122"/>
                        </a:rPr>
                        <a:t>-</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75901338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7"/>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55798EF-E9AF-45E4-8704-AC31D263761A}" type="slidenum">
              <a:rPr kumimoji="0" lang="en-US" altLang="zh-CN" sz="1200" b="0" i="0" u="none" strike="noStrike" kern="1200" cap="none" spc="0" normalizeH="0" baseline="0" noProof="0" smtClean="0">
                <a:ln>
                  <a:noFill/>
                </a:ln>
                <a:solidFill>
                  <a:srgbClr val="000000"/>
                </a:solidFill>
                <a:effectLst/>
                <a:uLnTx/>
                <a:uFillTx/>
                <a:latin typeface="Arial Black"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87</a:t>
            </a:fld>
            <a:endParaRPr kumimoji="0" lang="en-US" altLang="zh-CN" sz="1200" b="0" i="0" u="none" strike="noStrike" kern="1200" cap="none" spc="0" normalizeH="0" baseline="0" noProof="0" dirty="0">
              <a:ln>
                <a:noFill/>
              </a:ln>
              <a:solidFill>
                <a:srgbClr val="000000"/>
              </a:solidFill>
              <a:effectLst/>
              <a:uLnTx/>
              <a:uFillTx/>
              <a:latin typeface="Arial Black" pitchFamily="34" charset="0"/>
              <a:ea typeface="宋体" pitchFamily="2" charset="-122"/>
              <a:cs typeface="+mn-cs"/>
            </a:endParaRPr>
          </a:p>
        </p:txBody>
      </p:sp>
      <p:graphicFrame>
        <p:nvGraphicFramePr>
          <p:cNvPr id="17" name="Group 104">
            <a:extLst>
              <a:ext uri="{FF2B5EF4-FFF2-40B4-BE49-F238E27FC236}">
                <a16:creationId xmlns:a16="http://schemas.microsoft.com/office/drawing/2014/main" id="{AEBA7973-B0C0-4D96-8845-FF4EBB199FD8}"/>
              </a:ext>
            </a:extLst>
          </p:cNvPr>
          <p:cNvGraphicFramePr>
            <a:graphicFrameLocks/>
          </p:cNvGraphicFramePr>
          <p:nvPr>
            <p:extLst>
              <p:ext uri="{D42A27DB-BD31-4B8C-83A1-F6EECF244321}">
                <p14:modId xmlns:p14="http://schemas.microsoft.com/office/powerpoint/2010/main" val="3340595022"/>
              </p:ext>
            </p:extLst>
          </p:nvPr>
        </p:nvGraphicFramePr>
        <p:xfrm>
          <a:off x="329446" y="1581785"/>
          <a:ext cx="4292603" cy="4663440"/>
        </p:xfrm>
        <a:graphic>
          <a:graphicData uri="http://schemas.openxmlformats.org/drawingml/2006/table">
            <a:tbl>
              <a:tblPr/>
              <a:tblGrid>
                <a:gridCol w="613229">
                  <a:extLst>
                    <a:ext uri="{9D8B030D-6E8A-4147-A177-3AD203B41FA5}">
                      <a16:colId xmlns:a16="http://schemas.microsoft.com/office/drawing/2014/main" val="20000"/>
                    </a:ext>
                  </a:extLst>
                </a:gridCol>
                <a:gridCol w="613229">
                  <a:extLst>
                    <a:ext uri="{9D8B030D-6E8A-4147-A177-3AD203B41FA5}">
                      <a16:colId xmlns:a16="http://schemas.microsoft.com/office/drawing/2014/main" val="20001"/>
                    </a:ext>
                  </a:extLst>
                </a:gridCol>
                <a:gridCol w="613229">
                  <a:extLst>
                    <a:ext uri="{9D8B030D-6E8A-4147-A177-3AD203B41FA5}">
                      <a16:colId xmlns:a16="http://schemas.microsoft.com/office/drawing/2014/main" val="20002"/>
                    </a:ext>
                  </a:extLst>
                </a:gridCol>
                <a:gridCol w="613229">
                  <a:extLst>
                    <a:ext uri="{9D8B030D-6E8A-4147-A177-3AD203B41FA5}">
                      <a16:colId xmlns:a16="http://schemas.microsoft.com/office/drawing/2014/main" val="20003"/>
                    </a:ext>
                  </a:extLst>
                </a:gridCol>
                <a:gridCol w="613229">
                  <a:extLst>
                    <a:ext uri="{9D8B030D-6E8A-4147-A177-3AD203B41FA5}">
                      <a16:colId xmlns:a16="http://schemas.microsoft.com/office/drawing/2014/main" val="20004"/>
                    </a:ext>
                  </a:extLst>
                </a:gridCol>
                <a:gridCol w="613229">
                  <a:extLst>
                    <a:ext uri="{9D8B030D-6E8A-4147-A177-3AD203B41FA5}">
                      <a16:colId xmlns:a16="http://schemas.microsoft.com/office/drawing/2014/main" val="20005"/>
                    </a:ext>
                  </a:extLst>
                </a:gridCol>
                <a:gridCol w="613229">
                  <a:extLst>
                    <a:ext uri="{9D8B030D-6E8A-4147-A177-3AD203B41FA5}">
                      <a16:colId xmlns:a16="http://schemas.microsoft.com/office/drawing/2014/main" val="20006"/>
                    </a:ext>
                  </a:extLst>
                </a:gridCol>
              </a:tblGrid>
              <a:tr h="49276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A</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B</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C</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0070C0"/>
                          </a:solidFill>
                          <a:effectLst/>
                          <a:latin typeface="Arial" charset="0"/>
                          <a:ea typeface="宋体" charset="-122"/>
                        </a:rPr>
                        <a:t>A</a:t>
                      </a:r>
                      <a:r>
                        <a:rPr kumimoji="0" lang="en-US" altLang="zh-CN" sz="2800" b="0" i="0" u="none" strike="noStrike" cap="none" normalizeH="0" baseline="30000" dirty="0">
                          <a:ln>
                            <a:noFill/>
                          </a:ln>
                          <a:solidFill>
                            <a:srgbClr val="0070C0"/>
                          </a:solidFill>
                          <a:effectLst/>
                          <a:latin typeface="Arial" charset="0"/>
                          <a:ea typeface="宋体" charset="-122"/>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rgbClr val="0070C0"/>
                          </a:solidFill>
                          <a:effectLst/>
                          <a:latin typeface="Arial" charset="0"/>
                          <a:ea typeface="宋体" charset="-122"/>
                        </a:rPr>
                        <a:t>B</a:t>
                      </a:r>
                      <a:r>
                        <a:rPr kumimoji="0" lang="en-US" altLang="zh-CN" sz="2800" b="0" i="0" u="none" strike="noStrike" cap="none" normalizeH="0" baseline="30000">
                          <a:ln>
                            <a:noFill/>
                          </a:ln>
                          <a:solidFill>
                            <a:srgbClr val="0070C0"/>
                          </a:solidFill>
                          <a:effectLst/>
                          <a:latin typeface="Arial" charset="0"/>
                          <a:ea typeface="宋体" charset="-122"/>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rgbClr val="0070C0"/>
                          </a:solidFill>
                          <a:effectLst/>
                          <a:latin typeface="Arial" charset="0"/>
                          <a:ea typeface="宋体" charset="-122"/>
                        </a:rPr>
                        <a:t>C</a:t>
                      </a:r>
                      <a:r>
                        <a:rPr kumimoji="0" lang="en-US" altLang="zh-CN" sz="2800" b="0" i="0" u="none" strike="noStrike" cap="none" normalizeH="0" baseline="30000">
                          <a:ln>
                            <a:noFill/>
                          </a:ln>
                          <a:solidFill>
                            <a:srgbClr val="0070C0"/>
                          </a:solidFill>
                          <a:effectLst/>
                          <a:latin typeface="Arial" charset="0"/>
                          <a:ea typeface="宋体" charset="-122"/>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C00000"/>
                          </a:solidFill>
                          <a:effectLst/>
                          <a:latin typeface="Arial" charset="0"/>
                          <a:ea typeface="宋体" charset="-122"/>
                        </a:rPr>
                        <a:t>Z</a:t>
                      </a:r>
                      <a:endParaRPr kumimoji="0" lang="en-US" altLang="zh-CN" sz="2800" b="0" i="0" u="none" strike="noStrike" cap="none" normalizeH="0" baseline="30000" dirty="0">
                        <a:ln>
                          <a:noFill/>
                        </a:ln>
                        <a:solidFill>
                          <a:srgbClr val="C00000"/>
                        </a:solidFill>
                        <a:effectLst/>
                        <a:latin typeface="Arial"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r h="49276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0</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0070C0"/>
                          </a:solidFill>
                          <a:effectLst/>
                          <a:latin typeface="Arial" charset="0"/>
                          <a:ea typeface="宋体"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rgbClr val="0070C0"/>
                          </a:solidFill>
                          <a:effectLst/>
                          <a:latin typeface="Arial" charset="0"/>
                          <a:ea typeface="宋体"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rgbClr val="0070C0"/>
                          </a:solidFill>
                          <a:effectLst/>
                          <a:latin typeface="Arial" charset="0"/>
                          <a:ea typeface="宋体"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C00000"/>
                          </a:solidFill>
                          <a:effectLst/>
                          <a:latin typeface="Arial" charset="0"/>
                          <a:ea typeface="宋体" charset="-122"/>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49276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0</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rgbClr val="0070C0"/>
                          </a:solidFill>
                          <a:effectLst/>
                          <a:latin typeface="Arial" charset="0"/>
                          <a:ea typeface="宋体" charset="-122"/>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0070C0"/>
                          </a:solidFill>
                          <a:effectLst/>
                          <a:latin typeface="Arial" charset="0"/>
                          <a:ea typeface="宋体" charset="-122"/>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0070C0"/>
                          </a:solidFill>
                          <a:effectLst/>
                          <a:latin typeface="Arial" charset="0"/>
                          <a:ea typeface="宋体" charset="-122"/>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C00000"/>
                          </a:solidFill>
                          <a:effectLst/>
                          <a:latin typeface="Arial" charset="0"/>
                          <a:ea typeface="宋体" charset="-122"/>
                        </a:rPr>
                        <a:t>-</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49276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0</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0070C0"/>
                          </a:solidFill>
                          <a:effectLst/>
                          <a:latin typeface="Arial" charset="0"/>
                          <a:ea typeface="宋体"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0070C0"/>
                          </a:solidFill>
                          <a:effectLst/>
                          <a:latin typeface="Arial" charset="0"/>
                          <a:ea typeface="宋体"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rgbClr val="0070C0"/>
                          </a:solidFill>
                          <a:effectLst/>
                          <a:latin typeface="Arial" charset="0"/>
                          <a:ea typeface="宋体"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C00000"/>
                          </a:solidFill>
                          <a:effectLst/>
                          <a:latin typeface="Arial" charset="0"/>
                          <a:ea typeface="宋体" charset="-122"/>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49276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0</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rgbClr val="0070C0"/>
                          </a:solidFill>
                          <a:effectLst/>
                          <a:latin typeface="Arial" charset="0"/>
                          <a:ea typeface="宋体"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0070C0"/>
                          </a:solidFill>
                          <a:effectLst/>
                          <a:latin typeface="Arial" charset="0"/>
                          <a:ea typeface="宋体"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rgbClr val="0070C0"/>
                          </a:solidFill>
                          <a:effectLst/>
                          <a:latin typeface="Arial" charset="0"/>
                          <a:ea typeface="宋体"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C00000"/>
                          </a:solidFill>
                          <a:effectLst/>
                          <a:latin typeface="Arial" charset="0"/>
                          <a:ea typeface="宋体" charset="-122"/>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r h="49276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1</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rgbClr val="0070C0"/>
                          </a:solidFill>
                          <a:effectLst/>
                          <a:latin typeface="Arial" charset="0"/>
                          <a:ea typeface="宋体" charset="-122"/>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0070C0"/>
                          </a:solidFill>
                          <a:effectLst/>
                          <a:latin typeface="Arial" charset="0"/>
                          <a:ea typeface="宋体" charset="-122"/>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rgbClr val="0070C0"/>
                          </a:solidFill>
                          <a:effectLst/>
                          <a:latin typeface="Arial" charset="0"/>
                          <a:ea typeface="宋体" charset="-122"/>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C00000"/>
                          </a:solidFill>
                          <a:effectLst/>
                          <a:latin typeface="Arial" charset="0"/>
                          <a:ea typeface="宋体" charset="-122"/>
                        </a:rPr>
                        <a:t>-</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5"/>
                  </a:ext>
                </a:extLst>
              </a:tr>
              <a:tr h="49276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1</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rgbClr val="0070C0"/>
                          </a:solidFill>
                          <a:effectLst/>
                          <a:latin typeface="Arial" charset="0"/>
                          <a:ea typeface="宋体"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0070C0"/>
                          </a:solidFill>
                          <a:effectLst/>
                          <a:latin typeface="Arial" charset="0"/>
                          <a:ea typeface="宋体"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rgbClr val="0070C0"/>
                          </a:solidFill>
                          <a:effectLst/>
                          <a:latin typeface="Arial" charset="0"/>
                          <a:ea typeface="宋体"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C00000"/>
                          </a:solidFill>
                          <a:effectLst/>
                          <a:latin typeface="Arial" charset="0"/>
                          <a:ea typeface="宋体" charset="-122"/>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6"/>
                  </a:ext>
                </a:extLst>
              </a:tr>
              <a:tr h="49276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1</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rgbClr val="0070C0"/>
                          </a:solidFill>
                          <a:effectLst/>
                          <a:latin typeface="Arial" charset="0"/>
                          <a:ea typeface="宋体"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0070C0"/>
                          </a:solidFill>
                          <a:effectLst/>
                          <a:latin typeface="Arial" charset="0"/>
                          <a:ea typeface="宋体"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rgbClr val="0070C0"/>
                          </a:solidFill>
                          <a:effectLst/>
                          <a:latin typeface="Arial" charset="0"/>
                          <a:ea typeface="宋体"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C00000"/>
                          </a:solidFill>
                          <a:effectLst/>
                          <a:latin typeface="Arial" charset="0"/>
                          <a:ea typeface="宋体" charset="-122"/>
                        </a:rPr>
                        <a:t>1</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7"/>
                  </a:ext>
                </a:extLst>
              </a:tr>
              <a:tr h="49276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1</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rgbClr val="0070C0"/>
                          </a:solidFill>
                          <a:effectLst/>
                          <a:latin typeface="Arial" charset="0"/>
                          <a:ea typeface="宋体" charset="-122"/>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0070C0"/>
                          </a:solidFill>
                          <a:effectLst/>
                          <a:latin typeface="Arial" charset="0"/>
                          <a:ea typeface="宋体" charset="-122"/>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0070C0"/>
                          </a:solidFill>
                          <a:effectLst/>
                          <a:latin typeface="Arial" charset="0"/>
                          <a:ea typeface="宋体" charset="-122"/>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C00000"/>
                          </a:solidFill>
                          <a:effectLst/>
                          <a:latin typeface="Arial" charset="0"/>
                          <a:ea typeface="宋体" charset="-122"/>
                        </a:rPr>
                        <a:t>-</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8"/>
                  </a:ext>
                </a:extLst>
              </a:tr>
            </a:tbl>
          </a:graphicData>
        </a:graphic>
      </p:graphicFrame>
      <p:graphicFrame>
        <p:nvGraphicFramePr>
          <p:cNvPr id="29" name="Group 120">
            <a:extLst>
              <a:ext uri="{FF2B5EF4-FFF2-40B4-BE49-F238E27FC236}">
                <a16:creationId xmlns:a16="http://schemas.microsoft.com/office/drawing/2014/main" id="{B302C377-01CC-44A5-B3A1-AC046ED903D8}"/>
              </a:ext>
            </a:extLst>
          </p:cNvPr>
          <p:cNvGraphicFramePr>
            <a:graphicFrameLocks noGrp="1"/>
          </p:cNvGraphicFramePr>
          <p:nvPr>
            <p:extLst>
              <p:ext uri="{D42A27DB-BD31-4B8C-83A1-F6EECF244321}">
                <p14:modId xmlns:p14="http://schemas.microsoft.com/office/powerpoint/2010/main" val="340171705"/>
              </p:ext>
            </p:extLst>
          </p:nvPr>
        </p:nvGraphicFramePr>
        <p:xfrm>
          <a:off x="4855566" y="2785165"/>
          <a:ext cx="4114800" cy="1982153"/>
        </p:xfrm>
        <a:graphic>
          <a:graphicData uri="http://schemas.openxmlformats.org/drawingml/2006/table">
            <a:tbl>
              <a:tblPr/>
              <a:tblGrid>
                <a:gridCol w="747713">
                  <a:extLst>
                    <a:ext uri="{9D8B030D-6E8A-4147-A177-3AD203B41FA5}">
                      <a16:colId xmlns:a16="http://schemas.microsoft.com/office/drawing/2014/main" val="20000"/>
                    </a:ext>
                  </a:extLst>
                </a:gridCol>
                <a:gridCol w="846137">
                  <a:extLst>
                    <a:ext uri="{9D8B030D-6E8A-4147-A177-3AD203B41FA5}">
                      <a16:colId xmlns:a16="http://schemas.microsoft.com/office/drawing/2014/main" val="20001"/>
                    </a:ext>
                  </a:extLst>
                </a:gridCol>
                <a:gridCol w="846138">
                  <a:extLst>
                    <a:ext uri="{9D8B030D-6E8A-4147-A177-3AD203B41FA5}">
                      <a16:colId xmlns:a16="http://schemas.microsoft.com/office/drawing/2014/main" val="20002"/>
                    </a:ext>
                  </a:extLst>
                </a:gridCol>
                <a:gridCol w="828675">
                  <a:extLst>
                    <a:ext uri="{9D8B030D-6E8A-4147-A177-3AD203B41FA5}">
                      <a16:colId xmlns:a16="http://schemas.microsoft.com/office/drawing/2014/main" val="20003"/>
                    </a:ext>
                  </a:extLst>
                </a:gridCol>
                <a:gridCol w="846137">
                  <a:extLst>
                    <a:ext uri="{9D8B030D-6E8A-4147-A177-3AD203B41FA5}">
                      <a16:colId xmlns:a16="http://schemas.microsoft.com/office/drawing/2014/main" val="20004"/>
                    </a:ext>
                  </a:extLst>
                </a:gridCol>
              </a:tblGrid>
              <a:tr h="700088">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800" b="0" i="1" u="none" strike="noStrike" cap="none" normalizeH="0" baseline="0">
                          <a:ln>
                            <a:noFill/>
                          </a:ln>
                          <a:solidFill>
                            <a:schemeClr val="tx1"/>
                          </a:solidFill>
                          <a:effectLst/>
                          <a:latin typeface="Arial" charset="0"/>
                          <a:ea typeface="宋体" pitchFamily="2" charset="-122"/>
                          <a:cs typeface="Times New Roman" pitchFamily="18" charset="0"/>
                        </a:rPr>
                        <a:t>BC</a:t>
                      </a:r>
                      <a:r>
                        <a:rPr kumimoji="0" lang="en-US" altLang="zh-CN" sz="2800" b="0" i="0" u="none" strike="noStrike" cap="none" normalizeH="0" baseline="0">
                          <a:ln>
                            <a:noFill/>
                          </a:ln>
                          <a:solidFill>
                            <a:schemeClr val="tx1"/>
                          </a:solidFill>
                          <a:effectLst/>
                          <a:latin typeface="Arial" charset="0"/>
                          <a:ea typeface="宋体" pitchFamily="2" charset="-122"/>
                          <a:cs typeface="Times New Roman" pitchFamily="18" charset="0"/>
                        </a:rPr>
                        <a:t> </a:t>
                      </a:r>
                    </a:p>
                    <a:p>
                      <a:pPr marL="0" marR="0" lvl="0" indent="0" algn="l" defTabSz="914400" rtl="0" eaLnBrk="0" fontAlgn="base" latinLnBrk="0" hangingPunct="0">
                        <a:lnSpc>
                          <a:spcPct val="100000"/>
                        </a:lnSpc>
                        <a:spcBef>
                          <a:spcPct val="0"/>
                        </a:spcBef>
                        <a:spcAft>
                          <a:spcPct val="0"/>
                        </a:spcAft>
                        <a:buClrTx/>
                        <a:buSzPct val="80000"/>
                        <a:buFontTx/>
                        <a:buNone/>
                        <a:tabLst/>
                      </a:pPr>
                      <a:r>
                        <a:rPr kumimoji="0" lang="en-US" altLang="zh-CN" sz="2800" b="0" i="1" u="none" strike="noStrike" cap="none" normalizeH="0" baseline="0">
                          <a:ln>
                            <a:noFill/>
                          </a:ln>
                          <a:solidFill>
                            <a:schemeClr val="tx1"/>
                          </a:solidFill>
                          <a:effectLst/>
                          <a:latin typeface="Arial" charset="0"/>
                          <a:ea typeface="宋体" pitchFamily="2" charset="-122"/>
                          <a:cs typeface="Times New Roman" pitchFamily="18" charset="0"/>
                        </a:rPr>
                        <a:t>A</a:t>
                      </a:r>
                      <a:endParaRPr kumimoji="0" lang="en-US" altLang="zh-CN" sz="2800" b="0" i="0" u="none" strike="noStrike" cap="none" normalizeH="0" baseline="0">
                        <a:ln>
                          <a:noFill/>
                        </a:ln>
                        <a:solidFill>
                          <a:schemeClr val="tx1"/>
                        </a:solidFill>
                        <a:effectLst/>
                        <a:latin typeface="Arial" charset="0"/>
                        <a:ea typeface="宋体" pitchFamily="2" charset="-122"/>
                      </a:endParaRPr>
                    </a:p>
                  </a:txBody>
                  <a:tcP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cs typeface="Times New Roman" pitchFamily="18" charset="0"/>
                        </a:rPr>
                        <a:t>00</a:t>
                      </a:r>
                      <a:endParaRPr kumimoji="0" lang="en-US" altLang="zh-CN" sz="2800" b="0" i="0" u="none" strike="noStrike" cap="none" normalizeH="0" baseline="0">
                        <a:ln>
                          <a:noFill/>
                        </a:ln>
                        <a:solidFill>
                          <a:schemeClr val="tx1"/>
                        </a:solidFill>
                        <a:effectLst/>
                        <a:latin typeface="Arial" charset="0"/>
                        <a:ea typeface="宋体" pitchFamily="2" charset="-122"/>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pitchFamily="2" charset="-122"/>
                          <a:cs typeface="Times New Roman" pitchFamily="18" charset="0"/>
                        </a:rPr>
                        <a:t>01</a:t>
                      </a:r>
                      <a:endParaRPr kumimoji="0" lang="en-US" altLang="zh-CN" sz="28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pitchFamily="2" charset="-122"/>
                          <a:cs typeface="Times New Roman" pitchFamily="18" charset="0"/>
                        </a:rPr>
                        <a:t>11</a:t>
                      </a:r>
                      <a:endParaRPr kumimoji="0" lang="en-US" altLang="zh-CN" sz="28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pitchFamily="2" charset="-122"/>
                          <a:cs typeface="Times New Roman" pitchFamily="18" charset="0"/>
                        </a:rPr>
                        <a:t>10</a:t>
                      </a:r>
                      <a:endParaRPr kumimoji="0" lang="en-US" altLang="zh-CN" sz="28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r h="517525">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cs typeface="Times New Roman" pitchFamily="18" charset="0"/>
                        </a:rPr>
                        <a:t>0</a:t>
                      </a:r>
                      <a:endParaRPr kumimoji="0" lang="en-US" altLang="zh-CN" sz="2800" b="0" i="0" u="none" strike="noStrike" cap="none" normalizeH="0" baseline="0">
                        <a:ln>
                          <a:noFill/>
                        </a:ln>
                        <a:solidFill>
                          <a:schemeClr val="tx1"/>
                        </a:solidFill>
                        <a:effectLst/>
                        <a:latin typeface="Arial" charset="0"/>
                        <a:ea typeface="宋体" pitchFamily="2" charset="-122"/>
                      </a:endParaRPr>
                    </a:p>
                  </a:txBody>
                  <a:tcP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3333FF"/>
                          </a:solidFill>
                          <a:effectLst/>
                          <a:latin typeface="Arial" charset="0"/>
                          <a:ea typeface="宋体" pitchFamily="2" charset="-122"/>
                          <a:cs typeface="Times New Roman" pitchFamily="18" charset="0"/>
                        </a:rPr>
                        <a:t>0</a:t>
                      </a:r>
                      <a:endParaRPr kumimoji="0" lang="en-US" altLang="zh-CN" sz="2800" b="0" i="0" u="none" strike="noStrike" cap="none" normalizeH="0" baseline="0" dirty="0">
                        <a:ln>
                          <a:noFill/>
                        </a:ln>
                        <a:solidFill>
                          <a:srgbClr val="3333FF"/>
                        </a:solidFill>
                        <a:effectLst/>
                        <a:latin typeface="Arial" charset="0"/>
                        <a:ea typeface="宋体" pitchFamily="2" charset="-122"/>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3333FF"/>
                          </a:solidFill>
                          <a:effectLst/>
                          <a:latin typeface="Arial" charset="0"/>
                          <a:ea typeface="宋体" pitchFamily="2" charset="-122"/>
                          <a:cs typeface="Times New Roman" pitchFamily="18" charset="0"/>
                        </a:rPr>
                        <a:t>-</a:t>
                      </a:r>
                      <a:endParaRPr kumimoji="0" lang="en-US" altLang="zh-CN" sz="2800" b="0" i="0" u="none" strike="noStrike" cap="none" normalizeH="0" baseline="0" dirty="0">
                        <a:ln>
                          <a:noFill/>
                        </a:ln>
                        <a:solidFill>
                          <a:srgbClr val="3333FF"/>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3333FF"/>
                          </a:solidFill>
                          <a:effectLst/>
                          <a:latin typeface="Arial" charset="0"/>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rgbClr val="3333FF"/>
                          </a:solidFill>
                          <a:effectLst/>
                          <a:latin typeface="Arial" charset="0"/>
                          <a:ea typeface="宋体" pitchFamily="2" charset="-122"/>
                        </a:rPr>
                        <a:t>0</a:t>
                      </a: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519113">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cs typeface="Times New Roman" pitchFamily="18" charset="0"/>
                        </a:rPr>
                        <a:t>1</a:t>
                      </a:r>
                      <a:endParaRPr kumimoji="0" lang="en-US" altLang="zh-CN" sz="2800" b="0" i="0" u="none" strike="noStrike" cap="none" normalizeH="0" baseline="0">
                        <a:ln>
                          <a:noFill/>
                        </a:ln>
                        <a:solidFill>
                          <a:schemeClr val="tx1"/>
                        </a:solidFill>
                        <a:effectLst/>
                        <a:latin typeface="Arial" charset="0"/>
                        <a:ea typeface="宋体" pitchFamily="2" charset="-122"/>
                      </a:endParaRPr>
                    </a:p>
                  </a:txBody>
                  <a:tcP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rgbClr val="3333FF"/>
                          </a:solidFill>
                          <a:effectLst/>
                          <a:latin typeface="Arial" charset="0"/>
                          <a:ea typeface="宋体" pitchFamily="2" charset="-122"/>
                          <a:cs typeface="Times New Roman" pitchFamily="18" charset="0"/>
                        </a:rPr>
                        <a:t>-</a:t>
                      </a:r>
                      <a:endParaRPr kumimoji="0" lang="en-US" altLang="zh-CN" sz="2800" b="0" i="0" u="none" strike="noStrike" cap="none" normalizeH="0" baseline="0">
                        <a:ln>
                          <a:noFill/>
                        </a:ln>
                        <a:solidFill>
                          <a:srgbClr val="3333FF"/>
                        </a:solidFill>
                        <a:effectLst/>
                        <a:latin typeface="Arial" charset="0"/>
                        <a:ea typeface="宋体" pitchFamily="2" charset="-122"/>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rgbClr val="3333FF"/>
                          </a:solidFill>
                          <a:effectLst/>
                          <a:latin typeface="Arial" charset="0"/>
                          <a:ea typeface="宋体" pitchFamily="2" charset="-122"/>
                          <a:cs typeface="Times New Roman" pitchFamily="18" charset="0"/>
                        </a:rPr>
                        <a:t>0</a:t>
                      </a:r>
                      <a:endParaRPr kumimoji="0" lang="en-US" altLang="zh-CN" sz="2800" b="0" i="0" u="none" strike="noStrike" cap="none" normalizeH="0" baseline="0">
                        <a:ln>
                          <a:noFill/>
                        </a:ln>
                        <a:solidFill>
                          <a:srgbClr val="3333FF"/>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3333FF"/>
                          </a:solidFill>
                          <a:effectLst/>
                          <a:latin typeface="Arial" charset="0"/>
                          <a:ea typeface="宋体" pitchFamily="2" charset="-122"/>
                          <a:cs typeface="Times New Roman" pitchFamily="18" charset="0"/>
                        </a:rPr>
                        <a:t>-</a:t>
                      </a:r>
                      <a:endParaRPr kumimoji="0" lang="en-US" altLang="zh-CN" sz="2800" b="0" i="0" u="none" strike="noStrike" cap="none" normalizeH="0" baseline="0" dirty="0">
                        <a:ln>
                          <a:noFill/>
                        </a:ln>
                        <a:solidFill>
                          <a:srgbClr val="3333FF"/>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3333FF"/>
                          </a:solidFill>
                          <a:effectLst/>
                          <a:latin typeface="Arial" charset="0"/>
                          <a:ea typeface="宋体" pitchFamily="2" charset="-122"/>
                          <a:cs typeface="Times New Roman" pitchFamily="18" charset="0"/>
                        </a:rPr>
                        <a:t>1</a:t>
                      </a:r>
                      <a:endParaRPr kumimoji="0" lang="en-US" altLang="zh-CN" sz="2800" b="0" i="0" u="none" strike="noStrike" cap="none" normalizeH="0" baseline="0" dirty="0">
                        <a:ln>
                          <a:noFill/>
                        </a:ln>
                        <a:solidFill>
                          <a:srgbClr val="3333FF"/>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bl>
          </a:graphicData>
        </a:graphic>
      </p:graphicFrame>
      <p:sp>
        <p:nvSpPr>
          <p:cNvPr id="30" name="Text Box 150">
            <a:extLst>
              <a:ext uri="{FF2B5EF4-FFF2-40B4-BE49-F238E27FC236}">
                <a16:creationId xmlns:a16="http://schemas.microsoft.com/office/drawing/2014/main" id="{D6B5BD34-797C-4CB0-9E7F-F0E83D86AAD1}"/>
              </a:ext>
            </a:extLst>
          </p:cNvPr>
          <p:cNvSpPr txBox="1">
            <a:spLocks noChangeArrowheads="1"/>
          </p:cNvSpPr>
          <p:nvPr/>
        </p:nvSpPr>
        <p:spPr bwMode="auto">
          <a:xfrm>
            <a:off x="5329242" y="5204083"/>
            <a:ext cx="3657600" cy="519113"/>
          </a:xfrm>
          <a:prstGeom prst="rect">
            <a:avLst/>
          </a:prstGeom>
          <a:noFill/>
          <a:ln w="9525" algn="ctr">
            <a:noFill/>
            <a:miter lim="800000"/>
            <a:headEnd/>
            <a:tailEnd/>
          </a:ln>
        </p:spPr>
        <p:txBody>
          <a:bodyPr>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altLang="zh-CN" sz="2800" b="0" i="0" u="none" strike="noStrike" kern="0" cap="none" spc="0" normalizeH="0" baseline="0" noProof="0" dirty="0">
                <a:ln>
                  <a:noFill/>
                </a:ln>
                <a:solidFill>
                  <a:srgbClr val="C00000"/>
                </a:solidFill>
                <a:effectLst/>
                <a:uLnTx/>
                <a:uFillTx/>
                <a:latin typeface="+mn-lt"/>
              </a:rPr>
              <a:t>Z = AB </a:t>
            </a:r>
            <a:r>
              <a:rPr kumimoji="0" lang="en-US" altLang="zh-CN" sz="2800" b="0" i="0" u="none" strike="noStrike" kern="0" cap="none" spc="0" normalizeH="0" baseline="0" noProof="0" dirty="0">
                <a:ln>
                  <a:noFill/>
                </a:ln>
                <a:solidFill>
                  <a:srgbClr val="000000"/>
                </a:solidFill>
                <a:effectLst/>
                <a:uLnTx/>
                <a:uFillTx/>
                <a:latin typeface="+mn-lt"/>
              </a:rPr>
              <a:t>or </a:t>
            </a:r>
            <a:r>
              <a:rPr kumimoji="0" lang="en-US" altLang="zh-CN" sz="2800" b="0" i="0" u="none" strike="noStrike" kern="0" cap="none" spc="0" normalizeH="0" baseline="0" noProof="0" dirty="0">
                <a:ln>
                  <a:noFill/>
                </a:ln>
                <a:solidFill>
                  <a:srgbClr val="669999">
                    <a:lumMod val="50000"/>
                  </a:srgbClr>
                </a:solidFill>
                <a:effectLst/>
                <a:uLnTx/>
                <a:uFillTx/>
                <a:latin typeface="+mn-lt"/>
              </a:rPr>
              <a:t>Z = AC’</a:t>
            </a:r>
          </a:p>
        </p:txBody>
      </p:sp>
      <p:sp>
        <p:nvSpPr>
          <p:cNvPr id="31" name="椭圆 30">
            <a:extLst>
              <a:ext uri="{FF2B5EF4-FFF2-40B4-BE49-F238E27FC236}">
                <a16:creationId xmlns:a16="http://schemas.microsoft.com/office/drawing/2014/main" id="{9E13A571-B85F-41CE-8938-4E263E7E8C9A}"/>
              </a:ext>
            </a:extLst>
          </p:cNvPr>
          <p:cNvSpPr/>
          <p:nvPr/>
        </p:nvSpPr>
        <p:spPr bwMode="auto">
          <a:xfrm>
            <a:off x="7522566" y="4309165"/>
            <a:ext cx="1291988" cy="381000"/>
          </a:xfrm>
          <a:prstGeom prst="ellipse">
            <a:avLst/>
          </a:prstGeom>
          <a:noFill/>
          <a:ln w="381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pic>
        <p:nvPicPr>
          <p:cNvPr id="32" name="图片 31">
            <a:extLst>
              <a:ext uri="{FF2B5EF4-FFF2-40B4-BE49-F238E27FC236}">
                <a16:creationId xmlns:a16="http://schemas.microsoft.com/office/drawing/2014/main" id="{67C1A24B-FDA8-4DAD-BABF-7D15FD215793}"/>
              </a:ext>
            </a:extLst>
          </p:cNvPr>
          <p:cNvPicPr>
            <a:picLocks noChangeAspect="1"/>
          </p:cNvPicPr>
          <p:nvPr/>
        </p:nvPicPr>
        <p:blipFill rotWithShape="1">
          <a:blip r:embed="rId3"/>
          <a:srcRect r="44542" b="-4546"/>
          <a:stretch/>
        </p:blipFill>
        <p:spPr>
          <a:xfrm>
            <a:off x="8318401" y="4287095"/>
            <a:ext cx="739538" cy="438150"/>
          </a:xfrm>
          <a:prstGeom prst="rect">
            <a:avLst/>
          </a:prstGeom>
        </p:spPr>
      </p:pic>
      <p:pic>
        <p:nvPicPr>
          <p:cNvPr id="33" name="图片 32">
            <a:extLst>
              <a:ext uri="{FF2B5EF4-FFF2-40B4-BE49-F238E27FC236}">
                <a16:creationId xmlns:a16="http://schemas.microsoft.com/office/drawing/2014/main" id="{DD5CB3B9-87F8-4135-B772-802561F20798}"/>
              </a:ext>
            </a:extLst>
          </p:cNvPr>
          <p:cNvPicPr>
            <a:picLocks noChangeAspect="1"/>
          </p:cNvPicPr>
          <p:nvPr/>
        </p:nvPicPr>
        <p:blipFill rotWithShape="1">
          <a:blip r:embed="rId3"/>
          <a:srcRect r="44542" b="-4546"/>
          <a:stretch/>
        </p:blipFill>
        <p:spPr>
          <a:xfrm rot="10800000">
            <a:off x="5693766" y="4287095"/>
            <a:ext cx="739538" cy="438150"/>
          </a:xfrm>
          <a:prstGeom prst="rect">
            <a:avLst/>
          </a:prstGeom>
        </p:spPr>
      </p:pic>
      <p:sp>
        <p:nvSpPr>
          <p:cNvPr id="2" name="Title 4">
            <a:extLst>
              <a:ext uri="{FF2B5EF4-FFF2-40B4-BE49-F238E27FC236}">
                <a16:creationId xmlns:a16="http://schemas.microsoft.com/office/drawing/2014/main" id="{20EF0E60-42E3-FBBC-75E2-F140C8745E7D}"/>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ea typeface="SimHei" panose="02010609060101010101" pitchFamily="49" charset="-122"/>
              </a:rPr>
              <a:t>例</a:t>
            </a:r>
            <a:r>
              <a:rPr lang="en-US" altLang="zh-CN" dirty="0">
                <a:ea typeface="SimHei" panose="02010609060101010101" pitchFamily="49" charset="-122"/>
              </a:rPr>
              <a:t>1</a:t>
            </a:r>
            <a:r>
              <a:rPr lang="zh-CN" altLang="en-US" dirty="0">
                <a:ea typeface="SimHei" panose="02010609060101010101" pitchFamily="49" charset="-122"/>
              </a:rPr>
              <a:t>：设计一个模五的计数器</a:t>
            </a:r>
            <a:endParaRPr lang="en-CN" altLang="zh-CN" sz="4000" dirty="0">
              <a:solidFill>
                <a:srgbClr val="0000FF"/>
              </a:solidFill>
              <a:latin typeface="Arial" panose="020B0604020202020204" pitchFamily="34" charset="0"/>
              <a:cs typeface="Arial" panose="020B0604020202020204" pitchFamily="34" charset="0"/>
            </a:endParaRPr>
          </a:p>
        </p:txBody>
      </p:sp>
      <p:sp>
        <p:nvSpPr>
          <p:cNvPr id="11" name="内容占位符 3">
            <a:extLst>
              <a:ext uri="{FF2B5EF4-FFF2-40B4-BE49-F238E27FC236}">
                <a16:creationId xmlns:a16="http://schemas.microsoft.com/office/drawing/2014/main" id="{D5B106A4-69B7-4150-A500-6425DFC83FB5}"/>
              </a:ext>
            </a:extLst>
          </p:cNvPr>
          <p:cNvSpPr txBox="1">
            <a:spLocks/>
          </p:cNvSpPr>
          <p:nvPr/>
        </p:nvSpPr>
        <p:spPr bwMode="auto">
          <a:xfrm>
            <a:off x="5002213" y="1394360"/>
            <a:ext cx="3989387" cy="4699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Autofit/>
          </a:bodyPr>
          <a:lstStyle>
            <a:lvl1pPr marL="342900" indent="-342900" algn="l" rtl="0" eaLnBrk="1" fontAlgn="base" hangingPunct="1">
              <a:spcBef>
                <a:spcPct val="20000"/>
              </a:spcBef>
              <a:spcAft>
                <a:spcPct val="0"/>
              </a:spcAft>
              <a:buChar char="•"/>
              <a:defRPr sz="3200" b="1">
                <a:solidFill>
                  <a:schemeClr val="tx1"/>
                </a:solidFill>
                <a:latin typeface="+mn-lt"/>
                <a:ea typeface="黑体" panose="02010609060101010101" pitchFamily="49" charset="-122"/>
                <a:cs typeface="+mn-cs"/>
              </a:defRPr>
            </a:lvl1pPr>
            <a:lvl2pPr marL="742950" indent="-285750" algn="l" rtl="0" eaLnBrk="1" fontAlgn="base" hangingPunct="1">
              <a:spcBef>
                <a:spcPct val="20000"/>
              </a:spcBef>
              <a:spcAft>
                <a:spcPct val="0"/>
              </a:spcAft>
              <a:buChar char="–"/>
              <a:defRPr sz="2800" b="1">
                <a:solidFill>
                  <a:schemeClr val="tx1"/>
                </a:solidFill>
                <a:latin typeface="+mn-lt"/>
                <a:ea typeface="黑体" panose="02010609060101010101" pitchFamily="49" charset="-122"/>
              </a:defRPr>
            </a:lvl2pPr>
            <a:lvl3pPr marL="1143000" indent="-228600" algn="l" rtl="0" eaLnBrk="1" fontAlgn="base" hangingPunct="1">
              <a:spcBef>
                <a:spcPct val="20000"/>
              </a:spcBef>
              <a:spcAft>
                <a:spcPct val="0"/>
              </a:spcAft>
              <a:buChar char="•"/>
              <a:defRPr sz="2400" b="1">
                <a:solidFill>
                  <a:schemeClr val="tx1"/>
                </a:solidFill>
                <a:latin typeface="+mn-lt"/>
                <a:ea typeface="黑体" panose="02010609060101010101" pitchFamily="49" charset="-122"/>
              </a:defRPr>
            </a:lvl3pPr>
            <a:lvl4pPr marL="1600200" indent="-228600" algn="l" rtl="0" eaLnBrk="1" fontAlgn="base" hangingPunct="1">
              <a:spcBef>
                <a:spcPct val="20000"/>
              </a:spcBef>
              <a:spcAft>
                <a:spcPct val="0"/>
              </a:spcAft>
              <a:buChar char="–"/>
              <a:defRPr sz="2000" b="1">
                <a:solidFill>
                  <a:schemeClr val="tx1"/>
                </a:solidFill>
                <a:latin typeface="+mn-lt"/>
                <a:ea typeface="黑体" panose="02010609060101010101" pitchFamily="49" charset="-122"/>
              </a:defRPr>
            </a:lvl4pPr>
            <a:lvl5pPr marL="2057400" indent="-228600" algn="l" rtl="0" eaLnBrk="1" fontAlgn="base" hangingPunct="1">
              <a:spcBef>
                <a:spcPct val="20000"/>
              </a:spcBef>
              <a:spcAft>
                <a:spcPct val="0"/>
              </a:spcAft>
              <a:buChar char="»"/>
              <a:defRPr sz="2000" b="1">
                <a:solidFill>
                  <a:schemeClr val="tx1"/>
                </a:solidFill>
                <a:latin typeface="+mn-lt"/>
                <a:ea typeface="黑体" panose="02010609060101010101" pitchFamily="49" charset="-122"/>
              </a:defRPr>
            </a:lvl5pPr>
            <a:lvl6pPr marL="2514600" indent="-228600" algn="l" rtl="0" eaLnBrk="1" fontAlgn="base" hangingPunct="1">
              <a:spcBef>
                <a:spcPct val="20000"/>
              </a:spcBef>
              <a:spcAft>
                <a:spcPct val="0"/>
              </a:spcAft>
              <a:buChar char="»"/>
              <a:defRPr sz="2000" b="1">
                <a:solidFill>
                  <a:schemeClr val="tx1"/>
                </a:solidFill>
                <a:latin typeface="+mn-lt"/>
                <a:ea typeface="+mn-ea"/>
              </a:defRPr>
            </a:lvl6pPr>
            <a:lvl7pPr marL="2971800" indent="-228600" algn="l" rtl="0" eaLnBrk="1" fontAlgn="base" hangingPunct="1">
              <a:spcBef>
                <a:spcPct val="20000"/>
              </a:spcBef>
              <a:spcAft>
                <a:spcPct val="0"/>
              </a:spcAft>
              <a:buChar char="»"/>
              <a:defRPr sz="2000" b="1">
                <a:solidFill>
                  <a:schemeClr val="tx1"/>
                </a:solidFill>
                <a:latin typeface="+mn-lt"/>
                <a:ea typeface="+mn-ea"/>
              </a:defRPr>
            </a:lvl7pPr>
            <a:lvl8pPr marL="3429000" indent="-228600" algn="l" rtl="0" eaLnBrk="1" fontAlgn="base" hangingPunct="1">
              <a:spcBef>
                <a:spcPct val="20000"/>
              </a:spcBef>
              <a:spcAft>
                <a:spcPct val="0"/>
              </a:spcAft>
              <a:buChar char="»"/>
              <a:defRPr sz="2000" b="1">
                <a:solidFill>
                  <a:schemeClr val="tx1"/>
                </a:solidFill>
                <a:latin typeface="+mn-lt"/>
                <a:ea typeface="+mn-ea"/>
              </a:defRPr>
            </a:lvl8pPr>
            <a:lvl9pPr marL="3886200" indent="-228600" algn="l" rtl="0" eaLnBrk="1" fontAlgn="base" hangingPunct="1">
              <a:spcBef>
                <a:spcPct val="20000"/>
              </a:spcBef>
              <a:spcAft>
                <a:spcPct val="0"/>
              </a:spcAft>
              <a:buChar char="»"/>
              <a:defRPr sz="2000" b="1">
                <a:solidFill>
                  <a:schemeClr val="tx1"/>
                </a:solidFill>
                <a:latin typeface="+mn-lt"/>
                <a:ea typeface="+mn-ea"/>
              </a:defRPr>
            </a:lvl9pPr>
          </a:lstStyle>
          <a:p>
            <a:r>
              <a:rPr lang="zh-CN" altLang="en-US" sz="2800" b="0" kern="0" dirty="0"/>
              <a:t>列出输出方程</a:t>
            </a:r>
          </a:p>
        </p:txBody>
      </p:sp>
    </p:spTree>
    <p:extLst>
      <p:ext uri="{BB962C8B-B14F-4D97-AF65-F5344CB8AC3E}">
        <p14:creationId xmlns:p14="http://schemas.microsoft.com/office/powerpoint/2010/main" val="32685536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9"/>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A50645F-9A2E-4027-9721-1A221E254747}" type="slidenum">
              <a:rPr kumimoji="0" lang="en-US" altLang="zh-CN" sz="1200" b="0" i="0" u="none" strike="noStrike" kern="1200" cap="none" spc="0" normalizeH="0" baseline="0" noProof="0" smtClean="0">
                <a:ln>
                  <a:noFill/>
                </a:ln>
                <a:solidFill>
                  <a:srgbClr val="000000"/>
                </a:solidFill>
                <a:effectLst/>
                <a:uLnTx/>
                <a:uFillTx/>
                <a:latin typeface="Arial Black"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88</a:t>
            </a:fld>
            <a:endParaRPr kumimoji="0" lang="en-US" altLang="zh-CN" sz="1200" b="0" i="0" u="none" strike="noStrike" kern="1200" cap="none" spc="0" normalizeH="0" baseline="0" noProof="0" dirty="0">
              <a:ln>
                <a:noFill/>
              </a:ln>
              <a:solidFill>
                <a:srgbClr val="000000"/>
              </a:solidFill>
              <a:effectLst/>
              <a:uLnTx/>
              <a:uFillTx/>
              <a:latin typeface="Arial Black" pitchFamily="34" charset="0"/>
              <a:ea typeface="宋体" pitchFamily="2" charset="-122"/>
              <a:cs typeface="+mn-cs"/>
            </a:endParaRPr>
          </a:p>
        </p:txBody>
      </p:sp>
      <p:sp>
        <p:nvSpPr>
          <p:cNvPr id="3" name="内容占位符 2">
            <a:extLst>
              <a:ext uri="{FF2B5EF4-FFF2-40B4-BE49-F238E27FC236}">
                <a16:creationId xmlns:a16="http://schemas.microsoft.com/office/drawing/2014/main" id="{6BDD077B-5B15-47B7-B189-5A399B204B52}"/>
              </a:ext>
            </a:extLst>
          </p:cNvPr>
          <p:cNvSpPr>
            <a:spLocks noGrp="1"/>
          </p:cNvSpPr>
          <p:nvPr>
            <p:ph idx="4294967295"/>
          </p:nvPr>
        </p:nvSpPr>
        <p:spPr>
          <a:xfrm>
            <a:off x="457200" y="1387475"/>
            <a:ext cx="8229600" cy="708025"/>
          </a:xfrm>
        </p:spPr>
        <p:txBody>
          <a:bodyPr>
            <a:normAutofit/>
          </a:bodyPr>
          <a:lstStyle/>
          <a:p>
            <a:r>
              <a:rPr lang="zh-CN" altLang="en-US" sz="2800" b="0" dirty="0"/>
              <a:t>利用</a:t>
            </a:r>
            <a:r>
              <a:rPr lang="en-US" altLang="zh-CN" sz="2800" b="0" dirty="0"/>
              <a:t>D</a:t>
            </a:r>
            <a:r>
              <a:rPr lang="zh-CN" altLang="en-US" sz="2800" b="0" dirty="0"/>
              <a:t>触发器</a:t>
            </a:r>
            <a:endParaRPr lang="en-US" altLang="zh-CN" sz="2800" b="0" dirty="0"/>
          </a:p>
        </p:txBody>
      </p:sp>
      <p:sp>
        <p:nvSpPr>
          <p:cNvPr id="779268" name="Text Box 4"/>
          <p:cNvSpPr txBox="1">
            <a:spLocks noChangeArrowheads="1"/>
          </p:cNvSpPr>
          <p:nvPr/>
        </p:nvSpPr>
        <p:spPr bwMode="auto">
          <a:xfrm>
            <a:off x="2600949" y="1771537"/>
            <a:ext cx="1447800" cy="519113"/>
          </a:xfrm>
          <a:prstGeom prst="rect">
            <a:avLst/>
          </a:prstGeom>
          <a:noFill/>
          <a:ln w="9525" algn="ctr">
            <a:noFill/>
            <a:miter lim="800000"/>
            <a:headEnd/>
            <a:tailEnd/>
          </a:ln>
        </p:spPr>
        <p:txBody>
          <a:bodyPr wrap="square">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0000"/>
                </a:solidFill>
                <a:effectLst/>
                <a:uLnTx/>
                <a:uFillTx/>
                <a:latin typeface="+mn-lt"/>
                <a:ea typeface="宋体" pitchFamily="2" charset="-122"/>
                <a:cs typeface="+mn-cs"/>
              </a:rPr>
              <a:t>A</a:t>
            </a:r>
            <a:r>
              <a:rPr kumimoji="0" lang="en-US" altLang="zh-CN" sz="2800" b="0" i="0" u="none" strike="noStrike" kern="1200" cap="none" spc="0" normalizeH="0" baseline="30000" noProof="0" dirty="0">
                <a:ln>
                  <a:noFill/>
                </a:ln>
                <a:solidFill>
                  <a:srgbClr val="000000"/>
                </a:solidFill>
                <a:effectLst/>
                <a:uLnTx/>
                <a:uFillTx/>
                <a:latin typeface="+mn-lt"/>
                <a:ea typeface="宋体" pitchFamily="2" charset="-122"/>
                <a:cs typeface="+mn-cs"/>
              </a:rPr>
              <a:t>+ </a:t>
            </a:r>
            <a:r>
              <a:rPr kumimoji="0" lang="en-US" altLang="zh-CN" sz="2800" b="0" i="0" u="none" strike="noStrike" kern="1200" cap="none" spc="0" normalizeH="0" baseline="0" noProof="0" dirty="0">
                <a:ln>
                  <a:noFill/>
                </a:ln>
                <a:solidFill>
                  <a:srgbClr val="000000"/>
                </a:solidFill>
                <a:effectLst/>
                <a:uLnTx/>
                <a:uFillTx/>
                <a:latin typeface="+mn-lt"/>
                <a:ea typeface="宋体" pitchFamily="2" charset="-122"/>
                <a:cs typeface="+mn-cs"/>
              </a:rPr>
              <a:t>= C</a:t>
            </a:r>
          </a:p>
        </p:txBody>
      </p:sp>
      <p:sp>
        <p:nvSpPr>
          <p:cNvPr id="779269" name="Text Box 5"/>
          <p:cNvSpPr txBox="1">
            <a:spLocks noChangeArrowheads="1"/>
          </p:cNvSpPr>
          <p:nvPr/>
        </p:nvSpPr>
        <p:spPr bwMode="auto">
          <a:xfrm>
            <a:off x="2600948" y="2273973"/>
            <a:ext cx="2368298" cy="523220"/>
          </a:xfrm>
          <a:prstGeom prst="rect">
            <a:avLst/>
          </a:prstGeom>
          <a:noFill/>
          <a:ln w="9525" algn="ctr">
            <a:noFill/>
            <a:miter lim="800000"/>
            <a:headEnd/>
            <a:tailEnd/>
          </a:ln>
        </p:spPr>
        <p:txBody>
          <a:bodyPr wrap="square">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0000"/>
                </a:solidFill>
                <a:effectLst/>
                <a:uLnTx/>
                <a:uFillTx/>
                <a:latin typeface="+mn-lt"/>
                <a:ea typeface="宋体" pitchFamily="2" charset="-122"/>
                <a:cs typeface="+mn-cs"/>
              </a:rPr>
              <a:t>B</a:t>
            </a:r>
            <a:r>
              <a:rPr kumimoji="0" lang="en-US" altLang="zh-CN" sz="2800" b="0" i="0" u="none" strike="noStrike" kern="1200" cap="none" spc="0" normalizeH="0" baseline="30000" noProof="0" dirty="0">
                <a:ln>
                  <a:noFill/>
                </a:ln>
                <a:solidFill>
                  <a:srgbClr val="000000"/>
                </a:solidFill>
                <a:effectLst/>
                <a:uLnTx/>
                <a:uFillTx/>
                <a:latin typeface="+mn-lt"/>
                <a:ea typeface="宋体" pitchFamily="2" charset="-122"/>
                <a:cs typeface="+mn-cs"/>
              </a:rPr>
              <a:t>+ </a:t>
            </a:r>
            <a:r>
              <a:rPr kumimoji="0" lang="en-US" altLang="zh-CN" sz="2800" b="0" i="0" u="none" strike="noStrike" kern="1200" cap="none" spc="0" normalizeH="0" baseline="0" noProof="0" dirty="0">
                <a:ln>
                  <a:noFill/>
                </a:ln>
                <a:solidFill>
                  <a:srgbClr val="000000"/>
                </a:solidFill>
                <a:effectLst/>
                <a:uLnTx/>
                <a:uFillTx/>
                <a:latin typeface="+mn-lt"/>
                <a:ea typeface="宋体" pitchFamily="2" charset="-122"/>
                <a:cs typeface="+mn-cs"/>
              </a:rPr>
              <a:t>= B’+A’C’</a:t>
            </a:r>
          </a:p>
        </p:txBody>
      </p:sp>
      <p:sp>
        <p:nvSpPr>
          <p:cNvPr id="779270" name="Text Box 6"/>
          <p:cNvSpPr txBox="1">
            <a:spLocks noChangeArrowheads="1"/>
          </p:cNvSpPr>
          <p:nvPr/>
        </p:nvSpPr>
        <p:spPr bwMode="auto">
          <a:xfrm>
            <a:off x="4730497" y="1771537"/>
            <a:ext cx="2514600" cy="519112"/>
          </a:xfrm>
          <a:prstGeom prst="rect">
            <a:avLst/>
          </a:prstGeom>
          <a:noFill/>
          <a:ln w="9525"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0000"/>
                </a:solidFill>
                <a:effectLst/>
                <a:uLnTx/>
                <a:uFillTx/>
                <a:latin typeface="+mn-lt"/>
                <a:ea typeface="宋体" pitchFamily="2" charset="-122"/>
                <a:cs typeface="+mn-cs"/>
              </a:rPr>
              <a:t>C</a:t>
            </a:r>
            <a:r>
              <a:rPr kumimoji="0" lang="en-US" altLang="zh-CN" sz="2800" b="0" i="0" u="none" strike="noStrike" kern="1200" cap="none" spc="0" normalizeH="0" baseline="30000" noProof="0" dirty="0">
                <a:ln>
                  <a:noFill/>
                </a:ln>
                <a:solidFill>
                  <a:srgbClr val="000000"/>
                </a:solidFill>
                <a:effectLst/>
                <a:uLnTx/>
                <a:uFillTx/>
                <a:latin typeface="+mn-lt"/>
                <a:ea typeface="宋体" pitchFamily="2" charset="-122"/>
                <a:cs typeface="+mn-cs"/>
              </a:rPr>
              <a:t>+ </a:t>
            </a:r>
            <a:r>
              <a:rPr kumimoji="0" lang="en-US" altLang="zh-CN" sz="2800" b="0" i="0" u="none" strike="noStrike" kern="1200" cap="none" spc="0" normalizeH="0" baseline="0" noProof="0" dirty="0">
                <a:ln>
                  <a:noFill/>
                </a:ln>
                <a:solidFill>
                  <a:srgbClr val="000000"/>
                </a:solidFill>
                <a:effectLst/>
                <a:uLnTx/>
                <a:uFillTx/>
                <a:latin typeface="+mn-lt"/>
                <a:ea typeface="宋体" pitchFamily="2" charset="-122"/>
                <a:cs typeface="+mn-cs"/>
              </a:rPr>
              <a:t>= A’B</a:t>
            </a:r>
          </a:p>
        </p:txBody>
      </p:sp>
      <p:sp>
        <p:nvSpPr>
          <p:cNvPr id="779271" name="Text Box 7"/>
          <p:cNvSpPr txBox="1">
            <a:spLocks noChangeArrowheads="1"/>
          </p:cNvSpPr>
          <p:nvPr/>
        </p:nvSpPr>
        <p:spPr bwMode="auto">
          <a:xfrm>
            <a:off x="4806697" y="2273973"/>
            <a:ext cx="2514600" cy="519112"/>
          </a:xfrm>
          <a:prstGeom prst="rect">
            <a:avLst/>
          </a:prstGeom>
          <a:noFill/>
          <a:ln w="9525"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0000"/>
                </a:solidFill>
                <a:effectLst/>
                <a:uLnTx/>
                <a:uFillTx/>
                <a:latin typeface="+mn-lt"/>
                <a:ea typeface="宋体" pitchFamily="2" charset="-122"/>
                <a:cs typeface="+mn-cs"/>
              </a:rPr>
              <a:t>Z = AB</a:t>
            </a:r>
          </a:p>
        </p:txBody>
      </p:sp>
      <p:sp>
        <p:nvSpPr>
          <p:cNvPr id="11" name="矩形 10">
            <a:extLst>
              <a:ext uri="{FF2B5EF4-FFF2-40B4-BE49-F238E27FC236}">
                <a16:creationId xmlns:a16="http://schemas.microsoft.com/office/drawing/2014/main" id="{880C318D-5B77-3B44-B804-7C60514A7109}"/>
              </a:ext>
            </a:extLst>
          </p:cNvPr>
          <p:cNvSpPr/>
          <p:nvPr/>
        </p:nvSpPr>
        <p:spPr>
          <a:xfrm>
            <a:off x="908424" y="6071356"/>
            <a:ext cx="7442482" cy="523220"/>
          </a:xfrm>
          <a:prstGeom prst="rect">
            <a:avLst/>
          </a:prstGeom>
        </p:spPr>
        <p:txBody>
          <a:bodyPr wrap="square">
            <a:spAutoFit/>
          </a:bodyPr>
          <a:lstStyle/>
          <a:p>
            <a:pPr algn="ctr"/>
            <a:r>
              <a:rPr lang="zh-CN" altLang="en-US" sz="2800" dirty="0">
                <a:solidFill>
                  <a:schemeClr val="tx1"/>
                </a:solidFill>
                <a:latin typeface="SimHei" panose="02010609060101010101" pitchFamily="49" charset="-122"/>
                <a:ea typeface="SimHei" panose="02010609060101010101" pitchFamily="49" charset="-122"/>
              </a:rPr>
              <a:t>课后练习：课后自行确认该电路</a:t>
            </a:r>
            <a:endParaRPr lang="en-US" altLang="zh-CN" sz="2800" dirty="0">
              <a:solidFill>
                <a:schemeClr val="tx1"/>
              </a:solidFill>
              <a:latin typeface="SimHei" panose="02010609060101010101" pitchFamily="49" charset="-122"/>
              <a:ea typeface="SimHei" panose="02010609060101010101" pitchFamily="49" charset="-122"/>
            </a:endParaRPr>
          </a:p>
        </p:txBody>
      </p:sp>
      <p:sp>
        <p:nvSpPr>
          <p:cNvPr id="4" name="Title 4">
            <a:extLst>
              <a:ext uri="{FF2B5EF4-FFF2-40B4-BE49-F238E27FC236}">
                <a16:creationId xmlns:a16="http://schemas.microsoft.com/office/drawing/2014/main" id="{B394DB5D-AAC1-2B17-99B1-9EA515D24626}"/>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en-US" altLang="zh-CN" sz="4000" dirty="0"/>
              <a:t>Step 5:</a:t>
            </a:r>
            <a:r>
              <a:rPr lang="zh-CN" altLang="en-US" sz="4000" dirty="0">
                <a:ea typeface="SimHei" panose="02010609060101010101" pitchFamily="49" charset="-122"/>
              </a:rPr>
              <a:t>画出逻辑电路图</a:t>
            </a:r>
            <a:endParaRPr lang="en-CN" altLang="zh-CN" sz="4000" dirty="0">
              <a:solidFill>
                <a:srgbClr val="0000FF"/>
              </a:solidFill>
              <a:latin typeface="Arial" panose="020B0604020202020204" pitchFamily="34" charset="0"/>
              <a:cs typeface="Arial" panose="020B0604020202020204" pitchFamily="34" charset="0"/>
            </a:endParaRPr>
          </a:p>
        </p:txBody>
      </p:sp>
      <p:grpSp>
        <p:nvGrpSpPr>
          <p:cNvPr id="12" name="Group 4">
            <a:extLst>
              <a:ext uri="{FF2B5EF4-FFF2-40B4-BE49-F238E27FC236}">
                <a16:creationId xmlns:a16="http://schemas.microsoft.com/office/drawing/2014/main" id="{47B7A1B4-9F10-4FB5-8AB8-94ECB333A4A6}"/>
              </a:ext>
            </a:extLst>
          </p:cNvPr>
          <p:cNvGrpSpPr>
            <a:grpSpLocks noChangeAspect="1"/>
          </p:cNvGrpSpPr>
          <p:nvPr/>
        </p:nvGrpSpPr>
        <p:grpSpPr bwMode="auto">
          <a:xfrm>
            <a:off x="1030389" y="2949423"/>
            <a:ext cx="7248605" cy="3042678"/>
            <a:chOff x="1090" y="1412"/>
            <a:chExt cx="3664" cy="1538"/>
          </a:xfrm>
        </p:grpSpPr>
        <p:sp>
          <p:nvSpPr>
            <p:cNvPr id="15" name="Rectangle 5">
              <a:extLst>
                <a:ext uri="{FF2B5EF4-FFF2-40B4-BE49-F238E27FC236}">
                  <a16:creationId xmlns:a16="http://schemas.microsoft.com/office/drawing/2014/main" id="{0763BF95-BADF-4F76-A64E-369E873959A7}"/>
                </a:ext>
              </a:extLst>
            </p:cNvPr>
            <p:cNvSpPr>
              <a:spLocks noChangeArrowheads="1"/>
            </p:cNvSpPr>
            <p:nvPr/>
          </p:nvSpPr>
          <p:spPr bwMode="auto">
            <a:xfrm>
              <a:off x="1429" y="1966"/>
              <a:ext cx="567" cy="71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2400">
                <a:latin typeface="+mn-lt"/>
              </a:endParaRPr>
            </a:p>
          </p:txBody>
        </p:sp>
        <p:sp>
          <p:nvSpPr>
            <p:cNvPr id="16" name="Freeform 6">
              <a:extLst>
                <a:ext uri="{FF2B5EF4-FFF2-40B4-BE49-F238E27FC236}">
                  <a16:creationId xmlns:a16="http://schemas.microsoft.com/office/drawing/2014/main" id="{5BFF11B6-F7A6-4528-AE91-6F78F20B3117}"/>
                </a:ext>
              </a:extLst>
            </p:cNvPr>
            <p:cNvSpPr>
              <a:spLocks noEditPoints="1"/>
            </p:cNvSpPr>
            <p:nvPr/>
          </p:nvSpPr>
          <p:spPr bwMode="auto">
            <a:xfrm>
              <a:off x="1429" y="1966"/>
              <a:ext cx="567" cy="710"/>
            </a:xfrm>
            <a:custGeom>
              <a:avLst/>
              <a:gdLst>
                <a:gd name="T0" fmla="*/ 408 w 567"/>
                <a:gd name="T1" fmla="*/ 518 h 710"/>
                <a:gd name="T2" fmla="*/ 514 w 567"/>
                <a:gd name="T3" fmla="*/ 518 h 710"/>
                <a:gd name="T4" fmla="*/ 0 w 567"/>
                <a:gd name="T5" fmla="*/ 293 h 710"/>
                <a:gd name="T6" fmla="*/ 106 w 567"/>
                <a:gd name="T7" fmla="*/ 352 h 710"/>
                <a:gd name="T8" fmla="*/ 0 w 567"/>
                <a:gd name="T9" fmla="*/ 418 h 710"/>
                <a:gd name="T10" fmla="*/ 0 w 567"/>
                <a:gd name="T11" fmla="*/ 710 h 710"/>
                <a:gd name="T12" fmla="*/ 567 w 567"/>
                <a:gd name="T13" fmla="*/ 710 h 710"/>
                <a:gd name="T14" fmla="*/ 567 w 567"/>
                <a:gd name="T15" fmla="*/ 0 h 710"/>
                <a:gd name="T16" fmla="*/ 0 w 567"/>
                <a:gd name="T17" fmla="*/ 0 h 710"/>
                <a:gd name="T18" fmla="*/ 0 w 567"/>
                <a:gd name="T19" fmla="*/ 710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7" h="710">
                  <a:moveTo>
                    <a:pt x="408" y="518"/>
                  </a:moveTo>
                  <a:lnTo>
                    <a:pt x="514" y="518"/>
                  </a:lnTo>
                  <a:moveTo>
                    <a:pt x="0" y="293"/>
                  </a:moveTo>
                  <a:lnTo>
                    <a:pt x="106" y="352"/>
                  </a:lnTo>
                  <a:lnTo>
                    <a:pt x="0" y="418"/>
                  </a:lnTo>
                  <a:moveTo>
                    <a:pt x="0" y="710"/>
                  </a:moveTo>
                  <a:lnTo>
                    <a:pt x="567" y="710"/>
                  </a:lnTo>
                  <a:lnTo>
                    <a:pt x="567" y="0"/>
                  </a:lnTo>
                  <a:lnTo>
                    <a:pt x="0" y="0"/>
                  </a:lnTo>
                  <a:lnTo>
                    <a:pt x="0" y="710"/>
                  </a:lnTo>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2400">
                <a:latin typeface="+mn-lt"/>
              </a:endParaRPr>
            </a:p>
          </p:txBody>
        </p:sp>
        <p:sp>
          <p:nvSpPr>
            <p:cNvPr id="17" name="Rectangle 7">
              <a:extLst>
                <a:ext uri="{FF2B5EF4-FFF2-40B4-BE49-F238E27FC236}">
                  <a16:creationId xmlns:a16="http://schemas.microsoft.com/office/drawing/2014/main" id="{EB9A2B9D-DB61-44EB-B6F4-0B2CF809BEC2}"/>
                </a:ext>
              </a:extLst>
            </p:cNvPr>
            <p:cNvSpPr>
              <a:spLocks noChangeArrowheads="1"/>
            </p:cNvSpPr>
            <p:nvPr/>
          </p:nvSpPr>
          <p:spPr bwMode="auto">
            <a:xfrm>
              <a:off x="1844" y="2471"/>
              <a:ext cx="125"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1" u="none" strike="noStrike" cap="none" normalizeH="0" baseline="0">
                  <a:ln>
                    <a:noFill/>
                  </a:ln>
                  <a:solidFill>
                    <a:srgbClr val="000000"/>
                  </a:solidFill>
                  <a:effectLst/>
                  <a:latin typeface="+mn-lt"/>
                </a:rPr>
                <a:t>Q</a:t>
              </a:r>
              <a:endParaRPr kumimoji="0" lang="zh-CN" altLang="zh-CN" sz="2400" b="0" i="0" u="none" strike="noStrike" cap="none" normalizeH="0" baseline="0">
                <a:ln>
                  <a:noFill/>
                </a:ln>
                <a:solidFill>
                  <a:schemeClr val="tx1"/>
                </a:solidFill>
                <a:effectLst/>
                <a:latin typeface="+mn-lt"/>
              </a:endParaRPr>
            </a:p>
          </p:txBody>
        </p:sp>
        <p:sp>
          <p:nvSpPr>
            <p:cNvPr id="18" name="Rectangle 8">
              <a:extLst>
                <a:ext uri="{FF2B5EF4-FFF2-40B4-BE49-F238E27FC236}">
                  <a16:creationId xmlns:a16="http://schemas.microsoft.com/office/drawing/2014/main" id="{BED247B0-A706-4D40-ADDC-542EFC303403}"/>
                </a:ext>
              </a:extLst>
            </p:cNvPr>
            <p:cNvSpPr>
              <a:spLocks noChangeArrowheads="1"/>
            </p:cNvSpPr>
            <p:nvPr/>
          </p:nvSpPr>
          <p:spPr bwMode="auto">
            <a:xfrm>
              <a:off x="1844" y="1996"/>
              <a:ext cx="125"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1" u="none" strike="noStrike" cap="none" normalizeH="0" baseline="0" dirty="0">
                  <a:ln>
                    <a:noFill/>
                  </a:ln>
                  <a:solidFill>
                    <a:srgbClr val="000000"/>
                  </a:solidFill>
                  <a:effectLst/>
                  <a:latin typeface="+mn-lt"/>
                </a:rPr>
                <a:t>Q</a:t>
              </a:r>
              <a:endParaRPr kumimoji="0" lang="zh-CN" altLang="zh-CN" sz="2400" b="0" i="0" u="none" strike="noStrike" cap="none" normalizeH="0" baseline="0" dirty="0">
                <a:ln>
                  <a:noFill/>
                </a:ln>
                <a:solidFill>
                  <a:schemeClr val="tx1"/>
                </a:solidFill>
                <a:effectLst/>
                <a:latin typeface="+mn-lt"/>
              </a:endParaRPr>
            </a:p>
          </p:txBody>
        </p:sp>
        <p:sp>
          <p:nvSpPr>
            <p:cNvPr id="19" name="Rectangle 9">
              <a:extLst>
                <a:ext uri="{FF2B5EF4-FFF2-40B4-BE49-F238E27FC236}">
                  <a16:creationId xmlns:a16="http://schemas.microsoft.com/office/drawing/2014/main" id="{24719666-D257-4844-816C-D0049076F685}"/>
                </a:ext>
              </a:extLst>
            </p:cNvPr>
            <p:cNvSpPr>
              <a:spLocks noChangeArrowheads="1"/>
            </p:cNvSpPr>
            <p:nvPr/>
          </p:nvSpPr>
          <p:spPr bwMode="auto">
            <a:xfrm>
              <a:off x="1651" y="1979"/>
              <a:ext cx="152" cy="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a:ln>
                    <a:noFill/>
                  </a:ln>
                  <a:solidFill>
                    <a:srgbClr val="000000"/>
                  </a:solidFill>
                  <a:effectLst/>
                  <a:latin typeface="+mn-lt"/>
                </a:rPr>
                <a:t>SET</a:t>
              </a:r>
              <a:endParaRPr kumimoji="0" lang="zh-CN" altLang="zh-CN" sz="3600" b="0" i="0" u="none" strike="noStrike" cap="none" normalizeH="0" baseline="0">
                <a:ln>
                  <a:noFill/>
                </a:ln>
                <a:solidFill>
                  <a:schemeClr val="tx1"/>
                </a:solidFill>
                <a:effectLst/>
                <a:latin typeface="+mn-lt"/>
              </a:endParaRPr>
            </a:p>
          </p:txBody>
        </p:sp>
        <p:sp>
          <p:nvSpPr>
            <p:cNvPr id="20" name="Rectangle 10">
              <a:extLst>
                <a:ext uri="{FF2B5EF4-FFF2-40B4-BE49-F238E27FC236}">
                  <a16:creationId xmlns:a16="http://schemas.microsoft.com/office/drawing/2014/main" id="{6C64D6A9-AA52-484C-8BFE-ACBA2FC6920C}"/>
                </a:ext>
              </a:extLst>
            </p:cNvPr>
            <p:cNvSpPr>
              <a:spLocks noChangeArrowheads="1"/>
            </p:cNvSpPr>
            <p:nvPr/>
          </p:nvSpPr>
          <p:spPr bwMode="auto">
            <a:xfrm>
              <a:off x="1651" y="2558"/>
              <a:ext cx="155" cy="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rgbClr val="000000"/>
                  </a:solidFill>
                  <a:effectLst/>
                  <a:latin typeface="+mn-lt"/>
                </a:rPr>
                <a:t>CLR</a:t>
              </a:r>
              <a:endParaRPr kumimoji="0" lang="zh-CN" altLang="zh-CN" sz="3600" b="0" i="0" u="none" strike="noStrike" cap="none" normalizeH="0" baseline="0" dirty="0">
                <a:ln>
                  <a:noFill/>
                </a:ln>
                <a:solidFill>
                  <a:schemeClr val="tx1"/>
                </a:solidFill>
                <a:effectLst/>
                <a:latin typeface="+mn-lt"/>
              </a:endParaRPr>
            </a:p>
          </p:txBody>
        </p:sp>
        <p:sp>
          <p:nvSpPr>
            <p:cNvPr id="21" name="Rectangle 11">
              <a:extLst>
                <a:ext uri="{FF2B5EF4-FFF2-40B4-BE49-F238E27FC236}">
                  <a16:creationId xmlns:a16="http://schemas.microsoft.com/office/drawing/2014/main" id="{CEFCCE08-E487-4828-A67F-F0CB36B94F28}"/>
                </a:ext>
              </a:extLst>
            </p:cNvPr>
            <p:cNvSpPr>
              <a:spLocks noChangeArrowheads="1"/>
            </p:cNvSpPr>
            <p:nvPr/>
          </p:nvSpPr>
          <p:spPr bwMode="auto">
            <a:xfrm>
              <a:off x="1488" y="1993"/>
              <a:ext cx="11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mn-lt"/>
                </a:rPr>
                <a:t>D</a:t>
              </a:r>
              <a:endParaRPr kumimoji="0" lang="zh-CN" altLang="zh-CN" sz="2400" b="0" i="0" u="none" strike="noStrike" cap="none" normalizeH="0" baseline="0" dirty="0">
                <a:ln>
                  <a:noFill/>
                </a:ln>
                <a:solidFill>
                  <a:schemeClr val="tx1"/>
                </a:solidFill>
                <a:effectLst/>
                <a:latin typeface="+mn-lt"/>
              </a:endParaRPr>
            </a:p>
          </p:txBody>
        </p:sp>
        <p:sp>
          <p:nvSpPr>
            <p:cNvPr id="22" name="Rectangle 12">
              <a:extLst>
                <a:ext uri="{FF2B5EF4-FFF2-40B4-BE49-F238E27FC236}">
                  <a16:creationId xmlns:a16="http://schemas.microsoft.com/office/drawing/2014/main" id="{00AC8F85-3629-4BC8-813C-E4EE5463F035}"/>
                </a:ext>
              </a:extLst>
            </p:cNvPr>
            <p:cNvSpPr>
              <a:spLocks noChangeArrowheads="1"/>
            </p:cNvSpPr>
            <p:nvPr/>
          </p:nvSpPr>
          <p:spPr bwMode="auto">
            <a:xfrm>
              <a:off x="2666" y="1966"/>
              <a:ext cx="567" cy="71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2400">
                <a:latin typeface="+mn-lt"/>
              </a:endParaRPr>
            </a:p>
          </p:txBody>
        </p:sp>
        <p:sp>
          <p:nvSpPr>
            <p:cNvPr id="23" name="Freeform 13">
              <a:extLst>
                <a:ext uri="{FF2B5EF4-FFF2-40B4-BE49-F238E27FC236}">
                  <a16:creationId xmlns:a16="http://schemas.microsoft.com/office/drawing/2014/main" id="{32972452-2E8A-49E8-9548-A58DAC209E51}"/>
                </a:ext>
              </a:extLst>
            </p:cNvPr>
            <p:cNvSpPr>
              <a:spLocks noEditPoints="1"/>
            </p:cNvSpPr>
            <p:nvPr/>
          </p:nvSpPr>
          <p:spPr bwMode="auto">
            <a:xfrm>
              <a:off x="2666" y="1966"/>
              <a:ext cx="567" cy="710"/>
            </a:xfrm>
            <a:custGeom>
              <a:avLst/>
              <a:gdLst>
                <a:gd name="T0" fmla="*/ 407 w 567"/>
                <a:gd name="T1" fmla="*/ 518 h 710"/>
                <a:gd name="T2" fmla="*/ 514 w 567"/>
                <a:gd name="T3" fmla="*/ 518 h 710"/>
                <a:gd name="T4" fmla="*/ 0 w 567"/>
                <a:gd name="T5" fmla="*/ 293 h 710"/>
                <a:gd name="T6" fmla="*/ 106 w 567"/>
                <a:gd name="T7" fmla="*/ 352 h 710"/>
                <a:gd name="T8" fmla="*/ 0 w 567"/>
                <a:gd name="T9" fmla="*/ 418 h 710"/>
                <a:gd name="T10" fmla="*/ 0 w 567"/>
                <a:gd name="T11" fmla="*/ 710 h 710"/>
                <a:gd name="T12" fmla="*/ 567 w 567"/>
                <a:gd name="T13" fmla="*/ 710 h 710"/>
                <a:gd name="T14" fmla="*/ 567 w 567"/>
                <a:gd name="T15" fmla="*/ 0 h 710"/>
                <a:gd name="T16" fmla="*/ 0 w 567"/>
                <a:gd name="T17" fmla="*/ 0 h 710"/>
                <a:gd name="T18" fmla="*/ 0 w 567"/>
                <a:gd name="T19" fmla="*/ 710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7" h="710">
                  <a:moveTo>
                    <a:pt x="407" y="518"/>
                  </a:moveTo>
                  <a:lnTo>
                    <a:pt x="514" y="518"/>
                  </a:lnTo>
                  <a:moveTo>
                    <a:pt x="0" y="293"/>
                  </a:moveTo>
                  <a:lnTo>
                    <a:pt x="106" y="352"/>
                  </a:lnTo>
                  <a:lnTo>
                    <a:pt x="0" y="418"/>
                  </a:lnTo>
                  <a:moveTo>
                    <a:pt x="0" y="710"/>
                  </a:moveTo>
                  <a:lnTo>
                    <a:pt x="567" y="710"/>
                  </a:lnTo>
                  <a:lnTo>
                    <a:pt x="567" y="0"/>
                  </a:lnTo>
                  <a:lnTo>
                    <a:pt x="0" y="0"/>
                  </a:lnTo>
                  <a:lnTo>
                    <a:pt x="0" y="710"/>
                  </a:lnTo>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2400">
                <a:latin typeface="+mn-lt"/>
              </a:endParaRPr>
            </a:p>
          </p:txBody>
        </p:sp>
        <p:sp>
          <p:nvSpPr>
            <p:cNvPr id="24" name="Rectangle 14">
              <a:extLst>
                <a:ext uri="{FF2B5EF4-FFF2-40B4-BE49-F238E27FC236}">
                  <a16:creationId xmlns:a16="http://schemas.microsoft.com/office/drawing/2014/main" id="{D683FFA0-8422-47FF-ACC8-AC6938FDE3E7}"/>
                </a:ext>
              </a:extLst>
            </p:cNvPr>
            <p:cNvSpPr>
              <a:spLocks noChangeArrowheads="1"/>
            </p:cNvSpPr>
            <p:nvPr/>
          </p:nvSpPr>
          <p:spPr bwMode="auto">
            <a:xfrm>
              <a:off x="3081" y="2471"/>
              <a:ext cx="125"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1" u="none" strike="noStrike" cap="none" normalizeH="0" baseline="0">
                  <a:ln>
                    <a:noFill/>
                  </a:ln>
                  <a:solidFill>
                    <a:srgbClr val="000000"/>
                  </a:solidFill>
                  <a:effectLst/>
                  <a:latin typeface="+mn-lt"/>
                </a:rPr>
                <a:t>Q</a:t>
              </a:r>
              <a:endParaRPr kumimoji="0" lang="zh-CN" altLang="zh-CN" sz="2400" b="0" i="0" u="none" strike="noStrike" cap="none" normalizeH="0" baseline="0">
                <a:ln>
                  <a:noFill/>
                </a:ln>
                <a:solidFill>
                  <a:schemeClr val="tx1"/>
                </a:solidFill>
                <a:effectLst/>
                <a:latin typeface="+mn-lt"/>
              </a:endParaRPr>
            </a:p>
          </p:txBody>
        </p:sp>
        <p:sp>
          <p:nvSpPr>
            <p:cNvPr id="25" name="Rectangle 15">
              <a:extLst>
                <a:ext uri="{FF2B5EF4-FFF2-40B4-BE49-F238E27FC236}">
                  <a16:creationId xmlns:a16="http://schemas.microsoft.com/office/drawing/2014/main" id="{7E1DD301-9BA2-41F4-913B-556B41E72130}"/>
                </a:ext>
              </a:extLst>
            </p:cNvPr>
            <p:cNvSpPr>
              <a:spLocks noChangeArrowheads="1"/>
            </p:cNvSpPr>
            <p:nvPr/>
          </p:nvSpPr>
          <p:spPr bwMode="auto">
            <a:xfrm>
              <a:off x="3081" y="1996"/>
              <a:ext cx="125"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1" u="none" strike="noStrike" cap="none" normalizeH="0" baseline="0">
                  <a:ln>
                    <a:noFill/>
                  </a:ln>
                  <a:solidFill>
                    <a:srgbClr val="000000"/>
                  </a:solidFill>
                  <a:effectLst/>
                  <a:latin typeface="+mn-lt"/>
                </a:rPr>
                <a:t>Q</a:t>
              </a:r>
              <a:endParaRPr kumimoji="0" lang="zh-CN" altLang="zh-CN" sz="2400" b="0" i="0" u="none" strike="noStrike" cap="none" normalizeH="0" baseline="0">
                <a:ln>
                  <a:noFill/>
                </a:ln>
                <a:solidFill>
                  <a:schemeClr val="tx1"/>
                </a:solidFill>
                <a:effectLst/>
                <a:latin typeface="+mn-lt"/>
              </a:endParaRPr>
            </a:p>
          </p:txBody>
        </p:sp>
        <p:sp>
          <p:nvSpPr>
            <p:cNvPr id="26" name="Rectangle 16">
              <a:extLst>
                <a:ext uri="{FF2B5EF4-FFF2-40B4-BE49-F238E27FC236}">
                  <a16:creationId xmlns:a16="http://schemas.microsoft.com/office/drawing/2014/main" id="{057CC65B-1813-45CB-9CA5-F0408759690D}"/>
                </a:ext>
              </a:extLst>
            </p:cNvPr>
            <p:cNvSpPr>
              <a:spLocks noChangeArrowheads="1"/>
            </p:cNvSpPr>
            <p:nvPr/>
          </p:nvSpPr>
          <p:spPr bwMode="auto">
            <a:xfrm>
              <a:off x="2888" y="1979"/>
              <a:ext cx="152" cy="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a:ln>
                    <a:noFill/>
                  </a:ln>
                  <a:solidFill>
                    <a:srgbClr val="000000"/>
                  </a:solidFill>
                  <a:effectLst/>
                  <a:latin typeface="+mn-lt"/>
                </a:rPr>
                <a:t>SET</a:t>
              </a:r>
              <a:endParaRPr kumimoji="0" lang="zh-CN" altLang="zh-CN" sz="3600" b="0" i="0" u="none" strike="noStrike" cap="none" normalizeH="0" baseline="0">
                <a:ln>
                  <a:noFill/>
                </a:ln>
                <a:solidFill>
                  <a:schemeClr val="tx1"/>
                </a:solidFill>
                <a:effectLst/>
                <a:latin typeface="+mn-lt"/>
              </a:endParaRPr>
            </a:p>
          </p:txBody>
        </p:sp>
        <p:sp>
          <p:nvSpPr>
            <p:cNvPr id="27" name="Rectangle 17">
              <a:extLst>
                <a:ext uri="{FF2B5EF4-FFF2-40B4-BE49-F238E27FC236}">
                  <a16:creationId xmlns:a16="http://schemas.microsoft.com/office/drawing/2014/main" id="{7649A01F-D0C5-40CA-966C-D7E6568E31AB}"/>
                </a:ext>
              </a:extLst>
            </p:cNvPr>
            <p:cNvSpPr>
              <a:spLocks noChangeArrowheads="1"/>
            </p:cNvSpPr>
            <p:nvPr/>
          </p:nvSpPr>
          <p:spPr bwMode="auto">
            <a:xfrm>
              <a:off x="2888" y="2558"/>
              <a:ext cx="155" cy="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a:ln>
                    <a:noFill/>
                  </a:ln>
                  <a:solidFill>
                    <a:srgbClr val="000000"/>
                  </a:solidFill>
                  <a:effectLst/>
                  <a:latin typeface="+mn-lt"/>
                </a:rPr>
                <a:t>CLR</a:t>
              </a:r>
              <a:endParaRPr kumimoji="0" lang="zh-CN" altLang="zh-CN" sz="3600" b="0" i="0" u="none" strike="noStrike" cap="none" normalizeH="0" baseline="0">
                <a:ln>
                  <a:noFill/>
                </a:ln>
                <a:solidFill>
                  <a:schemeClr val="tx1"/>
                </a:solidFill>
                <a:effectLst/>
                <a:latin typeface="+mn-lt"/>
              </a:endParaRPr>
            </a:p>
          </p:txBody>
        </p:sp>
        <p:sp>
          <p:nvSpPr>
            <p:cNvPr id="28" name="Rectangle 18">
              <a:extLst>
                <a:ext uri="{FF2B5EF4-FFF2-40B4-BE49-F238E27FC236}">
                  <a16:creationId xmlns:a16="http://schemas.microsoft.com/office/drawing/2014/main" id="{260B6AC2-9F23-4FEE-A56A-63A9524367CE}"/>
                </a:ext>
              </a:extLst>
            </p:cNvPr>
            <p:cNvSpPr>
              <a:spLocks noChangeArrowheads="1"/>
            </p:cNvSpPr>
            <p:nvPr/>
          </p:nvSpPr>
          <p:spPr bwMode="auto">
            <a:xfrm>
              <a:off x="2725" y="1993"/>
              <a:ext cx="11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mn-lt"/>
                </a:rPr>
                <a:t>D</a:t>
              </a:r>
              <a:endParaRPr kumimoji="0" lang="zh-CN" altLang="zh-CN" sz="2400" b="0" i="0" u="none" strike="noStrike" cap="none" normalizeH="0" baseline="0" dirty="0">
                <a:ln>
                  <a:noFill/>
                </a:ln>
                <a:solidFill>
                  <a:schemeClr val="tx1"/>
                </a:solidFill>
                <a:effectLst/>
                <a:latin typeface="+mn-lt"/>
              </a:endParaRPr>
            </a:p>
          </p:txBody>
        </p:sp>
        <p:sp>
          <p:nvSpPr>
            <p:cNvPr id="29" name="Freeform 19">
              <a:extLst>
                <a:ext uri="{FF2B5EF4-FFF2-40B4-BE49-F238E27FC236}">
                  <a16:creationId xmlns:a16="http://schemas.microsoft.com/office/drawing/2014/main" id="{7BB15686-A947-450A-A050-FE1C55C2CEFD}"/>
                </a:ext>
              </a:extLst>
            </p:cNvPr>
            <p:cNvSpPr>
              <a:spLocks/>
            </p:cNvSpPr>
            <p:nvPr/>
          </p:nvSpPr>
          <p:spPr bwMode="auto">
            <a:xfrm>
              <a:off x="1304" y="2321"/>
              <a:ext cx="119" cy="568"/>
            </a:xfrm>
            <a:custGeom>
              <a:avLst/>
              <a:gdLst>
                <a:gd name="T0" fmla="*/ 119 w 119"/>
                <a:gd name="T1" fmla="*/ 0 h 568"/>
                <a:gd name="T2" fmla="*/ 0 w 119"/>
                <a:gd name="T3" fmla="*/ 0 h 568"/>
                <a:gd name="T4" fmla="*/ 6 w 119"/>
                <a:gd name="T5" fmla="*/ 568 h 568"/>
              </a:gdLst>
              <a:ahLst/>
              <a:cxnLst>
                <a:cxn ang="0">
                  <a:pos x="T0" y="T1"/>
                </a:cxn>
                <a:cxn ang="0">
                  <a:pos x="T2" y="T3"/>
                </a:cxn>
                <a:cxn ang="0">
                  <a:pos x="T4" y="T5"/>
                </a:cxn>
              </a:cxnLst>
              <a:rect l="0" t="0" r="r" b="b"/>
              <a:pathLst>
                <a:path w="119" h="568">
                  <a:moveTo>
                    <a:pt x="119" y="0"/>
                  </a:moveTo>
                  <a:lnTo>
                    <a:pt x="0" y="0"/>
                  </a:lnTo>
                  <a:lnTo>
                    <a:pt x="6" y="568"/>
                  </a:lnTo>
                </a:path>
              </a:pathLst>
            </a:custGeom>
            <a:noFill/>
            <a:ln w="793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2400">
                <a:latin typeface="+mn-lt"/>
              </a:endParaRPr>
            </a:p>
          </p:txBody>
        </p:sp>
        <p:sp>
          <p:nvSpPr>
            <p:cNvPr id="30" name="Freeform 20">
              <a:extLst>
                <a:ext uri="{FF2B5EF4-FFF2-40B4-BE49-F238E27FC236}">
                  <a16:creationId xmlns:a16="http://schemas.microsoft.com/office/drawing/2014/main" id="{7A8E3597-CC81-44EF-BE71-52A7D4D82012}"/>
                </a:ext>
              </a:extLst>
            </p:cNvPr>
            <p:cNvSpPr>
              <a:spLocks/>
            </p:cNvSpPr>
            <p:nvPr/>
          </p:nvSpPr>
          <p:spPr bwMode="auto">
            <a:xfrm>
              <a:off x="1290" y="2870"/>
              <a:ext cx="39" cy="39"/>
            </a:xfrm>
            <a:custGeom>
              <a:avLst/>
              <a:gdLst>
                <a:gd name="T0" fmla="*/ 103 w 209"/>
                <a:gd name="T1" fmla="*/ 0 h 208"/>
                <a:gd name="T2" fmla="*/ 1 w 209"/>
                <a:gd name="T3" fmla="*/ 105 h 208"/>
                <a:gd name="T4" fmla="*/ 106 w 209"/>
                <a:gd name="T5" fmla="*/ 208 h 208"/>
                <a:gd name="T6" fmla="*/ 208 w 209"/>
                <a:gd name="T7" fmla="*/ 103 h 208"/>
                <a:gd name="T8" fmla="*/ 103 w 209"/>
                <a:gd name="T9" fmla="*/ 0 h 208"/>
              </a:gdLst>
              <a:ahLst/>
              <a:cxnLst>
                <a:cxn ang="0">
                  <a:pos x="T0" y="T1"/>
                </a:cxn>
                <a:cxn ang="0">
                  <a:pos x="T2" y="T3"/>
                </a:cxn>
                <a:cxn ang="0">
                  <a:pos x="T4" y="T5"/>
                </a:cxn>
                <a:cxn ang="0">
                  <a:pos x="T6" y="T7"/>
                </a:cxn>
                <a:cxn ang="0">
                  <a:pos x="T8" y="T9"/>
                </a:cxn>
              </a:cxnLst>
              <a:rect l="0" t="0" r="r" b="b"/>
              <a:pathLst>
                <a:path w="209" h="208">
                  <a:moveTo>
                    <a:pt x="103" y="0"/>
                  </a:moveTo>
                  <a:cubicBezTo>
                    <a:pt x="46" y="1"/>
                    <a:pt x="0" y="48"/>
                    <a:pt x="1" y="105"/>
                  </a:cubicBezTo>
                  <a:cubicBezTo>
                    <a:pt x="1" y="162"/>
                    <a:pt x="48" y="208"/>
                    <a:pt x="106" y="208"/>
                  </a:cubicBezTo>
                  <a:cubicBezTo>
                    <a:pt x="163" y="207"/>
                    <a:pt x="209" y="160"/>
                    <a:pt x="208" y="103"/>
                  </a:cubicBezTo>
                  <a:cubicBezTo>
                    <a:pt x="208" y="46"/>
                    <a:pt x="161" y="0"/>
                    <a:pt x="103" y="0"/>
                  </a:cubicBezTo>
                </a:path>
              </a:pathLst>
            </a:custGeom>
            <a:solidFill>
              <a:srgbClr val="0000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sz="2400">
                <a:latin typeface="+mn-lt"/>
              </a:endParaRPr>
            </a:p>
          </p:txBody>
        </p:sp>
        <p:sp>
          <p:nvSpPr>
            <p:cNvPr id="31" name="Freeform 21">
              <a:extLst>
                <a:ext uri="{FF2B5EF4-FFF2-40B4-BE49-F238E27FC236}">
                  <a16:creationId xmlns:a16="http://schemas.microsoft.com/office/drawing/2014/main" id="{AB714092-3AE7-455E-8962-8BEB652C7340}"/>
                </a:ext>
              </a:extLst>
            </p:cNvPr>
            <p:cNvSpPr>
              <a:spLocks/>
            </p:cNvSpPr>
            <p:nvPr/>
          </p:nvSpPr>
          <p:spPr bwMode="auto">
            <a:xfrm>
              <a:off x="1123" y="2325"/>
              <a:ext cx="2793" cy="564"/>
            </a:xfrm>
            <a:custGeom>
              <a:avLst/>
              <a:gdLst>
                <a:gd name="T0" fmla="*/ 2791 w 2791"/>
                <a:gd name="T1" fmla="*/ 3 h 571"/>
                <a:gd name="T2" fmla="*/ 2677 w 2791"/>
                <a:gd name="T3" fmla="*/ 0 h 571"/>
                <a:gd name="T4" fmla="*/ 2676 w 2791"/>
                <a:gd name="T5" fmla="*/ 571 h 571"/>
                <a:gd name="T6" fmla="*/ 0 w 2791"/>
                <a:gd name="T7" fmla="*/ 571 h 571"/>
                <a:gd name="connsiteX0" fmla="*/ 10000 w 10000"/>
                <a:gd name="connsiteY0" fmla="*/ 27 h 9974"/>
                <a:gd name="connsiteX1" fmla="*/ 9592 w 10000"/>
                <a:gd name="connsiteY1" fmla="*/ 0 h 9974"/>
                <a:gd name="connsiteX2" fmla="*/ 9588 w 10000"/>
                <a:gd name="connsiteY2" fmla="*/ 9974 h 9974"/>
                <a:gd name="connsiteX3" fmla="*/ 0 w 10000"/>
                <a:gd name="connsiteY3" fmla="*/ 9974 h 9974"/>
                <a:gd name="connsiteX0" fmla="*/ 9995 w 9995"/>
                <a:gd name="connsiteY0" fmla="*/ 0 h 10026"/>
                <a:gd name="connsiteX1" fmla="*/ 9592 w 9995"/>
                <a:gd name="connsiteY1" fmla="*/ 26 h 10026"/>
                <a:gd name="connsiteX2" fmla="*/ 9588 w 9995"/>
                <a:gd name="connsiteY2" fmla="*/ 10026 h 10026"/>
                <a:gd name="connsiteX3" fmla="*/ 0 w 9995"/>
                <a:gd name="connsiteY3" fmla="*/ 10026 h 10026"/>
                <a:gd name="connsiteX0" fmla="*/ 10011 w 10011"/>
                <a:gd name="connsiteY0" fmla="*/ 105 h 9974"/>
                <a:gd name="connsiteX1" fmla="*/ 9597 w 10011"/>
                <a:gd name="connsiteY1" fmla="*/ 0 h 9974"/>
                <a:gd name="connsiteX2" fmla="*/ 9593 w 10011"/>
                <a:gd name="connsiteY2" fmla="*/ 9974 h 9974"/>
                <a:gd name="connsiteX3" fmla="*/ 0 w 10011"/>
                <a:gd name="connsiteY3" fmla="*/ 9974 h 9974"/>
                <a:gd name="connsiteX0" fmla="*/ 10000 w 10000"/>
                <a:gd name="connsiteY0" fmla="*/ 0 h 9895"/>
                <a:gd name="connsiteX1" fmla="*/ 9581 w 10000"/>
                <a:gd name="connsiteY1" fmla="*/ 0 h 9895"/>
                <a:gd name="connsiteX2" fmla="*/ 9582 w 10000"/>
                <a:gd name="connsiteY2" fmla="*/ 9895 h 9895"/>
                <a:gd name="connsiteX3" fmla="*/ 0 w 10000"/>
                <a:gd name="connsiteY3" fmla="*/ 9895 h 9895"/>
              </a:gdLst>
              <a:ahLst/>
              <a:cxnLst>
                <a:cxn ang="0">
                  <a:pos x="connsiteX0" y="connsiteY0"/>
                </a:cxn>
                <a:cxn ang="0">
                  <a:pos x="connsiteX1" y="connsiteY1"/>
                </a:cxn>
                <a:cxn ang="0">
                  <a:pos x="connsiteX2" y="connsiteY2"/>
                </a:cxn>
                <a:cxn ang="0">
                  <a:pos x="connsiteX3" y="connsiteY3"/>
                </a:cxn>
              </a:cxnLst>
              <a:rect l="l" t="t" r="r" b="b"/>
              <a:pathLst>
                <a:path w="10000" h="9895">
                  <a:moveTo>
                    <a:pt x="10000" y="0"/>
                  </a:moveTo>
                  <a:lnTo>
                    <a:pt x="9581" y="0"/>
                  </a:lnTo>
                  <a:cubicBezTo>
                    <a:pt x="9580" y="3334"/>
                    <a:pt x="9583" y="6561"/>
                    <a:pt x="9582" y="9895"/>
                  </a:cubicBezTo>
                  <a:lnTo>
                    <a:pt x="0" y="9895"/>
                  </a:lnTo>
                </a:path>
              </a:pathLst>
            </a:custGeom>
            <a:noFill/>
            <a:ln w="793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2400">
                <a:latin typeface="+mn-lt"/>
              </a:endParaRPr>
            </a:p>
          </p:txBody>
        </p:sp>
        <p:sp>
          <p:nvSpPr>
            <p:cNvPr id="32" name="Rectangle 22">
              <a:extLst>
                <a:ext uri="{FF2B5EF4-FFF2-40B4-BE49-F238E27FC236}">
                  <a16:creationId xmlns:a16="http://schemas.microsoft.com/office/drawing/2014/main" id="{3E1F04BA-C422-42E6-A521-449BC23C7EBF}"/>
                </a:ext>
              </a:extLst>
            </p:cNvPr>
            <p:cNvSpPr>
              <a:spLocks noChangeArrowheads="1"/>
            </p:cNvSpPr>
            <p:nvPr/>
          </p:nvSpPr>
          <p:spPr bwMode="auto">
            <a:xfrm>
              <a:off x="1090" y="2717"/>
              <a:ext cx="2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0" i="0" u="none" strike="noStrike" cap="none" normalizeH="0" baseline="0" dirty="0">
                  <a:ln>
                    <a:noFill/>
                  </a:ln>
                  <a:solidFill>
                    <a:srgbClr val="000000"/>
                  </a:solidFill>
                  <a:effectLst/>
                  <a:latin typeface="+mn-lt"/>
                </a:rPr>
                <a:t>Clk</a:t>
              </a:r>
              <a:endParaRPr kumimoji="0" lang="zh-CN" altLang="zh-CN" sz="2400" b="0" i="0" u="none" strike="noStrike" cap="none" normalizeH="0" baseline="0" dirty="0">
                <a:ln>
                  <a:noFill/>
                </a:ln>
                <a:solidFill>
                  <a:schemeClr val="tx1"/>
                </a:solidFill>
                <a:effectLst/>
                <a:latin typeface="+mn-lt"/>
              </a:endParaRPr>
            </a:p>
          </p:txBody>
        </p:sp>
        <p:sp>
          <p:nvSpPr>
            <p:cNvPr id="33" name="Rectangle 23">
              <a:extLst>
                <a:ext uri="{FF2B5EF4-FFF2-40B4-BE49-F238E27FC236}">
                  <a16:creationId xmlns:a16="http://schemas.microsoft.com/office/drawing/2014/main" id="{7C89103A-88E3-4927-8386-7EE81390C1F1}"/>
                </a:ext>
              </a:extLst>
            </p:cNvPr>
            <p:cNvSpPr>
              <a:spLocks noChangeArrowheads="1"/>
            </p:cNvSpPr>
            <p:nvPr/>
          </p:nvSpPr>
          <p:spPr bwMode="auto">
            <a:xfrm>
              <a:off x="2066" y="2069"/>
              <a:ext cx="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0" i="0" u="none" strike="noStrike" cap="none" normalizeH="0" baseline="0" dirty="0">
                  <a:ln>
                    <a:noFill/>
                  </a:ln>
                  <a:solidFill>
                    <a:srgbClr val="000000"/>
                  </a:solidFill>
                  <a:effectLst/>
                  <a:latin typeface="+mn-lt"/>
                </a:rPr>
                <a:t>A</a:t>
              </a:r>
              <a:endParaRPr kumimoji="0" lang="zh-CN" altLang="zh-CN" sz="2400" b="0" i="0" u="none" strike="noStrike" cap="none" normalizeH="0" baseline="0" dirty="0">
                <a:ln>
                  <a:noFill/>
                </a:ln>
                <a:solidFill>
                  <a:schemeClr val="tx1"/>
                </a:solidFill>
                <a:effectLst/>
                <a:latin typeface="+mn-lt"/>
              </a:endParaRPr>
            </a:p>
          </p:txBody>
        </p:sp>
        <p:sp>
          <p:nvSpPr>
            <p:cNvPr id="34" name="Rectangle 24">
              <a:extLst>
                <a:ext uri="{FF2B5EF4-FFF2-40B4-BE49-F238E27FC236}">
                  <a16:creationId xmlns:a16="http://schemas.microsoft.com/office/drawing/2014/main" id="{39F1410D-AE8D-48F9-B2A3-B3BDB59AB12B}"/>
                </a:ext>
              </a:extLst>
            </p:cNvPr>
            <p:cNvSpPr>
              <a:spLocks noChangeArrowheads="1"/>
            </p:cNvSpPr>
            <p:nvPr/>
          </p:nvSpPr>
          <p:spPr bwMode="auto">
            <a:xfrm>
              <a:off x="3260" y="2069"/>
              <a:ext cx="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0" i="0" u="none" strike="noStrike" cap="none" normalizeH="0" baseline="0" dirty="0">
                  <a:ln>
                    <a:noFill/>
                  </a:ln>
                  <a:solidFill>
                    <a:srgbClr val="000000"/>
                  </a:solidFill>
                  <a:effectLst/>
                  <a:latin typeface="+mn-lt"/>
                </a:rPr>
                <a:t>B</a:t>
              </a:r>
              <a:endParaRPr kumimoji="0" lang="zh-CN" altLang="zh-CN" sz="2400" b="0" i="0" u="none" strike="noStrike" cap="none" normalizeH="0" baseline="0" dirty="0">
                <a:ln>
                  <a:noFill/>
                </a:ln>
                <a:solidFill>
                  <a:schemeClr val="tx1"/>
                </a:solidFill>
                <a:effectLst/>
                <a:latin typeface="+mn-lt"/>
              </a:endParaRPr>
            </a:p>
          </p:txBody>
        </p:sp>
        <p:sp>
          <p:nvSpPr>
            <p:cNvPr id="35" name="Rectangle 25">
              <a:extLst>
                <a:ext uri="{FF2B5EF4-FFF2-40B4-BE49-F238E27FC236}">
                  <a16:creationId xmlns:a16="http://schemas.microsoft.com/office/drawing/2014/main" id="{B87087FE-C937-4B54-A638-4B5575407BC8}"/>
                </a:ext>
              </a:extLst>
            </p:cNvPr>
            <p:cNvSpPr>
              <a:spLocks noChangeArrowheads="1"/>
            </p:cNvSpPr>
            <p:nvPr/>
          </p:nvSpPr>
          <p:spPr bwMode="auto">
            <a:xfrm>
              <a:off x="3914" y="1966"/>
              <a:ext cx="567" cy="71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2400">
                <a:latin typeface="+mn-lt"/>
              </a:endParaRPr>
            </a:p>
          </p:txBody>
        </p:sp>
        <p:sp>
          <p:nvSpPr>
            <p:cNvPr id="36" name="Freeform 26">
              <a:extLst>
                <a:ext uri="{FF2B5EF4-FFF2-40B4-BE49-F238E27FC236}">
                  <a16:creationId xmlns:a16="http://schemas.microsoft.com/office/drawing/2014/main" id="{61F08716-AE73-428D-B6D7-F0483217F41E}"/>
                </a:ext>
              </a:extLst>
            </p:cNvPr>
            <p:cNvSpPr>
              <a:spLocks noEditPoints="1"/>
            </p:cNvSpPr>
            <p:nvPr/>
          </p:nvSpPr>
          <p:spPr bwMode="auto">
            <a:xfrm>
              <a:off x="3914" y="1966"/>
              <a:ext cx="567" cy="710"/>
            </a:xfrm>
            <a:custGeom>
              <a:avLst/>
              <a:gdLst>
                <a:gd name="T0" fmla="*/ 408 w 567"/>
                <a:gd name="T1" fmla="*/ 518 h 710"/>
                <a:gd name="T2" fmla="*/ 514 w 567"/>
                <a:gd name="T3" fmla="*/ 518 h 710"/>
                <a:gd name="T4" fmla="*/ 0 w 567"/>
                <a:gd name="T5" fmla="*/ 293 h 710"/>
                <a:gd name="T6" fmla="*/ 106 w 567"/>
                <a:gd name="T7" fmla="*/ 352 h 710"/>
                <a:gd name="T8" fmla="*/ 0 w 567"/>
                <a:gd name="T9" fmla="*/ 418 h 710"/>
                <a:gd name="T10" fmla="*/ 0 w 567"/>
                <a:gd name="T11" fmla="*/ 710 h 710"/>
                <a:gd name="T12" fmla="*/ 567 w 567"/>
                <a:gd name="T13" fmla="*/ 710 h 710"/>
                <a:gd name="T14" fmla="*/ 567 w 567"/>
                <a:gd name="T15" fmla="*/ 0 h 710"/>
                <a:gd name="T16" fmla="*/ 0 w 567"/>
                <a:gd name="T17" fmla="*/ 0 h 710"/>
                <a:gd name="T18" fmla="*/ 0 w 567"/>
                <a:gd name="T19" fmla="*/ 710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7" h="710">
                  <a:moveTo>
                    <a:pt x="408" y="518"/>
                  </a:moveTo>
                  <a:lnTo>
                    <a:pt x="514" y="518"/>
                  </a:lnTo>
                  <a:moveTo>
                    <a:pt x="0" y="293"/>
                  </a:moveTo>
                  <a:lnTo>
                    <a:pt x="106" y="352"/>
                  </a:lnTo>
                  <a:lnTo>
                    <a:pt x="0" y="418"/>
                  </a:lnTo>
                  <a:moveTo>
                    <a:pt x="0" y="710"/>
                  </a:moveTo>
                  <a:lnTo>
                    <a:pt x="567" y="710"/>
                  </a:lnTo>
                  <a:lnTo>
                    <a:pt x="567" y="0"/>
                  </a:lnTo>
                  <a:lnTo>
                    <a:pt x="0" y="0"/>
                  </a:lnTo>
                  <a:lnTo>
                    <a:pt x="0" y="710"/>
                  </a:lnTo>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2400">
                <a:latin typeface="+mn-lt"/>
              </a:endParaRPr>
            </a:p>
          </p:txBody>
        </p:sp>
        <p:sp>
          <p:nvSpPr>
            <p:cNvPr id="37" name="Rectangle 27">
              <a:extLst>
                <a:ext uri="{FF2B5EF4-FFF2-40B4-BE49-F238E27FC236}">
                  <a16:creationId xmlns:a16="http://schemas.microsoft.com/office/drawing/2014/main" id="{279DB165-5534-4D2A-9EA7-59B1EC856CB7}"/>
                </a:ext>
              </a:extLst>
            </p:cNvPr>
            <p:cNvSpPr>
              <a:spLocks noChangeArrowheads="1"/>
            </p:cNvSpPr>
            <p:nvPr/>
          </p:nvSpPr>
          <p:spPr bwMode="auto">
            <a:xfrm>
              <a:off x="4329" y="2471"/>
              <a:ext cx="125"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1" u="none" strike="noStrike" cap="none" normalizeH="0" baseline="0">
                  <a:ln>
                    <a:noFill/>
                  </a:ln>
                  <a:solidFill>
                    <a:srgbClr val="000000"/>
                  </a:solidFill>
                  <a:effectLst/>
                  <a:latin typeface="+mn-lt"/>
                </a:rPr>
                <a:t>Q</a:t>
              </a:r>
              <a:endParaRPr kumimoji="0" lang="zh-CN" altLang="zh-CN" sz="2400" b="0" i="0" u="none" strike="noStrike" cap="none" normalizeH="0" baseline="0">
                <a:ln>
                  <a:noFill/>
                </a:ln>
                <a:solidFill>
                  <a:schemeClr val="tx1"/>
                </a:solidFill>
                <a:effectLst/>
                <a:latin typeface="+mn-lt"/>
              </a:endParaRPr>
            </a:p>
          </p:txBody>
        </p:sp>
        <p:sp>
          <p:nvSpPr>
            <p:cNvPr id="38" name="Rectangle 28">
              <a:extLst>
                <a:ext uri="{FF2B5EF4-FFF2-40B4-BE49-F238E27FC236}">
                  <a16:creationId xmlns:a16="http://schemas.microsoft.com/office/drawing/2014/main" id="{BD69437B-DC80-4308-AECB-43FA5F60E3ED}"/>
                </a:ext>
              </a:extLst>
            </p:cNvPr>
            <p:cNvSpPr>
              <a:spLocks noChangeArrowheads="1"/>
            </p:cNvSpPr>
            <p:nvPr/>
          </p:nvSpPr>
          <p:spPr bwMode="auto">
            <a:xfrm>
              <a:off x="4329" y="1996"/>
              <a:ext cx="125"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1" u="none" strike="noStrike" cap="none" normalizeH="0" baseline="0">
                  <a:ln>
                    <a:noFill/>
                  </a:ln>
                  <a:solidFill>
                    <a:srgbClr val="000000"/>
                  </a:solidFill>
                  <a:effectLst/>
                  <a:latin typeface="+mn-lt"/>
                </a:rPr>
                <a:t>Q</a:t>
              </a:r>
              <a:endParaRPr kumimoji="0" lang="zh-CN" altLang="zh-CN" sz="2400" b="0" i="0" u="none" strike="noStrike" cap="none" normalizeH="0" baseline="0">
                <a:ln>
                  <a:noFill/>
                </a:ln>
                <a:solidFill>
                  <a:schemeClr val="tx1"/>
                </a:solidFill>
                <a:effectLst/>
                <a:latin typeface="+mn-lt"/>
              </a:endParaRPr>
            </a:p>
          </p:txBody>
        </p:sp>
        <p:sp>
          <p:nvSpPr>
            <p:cNvPr id="39" name="Rectangle 29">
              <a:extLst>
                <a:ext uri="{FF2B5EF4-FFF2-40B4-BE49-F238E27FC236}">
                  <a16:creationId xmlns:a16="http://schemas.microsoft.com/office/drawing/2014/main" id="{AF0DB945-4975-4BB6-84A0-EA34E119B2EC}"/>
                </a:ext>
              </a:extLst>
            </p:cNvPr>
            <p:cNvSpPr>
              <a:spLocks noChangeArrowheads="1"/>
            </p:cNvSpPr>
            <p:nvPr/>
          </p:nvSpPr>
          <p:spPr bwMode="auto">
            <a:xfrm>
              <a:off x="4136" y="1979"/>
              <a:ext cx="152" cy="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a:ln>
                    <a:noFill/>
                  </a:ln>
                  <a:solidFill>
                    <a:srgbClr val="000000"/>
                  </a:solidFill>
                  <a:effectLst/>
                  <a:latin typeface="+mn-lt"/>
                </a:rPr>
                <a:t>SET</a:t>
              </a:r>
              <a:endParaRPr kumimoji="0" lang="zh-CN" altLang="zh-CN" sz="3600" b="0" i="0" u="none" strike="noStrike" cap="none" normalizeH="0" baseline="0">
                <a:ln>
                  <a:noFill/>
                </a:ln>
                <a:solidFill>
                  <a:schemeClr val="tx1"/>
                </a:solidFill>
                <a:effectLst/>
                <a:latin typeface="+mn-lt"/>
              </a:endParaRPr>
            </a:p>
          </p:txBody>
        </p:sp>
        <p:sp>
          <p:nvSpPr>
            <p:cNvPr id="40" name="Rectangle 30">
              <a:extLst>
                <a:ext uri="{FF2B5EF4-FFF2-40B4-BE49-F238E27FC236}">
                  <a16:creationId xmlns:a16="http://schemas.microsoft.com/office/drawing/2014/main" id="{B4C9558E-D6D4-4E2F-9395-6272B4704115}"/>
                </a:ext>
              </a:extLst>
            </p:cNvPr>
            <p:cNvSpPr>
              <a:spLocks noChangeArrowheads="1"/>
            </p:cNvSpPr>
            <p:nvPr/>
          </p:nvSpPr>
          <p:spPr bwMode="auto">
            <a:xfrm>
              <a:off x="4136" y="2558"/>
              <a:ext cx="155" cy="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a:ln>
                    <a:noFill/>
                  </a:ln>
                  <a:solidFill>
                    <a:srgbClr val="000000"/>
                  </a:solidFill>
                  <a:effectLst/>
                  <a:latin typeface="+mn-lt"/>
                </a:rPr>
                <a:t>CLR</a:t>
              </a:r>
              <a:endParaRPr kumimoji="0" lang="zh-CN" altLang="zh-CN" sz="3600" b="0" i="0" u="none" strike="noStrike" cap="none" normalizeH="0" baseline="0">
                <a:ln>
                  <a:noFill/>
                </a:ln>
                <a:solidFill>
                  <a:schemeClr val="tx1"/>
                </a:solidFill>
                <a:effectLst/>
                <a:latin typeface="+mn-lt"/>
              </a:endParaRPr>
            </a:p>
          </p:txBody>
        </p:sp>
        <p:sp>
          <p:nvSpPr>
            <p:cNvPr id="41" name="Rectangle 31">
              <a:extLst>
                <a:ext uri="{FF2B5EF4-FFF2-40B4-BE49-F238E27FC236}">
                  <a16:creationId xmlns:a16="http://schemas.microsoft.com/office/drawing/2014/main" id="{E9AF0565-4D77-4616-998F-5C39369BE203}"/>
                </a:ext>
              </a:extLst>
            </p:cNvPr>
            <p:cNvSpPr>
              <a:spLocks noChangeArrowheads="1"/>
            </p:cNvSpPr>
            <p:nvPr/>
          </p:nvSpPr>
          <p:spPr bwMode="auto">
            <a:xfrm>
              <a:off x="3973" y="1993"/>
              <a:ext cx="11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mn-lt"/>
                </a:rPr>
                <a:t>D</a:t>
              </a:r>
              <a:endParaRPr kumimoji="0" lang="zh-CN" altLang="zh-CN" sz="2400" b="0" i="0" u="none" strike="noStrike" cap="none" normalizeH="0" baseline="0" dirty="0">
                <a:ln>
                  <a:noFill/>
                </a:ln>
                <a:solidFill>
                  <a:schemeClr val="tx1"/>
                </a:solidFill>
                <a:effectLst/>
                <a:latin typeface="+mn-lt"/>
              </a:endParaRPr>
            </a:p>
          </p:txBody>
        </p:sp>
        <p:sp>
          <p:nvSpPr>
            <p:cNvPr id="42" name="Freeform 32">
              <a:extLst>
                <a:ext uri="{FF2B5EF4-FFF2-40B4-BE49-F238E27FC236}">
                  <a16:creationId xmlns:a16="http://schemas.microsoft.com/office/drawing/2014/main" id="{6A9848D2-F414-4010-9D63-C076A245217E}"/>
                </a:ext>
              </a:extLst>
            </p:cNvPr>
            <p:cNvSpPr>
              <a:spLocks/>
            </p:cNvSpPr>
            <p:nvPr/>
          </p:nvSpPr>
          <p:spPr bwMode="auto">
            <a:xfrm>
              <a:off x="2547" y="2321"/>
              <a:ext cx="119" cy="568"/>
            </a:xfrm>
            <a:custGeom>
              <a:avLst/>
              <a:gdLst>
                <a:gd name="T0" fmla="*/ 119 w 119"/>
                <a:gd name="T1" fmla="*/ 0 h 568"/>
                <a:gd name="T2" fmla="*/ 0 w 119"/>
                <a:gd name="T3" fmla="*/ 0 h 568"/>
                <a:gd name="T4" fmla="*/ 5 w 119"/>
                <a:gd name="T5" fmla="*/ 568 h 568"/>
              </a:gdLst>
              <a:ahLst/>
              <a:cxnLst>
                <a:cxn ang="0">
                  <a:pos x="T0" y="T1"/>
                </a:cxn>
                <a:cxn ang="0">
                  <a:pos x="T2" y="T3"/>
                </a:cxn>
                <a:cxn ang="0">
                  <a:pos x="T4" y="T5"/>
                </a:cxn>
              </a:cxnLst>
              <a:rect l="0" t="0" r="r" b="b"/>
              <a:pathLst>
                <a:path w="119" h="568">
                  <a:moveTo>
                    <a:pt x="119" y="0"/>
                  </a:moveTo>
                  <a:lnTo>
                    <a:pt x="0" y="0"/>
                  </a:lnTo>
                  <a:lnTo>
                    <a:pt x="5" y="568"/>
                  </a:lnTo>
                </a:path>
              </a:pathLst>
            </a:custGeom>
            <a:noFill/>
            <a:ln w="793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2400">
                <a:latin typeface="+mn-lt"/>
              </a:endParaRPr>
            </a:p>
          </p:txBody>
        </p:sp>
        <p:sp>
          <p:nvSpPr>
            <p:cNvPr id="43" name="Freeform 33">
              <a:extLst>
                <a:ext uri="{FF2B5EF4-FFF2-40B4-BE49-F238E27FC236}">
                  <a16:creationId xmlns:a16="http://schemas.microsoft.com/office/drawing/2014/main" id="{2FB5BEFB-F767-4007-B65A-D8B81F194E84}"/>
                </a:ext>
              </a:extLst>
            </p:cNvPr>
            <p:cNvSpPr>
              <a:spLocks/>
            </p:cNvSpPr>
            <p:nvPr/>
          </p:nvSpPr>
          <p:spPr bwMode="auto">
            <a:xfrm>
              <a:off x="2533" y="2870"/>
              <a:ext cx="39" cy="39"/>
            </a:xfrm>
            <a:custGeom>
              <a:avLst/>
              <a:gdLst>
                <a:gd name="T0" fmla="*/ 103 w 208"/>
                <a:gd name="T1" fmla="*/ 0 h 208"/>
                <a:gd name="T2" fmla="*/ 1 w 208"/>
                <a:gd name="T3" fmla="*/ 105 h 208"/>
                <a:gd name="T4" fmla="*/ 105 w 208"/>
                <a:gd name="T5" fmla="*/ 208 h 208"/>
                <a:gd name="T6" fmla="*/ 208 w 208"/>
                <a:gd name="T7" fmla="*/ 103 h 208"/>
                <a:gd name="T8" fmla="*/ 103 w 208"/>
                <a:gd name="T9" fmla="*/ 0 h 208"/>
              </a:gdLst>
              <a:ahLst/>
              <a:cxnLst>
                <a:cxn ang="0">
                  <a:pos x="T0" y="T1"/>
                </a:cxn>
                <a:cxn ang="0">
                  <a:pos x="T2" y="T3"/>
                </a:cxn>
                <a:cxn ang="0">
                  <a:pos x="T4" y="T5"/>
                </a:cxn>
                <a:cxn ang="0">
                  <a:pos x="T6" y="T7"/>
                </a:cxn>
                <a:cxn ang="0">
                  <a:pos x="T8" y="T9"/>
                </a:cxn>
              </a:cxnLst>
              <a:rect l="0" t="0" r="r" b="b"/>
              <a:pathLst>
                <a:path w="208" h="208">
                  <a:moveTo>
                    <a:pt x="103" y="0"/>
                  </a:moveTo>
                  <a:cubicBezTo>
                    <a:pt x="46" y="1"/>
                    <a:pt x="0" y="48"/>
                    <a:pt x="1" y="105"/>
                  </a:cubicBezTo>
                  <a:cubicBezTo>
                    <a:pt x="1" y="162"/>
                    <a:pt x="48" y="208"/>
                    <a:pt x="105" y="208"/>
                  </a:cubicBezTo>
                  <a:cubicBezTo>
                    <a:pt x="163" y="207"/>
                    <a:pt x="208" y="160"/>
                    <a:pt x="208" y="103"/>
                  </a:cubicBezTo>
                  <a:cubicBezTo>
                    <a:pt x="207" y="46"/>
                    <a:pt x="160" y="0"/>
                    <a:pt x="103" y="0"/>
                  </a:cubicBezTo>
                </a:path>
              </a:pathLst>
            </a:custGeom>
            <a:solidFill>
              <a:srgbClr val="0000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sz="2400">
                <a:latin typeface="+mn-lt"/>
              </a:endParaRPr>
            </a:p>
          </p:txBody>
        </p:sp>
        <p:sp>
          <p:nvSpPr>
            <p:cNvPr id="44" name="Freeform 34">
              <a:extLst>
                <a:ext uri="{FF2B5EF4-FFF2-40B4-BE49-F238E27FC236}">
                  <a16:creationId xmlns:a16="http://schemas.microsoft.com/office/drawing/2014/main" id="{3AB454E5-9BCD-49E9-8C32-3F83431CC606}"/>
                </a:ext>
              </a:extLst>
            </p:cNvPr>
            <p:cNvSpPr>
              <a:spLocks noEditPoints="1"/>
            </p:cNvSpPr>
            <p:nvPr/>
          </p:nvSpPr>
          <p:spPr bwMode="auto">
            <a:xfrm>
              <a:off x="3415" y="2043"/>
              <a:ext cx="408" cy="102"/>
            </a:xfrm>
            <a:custGeom>
              <a:avLst/>
              <a:gdLst>
                <a:gd name="T0" fmla="*/ 0 w 408"/>
                <a:gd name="T1" fmla="*/ 0 h 102"/>
                <a:gd name="T2" fmla="*/ 204 w 408"/>
                <a:gd name="T3" fmla="*/ 0 h 102"/>
                <a:gd name="T4" fmla="*/ 0 w 408"/>
                <a:gd name="T5" fmla="*/ 102 h 102"/>
                <a:gd name="T6" fmla="*/ 204 w 408"/>
                <a:gd name="T7" fmla="*/ 102 h 102"/>
                <a:gd name="T8" fmla="*/ 408 w 408"/>
                <a:gd name="T9" fmla="*/ 51 h 102"/>
                <a:gd name="T10" fmla="*/ 204 w 408"/>
                <a:gd name="T11" fmla="*/ 51 h 102"/>
              </a:gdLst>
              <a:ahLst/>
              <a:cxnLst>
                <a:cxn ang="0">
                  <a:pos x="T0" y="T1"/>
                </a:cxn>
                <a:cxn ang="0">
                  <a:pos x="T2" y="T3"/>
                </a:cxn>
                <a:cxn ang="0">
                  <a:pos x="T4" y="T5"/>
                </a:cxn>
                <a:cxn ang="0">
                  <a:pos x="T6" y="T7"/>
                </a:cxn>
                <a:cxn ang="0">
                  <a:pos x="T8" y="T9"/>
                </a:cxn>
                <a:cxn ang="0">
                  <a:pos x="T10" y="T11"/>
                </a:cxn>
              </a:cxnLst>
              <a:rect l="0" t="0" r="r" b="b"/>
              <a:pathLst>
                <a:path w="408" h="102">
                  <a:moveTo>
                    <a:pt x="0" y="0"/>
                  </a:moveTo>
                  <a:lnTo>
                    <a:pt x="204" y="0"/>
                  </a:lnTo>
                  <a:moveTo>
                    <a:pt x="0" y="102"/>
                  </a:moveTo>
                  <a:lnTo>
                    <a:pt x="204" y="102"/>
                  </a:lnTo>
                  <a:moveTo>
                    <a:pt x="408" y="51"/>
                  </a:moveTo>
                  <a:lnTo>
                    <a:pt x="204" y="51"/>
                  </a:lnTo>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2400">
                <a:latin typeface="+mn-lt"/>
              </a:endParaRPr>
            </a:p>
          </p:txBody>
        </p:sp>
        <p:sp>
          <p:nvSpPr>
            <p:cNvPr id="45" name="Freeform 35">
              <a:extLst>
                <a:ext uri="{FF2B5EF4-FFF2-40B4-BE49-F238E27FC236}">
                  <a16:creationId xmlns:a16="http://schemas.microsoft.com/office/drawing/2014/main" id="{47C3BD00-9BAA-49C2-B97D-6B33B1B051BE}"/>
                </a:ext>
              </a:extLst>
            </p:cNvPr>
            <p:cNvSpPr>
              <a:spLocks/>
            </p:cNvSpPr>
            <p:nvPr/>
          </p:nvSpPr>
          <p:spPr bwMode="auto">
            <a:xfrm>
              <a:off x="3486" y="1992"/>
              <a:ext cx="266" cy="204"/>
            </a:xfrm>
            <a:custGeom>
              <a:avLst/>
              <a:gdLst>
                <a:gd name="T0" fmla="*/ 1415 w 1415"/>
                <a:gd name="T1" fmla="*/ 544 h 1088"/>
                <a:gd name="T2" fmla="*/ 425 w 1415"/>
                <a:gd name="T3" fmla="*/ 1088 h 1088"/>
                <a:gd name="T4" fmla="*/ 0 w 1415"/>
                <a:gd name="T5" fmla="*/ 1088 h 1088"/>
                <a:gd name="T6" fmla="*/ 0 w 1415"/>
                <a:gd name="T7" fmla="*/ 0 h 1088"/>
                <a:gd name="T8" fmla="*/ 425 w 1415"/>
                <a:gd name="T9" fmla="*/ 0 h 1088"/>
                <a:gd name="T10" fmla="*/ 1415 w 1415"/>
                <a:gd name="T11" fmla="*/ 544 h 1088"/>
              </a:gdLst>
              <a:ahLst/>
              <a:cxnLst>
                <a:cxn ang="0">
                  <a:pos x="T0" y="T1"/>
                </a:cxn>
                <a:cxn ang="0">
                  <a:pos x="T2" y="T3"/>
                </a:cxn>
                <a:cxn ang="0">
                  <a:pos x="T4" y="T5"/>
                </a:cxn>
                <a:cxn ang="0">
                  <a:pos x="T6" y="T7"/>
                </a:cxn>
                <a:cxn ang="0">
                  <a:pos x="T8" y="T9"/>
                </a:cxn>
                <a:cxn ang="0">
                  <a:pos x="T10" y="T11"/>
                </a:cxn>
              </a:cxnLst>
              <a:rect l="0" t="0" r="r" b="b"/>
              <a:pathLst>
                <a:path w="1415" h="1088">
                  <a:moveTo>
                    <a:pt x="1415" y="544"/>
                  </a:moveTo>
                  <a:cubicBezTo>
                    <a:pt x="1246" y="812"/>
                    <a:pt x="878" y="1014"/>
                    <a:pt x="425" y="1088"/>
                  </a:cubicBezTo>
                  <a:lnTo>
                    <a:pt x="0" y="1088"/>
                  </a:lnTo>
                  <a:cubicBezTo>
                    <a:pt x="263" y="743"/>
                    <a:pt x="263" y="345"/>
                    <a:pt x="0" y="0"/>
                  </a:cubicBezTo>
                  <a:lnTo>
                    <a:pt x="425" y="0"/>
                  </a:lnTo>
                  <a:cubicBezTo>
                    <a:pt x="880" y="72"/>
                    <a:pt x="1249" y="275"/>
                    <a:pt x="1415" y="544"/>
                  </a:cubicBezTo>
                  <a:close/>
                </a:path>
              </a:pathLst>
            </a:custGeom>
            <a:solidFill>
              <a:srgbClr val="FFFFFF"/>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sz="2400">
                <a:latin typeface="+mn-lt"/>
              </a:endParaRPr>
            </a:p>
          </p:txBody>
        </p:sp>
        <p:sp>
          <p:nvSpPr>
            <p:cNvPr id="46" name="Freeform 36">
              <a:extLst>
                <a:ext uri="{FF2B5EF4-FFF2-40B4-BE49-F238E27FC236}">
                  <a16:creationId xmlns:a16="http://schemas.microsoft.com/office/drawing/2014/main" id="{E204AC48-32CE-413A-9E86-0416A0F39952}"/>
                </a:ext>
              </a:extLst>
            </p:cNvPr>
            <p:cNvSpPr>
              <a:spLocks/>
            </p:cNvSpPr>
            <p:nvPr/>
          </p:nvSpPr>
          <p:spPr bwMode="auto">
            <a:xfrm>
              <a:off x="3486" y="1992"/>
              <a:ext cx="266" cy="204"/>
            </a:xfrm>
            <a:custGeom>
              <a:avLst/>
              <a:gdLst>
                <a:gd name="T0" fmla="*/ 1415 w 1415"/>
                <a:gd name="T1" fmla="*/ 544 h 1088"/>
                <a:gd name="T2" fmla="*/ 425 w 1415"/>
                <a:gd name="T3" fmla="*/ 1088 h 1088"/>
                <a:gd name="T4" fmla="*/ 0 w 1415"/>
                <a:gd name="T5" fmla="*/ 1088 h 1088"/>
                <a:gd name="T6" fmla="*/ 0 w 1415"/>
                <a:gd name="T7" fmla="*/ 0 h 1088"/>
                <a:gd name="T8" fmla="*/ 425 w 1415"/>
                <a:gd name="T9" fmla="*/ 0 h 1088"/>
                <a:gd name="T10" fmla="*/ 1415 w 1415"/>
                <a:gd name="T11" fmla="*/ 544 h 1088"/>
              </a:gdLst>
              <a:ahLst/>
              <a:cxnLst>
                <a:cxn ang="0">
                  <a:pos x="T0" y="T1"/>
                </a:cxn>
                <a:cxn ang="0">
                  <a:pos x="T2" y="T3"/>
                </a:cxn>
                <a:cxn ang="0">
                  <a:pos x="T4" y="T5"/>
                </a:cxn>
                <a:cxn ang="0">
                  <a:pos x="T6" y="T7"/>
                </a:cxn>
                <a:cxn ang="0">
                  <a:pos x="T8" y="T9"/>
                </a:cxn>
                <a:cxn ang="0">
                  <a:pos x="T10" y="T11"/>
                </a:cxn>
              </a:cxnLst>
              <a:rect l="0" t="0" r="r" b="b"/>
              <a:pathLst>
                <a:path w="1415" h="1088">
                  <a:moveTo>
                    <a:pt x="1415" y="544"/>
                  </a:moveTo>
                  <a:cubicBezTo>
                    <a:pt x="1246" y="812"/>
                    <a:pt x="878" y="1014"/>
                    <a:pt x="425" y="1088"/>
                  </a:cubicBezTo>
                  <a:lnTo>
                    <a:pt x="0" y="1088"/>
                  </a:lnTo>
                  <a:cubicBezTo>
                    <a:pt x="263" y="743"/>
                    <a:pt x="263" y="345"/>
                    <a:pt x="0" y="0"/>
                  </a:cubicBezTo>
                  <a:lnTo>
                    <a:pt x="425" y="0"/>
                  </a:lnTo>
                  <a:cubicBezTo>
                    <a:pt x="880" y="72"/>
                    <a:pt x="1249" y="275"/>
                    <a:pt x="1415" y="544"/>
                  </a:cubicBezTo>
                  <a:close/>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2400">
                <a:latin typeface="+mn-lt"/>
              </a:endParaRPr>
            </a:p>
          </p:txBody>
        </p:sp>
        <p:sp>
          <p:nvSpPr>
            <p:cNvPr id="47" name="Freeform 37">
              <a:extLst>
                <a:ext uri="{FF2B5EF4-FFF2-40B4-BE49-F238E27FC236}">
                  <a16:creationId xmlns:a16="http://schemas.microsoft.com/office/drawing/2014/main" id="{8D7AB1DD-9986-468D-A9B4-58E1CA12532C}"/>
                </a:ext>
              </a:extLst>
            </p:cNvPr>
            <p:cNvSpPr>
              <a:spLocks/>
            </p:cNvSpPr>
            <p:nvPr/>
          </p:nvSpPr>
          <p:spPr bwMode="auto">
            <a:xfrm>
              <a:off x="3486" y="1992"/>
              <a:ext cx="266" cy="204"/>
            </a:xfrm>
            <a:custGeom>
              <a:avLst/>
              <a:gdLst>
                <a:gd name="T0" fmla="*/ 871 w 1415"/>
                <a:gd name="T1" fmla="*/ 1088 h 1088"/>
                <a:gd name="T2" fmla="*/ 0 w 1415"/>
                <a:gd name="T3" fmla="*/ 1088 h 1088"/>
                <a:gd name="T4" fmla="*/ 0 w 1415"/>
                <a:gd name="T5" fmla="*/ 0 h 1088"/>
                <a:gd name="T6" fmla="*/ 871 w 1415"/>
                <a:gd name="T7" fmla="*/ 0 h 1088"/>
                <a:gd name="T8" fmla="*/ 1415 w 1415"/>
                <a:gd name="T9" fmla="*/ 544 h 1088"/>
                <a:gd name="T10" fmla="*/ 871 w 1415"/>
                <a:gd name="T11" fmla="*/ 1088 h 1088"/>
              </a:gdLst>
              <a:ahLst/>
              <a:cxnLst>
                <a:cxn ang="0">
                  <a:pos x="T0" y="T1"/>
                </a:cxn>
                <a:cxn ang="0">
                  <a:pos x="T2" y="T3"/>
                </a:cxn>
                <a:cxn ang="0">
                  <a:pos x="T4" y="T5"/>
                </a:cxn>
                <a:cxn ang="0">
                  <a:pos x="T6" y="T7"/>
                </a:cxn>
                <a:cxn ang="0">
                  <a:pos x="T8" y="T9"/>
                </a:cxn>
                <a:cxn ang="0">
                  <a:pos x="T10" y="T11"/>
                </a:cxn>
              </a:cxnLst>
              <a:rect l="0" t="0" r="r" b="b"/>
              <a:pathLst>
                <a:path w="1415" h="1088">
                  <a:moveTo>
                    <a:pt x="871" y="1088"/>
                  </a:moveTo>
                  <a:lnTo>
                    <a:pt x="0" y="1088"/>
                  </a:lnTo>
                  <a:lnTo>
                    <a:pt x="0" y="0"/>
                  </a:lnTo>
                  <a:lnTo>
                    <a:pt x="871" y="0"/>
                  </a:lnTo>
                  <a:cubicBezTo>
                    <a:pt x="1171" y="0"/>
                    <a:pt x="1415" y="243"/>
                    <a:pt x="1415" y="544"/>
                  </a:cubicBezTo>
                  <a:cubicBezTo>
                    <a:pt x="1415" y="845"/>
                    <a:pt x="1171" y="1088"/>
                    <a:pt x="871" y="1088"/>
                  </a:cubicBezTo>
                  <a:close/>
                </a:path>
              </a:pathLst>
            </a:custGeom>
            <a:solidFill>
              <a:srgbClr val="FFFFFF"/>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sz="2400">
                <a:latin typeface="+mn-lt"/>
              </a:endParaRPr>
            </a:p>
          </p:txBody>
        </p:sp>
        <p:sp>
          <p:nvSpPr>
            <p:cNvPr id="48" name="Freeform 38">
              <a:extLst>
                <a:ext uri="{FF2B5EF4-FFF2-40B4-BE49-F238E27FC236}">
                  <a16:creationId xmlns:a16="http://schemas.microsoft.com/office/drawing/2014/main" id="{D1D13925-7296-4524-93AE-07E41F6720EB}"/>
                </a:ext>
              </a:extLst>
            </p:cNvPr>
            <p:cNvSpPr>
              <a:spLocks/>
            </p:cNvSpPr>
            <p:nvPr/>
          </p:nvSpPr>
          <p:spPr bwMode="auto">
            <a:xfrm>
              <a:off x="3486" y="1992"/>
              <a:ext cx="266" cy="204"/>
            </a:xfrm>
            <a:custGeom>
              <a:avLst/>
              <a:gdLst>
                <a:gd name="T0" fmla="*/ 871 w 1415"/>
                <a:gd name="T1" fmla="*/ 1088 h 1088"/>
                <a:gd name="T2" fmla="*/ 0 w 1415"/>
                <a:gd name="T3" fmla="*/ 1088 h 1088"/>
                <a:gd name="T4" fmla="*/ 0 w 1415"/>
                <a:gd name="T5" fmla="*/ 0 h 1088"/>
                <a:gd name="T6" fmla="*/ 871 w 1415"/>
                <a:gd name="T7" fmla="*/ 0 h 1088"/>
                <a:gd name="T8" fmla="*/ 1415 w 1415"/>
                <a:gd name="T9" fmla="*/ 544 h 1088"/>
                <a:gd name="T10" fmla="*/ 871 w 1415"/>
                <a:gd name="T11" fmla="*/ 1088 h 1088"/>
              </a:gdLst>
              <a:ahLst/>
              <a:cxnLst>
                <a:cxn ang="0">
                  <a:pos x="T0" y="T1"/>
                </a:cxn>
                <a:cxn ang="0">
                  <a:pos x="T2" y="T3"/>
                </a:cxn>
                <a:cxn ang="0">
                  <a:pos x="T4" y="T5"/>
                </a:cxn>
                <a:cxn ang="0">
                  <a:pos x="T6" y="T7"/>
                </a:cxn>
                <a:cxn ang="0">
                  <a:pos x="T8" y="T9"/>
                </a:cxn>
                <a:cxn ang="0">
                  <a:pos x="T10" y="T11"/>
                </a:cxn>
              </a:cxnLst>
              <a:rect l="0" t="0" r="r" b="b"/>
              <a:pathLst>
                <a:path w="1415" h="1088">
                  <a:moveTo>
                    <a:pt x="871" y="1088"/>
                  </a:moveTo>
                  <a:lnTo>
                    <a:pt x="0" y="1088"/>
                  </a:lnTo>
                  <a:lnTo>
                    <a:pt x="0" y="0"/>
                  </a:lnTo>
                  <a:lnTo>
                    <a:pt x="871" y="0"/>
                  </a:lnTo>
                  <a:cubicBezTo>
                    <a:pt x="1171" y="0"/>
                    <a:pt x="1415" y="243"/>
                    <a:pt x="1415" y="544"/>
                  </a:cubicBezTo>
                  <a:cubicBezTo>
                    <a:pt x="1415" y="845"/>
                    <a:pt x="1171" y="1088"/>
                    <a:pt x="871" y="1088"/>
                  </a:cubicBezTo>
                  <a:close/>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2400" dirty="0">
                <a:latin typeface="+mn-lt"/>
              </a:endParaRPr>
            </a:p>
          </p:txBody>
        </p:sp>
        <p:sp>
          <p:nvSpPr>
            <p:cNvPr id="49" name="Freeform 40">
              <a:extLst>
                <a:ext uri="{FF2B5EF4-FFF2-40B4-BE49-F238E27FC236}">
                  <a16:creationId xmlns:a16="http://schemas.microsoft.com/office/drawing/2014/main" id="{1290F9C7-263A-4D7C-B9DC-962F0A61E69B}"/>
                </a:ext>
              </a:extLst>
            </p:cNvPr>
            <p:cNvSpPr>
              <a:spLocks/>
            </p:cNvSpPr>
            <p:nvPr/>
          </p:nvSpPr>
          <p:spPr bwMode="auto">
            <a:xfrm>
              <a:off x="3233" y="2043"/>
              <a:ext cx="182" cy="41"/>
            </a:xfrm>
            <a:custGeom>
              <a:avLst/>
              <a:gdLst>
                <a:gd name="T0" fmla="*/ 182 w 182"/>
                <a:gd name="T1" fmla="*/ 0 h 41"/>
                <a:gd name="T2" fmla="*/ 97 w 182"/>
                <a:gd name="T3" fmla="*/ 0 h 41"/>
                <a:gd name="T4" fmla="*/ 97 w 182"/>
                <a:gd name="T5" fmla="*/ 41 h 41"/>
                <a:gd name="T6" fmla="*/ 0 w 182"/>
                <a:gd name="T7" fmla="*/ 41 h 41"/>
              </a:gdLst>
              <a:ahLst/>
              <a:cxnLst>
                <a:cxn ang="0">
                  <a:pos x="T0" y="T1"/>
                </a:cxn>
                <a:cxn ang="0">
                  <a:pos x="T2" y="T3"/>
                </a:cxn>
                <a:cxn ang="0">
                  <a:pos x="T4" y="T5"/>
                </a:cxn>
                <a:cxn ang="0">
                  <a:pos x="T6" y="T7"/>
                </a:cxn>
              </a:cxnLst>
              <a:rect l="0" t="0" r="r" b="b"/>
              <a:pathLst>
                <a:path w="182" h="41">
                  <a:moveTo>
                    <a:pt x="182" y="0"/>
                  </a:moveTo>
                  <a:lnTo>
                    <a:pt x="97" y="0"/>
                  </a:lnTo>
                  <a:lnTo>
                    <a:pt x="97" y="41"/>
                  </a:lnTo>
                  <a:lnTo>
                    <a:pt x="0" y="41"/>
                  </a:lnTo>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2400">
                <a:latin typeface="+mn-lt"/>
              </a:endParaRPr>
            </a:p>
          </p:txBody>
        </p:sp>
        <p:sp>
          <p:nvSpPr>
            <p:cNvPr id="50" name="Rectangle 41">
              <a:extLst>
                <a:ext uri="{FF2B5EF4-FFF2-40B4-BE49-F238E27FC236}">
                  <a16:creationId xmlns:a16="http://schemas.microsoft.com/office/drawing/2014/main" id="{7466398E-032E-42F2-BDA2-67B19DA2C6CA}"/>
                </a:ext>
              </a:extLst>
            </p:cNvPr>
            <p:cNvSpPr>
              <a:spLocks noChangeArrowheads="1"/>
            </p:cNvSpPr>
            <p:nvPr/>
          </p:nvSpPr>
          <p:spPr bwMode="auto">
            <a:xfrm>
              <a:off x="4531" y="2069"/>
              <a:ext cx="10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0" i="0" u="none" strike="noStrike" cap="none" normalizeH="0" baseline="0" dirty="0">
                  <a:ln>
                    <a:noFill/>
                  </a:ln>
                  <a:solidFill>
                    <a:srgbClr val="000000"/>
                  </a:solidFill>
                  <a:effectLst/>
                  <a:latin typeface="+mn-lt"/>
                </a:rPr>
                <a:t>C</a:t>
              </a:r>
              <a:endParaRPr kumimoji="0" lang="zh-CN" altLang="zh-CN" sz="2400" b="0" i="0" u="none" strike="noStrike" cap="none" normalizeH="0" baseline="0" dirty="0">
                <a:ln>
                  <a:noFill/>
                </a:ln>
                <a:solidFill>
                  <a:schemeClr val="tx1"/>
                </a:solidFill>
                <a:effectLst/>
                <a:latin typeface="+mn-lt"/>
              </a:endParaRPr>
            </a:p>
          </p:txBody>
        </p:sp>
        <p:sp>
          <p:nvSpPr>
            <p:cNvPr id="51" name="Freeform 42">
              <a:extLst>
                <a:ext uri="{FF2B5EF4-FFF2-40B4-BE49-F238E27FC236}">
                  <a16:creationId xmlns:a16="http://schemas.microsoft.com/office/drawing/2014/main" id="{56C879B3-9DFE-426C-82FF-C2E332FB539D}"/>
                </a:ext>
              </a:extLst>
            </p:cNvPr>
            <p:cNvSpPr>
              <a:spLocks/>
            </p:cNvSpPr>
            <p:nvPr/>
          </p:nvSpPr>
          <p:spPr bwMode="auto">
            <a:xfrm>
              <a:off x="1304" y="1507"/>
              <a:ext cx="3262" cy="577"/>
            </a:xfrm>
            <a:custGeom>
              <a:avLst/>
              <a:gdLst>
                <a:gd name="T0" fmla="*/ 16933 w 17386"/>
                <a:gd name="T1" fmla="*/ 3074 h 3074"/>
                <a:gd name="T2" fmla="*/ 17386 w 17386"/>
                <a:gd name="T3" fmla="*/ 3074 h 3074"/>
                <a:gd name="T4" fmla="*/ 17386 w 17386"/>
                <a:gd name="T5" fmla="*/ 100 h 3074"/>
                <a:gd name="T6" fmla="*/ 1704 w 17386"/>
                <a:gd name="T7" fmla="*/ 100 h 3074"/>
                <a:gd name="T8" fmla="*/ 1603 w 17386"/>
                <a:gd name="T9" fmla="*/ 0 h 3074"/>
                <a:gd name="T10" fmla="*/ 1502 w 17386"/>
                <a:gd name="T11" fmla="*/ 100 h 3074"/>
                <a:gd name="T12" fmla="*/ 0 w 17386"/>
                <a:gd name="T13" fmla="*/ 100 h 3074"/>
                <a:gd name="T14" fmla="*/ 0 w 17386"/>
                <a:gd name="T15" fmla="*/ 3074 h 3074"/>
                <a:gd name="T16" fmla="*/ 665 w 17386"/>
                <a:gd name="T17" fmla="*/ 3074 h 30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386" h="3074">
                  <a:moveTo>
                    <a:pt x="16933" y="3074"/>
                  </a:moveTo>
                  <a:lnTo>
                    <a:pt x="17386" y="3074"/>
                  </a:lnTo>
                  <a:lnTo>
                    <a:pt x="17386" y="100"/>
                  </a:lnTo>
                  <a:lnTo>
                    <a:pt x="1704" y="100"/>
                  </a:lnTo>
                  <a:cubicBezTo>
                    <a:pt x="1704" y="45"/>
                    <a:pt x="1658" y="0"/>
                    <a:pt x="1603" y="0"/>
                  </a:cubicBezTo>
                  <a:cubicBezTo>
                    <a:pt x="1547" y="0"/>
                    <a:pt x="1502" y="45"/>
                    <a:pt x="1502" y="100"/>
                  </a:cubicBezTo>
                  <a:lnTo>
                    <a:pt x="0" y="100"/>
                  </a:lnTo>
                  <a:lnTo>
                    <a:pt x="0" y="3074"/>
                  </a:lnTo>
                  <a:lnTo>
                    <a:pt x="665" y="3074"/>
                  </a:lnTo>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2400">
                <a:latin typeface="+mn-lt"/>
              </a:endParaRPr>
            </a:p>
          </p:txBody>
        </p:sp>
        <p:sp>
          <p:nvSpPr>
            <p:cNvPr id="52" name="Freeform 43">
              <a:extLst>
                <a:ext uri="{FF2B5EF4-FFF2-40B4-BE49-F238E27FC236}">
                  <a16:creationId xmlns:a16="http://schemas.microsoft.com/office/drawing/2014/main" id="{E5C39475-D825-4F27-8526-04BE08D88D3D}"/>
                </a:ext>
              </a:extLst>
            </p:cNvPr>
            <p:cNvSpPr>
              <a:spLocks noEditPoints="1"/>
            </p:cNvSpPr>
            <p:nvPr/>
          </p:nvSpPr>
          <p:spPr bwMode="auto">
            <a:xfrm>
              <a:off x="1690" y="1645"/>
              <a:ext cx="408" cy="102"/>
            </a:xfrm>
            <a:custGeom>
              <a:avLst/>
              <a:gdLst>
                <a:gd name="T0" fmla="*/ 0 w 408"/>
                <a:gd name="T1" fmla="*/ 0 h 102"/>
                <a:gd name="T2" fmla="*/ 204 w 408"/>
                <a:gd name="T3" fmla="*/ 0 h 102"/>
                <a:gd name="T4" fmla="*/ 0 w 408"/>
                <a:gd name="T5" fmla="*/ 102 h 102"/>
                <a:gd name="T6" fmla="*/ 204 w 408"/>
                <a:gd name="T7" fmla="*/ 102 h 102"/>
                <a:gd name="T8" fmla="*/ 408 w 408"/>
                <a:gd name="T9" fmla="*/ 51 h 102"/>
                <a:gd name="T10" fmla="*/ 204 w 408"/>
                <a:gd name="T11" fmla="*/ 51 h 102"/>
              </a:gdLst>
              <a:ahLst/>
              <a:cxnLst>
                <a:cxn ang="0">
                  <a:pos x="T0" y="T1"/>
                </a:cxn>
                <a:cxn ang="0">
                  <a:pos x="T2" y="T3"/>
                </a:cxn>
                <a:cxn ang="0">
                  <a:pos x="T4" y="T5"/>
                </a:cxn>
                <a:cxn ang="0">
                  <a:pos x="T6" y="T7"/>
                </a:cxn>
                <a:cxn ang="0">
                  <a:pos x="T8" y="T9"/>
                </a:cxn>
                <a:cxn ang="0">
                  <a:pos x="T10" y="T11"/>
                </a:cxn>
              </a:cxnLst>
              <a:rect l="0" t="0" r="r" b="b"/>
              <a:pathLst>
                <a:path w="408" h="102">
                  <a:moveTo>
                    <a:pt x="0" y="0"/>
                  </a:moveTo>
                  <a:lnTo>
                    <a:pt x="204" y="0"/>
                  </a:lnTo>
                  <a:moveTo>
                    <a:pt x="0" y="102"/>
                  </a:moveTo>
                  <a:lnTo>
                    <a:pt x="204" y="102"/>
                  </a:lnTo>
                  <a:moveTo>
                    <a:pt x="408" y="51"/>
                  </a:moveTo>
                  <a:lnTo>
                    <a:pt x="204" y="51"/>
                  </a:lnTo>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2400">
                <a:latin typeface="+mn-lt"/>
              </a:endParaRPr>
            </a:p>
          </p:txBody>
        </p:sp>
        <p:sp>
          <p:nvSpPr>
            <p:cNvPr id="53" name="Freeform 44">
              <a:extLst>
                <a:ext uri="{FF2B5EF4-FFF2-40B4-BE49-F238E27FC236}">
                  <a16:creationId xmlns:a16="http://schemas.microsoft.com/office/drawing/2014/main" id="{B7558332-2C31-481D-A9A4-F6B4002F7E64}"/>
                </a:ext>
              </a:extLst>
            </p:cNvPr>
            <p:cNvSpPr>
              <a:spLocks/>
            </p:cNvSpPr>
            <p:nvPr/>
          </p:nvSpPr>
          <p:spPr bwMode="auto">
            <a:xfrm>
              <a:off x="1761" y="1594"/>
              <a:ext cx="266" cy="205"/>
            </a:xfrm>
            <a:custGeom>
              <a:avLst/>
              <a:gdLst>
                <a:gd name="T0" fmla="*/ 1415 w 1415"/>
                <a:gd name="T1" fmla="*/ 544 h 1089"/>
                <a:gd name="T2" fmla="*/ 425 w 1415"/>
                <a:gd name="T3" fmla="*/ 1089 h 1089"/>
                <a:gd name="T4" fmla="*/ 0 w 1415"/>
                <a:gd name="T5" fmla="*/ 1089 h 1089"/>
                <a:gd name="T6" fmla="*/ 0 w 1415"/>
                <a:gd name="T7" fmla="*/ 0 h 1089"/>
                <a:gd name="T8" fmla="*/ 425 w 1415"/>
                <a:gd name="T9" fmla="*/ 0 h 1089"/>
                <a:gd name="T10" fmla="*/ 1415 w 1415"/>
                <a:gd name="T11" fmla="*/ 544 h 1089"/>
              </a:gdLst>
              <a:ahLst/>
              <a:cxnLst>
                <a:cxn ang="0">
                  <a:pos x="T0" y="T1"/>
                </a:cxn>
                <a:cxn ang="0">
                  <a:pos x="T2" y="T3"/>
                </a:cxn>
                <a:cxn ang="0">
                  <a:pos x="T4" y="T5"/>
                </a:cxn>
                <a:cxn ang="0">
                  <a:pos x="T6" y="T7"/>
                </a:cxn>
                <a:cxn ang="0">
                  <a:pos x="T8" y="T9"/>
                </a:cxn>
                <a:cxn ang="0">
                  <a:pos x="T10" y="T11"/>
                </a:cxn>
              </a:cxnLst>
              <a:rect l="0" t="0" r="r" b="b"/>
              <a:pathLst>
                <a:path w="1415" h="1089">
                  <a:moveTo>
                    <a:pt x="1415" y="544"/>
                  </a:moveTo>
                  <a:cubicBezTo>
                    <a:pt x="1246" y="813"/>
                    <a:pt x="878" y="1015"/>
                    <a:pt x="425" y="1089"/>
                  </a:cubicBezTo>
                  <a:lnTo>
                    <a:pt x="0" y="1089"/>
                  </a:lnTo>
                  <a:cubicBezTo>
                    <a:pt x="263" y="744"/>
                    <a:pt x="263" y="345"/>
                    <a:pt x="0" y="0"/>
                  </a:cubicBezTo>
                  <a:lnTo>
                    <a:pt x="425" y="0"/>
                  </a:lnTo>
                  <a:cubicBezTo>
                    <a:pt x="880" y="72"/>
                    <a:pt x="1249" y="275"/>
                    <a:pt x="1415" y="544"/>
                  </a:cubicBezTo>
                  <a:close/>
                </a:path>
              </a:pathLst>
            </a:custGeom>
            <a:solidFill>
              <a:srgbClr val="FFFFFF"/>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sz="2400">
                <a:latin typeface="+mn-lt"/>
              </a:endParaRPr>
            </a:p>
          </p:txBody>
        </p:sp>
        <p:sp>
          <p:nvSpPr>
            <p:cNvPr id="54" name="Freeform 45">
              <a:extLst>
                <a:ext uri="{FF2B5EF4-FFF2-40B4-BE49-F238E27FC236}">
                  <a16:creationId xmlns:a16="http://schemas.microsoft.com/office/drawing/2014/main" id="{910207A5-ECDA-4101-8040-04537861485F}"/>
                </a:ext>
              </a:extLst>
            </p:cNvPr>
            <p:cNvSpPr>
              <a:spLocks/>
            </p:cNvSpPr>
            <p:nvPr/>
          </p:nvSpPr>
          <p:spPr bwMode="auto">
            <a:xfrm>
              <a:off x="1761" y="1594"/>
              <a:ext cx="266" cy="205"/>
            </a:xfrm>
            <a:custGeom>
              <a:avLst/>
              <a:gdLst>
                <a:gd name="T0" fmla="*/ 1415 w 1415"/>
                <a:gd name="T1" fmla="*/ 544 h 1089"/>
                <a:gd name="T2" fmla="*/ 425 w 1415"/>
                <a:gd name="T3" fmla="*/ 1089 h 1089"/>
                <a:gd name="T4" fmla="*/ 0 w 1415"/>
                <a:gd name="T5" fmla="*/ 1089 h 1089"/>
                <a:gd name="T6" fmla="*/ 0 w 1415"/>
                <a:gd name="T7" fmla="*/ 0 h 1089"/>
                <a:gd name="T8" fmla="*/ 425 w 1415"/>
                <a:gd name="T9" fmla="*/ 0 h 1089"/>
                <a:gd name="T10" fmla="*/ 1415 w 1415"/>
                <a:gd name="T11" fmla="*/ 544 h 1089"/>
              </a:gdLst>
              <a:ahLst/>
              <a:cxnLst>
                <a:cxn ang="0">
                  <a:pos x="T0" y="T1"/>
                </a:cxn>
                <a:cxn ang="0">
                  <a:pos x="T2" y="T3"/>
                </a:cxn>
                <a:cxn ang="0">
                  <a:pos x="T4" y="T5"/>
                </a:cxn>
                <a:cxn ang="0">
                  <a:pos x="T6" y="T7"/>
                </a:cxn>
                <a:cxn ang="0">
                  <a:pos x="T8" y="T9"/>
                </a:cxn>
                <a:cxn ang="0">
                  <a:pos x="T10" y="T11"/>
                </a:cxn>
              </a:cxnLst>
              <a:rect l="0" t="0" r="r" b="b"/>
              <a:pathLst>
                <a:path w="1415" h="1089">
                  <a:moveTo>
                    <a:pt x="1415" y="544"/>
                  </a:moveTo>
                  <a:cubicBezTo>
                    <a:pt x="1246" y="813"/>
                    <a:pt x="878" y="1015"/>
                    <a:pt x="425" y="1089"/>
                  </a:cubicBezTo>
                  <a:lnTo>
                    <a:pt x="0" y="1089"/>
                  </a:lnTo>
                  <a:cubicBezTo>
                    <a:pt x="263" y="744"/>
                    <a:pt x="263" y="345"/>
                    <a:pt x="0" y="0"/>
                  </a:cubicBezTo>
                  <a:lnTo>
                    <a:pt x="425" y="0"/>
                  </a:lnTo>
                  <a:cubicBezTo>
                    <a:pt x="880" y="72"/>
                    <a:pt x="1249" y="275"/>
                    <a:pt x="1415" y="544"/>
                  </a:cubicBezTo>
                  <a:close/>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2400">
                <a:latin typeface="+mn-lt"/>
              </a:endParaRPr>
            </a:p>
          </p:txBody>
        </p:sp>
        <p:sp>
          <p:nvSpPr>
            <p:cNvPr id="55" name="Freeform 46">
              <a:extLst>
                <a:ext uri="{FF2B5EF4-FFF2-40B4-BE49-F238E27FC236}">
                  <a16:creationId xmlns:a16="http://schemas.microsoft.com/office/drawing/2014/main" id="{7EBA0ECE-758A-42B1-9F2A-60355AA8AF0E}"/>
                </a:ext>
              </a:extLst>
            </p:cNvPr>
            <p:cNvSpPr>
              <a:spLocks/>
            </p:cNvSpPr>
            <p:nvPr/>
          </p:nvSpPr>
          <p:spPr bwMode="auto">
            <a:xfrm>
              <a:off x="1761" y="1594"/>
              <a:ext cx="266" cy="205"/>
            </a:xfrm>
            <a:custGeom>
              <a:avLst/>
              <a:gdLst>
                <a:gd name="T0" fmla="*/ 871 w 1415"/>
                <a:gd name="T1" fmla="*/ 1089 h 1089"/>
                <a:gd name="T2" fmla="*/ 0 w 1415"/>
                <a:gd name="T3" fmla="*/ 1089 h 1089"/>
                <a:gd name="T4" fmla="*/ 0 w 1415"/>
                <a:gd name="T5" fmla="*/ 0 h 1089"/>
                <a:gd name="T6" fmla="*/ 871 w 1415"/>
                <a:gd name="T7" fmla="*/ 0 h 1089"/>
                <a:gd name="T8" fmla="*/ 1415 w 1415"/>
                <a:gd name="T9" fmla="*/ 544 h 1089"/>
                <a:gd name="T10" fmla="*/ 871 w 1415"/>
                <a:gd name="T11" fmla="*/ 1089 h 1089"/>
              </a:gdLst>
              <a:ahLst/>
              <a:cxnLst>
                <a:cxn ang="0">
                  <a:pos x="T0" y="T1"/>
                </a:cxn>
                <a:cxn ang="0">
                  <a:pos x="T2" y="T3"/>
                </a:cxn>
                <a:cxn ang="0">
                  <a:pos x="T4" y="T5"/>
                </a:cxn>
                <a:cxn ang="0">
                  <a:pos x="T6" y="T7"/>
                </a:cxn>
                <a:cxn ang="0">
                  <a:pos x="T8" y="T9"/>
                </a:cxn>
                <a:cxn ang="0">
                  <a:pos x="T10" y="T11"/>
                </a:cxn>
              </a:cxnLst>
              <a:rect l="0" t="0" r="r" b="b"/>
              <a:pathLst>
                <a:path w="1415" h="1089">
                  <a:moveTo>
                    <a:pt x="871" y="1089"/>
                  </a:moveTo>
                  <a:lnTo>
                    <a:pt x="0" y="1089"/>
                  </a:lnTo>
                  <a:lnTo>
                    <a:pt x="0" y="0"/>
                  </a:lnTo>
                  <a:lnTo>
                    <a:pt x="871" y="0"/>
                  </a:lnTo>
                  <a:cubicBezTo>
                    <a:pt x="1172" y="0"/>
                    <a:pt x="1415" y="244"/>
                    <a:pt x="1415" y="544"/>
                  </a:cubicBezTo>
                  <a:cubicBezTo>
                    <a:pt x="1415" y="845"/>
                    <a:pt x="1172" y="1089"/>
                    <a:pt x="871" y="1089"/>
                  </a:cubicBezTo>
                  <a:close/>
                </a:path>
              </a:pathLst>
            </a:custGeom>
            <a:solidFill>
              <a:srgbClr val="FFFFFF"/>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sz="2400">
                <a:latin typeface="+mn-lt"/>
              </a:endParaRPr>
            </a:p>
          </p:txBody>
        </p:sp>
        <p:sp>
          <p:nvSpPr>
            <p:cNvPr id="56" name="Freeform 47">
              <a:extLst>
                <a:ext uri="{FF2B5EF4-FFF2-40B4-BE49-F238E27FC236}">
                  <a16:creationId xmlns:a16="http://schemas.microsoft.com/office/drawing/2014/main" id="{5FB83932-26D1-4968-930E-4E107F2953FE}"/>
                </a:ext>
              </a:extLst>
            </p:cNvPr>
            <p:cNvSpPr>
              <a:spLocks/>
            </p:cNvSpPr>
            <p:nvPr/>
          </p:nvSpPr>
          <p:spPr bwMode="auto">
            <a:xfrm>
              <a:off x="1761" y="1594"/>
              <a:ext cx="266" cy="205"/>
            </a:xfrm>
            <a:custGeom>
              <a:avLst/>
              <a:gdLst>
                <a:gd name="T0" fmla="*/ 871 w 1415"/>
                <a:gd name="T1" fmla="*/ 1089 h 1089"/>
                <a:gd name="T2" fmla="*/ 0 w 1415"/>
                <a:gd name="T3" fmla="*/ 1089 h 1089"/>
                <a:gd name="T4" fmla="*/ 0 w 1415"/>
                <a:gd name="T5" fmla="*/ 0 h 1089"/>
                <a:gd name="T6" fmla="*/ 871 w 1415"/>
                <a:gd name="T7" fmla="*/ 0 h 1089"/>
                <a:gd name="T8" fmla="*/ 1415 w 1415"/>
                <a:gd name="T9" fmla="*/ 544 h 1089"/>
                <a:gd name="T10" fmla="*/ 871 w 1415"/>
                <a:gd name="T11" fmla="*/ 1089 h 1089"/>
              </a:gdLst>
              <a:ahLst/>
              <a:cxnLst>
                <a:cxn ang="0">
                  <a:pos x="T0" y="T1"/>
                </a:cxn>
                <a:cxn ang="0">
                  <a:pos x="T2" y="T3"/>
                </a:cxn>
                <a:cxn ang="0">
                  <a:pos x="T4" y="T5"/>
                </a:cxn>
                <a:cxn ang="0">
                  <a:pos x="T6" y="T7"/>
                </a:cxn>
                <a:cxn ang="0">
                  <a:pos x="T8" y="T9"/>
                </a:cxn>
                <a:cxn ang="0">
                  <a:pos x="T10" y="T11"/>
                </a:cxn>
              </a:cxnLst>
              <a:rect l="0" t="0" r="r" b="b"/>
              <a:pathLst>
                <a:path w="1415" h="1089">
                  <a:moveTo>
                    <a:pt x="871" y="1089"/>
                  </a:moveTo>
                  <a:lnTo>
                    <a:pt x="0" y="1089"/>
                  </a:lnTo>
                  <a:lnTo>
                    <a:pt x="0" y="0"/>
                  </a:lnTo>
                  <a:lnTo>
                    <a:pt x="871" y="0"/>
                  </a:lnTo>
                  <a:cubicBezTo>
                    <a:pt x="1172" y="0"/>
                    <a:pt x="1415" y="244"/>
                    <a:pt x="1415" y="544"/>
                  </a:cubicBezTo>
                  <a:cubicBezTo>
                    <a:pt x="1415" y="845"/>
                    <a:pt x="1172" y="1089"/>
                    <a:pt x="871" y="1089"/>
                  </a:cubicBezTo>
                  <a:close/>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2400">
                <a:latin typeface="+mn-lt"/>
              </a:endParaRPr>
            </a:p>
          </p:txBody>
        </p:sp>
        <p:sp>
          <p:nvSpPr>
            <p:cNvPr id="57" name="Freeform 48">
              <a:extLst>
                <a:ext uri="{FF2B5EF4-FFF2-40B4-BE49-F238E27FC236}">
                  <a16:creationId xmlns:a16="http://schemas.microsoft.com/office/drawing/2014/main" id="{70E99BD3-6798-4D52-B5C9-6A53B45540D0}"/>
                </a:ext>
              </a:extLst>
            </p:cNvPr>
            <p:cNvSpPr>
              <a:spLocks noEditPoints="1"/>
            </p:cNvSpPr>
            <p:nvPr/>
          </p:nvSpPr>
          <p:spPr bwMode="auto">
            <a:xfrm>
              <a:off x="2212" y="2031"/>
              <a:ext cx="408" cy="103"/>
            </a:xfrm>
            <a:custGeom>
              <a:avLst/>
              <a:gdLst>
                <a:gd name="T0" fmla="*/ 0 w 408"/>
                <a:gd name="T1" fmla="*/ 0 h 103"/>
                <a:gd name="T2" fmla="*/ 204 w 408"/>
                <a:gd name="T3" fmla="*/ 0 h 103"/>
                <a:gd name="T4" fmla="*/ 0 w 408"/>
                <a:gd name="T5" fmla="*/ 103 h 103"/>
                <a:gd name="T6" fmla="*/ 204 w 408"/>
                <a:gd name="T7" fmla="*/ 103 h 103"/>
                <a:gd name="T8" fmla="*/ 408 w 408"/>
                <a:gd name="T9" fmla="*/ 51 h 103"/>
                <a:gd name="T10" fmla="*/ 204 w 408"/>
                <a:gd name="T11" fmla="*/ 51 h 103"/>
              </a:gdLst>
              <a:ahLst/>
              <a:cxnLst>
                <a:cxn ang="0">
                  <a:pos x="T0" y="T1"/>
                </a:cxn>
                <a:cxn ang="0">
                  <a:pos x="T2" y="T3"/>
                </a:cxn>
                <a:cxn ang="0">
                  <a:pos x="T4" y="T5"/>
                </a:cxn>
                <a:cxn ang="0">
                  <a:pos x="T6" y="T7"/>
                </a:cxn>
                <a:cxn ang="0">
                  <a:pos x="T8" y="T9"/>
                </a:cxn>
                <a:cxn ang="0">
                  <a:pos x="T10" y="T11"/>
                </a:cxn>
              </a:cxnLst>
              <a:rect l="0" t="0" r="r" b="b"/>
              <a:pathLst>
                <a:path w="408" h="103">
                  <a:moveTo>
                    <a:pt x="0" y="0"/>
                  </a:moveTo>
                  <a:lnTo>
                    <a:pt x="204" y="0"/>
                  </a:lnTo>
                  <a:moveTo>
                    <a:pt x="0" y="103"/>
                  </a:moveTo>
                  <a:lnTo>
                    <a:pt x="204" y="103"/>
                  </a:lnTo>
                  <a:moveTo>
                    <a:pt x="408" y="51"/>
                  </a:moveTo>
                  <a:lnTo>
                    <a:pt x="204" y="51"/>
                  </a:lnTo>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2400">
                <a:latin typeface="+mn-lt"/>
              </a:endParaRPr>
            </a:p>
          </p:txBody>
        </p:sp>
        <p:sp>
          <p:nvSpPr>
            <p:cNvPr id="58" name="Freeform 49">
              <a:extLst>
                <a:ext uri="{FF2B5EF4-FFF2-40B4-BE49-F238E27FC236}">
                  <a16:creationId xmlns:a16="http://schemas.microsoft.com/office/drawing/2014/main" id="{647B1157-29E4-47DC-AE96-6FBA92ED803E}"/>
                </a:ext>
              </a:extLst>
            </p:cNvPr>
            <p:cNvSpPr>
              <a:spLocks/>
            </p:cNvSpPr>
            <p:nvPr/>
          </p:nvSpPr>
          <p:spPr bwMode="auto">
            <a:xfrm>
              <a:off x="2283" y="1980"/>
              <a:ext cx="266" cy="205"/>
            </a:xfrm>
            <a:custGeom>
              <a:avLst/>
              <a:gdLst>
                <a:gd name="T0" fmla="*/ 1415 w 1415"/>
                <a:gd name="T1" fmla="*/ 545 h 1089"/>
                <a:gd name="T2" fmla="*/ 425 w 1415"/>
                <a:gd name="T3" fmla="*/ 1089 h 1089"/>
                <a:gd name="T4" fmla="*/ 0 w 1415"/>
                <a:gd name="T5" fmla="*/ 1089 h 1089"/>
                <a:gd name="T6" fmla="*/ 0 w 1415"/>
                <a:gd name="T7" fmla="*/ 0 h 1089"/>
                <a:gd name="T8" fmla="*/ 425 w 1415"/>
                <a:gd name="T9" fmla="*/ 0 h 1089"/>
                <a:gd name="T10" fmla="*/ 1415 w 1415"/>
                <a:gd name="T11" fmla="*/ 545 h 1089"/>
              </a:gdLst>
              <a:ahLst/>
              <a:cxnLst>
                <a:cxn ang="0">
                  <a:pos x="T0" y="T1"/>
                </a:cxn>
                <a:cxn ang="0">
                  <a:pos x="T2" y="T3"/>
                </a:cxn>
                <a:cxn ang="0">
                  <a:pos x="T4" y="T5"/>
                </a:cxn>
                <a:cxn ang="0">
                  <a:pos x="T6" y="T7"/>
                </a:cxn>
                <a:cxn ang="0">
                  <a:pos x="T8" y="T9"/>
                </a:cxn>
                <a:cxn ang="0">
                  <a:pos x="T10" y="T11"/>
                </a:cxn>
              </a:cxnLst>
              <a:rect l="0" t="0" r="r" b="b"/>
              <a:pathLst>
                <a:path w="1415" h="1089">
                  <a:moveTo>
                    <a:pt x="1415" y="545"/>
                  </a:moveTo>
                  <a:cubicBezTo>
                    <a:pt x="1246" y="813"/>
                    <a:pt x="878" y="1015"/>
                    <a:pt x="425" y="1089"/>
                  </a:cubicBezTo>
                  <a:lnTo>
                    <a:pt x="0" y="1089"/>
                  </a:lnTo>
                  <a:cubicBezTo>
                    <a:pt x="263" y="744"/>
                    <a:pt x="263" y="345"/>
                    <a:pt x="0" y="0"/>
                  </a:cubicBezTo>
                  <a:lnTo>
                    <a:pt x="425" y="0"/>
                  </a:lnTo>
                  <a:cubicBezTo>
                    <a:pt x="879" y="72"/>
                    <a:pt x="1249" y="275"/>
                    <a:pt x="1415" y="545"/>
                  </a:cubicBezTo>
                  <a:close/>
                </a:path>
              </a:pathLst>
            </a:custGeom>
            <a:solidFill>
              <a:srgbClr val="FFFFFF"/>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sz="2400">
                <a:latin typeface="+mn-lt"/>
              </a:endParaRPr>
            </a:p>
          </p:txBody>
        </p:sp>
        <p:sp>
          <p:nvSpPr>
            <p:cNvPr id="59" name="Freeform 50">
              <a:extLst>
                <a:ext uri="{FF2B5EF4-FFF2-40B4-BE49-F238E27FC236}">
                  <a16:creationId xmlns:a16="http://schemas.microsoft.com/office/drawing/2014/main" id="{12C377D3-A0D4-444E-A72A-6227A3DCB2F5}"/>
                </a:ext>
              </a:extLst>
            </p:cNvPr>
            <p:cNvSpPr>
              <a:spLocks/>
            </p:cNvSpPr>
            <p:nvPr/>
          </p:nvSpPr>
          <p:spPr bwMode="auto">
            <a:xfrm>
              <a:off x="2283" y="1980"/>
              <a:ext cx="266" cy="205"/>
            </a:xfrm>
            <a:custGeom>
              <a:avLst/>
              <a:gdLst>
                <a:gd name="T0" fmla="*/ 1415 w 1415"/>
                <a:gd name="T1" fmla="*/ 545 h 1089"/>
                <a:gd name="T2" fmla="*/ 425 w 1415"/>
                <a:gd name="T3" fmla="*/ 1089 h 1089"/>
                <a:gd name="T4" fmla="*/ 0 w 1415"/>
                <a:gd name="T5" fmla="*/ 1089 h 1089"/>
                <a:gd name="T6" fmla="*/ 0 w 1415"/>
                <a:gd name="T7" fmla="*/ 0 h 1089"/>
                <a:gd name="T8" fmla="*/ 425 w 1415"/>
                <a:gd name="T9" fmla="*/ 0 h 1089"/>
                <a:gd name="T10" fmla="*/ 1415 w 1415"/>
                <a:gd name="T11" fmla="*/ 545 h 1089"/>
              </a:gdLst>
              <a:ahLst/>
              <a:cxnLst>
                <a:cxn ang="0">
                  <a:pos x="T0" y="T1"/>
                </a:cxn>
                <a:cxn ang="0">
                  <a:pos x="T2" y="T3"/>
                </a:cxn>
                <a:cxn ang="0">
                  <a:pos x="T4" y="T5"/>
                </a:cxn>
                <a:cxn ang="0">
                  <a:pos x="T6" y="T7"/>
                </a:cxn>
                <a:cxn ang="0">
                  <a:pos x="T8" y="T9"/>
                </a:cxn>
                <a:cxn ang="0">
                  <a:pos x="T10" y="T11"/>
                </a:cxn>
              </a:cxnLst>
              <a:rect l="0" t="0" r="r" b="b"/>
              <a:pathLst>
                <a:path w="1415" h="1089">
                  <a:moveTo>
                    <a:pt x="1415" y="545"/>
                  </a:moveTo>
                  <a:cubicBezTo>
                    <a:pt x="1246" y="813"/>
                    <a:pt x="878" y="1015"/>
                    <a:pt x="425" y="1089"/>
                  </a:cubicBezTo>
                  <a:lnTo>
                    <a:pt x="0" y="1089"/>
                  </a:lnTo>
                  <a:cubicBezTo>
                    <a:pt x="263" y="744"/>
                    <a:pt x="263" y="345"/>
                    <a:pt x="0" y="0"/>
                  </a:cubicBezTo>
                  <a:lnTo>
                    <a:pt x="425" y="0"/>
                  </a:lnTo>
                  <a:cubicBezTo>
                    <a:pt x="879" y="72"/>
                    <a:pt x="1249" y="275"/>
                    <a:pt x="1415" y="545"/>
                  </a:cubicBezTo>
                  <a:close/>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2400">
                <a:latin typeface="+mn-lt"/>
              </a:endParaRPr>
            </a:p>
          </p:txBody>
        </p:sp>
        <p:sp>
          <p:nvSpPr>
            <p:cNvPr id="60" name="Line 51">
              <a:extLst>
                <a:ext uri="{FF2B5EF4-FFF2-40B4-BE49-F238E27FC236}">
                  <a16:creationId xmlns:a16="http://schemas.microsoft.com/office/drawing/2014/main" id="{05646D29-987B-43C1-B590-583E4016EA64}"/>
                </a:ext>
              </a:extLst>
            </p:cNvPr>
            <p:cNvSpPr>
              <a:spLocks noChangeShapeType="1"/>
            </p:cNvSpPr>
            <p:nvPr/>
          </p:nvSpPr>
          <p:spPr bwMode="auto">
            <a:xfrm flipH="1" flipV="1">
              <a:off x="2620" y="2082"/>
              <a:ext cx="46" cy="0"/>
            </a:xfrm>
            <a:prstGeom prst="line">
              <a:avLst/>
            </a:prstGeom>
            <a:noFill/>
            <a:ln w="1588"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400">
                <a:latin typeface="+mn-lt"/>
              </a:endParaRPr>
            </a:p>
          </p:txBody>
        </p:sp>
        <p:sp>
          <p:nvSpPr>
            <p:cNvPr id="61" name="Freeform 52">
              <a:extLst>
                <a:ext uri="{FF2B5EF4-FFF2-40B4-BE49-F238E27FC236}">
                  <a16:creationId xmlns:a16="http://schemas.microsoft.com/office/drawing/2014/main" id="{41888D73-6552-4CB5-BF25-1D1098C223D4}"/>
                </a:ext>
              </a:extLst>
            </p:cNvPr>
            <p:cNvSpPr>
              <a:spLocks/>
            </p:cNvSpPr>
            <p:nvPr/>
          </p:nvSpPr>
          <p:spPr bwMode="auto">
            <a:xfrm>
              <a:off x="2212" y="2134"/>
              <a:ext cx="1106" cy="627"/>
            </a:xfrm>
            <a:custGeom>
              <a:avLst/>
              <a:gdLst>
                <a:gd name="T0" fmla="*/ 1021 w 1106"/>
                <a:gd name="T1" fmla="*/ 424 h 627"/>
                <a:gd name="T2" fmla="*/ 1106 w 1106"/>
                <a:gd name="T3" fmla="*/ 424 h 627"/>
                <a:gd name="T4" fmla="*/ 1106 w 1106"/>
                <a:gd name="T5" fmla="*/ 627 h 627"/>
                <a:gd name="T6" fmla="*/ 0 w 1106"/>
                <a:gd name="T7" fmla="*/ 627 h 627"/>
                <a:gd name="T8" fmla="*/ 0 w 1106"/>
                <a:gd name="T9" fmla="*/ 0 h 627"/>
              </a:gdLst>
              <a:ahLst/>
              <a:cxnLst>
                <a:cxn ang="0">
                  <a:pos x="T0" y="T1"/>
                </a:cxn>
                <a:cxn ang="0">
                  <a:pos x="T2" y="T3"/>
                </a:cxn>
                <a:cxn ang="0">
                  <a:pos x="T4" y="T5"/>
                </a:cxn>
                <a:cxn ang="0">
                  <a:pos x="T6" y="T7"/>
                </a:cxn>
                <a:cxn ang="0">
                  <a:pos x="T8" y="T9"/>
                </a:cxn>
              </a:cxnLst>
              <a:rect l="0" t="0" r="r" b="b"/>
              <a:pathLst>
                <a:path w="1106" h="627">
                  <a:moveTo>
                    <a:pt x="1021" y="424"/>
                  </a:moveTo>
                  <a:lnTo>
                    <a:pt x="1106" y="424"/>
                  </a:lnTo>
                  <a:lnTo>
                    <a:pt x="1106" y="627"/>
                  </a:lnTo>
                  <a:lnTo>
                    <a:pt x="0" y="627"/>
                  </a:lnTo>
                  <a:lnTo>
                    <a:pt x="0" y="0"/>
                  </a:lnTo>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2400">
                <a:latin typeface="+mn-lt"/>
              </a:endParaRPr>
            </a:p>
          </p:txBody>
        </p:sp>
        <p:sp>
          <p:nvSpPr>
            <p:cNvPr id="62" name="Freeform 53">
              <a:extLst>
                <a:ext uri="{FF2B5EF4-FFF2-40B4-BE49-F238E27FC236}">
                  <a16:creationId xmlns:a16="http://schemas.microsoft.com/office/drawing/2014/main" id="{397E7142-B172-47D2-B347-4289FC6546E6}"/>
                </a:ext>
              </a:extLst>
            </p:cNvPr>
            <p:cNvSpPr>
              <a:spLocks/>
            </p:cNvSpPr>
            <p:nvPr/>
          </p:nvSpPr>
          <p:spPr bwMode="auto">
            <a:xfrm>
              <a:off x="1996" y="2145"/>
              <a:ext cx="1419" cy="676"/>
            </a:xfrm>
            <a:custGeom>
              <a:avLst/>
              <a:gdLst>
                <a:gd name="T0" fmla="*/ 0 w 1419"/>
                <a:gd name="T1" fmla="*/ 413 h 676"/>
                <a:gd name="T2" fmla="*/ 119 w 1419"/>
                <a:gd name="T3" fmla="*/ 413 h 676"/>
                <a:gd name="T4" fmla="*/ 119 w 1419"/>
                <a:gd name="T5" fmla="*/ 676 h 676"/>
                <a:gd name="T6" fmla="*/ 1419 w 1419"/>
                <a:gd name="T7" fmla="*/ 676 h 676"/>
                <a:gd name="T8" fmla="*/ 1419 w 1419"/>
                <a:gd name="T9" fmla="*/ 0 h 676"/>
              </a:gdLst>
              <a:ahLst/>
              <a:cxnLst>
                <a:cxn ang="0">
                  <a:pos x="T0" y="T1"/>
                </a:cxn>
                <a:cxn ang="0">
                  <a:pos x="T2" y="T3"/>
                </a:cxn>
                <a:cxn ang="0">
                  <a:pos x="T4" y="T5"/>
                </a:cxn>
                <a:cxn ang="0">
                  <a:pos x="T6" y="T7"/>
                </a:cxn>
                <a:cxn ang="0">
                  <a:pos x="T8" y="T9"/>
                </a:cxn>
              </a:cxnLst>
              <a:rect l="0" t="0" r="r" b="b"/>
              <a:pathLst>
                <a:path w="1419" h="676">
                  <a:moveTo>
                    <a:pt x="0" y="413"/>
                  </a:moveTo>
                  <a:lnTo>
                    <a:pt x="119" y="413"/>
                  </a:lnTo>
                  <a:lnTo>
                    <a:pt x="119" y="676"/>
                  </a:lnTo>
                  <a:lnTo>
                    <a:pt x="1419" y="676"/>
                  </a:lnTo>
                  <a:lnTo>
                    <a:pt x="1419" y="0"/>
                  </a:lnTo>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2400">
                <a:latin typeface="+mn-lt"/>
              </a:endParaRPr>
            </a:p>
          </p:txBody>
        </p:sp>
        <p:sp>
          <p:nvSpPr>
            <p:cNvPr id="63" name="Freeform 54">
              <a:extLst>
                <a:ext uri="{FF2B5EF4-FFF2-40B4-BE49-F238E27FC236}">
                  <a16:creationId xmlns:a16="http://schemas.microsoft.com/office/drawing/2014/main" id="{DDE064C2-93D6-4855-90A7-33E8D4169103}"/>
                </a:ext>
              </a:extLst>
            </p:cNvPr>
            <p:cNvSpPr>
              <a:spLocks/>
            </p:cNvSpPr>
            <p:nvPr/>
          </p:nvSpPr>
          <p:spPr bwMode="auto">
            <a:xfrm>
              <a:off x="2098" y="1696"/>
              <a:ext cx="114" cy="335"/>
            </a:xfrm>
            <a:custGeom>
              <a:avLst/>
              <a:gdLst>
                <a:gd name="T0" fmla="*/ 0 w 605"/>
                <a:gd name="T1" fmla="*/ 0 h 1784"/>
                <a:gd name="T2" fmla="*/ 303 w 605"/>
                <a:gd name="T3" fmla="*/ 0 h 1784"/>
                <a:gd name="T4" fmla="*/ 303 w 605"/>
                <a:gd name="T5" fmla="*/ 1784 h 1784"/>
                <a:gd name="T6" fmla="*/ 353 w 605"/>
                <a:gd name="T7" fmla="*/ 1784 h 1784"/>
                <a:gd name="T8" fmla="*/ 454 w 605"/>
                <a:gd name="T9" fmla="*/ 1684 h 1784"/>
                <a:gd name="T10" fmla="*/ 555 w 605"/>
                <a:gd name="T11" fmla="*/ 1784 h 1784"/>
                <a:gd name="T12" fmla="*/ 605 w 605"/>
                <a:gd name="T13" fmla="*/ 1784 h 1784"/>
              </a:gdLst>
              <a:ahLst/>
              <a:cxnLst>
                <a:cxn ang="0">
                  <a:pos x="T0" y="T1"/>
                </a:cxn>
                <a:cxn ang="0">
                  <a:pos x="T2" y="T3"/>
                </a:cxn>
                <a:cxn ang="0">
                  <a:pos x="T4" y="T5"/>
                </a:cxn>
                <a:cxn ang="0">
                  <a:pos x="T6" y="T7"/>
                </a:cxn>
                <a:cxn ang="0">
                  <a:pos x="T8" y="T9"/>
                </a:cxn>
                <a:cxn ang="0">
                  <a:pos x="T10" y="T11"/>
                </a:cxn>
                <a:cxn ang="0">
                  <a:pos x="T12" y="T13"/>
                </a:cxn>
              </a:cxnLst>
              <a:rect l="0" t="0" r="r" b="b"/>
              <a:pathLst>
                <a:path w="605" h="1784">
                  <a:moveTo>
                    <a:pt x="0" y="0"/>
                  </a:moveTo>
                  <a:lnTo>
                    <a:pt x="303" y="0"/>
                  </a:lnTo>
                  <a:lnTo>
                    <a:pt x="303" y="1784"/>
                  </a:lnTo>
                  <a:lnTo>
                    <a:pt x="353" y="1784"/>
                  </a:lnTo>
                  <a:cubicBezTo>
                    <a:pt x="353" y="1729"/>
                    <a:pt x="398" y="1684"/>
                    <a:pt x="454" y="1684"/>
                  </a:cubicBezTo>
                  <a:cubicBezTo>
                    <a:pt x="510" y="1684"/>
                    <a:pt x="555" y="1729"/>
                    <a:pt x="555" y="1784"/>
                  </a:cubicBezTo>
                  <a:lnTo>
                    <a:pt x="605" y="1784"/>
                  </a:lnTo>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2400">
                <a:latin typeface="+mn-lt"/>
              </a:endParaRPr>
            </a:p>
          </p:txBody>
        </p:sp>
        <p:sp>
          <p:nvSpPr>
            <p:cNvPr id="64" name="Freeform 55">
              <a:extLst>
                <a:ext uri="{FF2B5EF4-FFF2-40B4-BE49-F238E27FC236}">
                  <a16:creationId xmlns:a16="http://schemas.microsoft.com/office/drawing/2014/main" id="{3B2C846A-3C65-44B9-8C49-BAD55B1FE5B5}"/>
                </a:ext>
              </a:extLst>
            </p:cNvPr>
            <p:cNvSpPr>
              <a:spLocks/>
            </p:cNvSpPr>
            <p:nvPr/>
          </p:nvSpPr>
          <p:spPr bwMode="auto">
            <a:xfrm>
              <a:off x="1605" y="1412"/>
              <a:ext cx="3149" cy="1146"/>
            </a:xfrm>
            <a:custGeom>
              <a:avLst/>
              <a:gdLst>
                <a:gd name="T0" fmla="*/ 85 w 3149"/>
                <a:gd name="T1" fmla="*/ 233 h 1146"/>
                <a:gd name="T2" fmla="*/ 0 w 3149"/>
                <a:gd name="T3" fmla="*/ 233 h 1146"/>
                <a:gd name="T4" fmla="*/ 0 w 3149"/>
                <a:gd name="T5" fmla="*/ 0 h 1146"/>
                <a:gd name="T6" fmla="*/ 3149 w 3149"/>
                <a:gd name="T7" fmla="*/ 0 h 1146"/>
                <a:gd name="T8" fmla="*/ 3149 w 3149"/>
                <a:gd name="T9" fmla="*/ 1146 h 1146"/>
                <a:gd name="T10" fmla="*/ 2876 w 3149"/>
                <a:gd name="T11" fmla="*/ 1146 h 1146"/>
              </a:gdLst>
              <a:ahLst/>
              <a:cxnLst>
                <a:cxn ang="0">
                  <a:pos x="T0" y="T1"/>
                </a:cxn>
                <a:cxn ang="0">
                  <a:pos x="T2" y="T3"/>
                </a:cxn>
                <a:cxn ang="0">
                  <a:pos x="T4" y="T5"/>
                </a:cxn>
                <a:cxn ang="0">
                  <a:pos x="T6" y="T7"/>
                </a:cxn>
                <a:cxn ang="0">
                  <a:pos x="T8" y="T9"/>
                </a:cxn>
                <a:cxn ang="0">
                  <a:pos x="T10" y="T11"/>
                </a:cxn>
              </a:cxnLst>
              <a:rect l="0" t="0" r="r" b="b"/>
              <a:pathLst>
                <a:path w="3149" h="1146">
                  <a:moveTo>
                    <a:pt x="85" y="233"/>
                  </a:moveTo>
                  <a:lnTo>
                    <a:pt x="0" y="233"/>
                  </a:lnTo>
                  <a:lnTo>
                    <a:pt x="0" y="0"/>
                  </a:lnTo>
                  <a:lnTo>
                    <a:pt x="3149" y="0"/>
                  </a:lnTo>
                  <a:lnTo>
                    <a:pt x="3149" y="1146"/>
                  </a:lnTo>
                  <a:lnTo>
                    <a:pt x="2876" y="1146"/>
                  </a:lnTo>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2400">
                <a:latin typeface="+mn-lt"/>
              </a:endParaRPr>
            </a:p>
          </p:txBody>
        </p:sp>
        <p:sp>
          <p:nvSpPr>
            <p:cNvPr id="65" name="Freeform 56">
              <a:extLst>
                <a:ext uri="{FF2B5EF4-FFF2-40B4-BE49-F238E27FC236}">
                  <a16:creationId xmlns:a16="http://schemas.microsoft.com/office/drawing/2014/main" id="{72FDCCE2-AF96-4B8D-BDD9-7B9F73D84DE7}"/>
                </a:ext>
              </a:extLst>
            </p:cNvPr>
            <p:cNvSpPr>
              <a:spLocks/>
            </p:cNvSpPr>
            <p:nvPr/>
          </p:nvSpPr>
          <p:spPr bwMode="auto">
            <a:xfrm>
              <a:off x="1689" y="1747"/>
              <a:ext cx="364" cy="811"/>
            </a:xfrm>
            <a:custGeom>
              <a:avLst/>
              <a:gdLst>
                <a:gd name="T0" fmla="*/ 0 w 363"/>
                <a:gd name="T1" fmla="*/ 0 h 811"/>
                <a:gd name="T2" fmla="*/ 5 w 363"/>
                <a:gd name="T3" fmla="*/ 120 h 811"/>
                <a:gd name="T4" fmla="*/ 363 w 363"/>
                <a:gd name="T5" fmla="*/ 120 h 811"/>
                <a:gd name="T6" fmla="*/ 363 w 363"/>
                <a:gd name="T7" fmla="*/ 811 h 811"/>
                <a:gd name="connsiteX0" fmla="*/ 27 w 10027"/>
                <a:gd name="connsiteY0" fmla="*/ 0 h 10000"/>
                <a:gd name="connsiteX1" fmla="*/ 0 w 10027"/>
                <a:gd name="connsiteY1" fmla="*/ 1480 h 10000"/>
                <a:gd name="connsiteX2" fmla="*/ 10027 w 10027"/>
                <a:gd name="connsiteY2" fmla="*/ 1480 h 10000"/>
                <a:gd name="connsiteX3" fmla="*/ 10027 w 10027"/>
                <a:gd name="connsiteY3" fmla="*/ 10000 h 10000"/>
              </a:gdLst>
              <a:ahLst/>
              <a:cxnLst>
                <a:cxn ang="0">
                  <a:pos x="connsiteX0" y="connsiteY0"/>
                </a:cxn>
                <a:cxn ang="0">
                  <a:pos x="connsiteX1" y="connsiteY1"/>
                </a:cxn>
                <a:cxn ang="0">
                  <a:pos x="connsiteX2" y="connsiteY2"/>
                </a:cxn>
                <a:cxn ang="0">
                  <a:pos x="connsiteX3" y="connsiteY3"/>
                </a:cxn>
              </a:cxnLst>
              <a:rect l="l" t="t" r="r" b="b"/>
              <a:pathLst>
                <a:path w="10027" h="10000">
                  <a:moveTo>
                    <a:pt x="27" y="0"/>
                  </a:moveTo>
                  <a:cubicBezTo>
                    <a:pt x="18" y="493"/>
                    <a:pt x="9" y="987"/>
                    <a:pt x="0" y="1480"/>
                  </a:cubicBezTo>
                  <a:lnTo>
                    <a:pt x="10027" y="1480"/>
                  </a:lnTo>
                  <a:lnTo>
                    <a:pt x="10027" y="10000"/>
                  </a:lnTo>
                </a:path>
              </a:pathLst>
            </a:custGeom>
            <a:noFill/>
            <a:ln w="31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2400">
                <a:latin typeface="+mn-lt"/>
              </a:endParaRPr>
            </a:p>
          </p:txBody>
        </p:sp>
        <p:sp>
          <p:nvSpPr>
            <p:cNvPr id="66" name="Oval 57">
              <a:extLst>
                <a:ext uri="{FF2B5EF4-FFF2-40B4-BE49-F238E27FC236}">
                  <a16:creationId xmlns:a16="http://schemas.microsoft.com/office/drawing/2014/main" id="{B0BFEEA9-A999-49E7-BA4C-B76392BCB23E}"/>
                </a:ext>
              </a:extLst>
            </p:cNvPr>
            <p:cNvSpPr>
              <a:spLocks noChangeArrowheads="1"/>
            </p:cNvSpPr>
            <p:nvPr/>
          </p:nvSpPr>
          <p:spPr bwMode="auto">
            <a:xfrm>
              <a:off x="2034" y="2538"/>
              <a:ext cx="38" cy="39"/>
            </a:xfrm>
            <a:prstGeom prst="ellipse">
              <a:avLst/>
            </a:prstGeom>
            <a:solidFill>
              <a:srgbClr val="0000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sz="2400">
                <a:latin typeface="+mn-lt"/>
              </a:endParaRPr>
            </a:p>
          </p:txBody>
        </p:sp>
        <p:sp>
          <p:nvSpPr>
            <p:cNvPr id="67" name="Freeform 58">
              <a:extLst>
                <a:ext uri="{FF2B5EF4-FFF2-40B4-BE49-F238E27FC236}">
                  <a16:creationId xmlns:a16="http://schemas.microsoft.com/office/drawing/2014/main" id="{431CF5D3-B65F-4C8F-BDDB-2A73AA84CFA9}"/>
                </a:ext>
              </a:extLst>
            </p:cNvPr>
            <p:cNvSpPr>
              <a:spLocks noEditPoints="1"/>
            </p:cNvSpPr>
            <p:nvPr/>
          </p:nvSpPr>
          <p:spPr bwMode="auto">
            <a:xfrm>
              <a:off x="3369" y="1656"/>
              <a:ext cx="409" cy="103"/>
            </a:xfrm>
            <a:custGeom>
              <a:avLst/>
              <a:gdLst>
                <a:gd name="T0" fmla="*/ 0 w 409"/>
                <a:gd name="T1" fmla="*/ 0 h 103"/>
                <a:gd name="T2" fmla="*/ 205 w 409"/>
                <a:gd name="T3" fmla="*/ 0 h 103"/>
                <a:gd name="T4" fmla="*/ 0 w 409"/>
                <a:gd name="T5" fmla="*/ 103 h 103"/>
                <a:gd name="T6" fmla="*/ 205 w 409"/>
                <a:gd name="T7" fmla="*/ 103 h 103"/>
                <a:gd name="T8" fmla="*/ 409 w 409"/>
                <a:gd name="T9" fmla="*/ 52 h 103"/>
                <a:gd name="T10" fmla="*/ 205 w 409"/>
                <a:gd name="T11" fmla="*/ 52 h 103"/>
              </a:gdLst>
              <a:ahLst/>
              <a:cxnLst>
                <a:cxn ang="0">
                  <a:pos x="T0" y="T1"/>
                </a:cxn>
                <a:cxn ang="0">
                  <a:pos x="T2" y="T3"/>
                </a:cxn>
                <a:cxn ang="0">
                  <a:pos x="T4" y="T5"/>
                </a:cxn>
                <a:cxn ang="0">
                  <a:pos x="T6" y="T7"/>
                </a:cxn>
                <a:cxn ang="0">
                  <a:pos x="T8" y="T9"/>
                </a:cxn>
                <a:cxn ang="0">
                  <a:pos x="T10" y="T11"/>
                </a:cxn>
              </a:cxnLst>
              <a:rect l="0" t="0" r="r" b="b"/>
              <a:pathLst>
                <a:path w="409" h="103">
                  <a:moveTo>
                    <a:pt x="0" y="0"/>
                  </a:moveTo>
                  <a:lnTo>
                    <a:pt x="205" y="0"/>
                  </a:lnTo>
                  <a:moveTo>
                    <a:pt x="0" y="103"/>
                  </a:moveTo>
                  <a:lnTo>
                    <a:pt x="205" y="103"/>
                  </a:lnTo>
                  <a:moveTo>
                    <a:pt x="409" y="52"/>
                  </a:moveTo>
                  <a:lnTo>
                    <a:pt x="205" y="52"/>
                  </a:lnTo>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2400">
                <a:latin typeface="+mn-lt"/>
              </a:endParaRPr>
            </a:p>
          </p:txBody>
        </p:sp>
        <p:sp>
          <p:nvSpPr>
            <p:cNvPr id="68" name="Freeform 59">
              <a:extLst>
                <a:ext uri="{FF2B5EF4-FFF2-40B4-BE49-F238E27FC236}">
                  <a16:creationId xmlns:a16="http://schemas.microsoft.com/office/drawing/2014/main" id="{F7677836-A600-48A3-9899-996B520202F8}"/>
                </a:ext>
              </a:extLst>
            </p:cNvPr>
            <p:cNvSpPr>
              <a:spLocks/>
            </p:cNvSpPr>
            <p:nvPr/>
          </p:nvSpPr>
          <p:spPr bwMode="auto">
            <a:xfrm>
              <a:off x="3441" y="1605"/>
              <a:ext cx="265" cy="205"/>
            </a:xfrm>
            <a:custGeom>
              <a:avLst/>
              <a:gdLst>
                <a:gd name="T0" fmla="*/ 1415 w 1415"/>
                <a:gd name="T1" fmla="*/ 544 h 1088"/>
                <a:gd name="T2" fmla="*/ 425 w 1415"/>
                <a:gd name="T3" fmla="*/ 1088 h 1088"/>
                <a:gd name="T4" fmla="*/ 0 w 1415"/>
                <a:gd name="T5" fmla="*/ 1088 h 1088"/>
                <a:gd name="T6" fmla="*/ 0 w 1415"/>
                <a:gd name="T7" fmla="*/ 0 h 1088"/>
                <a:gd name="T8" fmla="*/ 425 w 1415"/>
                <a:gd name="T9" fmla="*/ 0 h 1088"/>
                <a:gd name="T10" fmla="*/ 1415 w 1415"/>
                <a:gd name="T11" fmla="*/ 544 h 1088"/>
              </a:gdLst>
              <a:ahLst/>
              <a:cxnLst>
                <a:cxn ang="0">
                  <a:pos x="T0" y="T1"/>
                </a:cxn>
                <a:cxn ang="0">
                  <a:pos x="T2" y="T3"/>
                </a:cxn>
                <a:cxn ang="0">
                  <a:pos x="T4" y="T5"/>
                </a:cxn>
                <a:cxn ang="0">
                  <a:pos x="T6" y="T7"/>
                </a:cxn>
                <a:cxn ang="0">
                  <a:pos x="T8" y="T9"/>
                </a:cxn>
                <a:cxn ang="0">
                  <a:pos x="T10" y="T11"/>
                </a:cxn>
              </a:cxnLst>
              <a:rect l="0" t="0" r="r" b="b"/>
              <a:pathLst>
                <a:path w="1415" h="1088">
                  <a:moveTo>
                    <a:pt x="1415" y="544"/>
                  </a:moveTo>
                  <a:cubicBezTo>
                    <a:pt x="1246" y="812"/>
                    <a:pt x="878" y="1014"/>
                    <a:pt x="425" y="1088"/>
                  </a:cubicBezTo>
                  <a:lnTo>
                    <a:pt x="0" y="1088"/>
                  </a:lnTo>
                  <a:cubicBezTo>
                    <a:pt x="263" y="743"/>
                    <a:pt x="263" y="345"/>
                    <a:pt x="0" y="0"/>
                  </a:cubicBezTo>
                  <a:lnTo>
                    <a:pt x="425" y="0"/>
                  </a:lnTo>
                  <a:cubicBezTo>
                    <a:pt x="880" y="72"/>
                    <a:pt x="1249" y="275"/>
                    <a:pt x="1415" y="544"/>
                  </a:cubicBezTo>
                  <a:close/>
                </a:path>
              </a:pathLst>
            </a:custGeom>
            <a:solidFill>
              <a:srgbClr val="FFFFFF"/>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sz="2400">
                <a:latin typeface="+mn-lt"/>
              </a:endParaRPr>
            </a:p>
          </p:txBody>
        </p:sp>
        <p:sp>
          <p:nvSpPr>
            <p:cNvPr id="69" name="Freeform 60">
              <a:extLst>
                <a:ext uri="{FF2B5EF4-FFF2-40B4-BE49-F238E27FC236}">
                  <a16:creationId xmlns:a16="http://schemas.microsoft.com/office/drawing/2014/main" id="{66AD7883-66B0-4C4A-88FA-1D578645ECD3}"/>
                </a:ext>
              </a:extLst>
            </p:cNvPr>
            <p:cNvSpPr>
              <a:spLocks/>
            </p:cNvSpPr>
            <p:nvPr/>
          </p:nvSpPr>
          <p:spPr bwMode="auto">
            <a:xfrm>
              <a:off x="3441" y="1605"/>
              <a:ext cx="265" cy="205"/>
            </a:xfrm>
            <a:custGeom>
              <a:avLst/>
              <a:gdLst>
                <a:gd name="T0" fmla="*/ 1415 w 1415"/>
                <a:gd name="T1" fmla="*/ 544 h 1088"/>
                <a:gd name="T2" fmla="*/ 425 w 1415"/>
                <a:gd name="T3" fmla="*/ 1088 h 1088"/>
                <a:gd name="T4" fmla="*/ 0 w 1415"/>
                <a:gd name="T5" fmla="*/ 1088 h 1088"/>
                <a:gd name="T6" fmla="*/ 0 w 1415"/>
                <a:gd name="T7" fmla="*/ 0 h 1088"/>
                <a:gd name="T8" fmla="*/ 425 w 1415"/>
                <a:gd name="T9" fmla="*/ 0 h 1088"/>
                <a:gd name="T10" fmla="*/ 1415 w 1415"/>
                <a:gd name="T11" fmla="*/ 544 h 1088"/>
              </a:gdLst>
              <a:ahLst/>
              <a:cxnLst>
                <a:cxn ang="0">
                  <a:pos x="T0" y="T1"/>
                </a:cxn>
                <a:cxn ang="0">
                  <a:pos x="T2" y="T3"/>
                </a:cxn>
                <a:cxn ang="0">
                  <a:pos x="T4" y="T5"/>
                </a:cxn>
                <a:cxn ang="0">
                  <a:pos x="T6" y="T7"/>
                </a:cxn>
                <a:cxn ang="0">
                  <a:pos x="T8" y="T9"/>
                </a:cxn>
                <a:cxn ang="0">
                  <a:pos x="T10" y="T11"/>
                </a:cxn>
              </a:cxnLst>
              <a:rect l="0" t="0" r="r" b="b"/>
              <a:pathLst>
                <a:path w="1415" h="1088">
                  <a:moveTo>
                    <a:pt x="1415" y="544"/>
                  </a:moveTo>
                  <a:cubicBezTo>
                    <a:pt x="1246" y="812"/>
                    <a:pt x="878" y="1014"/>
                    <a:pt x="425" y="1088"/>
                  </a:cubicBezTo>
                  <a:lnTo>
                    <a:pt x="0" y="1088"/>
                  </a:lnTo>
                  <a:cubicBezTo>
                    <a:pt x="263" y="743"/>
                    <a:pt x="263" y="345"/>
                    <a:pt x="0" y="0"/>
                  </a:cubicBezTo>
                  <a:lnTo>
                    <a:pt x="425" y="0"/>
                  </a:lnTo>
                  <a:cubicBezTo>
                    <a:pt x="880" y="72"/>
                    <a:pt x="1249" y="275"/>
                    <a:pt x="1415" y="544"/>
                  </a:cubicBezTo>
                  <a:close/>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2400">
                <a:latin typeface="+mn-lt"/>
              </a:endParaRPr>
            </a:p>
          </p:txBody>
        </p:sp>
        <p:sp>
          <p:nvSpPr>
            <p:cNvPr id="70" name="Freeform 61">
              <a:extLst>
                <a:ext uri="{FF2B5EF4-FFF2-40B4-BE49-F238E27FC236}">
                  <a16:creationId xmlns:a16="http://schemas.microsoft.com/office/drawing/2014/main" id="{DFE82549-127E-462F-A72D-D4E292AB5900}"/>
                </a:ext>
              </a:extLst>
            </p:cNvPr>
            <p:cNvSpPr>
              <a:spLocks/>
            </p:cNvSpPr>
            <p:nvPr/>
          </p:nvSpPr>
          <p:spPr bwMode="auto">
            <a:xfrm>
              <a:off x="3441" y="1605"/>
              <a:ext cx="265" cy="205"/>
            </a:xfrm>
            <a:custGeom>
              <a:avLst/>
              <a:gdLst>
                <a:gd name="T0" fmla="*/ 871 w 1415"/>
                <a:gd name="T1" fmla="*/ 1088 h 1088"/>
                <a:gd name="T2" fmla="*/ 0 w 1415"/>
                <a:gd name="T3" fmla="*/ 1088 h 1088"/>
                <a:gd name="T4" fmla="*/ 0 w 1415"/>
                <a:gd name="T5" fmla="*/ 0 h 1088"/>
                <a:gd name="T6" fmla="*/ 871 w 1415"/>
                <a:gd name="T7" fmla="*/ 0 h 1088"/>
                <a:gd name="T8" fmla="*/ 1415 w 1415"/>
                <a:gd name="T9" fmla="*/ 544 h 1088"/>
                <a:gd name="T10" fmla="*/ 871 w 1415"/>
                <a:gd name="T11" fmla="*/ 1088 h 1088"/>
              </a:gdLst>
              <a:ahLst/>
              <a:cxnLst>
                <a:cxn ang="0">
                  <a:pos x="T0" y="T1"/>
                </a:cxn>
                <a:cxn ang="0">
                  <a:pos x="T2" y="T3"/>
                </a:cxn>
                <a:cxn ang="0">
                  <a:pos x="T4" y="T5"/>
                </a:cxn>
                <a:cxn ang="0">
                  <a:pos x="T6" y="T7"/>
                </a:cxn>
                <a:cxn ang="0">
                  <a:pos x="T8" y="T9"/>
                </a:cxn>
                <a:cxn ang="0">
                  <a:pos x="T10" y="T11"/>
                </a:cxn>
              </a:cxnLst>
              <a:rect l="0" t="0" r="r" b="b"/>
              <a:pathLst>
                <a:path w="1415" h="1088">
                  <a:moveTo>
                    <a:pt x="871" y="1088"/>
                  </a:moveTo>
                  <a:lnTo>
                    <a:pt x="0" y="1088"/>
                  </a:lnTo>
                  <a:lnTo>
                    <a:pt x="0" y="0"/>
                  </a:lnTo>
                  <a:lnTo>
                    <a:pt x="871" y="0"/>
                  </a:lnTo>
                  <a:cubicBezTo>
                    <a:pt x="1172" y="0"/>
                    <a:pt x="1415" y="243"/>
                    <a:pt x="1415" y="544"/>
                  </a:cubicBezTo>
                  <a:cubicBezTo>
                    <a:pt x="1415" y="844"/>
                    <a:pt x="1172" y="1088"/>
                    <a:pt x="871" y="1088"/>
                  </a:cubicBezTo>
                  <a:close/>
                </a:path>
              </a:pathLst>
            </a:custGeom>
            <a:solidFill>
              <a:srgbClr val="FFFFFF"/>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sz="2400">
                <a:latin typeface="+mn-lt"/>
              </a:endParaRPr>
            </a:p>
          </p:txBody>
        </p:sp>
        <p:sp>
          <p:nvSpPr>
            <p:cNvPr id="71" name="Freeform 62">
              <a:extLst>
                <a:ext uri="{FF2B5EF4-FFF2-40B4-BE49-F238E27FC236}">
                  <a16:creationId xmlns:a16="http://schemas.microsoft.com/office/drawing/2014/main" id="{C3411782-A6C6-440E-81FE-527C7A5CF71E}"/>
                </a:ext>
              </a:extLst>
            </p:cNvPr>
            <p:cNvSpPr>
              <a:spLocks/>
            </p:cNvSpPr>
            <p:nvPr/>
          </p:nvSpPr>
          <p:spPr bwMode="auto">
            <a:xfrm>
              <a:off x="3441" y="1605"/>
              <a:ext cx="265" cy="205"/>
            </a:xfrm>
            <a:custGeom>
              <a:avLst/>
              <a:gdLst>
                <a:gd name="T0" fmla="*/ 871 w 1415"/>
                <a:gd name="T1" fmla="*/ 1088 h 1088"/>
                <a:gd name="T2" fmla="*/ 0 w 1415"/>
                <a:gd name="T3" fmla="*/ 1088 h 1088"/>
                <a:gd name="T4" fmla="*/ 0 w 1415"/>
                <a:gd name="T5" fmla="*/ 0 h 1088"/>
                <a:gd name="T6" fmla="*/ 871 w 1415"/>
                <a:gd name="T7" fmla="*/ 0 h 1088"/>
                <a:gd name="T8" fmla="*/ 1415 w 1415"/>
                <a:gd name="T9" fmla="*/ 544 h 1088"/>
                <a:gd name="T10" fmla="*/ 871 w 1415"/>
                <a:gd name="T11" fmla="*/ 1088 h 1088"/>
              </a:gdLst>
              <a:ahLst/>
              <a:cxnLst>
                <a:cxn ang="0">
                  <a:pos x="T0" y="T1"/>
                </a:cxn>
                <a:cxn ang="0">
                  <a:pos x="T2" y="T3"/>
                </a:cxn>
                <a:cxn ang="0">
                  <a:pos x="T4" y="T5"/>
                </a:cxn>
                <a:cxn ang="0">
                  <a:pos x="T6" y="T7"/>
                </a:cxn>
                <a:cxn ang="0">
                  <a:pos x="T8" y="T9"/>
                </a:cxn>
                <a:cxn ang="0">
                  <a:pos x="T10" y="T11"/>
                </a:cxn>
              </a:cxnLst>
              <a:rect l="0" t="0" r="r" b="b"/>
              <a:pathLst>
                <a:path w="1415" h="1088">
                  <a:moveTo>
                    <a:pt x="871" y="1088"/>
                  </a:moveTo>
                  <a:lnTo>
                    <a:pt x="0" y="1088"/>
                  </a:lnTo>
                  <a:lnTo>
                    <a:pt x="0" y="0"/>
                  </a:lnTo>
                  <a:lnTo>
                    <a:pt x="871" y="0"/>
                  </a:lnTo>
                  <a:cubicBezTo>
                    <a:pt x="1172" y="0"/>
                    <a:pt x="1415" y="243"/>
                    <a:pt x="1415" y="544"/>
                  </a:cubicBezTo>
                  <a:cubicBezTo>
                    <a:pt x="1415" y="844"/>
                    <a:pt x="1172" y="1088"/>
                    <a:pt x="871" y="1088"/>
                  </a:cubicBezTo>
                  <a:close/>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2400">
                <a:latin typeface="+mn-lt"/>
              </a:endParaRPr>
            </a:p>
          </p:txBody>
        </p:sp>
        <p:sp>
          <p:nvSpPr>
            <p:cNvPr id="72" name="Freeform 63">
              <a:extLst>
                <a:ext uri="{FF2B5EF4-FFF2-40B4-BE49-F238E27FC236}">
                  <a16:creationId xmlns:a16="http://schemas.microsoft.com/office/drawing/2014/main" id="{8728D53D-033A-4AB6-9E81-D5A6E0A2CBF1}"/>
                </a:ext>
              </a:extLst>
            </p:cNvPr>
            <p:cNvSpPr>
              <a:spLocks/>
            </p:cNvSpPr>
            <p:nvPr/>
          </p:nvSpPr>
          <p:spPr bwMode="auto">
            <a:xfrm>
              <a:off x="1996" y="1656"/>
              <a:ext cx="1373" cy="428"/>
            </a:xfrm>
            <a:custGeom>
              <a:avLst/>
              <a:gdLst>
                <a:gd name="T0" fmla="*/ 0 w 1373"/>
                <a:gd name="T1" fmla="*/ 428 h 428"/>
                <a:gd name="T2" fmla="*/ 187 w 1373"/>
                <a:gd name="T3" fmla="*/ 428 h 428"/>
                <a:gd name="T4" fmla="*/ 187 w 1373"/>
                <a:gd name="T5" fmla="*/ 0 h 428"/>
                <a:gd name="T6" fmla="*/ 1373 w 1373"/>
                <a:gd name="T7" fmla="*/ 0 h 428"/>
              </a:gdLst>
              <a:ahLst/>
              <a:cxnLst>
                <a:cxn ang="0">
                  <a:pos x="T0" y="T1"/>
                </a:cxn>
                <a:cxn ang="0">
                  <a:pos x="T2" y="T3"/>
                </a:cxn>
                <a:cxn ang="0">
                  <a:pos x="T4" y="T5"/>
                </a:cxn>
                <a:cxn ang="0">
                  <a:pos x="T6" y="T7"/>
                </a:cxn>
              </a:cxnLst>
              <a:rect l="0" t="0" r="r" b="b"/>
              <a:pathLst>
                <a:path w="1373" h="428">
                  <a:moveTo>
                    <a:pt x="0" y="428"/>
                  </a:moveTo>
                  <a:lnTo>
                    <a:pt x="187" y="428"/>
                  </a:lnTo>
                  <a:lnTo>
                    <a:pt x="187" y="0"/>
                  </a:lnTo>
                  <a:lnTo>
                    <a:pt x="1373" y="0"/>
                  </a:lnTo>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2400">
                <a:latin typeface="+mn-lt"/>
              </a:endParaRPr>
            </a:p>
          </p:txBody>
        </p:sp>
        <p:sp>
          <p:nvSpPr>
            <p:cNvPr id="73" name="Freeform 64">
              <a:extLst>
                <a:ext uri="{FF2B5EF4-FFF2-40B4-BE49-F238E27FC236}">
                  <a16:creationId xmlns:a16="http://schemas.microsoft.com/office/drawing/2014/main" id="{DD30D436-59F6-47B7-994C-BDAB7670B9CC}"/>
                </a:ext>
              </a:extLst>
            </p:cNvPr>
            <p:cNvSpPr>
              <a:spLocks/>
            </p:cNvSpPr>
            <p:nvPr/>
          </p:nvSpPr>
          <p:spPr bwMode="auto">
            <a:xfrm>
              <a:off x="3330" y="1759"/>
              <a:ext cx="39" cy="284"/>
            </a:xfrm>
            <a:custGeom>
              <a:avLst/>
              <a:gdLst>
                <a:gd name="T0" fmla="*/ 39 w 39"/>
                <a:gd name="T1" fmla="*/ 0 h 284"/>
                <a:gd name="T2" fmla="*/ 0 w 39"/>
                <a:gd name="T3" fmla="*/ 0 h 284"/>
                <a:gd name="T4" fmla="*/ 0 w 39"/>
                <a:gd name="T5" fmla="*/ 284 h 284"/>
              </a:gdLst>
              <a:ahLst/>
              <a:cxnLst>
                <a:cxn ang="0">
                  <a:pos x="T0" y="T1"/>
                </a:cxn>
                <a:cxn ang="0">
                  <a:pos x="T2" y="T3"/>
                </a:cxn>
                <a:cxn ang="0">
                  <a:pos x="T4" y="T5"/>
                </a:cxn>
              </a:cxnLst>
              <a:rect l="0" t="0" r="r" b="b"/>
              <a:pathLst>
                <a:path w="39" h="284">
                  <a:moveTo>
                    <a:pt x="39" y="0"/>
                  </a:moveTo>
                  <a:lnTo>
                    <a:pt x="0" y="0"/>
                  </a:lnTo>
                  <a:lnTo>
                    <a:pt x="0" y="284"/>
                  </a:lnTo>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2400">
                <a:latin typeface="+mn-lt"/>
              </a:endParaRPr>
            </a:p>
          </p:txBody>
        </p:sp>
        <p:sp>
          <p:nvSpPr>
            <p:cNvPr id="74" name="Oval 65">
              <a:extLst>
                <a:ext uri="{FF2B5EF4-FFF2-40B4-BE49-F238E27FC236}">
                  <a16:creationId xmlns:a16="http://schemas.microsoft.com/office/drawing/2014/main" id="{5140296E-1580-4B30-AF0E-1015B4CF89A5}"/>
                </a:ext>
              </a:extLst>
            </p:cNvPr>
            <p:cNvSpPr>
              <a:spLocks noChangeArrowheads="1"/>
            </p:cNvSpPr>
            <p:nvPr/>
          </p:nvSpPr>
          <p:spPr bwMode="auto">
            <a:xfrm>
              <a:off x="3313" y="2026"/>
              <a:ext cx="33" cy="33"/>
            </a:xfrm>
            <a:prstGeom prst="ellipse">
              <a:avLst/>
            </a:prstGeom>
            <a:solidFill>
              <a:srgbClr val="0000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sz="2400">
                <a:latin typeface="+mn-lt"/>
              </a:endParaRPr>
            </a:p>
          </p:txBody>
        </p:sp>
        <p:sp>
          <p:nvSpPr>
            <p:cNvPr id="75" name="Line 66">
              <a:extLst>
                <a:ext uri="{FF2B5EF4-FFF2-40B4-BE49-F238E27FC236}">
                  <a16:creationId xmlns:a16="http://schemas.microsoft.com/office/drawing/2014/main" id="{E3FD337D-581F-4D47-B0FB-A16C9D3D09D3}"/>
                </a:ext>
              </a:extLst>
            </p:cNvPr>
            <p:cNvSpPr>
              <a:spLocks noChangeShapeType="1"/>
            </p:cNvSpPr>
            <p:nvPr/>
          </p:nvSpPr>
          <p:spPr bwMode="auto">
            <a:xfrm>
              <a:off x="3778" y="1708"/>
              <a:ext cx="181" cy="0"/>
            </a:xfrm>
            <a:prstGeom prst="line">
              <a:avLst/>
            </a:prstGeom>
            <a:noFill/>
            <a:ln w="1588"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400">
                <a:latin typeface="+mn-lt"/>
              </a:endParaRPr>
            </a:p>
          </p:txBody>
        </p:sp>
        <p:sp>
          <p:nvSpPr>
            <p:cNvPr id="76" name="Rectangle 67">
              <a:extLst>
                <a:ext uri="{FF2B5EF4-FFF2-40B4-BE49-F238E27FC236}">
                  <a16:creationId xmlns:a16="http://schemas.microsoft.com/office/drawing/2014/main" id="{40D7E288-58E7-4339-988A-0010D2CC0D5D}"/>
                </a:ext>
              </a:extLst>
            </p:cNvPr>
            <p:cNvSpPr>
              <a:spLocks noChangeArrowheads="1"/>
            </p:cNvSpPr>
            <p:nvPr/>
          </p:nvSpPr>
          <p:spPr bwMode="auto">
            <a:xfrm>
              <a:off x="4001" y="1592"/>
              <a:ext cx="8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0" i="0" u="none" strike="noStrike" cap="none" normalizeH="0" baseline="0" dirty="0">
                  <a:ln>
                    <a:noFill/>
                  </a:ln>
                  <a:solidFill>
                    <a:srgbClr val="000000"/>
                  </a:solidFill>
                  <a:effectLst/>
                  <a:latin typeface="+mn-lt"/>
                </a:rPr>
                <a:t>Z</a:t>
              </a:r>
              <a:endParaRPr kumimoji="0" lang="zh-CN" altLang="zh-CN" sz="2400" b="0" i="0" u="none" strike="noStrike" cap="none" normalizeH="0" baseline="0" dirty="0">
                <a:ln>
                  <a:noFill/>
                </a:ln>
                <a:solidFill>
                  <a:schemeClr val="tx1"/>
                </a:solidFill>
                <a:effectLst/>
                <a:latin typeface="+mn-lt"/>
              </a:endParaRPr>
            </a:p>
          </p:txBody>
        </p:sp>
        <p:sp>
          <p:nvSpPr>
            <p:cNvPr id="77" name="Line 51">
              <a:extLst>
                <a:ext uri="{FF2B5EF4-FFF2-40B4-BE49-F238E27FC236}">
                  <a16:creationId xmlns:a16="http://schemas.microsoft.com/office/drawing/2014/main" id="{B05AF491-1B98-443E-BC6F-50821AB6D0DB}"/>
                </a:ext>
              </a:extLst>
            </p:cNvPr>
            <p:cNvSpPr>
              <a:spLocks noChangeShapeType="1"/>
            </p:cNvSpPr>
            <p:nvPr/>
          </p:nvSpPr>
          <p:spPr bwMode="auto">
            <a:xfrm flipH="1" flipV="1">
              <a:off x="3823" y="2094"/>
              <a:ext cx="91" cy="0"/>
            </a:xfrm>
            <a:prstGeom prst="line">
              <a:avLst/>
            </a:prstGeom>
            <a:noFill/>
            <a:ln w="1588"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400">
                <a:latin typeface="+mn-lt"/>
              </a:endParaRPr>
            </a:p>
          </p:txBody>
        </p:sp>
      </p:grpSp>
    </p:spTree>
    <p:extLst>
      <p:ext uri="{BB962C8B-B14F-4D97-AF65-F5344CB8AC3E}">
        <p14:creationId xmlns:p14="http://schemas.microsoft.com/office/powerpoint/2010/main" val="387737306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2391F40C-B6EE-AF43-B7EF-0A099355B080}"/>
              </a:ext>
            </a:extLst>
          </p:cNvPr>
          <p:cNvSpPr>
            <a:spLocks noGrp="1"/>
          </p:cNvSpPr>
          <p:nvPr>
            <p:ph type="sldNum" sz="quarter" idx="12"/>
          </p:nvPr>
        </p:nvSpPr>
        <p:spPr/>
        <p:txBody>
          <a:bodyPr/>
          <a:lstStyle/>
          <a:p>
            <a:pPr>
              <a:defRPr/>
            </a:pPr>
            <a:fld id="{3259D7DD-E1BE-4482-9234-29898EB39847}" type="slidenum">
              <a:rPr lang="en-US" altLang="zh-CN" smtClean="0"/>
              <a:pPr>
                <a:defRPr/>
              </a:pPr>
              <a:t>89</a:t>
            </a:fld>
            <a:endParaRPr lang="en-US" altLang="zh-CN" dirty="0"/>
          </a:p>
        </p:txBody>
      </p:sp>
      <p:sp>
        <p:nvSpPr>
          <p:cNvPr id="3" name="内容占位符 2">
            <a:extLst>
              <a:ext uri="{FF2B5EF4-FFF2-40B4-BE49-F238E27FC236}">
                <a16:creationId xmlns:a16="http://schemas.microsoft.com/office/drawing/2014/main" id="{0E9AEAAE-ED8D-D948-9D1B-DDC5D025FB5D}"/>
              </a:ext>
            </a:extLst>
          </p:cNvPr>
          <p:cNvSpPr>
            <a:spLocks noGrp="1"/>
          </p:cNvSpPr>
          <p:nvPr>
            <p:ph idx="4294967295"/>
          </p:nvPr>
        </p:nvSpPr>
        <p:spPr>
          <a:xfrm>
            <a:off x="457200" y="1447800"/>
            <a:ext cx="7886700" cy="4351338"/>
          </a:xfrm>
        </p:spPr>
        <p:txBody>
          <a:bodyPr/>
          <a:lstStyle/>
          <a:p>
            <a:r>
              <a:rPr lang="zh-CN" altLang="en-US" sz="2800" b="0" dirty="0">
                <a:latin typeface="Arial" panose="020B0604020202020204" pitchFamily="34" charset="0"/>
                <a:ea typeface="SimHei" panose="02010609060101010101" pitchFamily="49" charset="-122"/>
                <a:cs typeface="Arial" panose="020B0604020202020204" pitchFamily="34" charset="0"/>
              </a:rPr>
              <a:t>在上例模五计数器中</a:t>
            </a:r>
            <a:endParaRPr lang="en-US" altLang="zh-CN" sz="2800" b="0" dirty="0">
              <a:latin typeface="Arial" panose="020B0604020202020204" pitchFamily="34" charset="0"/>
              <a:ea typeface="SimHei" panose="02010609060101010101" pitchFamily="49" charset="-122"/>
              <a:cs typeface="Arial" panose="020B0604020202020204" pitchFamily="34" charset="0"/>
            </a:endParaRPr>
          </a:p>
          <a:p>
            <a:pPr lvl="1"/>
            <a:r>
              <a:rPr lang="zh-CN" altLang="en-US" sz="2400" b="0" dirty="0">
                <a:latin typeface="Arial" panose="020B0604020202020204" pitchFamily="34" charset="0"/>
                <a:ea typeface="SimHei" panose="02010609060101010101" pitchFamily="49" charset="-122"/>
                <a:cs typeface="Arial" panose="020B0604020202020204" pitchFamily="34" charset="0"/>
              </a:rPr>
              <a:t>状态转移</a:t>
            </a:r>
            <a:r>
              <a:rPr lang="en-US" altLang="zh-CN" sz="2400" b="0" dirty="0">
                <a:latin typeface="Arial" panose="020B0604020202020204" pitchFamily="34" charset="0"/>
                <a:ea typeface="SimHei" panose="02010609060101010101" pitchFamily="49" charset="-122"/>
                <a:cs typeface="Arial" panose="020B0604020202020204" pitchFamily="34" charset="0"/>
              </a:rPr>
              <a:t>: 000</a:t>
            </a:r>
            <a:r>
              <a:rPr lang="en-US" altLang="zh-CN" sz="2400" b="0" dirty="0">
                <a:latin typeface="Arial" panose="020B0604020202020204" pitchFamily="34" charset="0"/>
                <a:ea typeface="SimHei" panose="02010609060101010101" pitchFamily="49" charset="-122"/>
                <a:cs typeface="Arial" panose="020B0604020202020204" pitchFamily="34" charset="0"/>
                <a:sym typeface="Symbol" pitchFamily="18" charset="2"/>
              </a:rPr>
              <a:t></a:t>
            </a:r>
            <a:r>
              <a:rPr lang="en-US" altLang="zh-CN" sz="2400" b="0" dirty="0">
                <a:latin typeface="Arial" panose="020B0604020202020204" pitchFamily="34" charset="0"/>
                <a:ea typeface="SimHei" panose="02010609060101010101" pitchFamily="49" charset="-122"/>
                <a:cs typeface="Arial" panose="020B0604020202020204" pitchFamily="34" charset="0"/>
              </a:rPr>
              <a:t>010</a:t>
            </a:r>
            <a:r>
              <a:rPr lang="en-US" altLang="zh-CN" sz="2400" b="0" dirty="0">
                <a:latin typeface="Arial" panose="020B0604020202020204" pitchFamily="34" charset="0"/>
                <a:ea typeface="SimHei" panose="02010609060101010101" pitchFamily="49" charset="-122"/>
                <a:cs typeface="Arial" panose="020B0604020202020204" pitchFamily="34" charset="0"/>
                <a:sym typeface="Symbol" pitchFamily="18" charset="2"/>
              </a:rPr>
              <a:t></a:t>
            </a:r>
            <a:r>
              <a:rPr lang="en-US" altLang="zh-CN" sz="2400" b="0" dirty="0">
                <a:latin typeface="Arial" panose="020B0604020202020204" pitchFamily="34" charset="0"/>
                <a:ea typeface="SimHei" panose="02010609060101010101" pitchFamily="49" charset="-122"/>
                <a:cs typeface="Arial" panose="020B0604020202020204" pitchFamily="34" charset="0"/>
              </a:rPr>
              <a:t>011</a:t>
            </a:r>
            <a:r>
              <a:rPr lang="en-US" altLang="zh-CN" sz="2400" b="0" dirty="0">
                <a:latin typeface="Arial" panose="020B0604020202020204" pitchFamily="34" charset="0"/>
                <a:ea typeface="SimHei" panose="02010609060101010101" pitchFamily="49" charset="-122"/>
                <a:cs typeface="Arial" panose="020B0604020202020204" pitchFamily="34" charset="0"/>
                <a:sym typeface="Symbol" pitchFamily="18" charset="2"/>
              </a:rPr>
              <a:t>1</a:t>
            </a:r>
            <a:r>
              <a:rPr lang="en-US" altLang="zh-CN" sz="2400" b="0" dirty="0">
                <a:latin typeface="Arial" panose="020B0604020202020204" pitchFamily="34" charset="0"/>
                <a:ea typeface="SimHei" panose="02010609060101010101" pitchFamily="49" charset="-122"/>
                <a:cs typeface="Arial" panose="020B0604020202020204" pitchFamily="34" charset="0"/>
              </a:rPr>
              <a:t>01</a:t>
            </a:r>
            <a:r>
              <a:rPr lang="en-US" altLang="zh-CN" sz="2400" b="0" dirty="0">
                <a:latin typeface="Arial" panose="020B0604020202020204" pitchFamily="34" charset="0"/>
                <a:ea typeface="SimHei" panose="02010609060101010101" pitchFamily="49" charset="-122"/>
                <a:cs typeface="Arial" panose="020B0604020202020204" pitchFamily="34" charset="0"/>
                <a:sym typeface="Symbol" pitchFamily="18" charset="2"/>
              </a:rPr>
              <a:t>11</a:t>
            </a:r>
            <a:r>
              <a:rPr lang="en-US" altLang="zh-CN" sz="2400" b="0" dirty="0">
                <a:latin typeface="Arial" panose="020B0604020202020204" pitchFamily="34" charset="0"/>
                <a:ea typeface="SimHei" panose="02010609060101010101" pitchFamily="49" charset="-122"/>
                <a:cs typeface="Arial" panose="020B0604020202020204" pitchFamily="34" charset="0"/>
              </a:rPr>
              <a:t>0</a:t>
            </a:r>
            <a:r>
              <a:rPr lang="en-US" altLang="zh-CN" sz="2400" b="0" dirty="0">
                <a:latin typeface="Arial" panose="020B0604020202020204" pitchFamily="34" charset="0"/>
                <a:ea typeface="SimHei" panose="02010609060101010101" pitchFamily="49" charset="-122"/>
                <a:cs typeface="Arial" panose="020B0604020202020204" pitchFamily="34" charset="0"/>
                <a:sym typeface="Symbol" pitchFamily="18" charset="2"/>
              </a:rPr>
              <a:t></a:t>
            </a:r>
            <a:r>
              <a:rPr lang="en-US" altLang="zh-CN" sz="2400" b="0" dirty="0">
                <a:latin typeface="Arial" panose="020B0604020202020204" pitchFamily="34" charset="0"/>
                <a:ea typeface="SimHei" panose="02010609060101010101" pitchFamily="49" charset="-122"/>
                <a:cs typeface="Arial" panose="020B0604020202020204" pitchFamily="34" charset="0"/>
              </a:rPr>
              <a:t>000</a:t>
            </a:r>
          </a:p>
          <a:p>
            <a:pPr lvl="1"/>
            <a:r>
              <a:rPr lang="zh-CN" altLang="en-US" sz="2400" b="0" dirty="0">
                <a:latin typeface="Arial" panose="020B0604020202020204" pitchFamily="34" charset="0"/>
                <a:ea typeface="SimHei" panose="02010609060101010101" pitchFamily="49" charset="-122"/>
                <a:cs typeface="Arial" panose="020B0604020202020204" pitchFamily="34" charset="0"/>
              </a:rPr>
              <a:t>无关项</a:t>
            </a:r>
            <a:r>
              <a:rPr lang="en-US" altLang="zh-CN" sz="2400" b="0" dirty="0">
                <a:latin typeface="Arial" panose="020B0604020202020204" pitchFamily="34" charset="0"/>
                <a:ea typeface="SimHei" panose="02010609060101010101" pitchFamily="49" charset="-122"/>
                <a:cs typeface="Arial" panose="020B0604020202020204" pitchFamily="34" charset="0"/>
              </a:rPr>
              <a:t>: 001, 100,</a:t>
            </a:r>
            <a:r>
              <a:rPr lang="zh-CN" altLang="en-US" sz="2400" b="0" dirty="0">
                <a:latin typeface="Arial" panose="020B0604020202020204" pitchFamily="34" charset="0"/>
                <a:ea typeface="SimHei" panose="02010609060101010101" pitchFamily="49" charset="-122"/>
                <a:cs typeface="Arial" panose="020B0604020202020204" pitchFamily="34" charset="0"/>
              </a:rPr>
              <a:t> </a:t>
            </a:r>
            <a:r>
              <a:rPr lang="en-US" altLang="zh-CN" sz="2400" b="0" dirty="0">
                <a:latin typeface="Arial" panose="020B0604020202020204" pitchFamily="34" charset="0"/>
                <a:ea typeface="SimHei" panose="02010609060101010101" pitchFamily="49" charset="-122"/>
                <a:cs typeface="Arial" panose="020B0604020202020204" pitchFamily="34" charset="0"/>
              </a:rPr>
              <a:t>111</a:t>
            </a:r>
          </a:p>
          <a:p>
            <a:r>
              <a:rPr lang="zh-CN" altLang="en-US" sz="2800" b="0" dirty="0">
                <a:latin typeface="Arial" panose="020B0604020202020204" pitchFamily="34" charset="0"/>
                <a:ea typeface="SimHei" panose="02010609060101010101" pitchFamily="49" charset="-122"/>
                <a:cs typeface="Arial" panose="020B0604020202020204" pitchFamily="34" charset="0"/>
              </a:rPr>
              <a:t>如果计数器初始化为上述三个状态之一？</a:t>
            </a:r>
            <a:endParaRPr lang="en-US" altLang="zh-CN" sz="2800" b="0" dirty="0">
              <a:latin typeface="Arial" panose="020B0604020202020204" pitchFamily="34" charset="0"/>
              <a:ea typeface="SimHei" panose="02010609060101010101" pitchFamily="49" charset="-122"/>
              <a:cs typeface="Arial" panose="020B0604020202020204" pitchFamily="34" charset="0"/>
            </a:endParaRPr>
          </a:p>
        </p:txBody>
      </p:sp>
      <p:sp>
        <p:nvSpPr>
          <p:cNvPr id="5" name="Title 4">
            <a:extLst>
              <a:ext uri="{FF2B5EF4-FFF2-40B4-BE49-F238E27FC236}">
                <a16:creationId xmlns:a16="http://schemas.microsoft.com/office/drawing/2014/main" id="{6428287C-F497-F683-5E74-3E270AC99527}"/>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kumimoji="1" lang="zh-CN" altLang="en-US" dirty="0"/>
              <a:t>计数器的自启动问题</a:t>
            </a:r>
            <a:endParaRPr lang="en-CN" altLang="zh-CN" sz="4000" dirty="0">
              <a:solidFill>
                <a:srgbClr val="0000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4474231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2391F40C-B6EE-AF43-B7EF-0A099355B080}"/>
              </a:ext>
            </a:extLst>
          </p:cNvPr>
          <p:cNvSpPr>
            <a:spLocks noGrp="1"/>
          </p:cNvSpPr>
          <p:nvPr>
            <p:ph type="sldNum" sz="quarter" idx="12"/>
          </p:nvPr>
        </p:nvSpPr>
        <p:spPr/>
        <p:txBody>
          <a:bodyPr/>
          <a:lstStyle/>
          <a:p>
            <a:pPr>
              <a:defRPr/>
            </a:pPr>
            <a:fld id="{3259D7DD-E1BE-4482-9234-29898EB39847}" type="slidenum">
              <a:rPr lang="en-US" altLang="zh-CN" smtClean="0"/>
              <a:pPr>
                <a:defRPr/>
              </a:pPr>
              <a:t>90</a:t>
            </a:fld>
            <a:endParaRPr lang="en-US" altLang="zh-CN" dirty="0"/>
          </a:p>
        </p:txBody>
      </p:sp>
      <p:sp>
        <p:nvSpPr>
          <p:cNvPr id="3" name="内容占位符 2">
            <a:extLst>
              <a:ext uri="{FF2B5EF4-FFF2-40B4-BE49-F238E27FC236}">
                <a16:creationId xmlns:a16="http://schemas.microsoft.com/office/drawing/2014/main" id="{0E9AEAAE-ED8D-D948-9D1B-DDC5D025FB5D}"/>
              </a:ext>
            </a:extLst>
          </p:cNvPr>
          <p:cNvSpPr>
            <a:spLocks noGrp="1"/>
          </p:cNvSpPr>
          <p:nvPr>
            <p:ph idx="4294967295"/>
          </p:nvPr>
        </p:nvSpPr>
        <p:spPr>
          <a:xfrm>
            <a:off x="457200" y="1465262"/>
            <a:ext cx="8305800" cy="5256213"/>
          </a:xfrm>
        </p:spPr>
        <p:txBody>
          <a:bodyPr>
            <a:normAutofit/>
          </a:bodyPr>
          <a:lstStyle/>
          <a:p>
            <a:r>
              <a:rPr lang="zh-CN" altLang="en-US" sz="2800" b="0" dirty="0">
                <a:latin typeface="Arial" panose="020B0604020202020204" pitchFamily="34" charset="0"/>
                <a:ea typeface="SimHei" panose="02010609060101010101" pitchFamily="49" charset="-122"/>
                <a:cs typeface="Arial" panose="020B0604020202020204" pitchFamily="34" charset="0"/>
              </a:rPr>
              <a:t>自启动</a:t>
            </a:r>
            <a:endParaRPr lang="en-US" altLang="zh-CN" sz="2800" b="0" dirty="0">
              <a:latin typeface="Arial" panose="020B0604020202020204" pitchFamily="34" charset="0"/>
              <a:ea typeface="SimHei" panose="02010609060101010101" pitchFamily="49" charset="-122"/>
              <a:cs typeface="Arial" panose="020B0604020202020204" pitchFamily="34" charset="0"/>
            </a:endParaRPr>
          </a:p>
          <a:p>
            <a:pPr lvl="1"/>
            <a:r>
              <a:rPr lang="zh-CN" altLang="en-US" sz="2400" b="0" dirty="0">
                <a:latin typeface="Arial" panose="020B0604020202020204" pitchFamily="34" charset="0"/>
                <a:ea typeface="SimHei" panose="02010609060101010101" pitchFamily="49" charset="-122"/>
                <a:cs typeface="Arial" panose="020B0604020202020204" pitchFamily="34" charset="0"/>
              </a:rPr>
              <a:t>处在</a:t>
            </a:r>
            <a:r>
              <a:rPr lang="zh-CN" altLang="en-US" sz="2400" b="0" dirty="0">
                <a:solidFill>
                  <a:srgbClr val="3333FF"/>
                </a:solidFill>
                <a:latin typeface="Arial" panose="020B0604020202020204" pitchFamily="34" charset="0"/>
                <a:ea typeface="SimHei" panose="02010609060101010101" pitchFamily="49" charset="-122"/>
                <a:cs typeface="Arial" panose="020B0604020202020204" pitchFamily="34" charset="0"/>
              </a:rPr>
              <a:t>非正常工作状态</a:t>
            </a:r>
            <a:r>
              <a:rPr lang="zh-CN" altLang="en-US" sz="2400" b="0" dirty="0">
                <a:latin typeface="Arial" panose="020B0604020202020204" pitchFamily="34" charset="0"/>
                <a:ea typeface="SimHei" panose="02010609060101010101" pitchFamily="49" charset="-122"/>
                <a:cs typeface="Arial" panose="020B0604020202020204" pitchFamily="34" charset="0"/>
              </a:rPr>
              <a:t>时如果能够经过</a:t>
            </a:r>
            <a:r>
              <a:rPr lang="zh-CN" altLang="en-US" sz="2400" b="0" dirty="0">
                <a:solidFill>
                  <a:srgbClr val="3333FF"/>
                </a:solidFill>
                <a:latin typeface="Arial" panose="020B0604020202020204" pitchFamily="34" charset="0"/>
                <a:ea typeface="SimHei" panose="02010609060101010101" pitchFamily="49" charset="-122"/>
                <a:cs typeface="Arial" panose="020B0604020202020204" pitchFamily="34" charset="0"/>
              </a:rPr>
              <a:t>有限次状态转换</a:t>
            </a:r>
            <a:r>
              <a:rPr lang="zh-CN" altLang="en-US" sz="2400" b="0" dirty="0">
                <a:latin typeface="Arial" panose="020B0604020202020204" pitchFamily="34" charset="0"/>
                <a:ea typeface="SimHei" panose="02010609060101010101" pitchFamily="49" charset="-122"/>
                <a:cs typeface="Arial" panose="020B0604020202020204" pitchFamily="34" charset="0"/>
              </a:rPr>
              <a:t>进入</a:t>
            </a:r>
            <a:r>
              <a:rPr lang="zh-CN" altLang="en-US" sz="2400" b="0" dirty="0">
                <a:solidFill>
                  <a:srgbClr val="3333FF"/>
                </a:solidFill>
                <a:latin typeface="Arial" panose="020B0604020202020204" pitchFamily="34" charset="0"/>
                <a:ea typeface="SimHei" panose="02010609060101010101" pitchFamily="49" charset="-122"/>
                <a:cs typeface="Arial" panose="020B0604020202020204" pitchFamily="34" charset="0"/>
              </a:rPr>
              <a:t>正常工作状态</a:t>
            </a:r>
            <a:endParaRPr lang="en-US" altLang="zh-CN" sz="2400" b="0" dirty="0">
              <a:solidFill>
                <a:srgbClr val="3333FF"/>
              </a:solidFill>
              <a:latin typeface="Arial" panose="020B0604020202020204" pitchFamily="34" charset="0"/>
              <a:ea typeface="SimHei" panose="02010609060101010101" pitchFamily="49" charset="-122"/>
              <a:cs typeface="Arial" panose="020B0604020202020204" pitchFamily="34" charset="0"/>
            </a:endParaRPr>
          </a:p>
          <a:p>
            <a:r>
              <a:rPr lang="zh-CN" altLang="en-US" sz="2800" b="0" dirty="0">
                <a:latin typeface="Arial" panose="020B0604020202020204" pitchFamily="34" charset="0"/>
                <a:ea typeface="SimHei" panose="02010609060101010101" pitchFamily="49" charset="-122"/>
                <a:cs typeface="Arial" panose="020B0604020202020204" pitchFamily="34" charset="0"/>
              </a:rPr>
              <a:t>计数器例子</a:t>
            </a:r>
            <a:endParaRPr lang="en-US" altLang="zh-CN" sz="2800" b="0" dirty="0">
              <a:latin typeface="Arial" panose="020B0604020202020204" pitchFamily="34" charset="0"/>
              <a:ea typeface="SimHei" panose="02010609060101010101" pitchFamily="49" charset="-122"/>
              <a:cs typeface="Arial" panose="020B0604020202020204" pitchFamily="34" charset="0"/>
            </a:endParaRPr>
          </a:p>
          <a:p>
            <a:pPr lvl="1"/>
            <a:r>
              <a:rPr lang="zh-CN" altLang="en-US" sz="2400" b="0" dirty="0">
                <a:latin typeface="Arial" panose="020B0604020202020204" pitchFamily="34" charset="0"/>
                <a:ea typeface="SimHei" panose="02010609060101010101" pitchFamily="49" charset="-122"/>
                <a:cs typeface="Arial" panose="020B0604020202020204" pitchFamily="34" charset="0"/>
              </a:rPr>
              <a:t>非正常工作状态</a:t>
            </a:r>
            <a:r>
              <a:rPr lang="en-US" altLang="zh-CN" sz="2400" b="0" dirty="0">
                <a:latin typeface="Arial" panose="020B0604020202020204" pitchFamily="34" charset="0"/>
                <a:ea typeface="SimHei" panose="02010609060101010101" pitchFamily="49" charset="-122"/>
                <a:cs typeface="Arial" panose="020B0604020202020204" pitchFamily="34" charset="0"/>
              </a:rPr>
              <a:t>: 001, 100, 111</a:t>
            </a:r>
          </a:p>
          <a:p>
            <a:pPr lvl="1"/>
            <a:r>
              <a:rPr lang="zh-CN" altLang="en-US" sz="2400" b="0" dirty="0">
                <a:latin typeface="Arial" panose="020B0604020202020204" pitchFamily="34" charset="0"/>
                <a:ea typeface="SimHei" panose="02010609060101010101" pitchFamily="49" charset="-122"/>
                <a:cs typeface="Arial" panose="020B0604020202020204" pitchFamily="34" charset="0"/>
              </a:rPr>
              <a:t>正常工作状态</a:t>
            </a:r>
            <a:r>
              <a:rPr lang="en-US" altLang="zh-CN" sz="2400" b="0" dirty="0">
                <a:latin typeface="Arial" panose="020B0604020202020204" pitchFamily="34" charset="0"/>
                <a:ea typeface="SimHei" panose="02010609060101010101" pitchFamily="49" charset="-122"/>
                <a:cs typeface="Arial" panose="020B0604020202020204" pitchFamily="34" charset="0"/>
              </a:rPr>
              <a:t>:</a:t>
            </a:r>
            <a:r>
              <a:rPr lang="zh-CN" altLang="en-US" sz="2400" b="0" dirty="0">
                <a:latin typeface="Arial" panose="020B0604020202020204" pitchFamily="34" charset="0"/>
                <a:ea typeface="SimHei" panose="02010609060101010101" pitchFamily="49" charset="-122"/>
                <a:cs typeface="Arial" panose="020B0604020202020204" pitchFamily="34" charset="0"/>
              </a:rPr>
              <a:t>其他五个状态</a:t>
            </a:r>
            <a:endParaRPr lang="en-US" altLang="zh-CN" sz="2400" b="0" dirty="0">
              <a:latin typeface="Arial" panose="020B0604020202020204" pitchFamily="34" charset="0"/>
              <a:ea typeface="SimHei" panose="02010609060101010101" pitchFamily="49" charset="-122"/>
              <a:cs typeface="Arial" panose="020B0604020202020204" pitchFamily="34" charset="0"/>
            </a:endParaRPr>
          </a:p>
          <a:p>
            <a:pPr lvl="1"/>
            <a:r>
              <a:rPr lang="zh-CN" altLang="en-US" sz="2400" b="0" dirty="0">
                <a:latin typeface="Arial" panose="020B0604020202020204" pitchFamily="34" charset="0"/>
                <a:ea typeface="SimHei" panose="02010609060101010101" pitchFamily="49" charset="-122"/>
                <a:cs typeface="Arial" panose="020B0604020202020204" pitchFamily="34" charset="0"/>
              </a:rPr>
              <a:t>无需其他干预</a:t>
            </a:r>
            <a:endParaRPr lang="en-US" altLang="zh-CN" sz="2400" b="0" dirty="0">
              <a:latin typeface="Arial" panose="020B0604020202020204" pitchFamily="34" charset="0"/>
              <a:ea typeface="SimHei" panose="02010609060101010101" pitchFamily="49" charset="-122"/>
              <a:cs typeface="Arial" panose="020B0604020202020204" pitchFamily="34" charset="0"/>
            </a:endParaRPr>
          </a:p>
          <a:p>
            <a:pPr lvl="2"/>
            <a:r>
              <a:rPr lang="zh-CN" altLang="en-US" b="0" dirty="0">
                <a:latin typeface="Arial" panose="020B0604020202020204" pitchFamily="34" charset="0"/>
                <a:ea typeface="SimHei" panose="02010609060101010101" pitchFamily="49" charset="-122"/>
                <a:cs typeface="Arial" panose="020B0604020202020204" pitchFamily="34" charset="0"/>
              </a:rPr>
              <a:t>不需要人为对计数器设置初值</a:t>
            </a:r>
          </a:p>
        </p:txBody>
      </p:sp>
      <p:sp>
        <p:nvSpPr>
          <p:cNvPr id="5" name="Rectangle 4">
            <a:extLst>
              <a:ext uri="{FF2B5EF4-FFF2-40B4-BE49-F238E27FC236}">
                <a16:creationId xmlns:a16="http://schemas.microsoft.com/office/drawing/2014/main" id="{350D49E7-7AB0-394A-AA30-775361525ACC}"/>
              </a:ext>
            </a:extLst>
          </p:cNvPr>
          <p:cNvSpPr/>
          <p:nvPr/>
        </p:nvSpPr>
        <p:spPr>
          <a:xfrm>
            <a:off x="6168502" y="2660590"/>
            <a:ext cx="2567725" cy="796436"/>
          </a:xfrm>
          <a:prstGeom prst="rect">
            <a:avLst/>
          </a:prstGeom>
          <a:solidFill>
            <a:schemeClr val="bg1">
              <a:lumMod val="85000"/>
            </a:schemeClr>
          </a:solidFill>
        </p:spPr>
        <p:txBody>
          <a:bodyPr wrap="square">
            <a:spAutoFit/>
          </a:bodyPr>
          <a:lstStyle/>
          <a:p>
            <a:pPr marL="320675" lvl="1" indent="-269875" algn="l" defTabSz="685800" fontAlgn="auto">
              <a:lnSpc>
                <a:spcPct val="120000"/>
              </a:lnSpc>
              <a:spcBef>
                <a:spcPts val="0"/>
              </a:spcBef>
              <a:spcAft>
                <a:spcPts val="0"/>
              </a:spcAft>
              <a:buFont typeface="Wingdings" pitchFamily="2" charset="2"/>
              <a:buChar char="ü"/>
            </a:pPr>
            <a:r>
              <a:rPr lang="en-US" altLang="zh-CN" sz="2000" b="0" dirty="0">
                <a:solidFill>
                  <a:srgbClr val="000000"/>
                </a:solidFill>
                <a:latin typeface="Arial" panose="020B0604020202020204"/>
                <a:ea typeface="Microsoft YaHei" charset="0"/>
              </a:rPr>
              <a:t>000</a:t>
            </a:r>
            <a:r>
              <a:rPr lang="en-US" altLang="zh-CN" sz="2000" b="0" dirty="0">
                <a:solidFill>
                  <a:srgbClr val="000000"/>
                </a:solidFill>
                <a:latin typeface="Arial" panose="020B0604020202020204"/>
                <a:ea typeface="Microsoft YaHei" charset="0"/>
                <a:sym typeface="Symbol" pitchFamily="18" charset="2"/>
              </a:rPr>
              <a:t></a:t>
            </a:r>
            <a:r>
              <a:rPr lang="en-US" altLang="zh-CN" sz="2000" b="0" dirty="0">
                <a:solidFill>
                  <a:srgbClr val="000000"/>
                </a:solidFill>
                <a:latin typeface="Arial" panose="020B0604020202020204"/>
                <a:ea typeface="Microsoft YaHei" charset="0"/>
              </a:rPr>
              <a:t>010</a:t>
            </a:r>
            <a:r>
              <a:rPr lang="en-US" altLang="zh-CN" sz="2000" b="0" dirty="0">
                <a:solidFill>
                  <a:srgbClr val="000000"/>
                </a:solidFill>
                <a:latin typeface="Arial" panose="020B0604020202020204"/>
                <a:ea typeface="Microsoft YaHei" charset="0"/>
                <a:sym typeface="Symbol" pitchFamily="18" charset="2"/>
              </a:rPr>
              <a:t></a:t>
            </a:r>
            <a:r>
              <a:rPr lang="en-US" altLang="zh-CN" sz="2000" b="0" dirty="0">
                <a:solidFill>
                  <a:srgbClr val="000000"/>
                </a:solidFill>
                <a:latin typeface="Arial" panose="020B0604020202020204"/>
                <a:ea typeface="Microsoft YaHei" charset="0"/>
              </a:rPr>
              <a:t>011</a:t>
            </a:r>
            <a:r>
              <a:rPr lang="en-US" altLang="zh-CN" sz="2000" b="0" dirty="0">
                <a:solidFill>
                  <a:srgbClr val="000000"/>
                </a:solidFill>
                <a:latin typeface="Arial" panose="020B0604020202020204"/>
                <a:ea typeface="Microsoft YaHei" charset="0"/>
                <a:sym typeface="Symbol" pitchFamily="18" charset="2"/>
              </a:rPr>
              <a:t></a:t>
            </a:r>
            <a:br>
              <a:rPr lang="en-US" altLang="zh-CN" sz="2000" b="0" dirty="0">
                <a:solidFill>
                  <a:srgbClr val="000000"/>
                </a:solidFill>
                <a:latin typeface="Arial" panose="020B0604020202020204"/>
                <a:ea typeface="Microsoft YaHei" charset="0"/>
                <a:sym typeface="Symbol" pitchFamily="18" charset="2"/>
              </a:rPr>
            </a:br>
            <a:r>
              <a:rPr lang="en-US" altLang="zh-CN" sz="2000" b="0" dirty="0">
                <a:solidFill>
                  <a:srgbClr val="000000"/>
                </a:solidFill>
                <a:latin typeface="Arial" panose="020B0604020202020204"/>
                <a:ea typeface="Microsoft YaHei" charset="0"/>
                <a:sym typeface="Symbol" pitchFamily="18" charset="2"/>
              </a:rPr>
              <a:t>1</a:t>
            </a:r>
            <a:r>
              <a:rPr lang="en-US" altLang="zh-CN" sz="2000" b="0" dirty="0">
                <a:solidFill>
                  <a:srgbClr val="000000"/>
                </a:solidFill>
                <a:latin typeface="Arial" panose="020B0604020202020204"/>
                <a:ea typeface="Microsoft YaHei" charset="0"/>
              </a:rPr>
              <a:t>01</a:t>
            </a:r>
            <a:r>
              <a:rPr lang="en-US" altLang="zh-CN" sz="2000" b="0" dirty="0">
                <a:solidFill>
                  <a:srgbClr val="000000"/>
                </a:solidFill>
                <a:latin typeface="Arial" panose="020B0604020202020204"/>
                <a:ea typeface="Microsoft YaHei" charset="0"/>
                <a:sym typeface="Symbol" pitchFamily="18" charset="2"/>
              </a:rPr>
              <a:t>11</a:t>
            </a:r>
            <a:r>
              <a:rPr lang="en-US" altLang="zh-CN" sz="2000" b="0" dirty="0">
                <a:solidFill>
                  <a:srgbClr val="000000"/>
                </a:solidFill>
                <a:latin typeface="Arial" panose="020B0604020202020204"/>
                <a:ea typeface="Microsoft YaHei" charset="0"/>
              </a:rPr>
              <a:t>0</a:t>
            </a:r>
            <a:r>
              <a:rPr lang="en-US" altLang="zh-CN" sz="2000" b="0" dirty="0">
                <a:solidFill>
                  <a:srgbClr val="000000"/>
                </a:solidFill>
                <a:latin typeface="Arial" panose="020B0604020202020204"/>
                <a:ea typeface="Microsoft YaHei" charset="0"/>
                <a:sym typeface="Symbol" pitchFamily="18" charset="2"/>
              </a:rPr>
              <a:t></a:t>
            </a:r>
            <a:r>
              <a:rPr lang="en-US" altLang="zh-CN" sz="2000" b="0" dirty="0">
                <a:solidFill>
                  <a:srgbClr val="000000"/>
                </a:solidFill>
                <a:latin typeface="Arial" panose="020B0604020202020204"/>
                <a:ea typeface="Microsoft YaHei" charset="0"/>
              </a:rPr>
              <a:t>000</a:t>
            </a:r>
          </a:p>
        </p:txBody>
      </p:sp>
      <p:sp>
        <p:nvSpPr>
          <p:cNvPr id="6" name="Title 4">
            <a:extLst>
              <a:ext uri="{FF2B5EF4-FFF2-40B4-BE49-F238E27FC236}">
                <a16:creationId xmlns:a16="http://schemas.microsoft.com/office/drawing/2014/main" id="{A4DE1C27-2DAF-A6A1-8A22-83224177D868}"/>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kumimoji="1" lang="zh-CN" altLang="en-US" dirty="0"/>
              <a:t>计数器的自启动问题</a:t>
            </a:r>
            <a:endParaRPr lang="en-CN" altLang="zh-CN" sz="4000" dirty="0">
              <a:solidFill>
                <a:srgbClr val="0000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96786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灯片编号占位符 22"/>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2B21E6A-63F2-479C-B5EE-DDDF4AF1FCB7}" type="slidenum">
              <a:rPr kumimoji="0" lang="en-US" altLang="zh-CN" sz="1200" b="0" i="0" u="none" strike="noStrike" kern="1200" cap="none" spc="0" normalizeH="0" baseline="0" noProof="0" smtClean="0">
                <a:ln>
                  <a:noFill/>
                </a:ln>
                <a:solidFill>
                  <a:srgbClr val="000000"/>
                </a:solidFill>
                <a:effectLst/>
                <a:uLnTx/>
                <a:uFillTx/>
                <a:latin typeface="Arial Black"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91</a:t>
            </a:fld>
            <a:endParaRPr kumimoji="0" lang="en-US" altLang="zh-CN" sz="1200" b="0" i="0" u="none" strike="noStrike" kern="1200" cap="none" spc="0" normalizeH="0" baseline="0" noProof="0" dirty="0">
              <a:ln>
                <a:noFill/>
              </a:ln>
              <a:solidFill>
                <a:srgbClr val="000000"/>
              </a:solidFill>
              <a:effectLst/>
              <a:uLnTx/>
              <a:uFillTx/>
              <a:latin typeface="Arial Black" pitchFamily="34" charset="0"/>
              <a:ea typeface="宋体" pitchFamily="2" charset="-122"/>
              <a:cs typeface="+mn-cs"/>
            </a:endParaRPr>
          </a:p>
        </p:txBody>
      </p:sp>
      <p:sp>
        <p:nvSpPr>
          <p:cNvPr id="72734" name="Text Box 4"/>
          <p:cNvSpPr txBox="1">
            <a:spLocks noChangeArrowheads="1"/>
          </p:cNvSpPr>
          <p:nvPr/>
        </p:nvSpPr>
        <p:spPr bwMode="auto">
          <a:xfrm>
            <a:off x="212321" y="1402558"/>
            <a:ext cx="1905000" cy="519113"/>
          </a:xfrm>
          <a:prstGeom prst="rect">
            <a:avLst/>
          </a:prstGeom>
          <a:noFill/>
          <a:ln w="9525"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0000"/>
                </a:solidFill>
                <a:effectLst/>
                <a:uLnTx/>
                <a:uFillTx/>
                <a:latin typeface="+mn-lt"/>
                <a:ea typeface="宋体" pitchFamily="2" charset="-122"/>
                <a:cs typeface="+mn-cs"/>
              </a:rPr>
              <a:t>A</a:t>
            </a:r>
            <a:r>
              <a:rPr kumimoji="0" lang="en-US" altLang="zh-CN" sz="2800" b="0" i="0" u="none" strike="noStrike" kern="1200" cap="none" spc="0" normalizeH="0" baseline="30000" noProof="0" dirty="0">
                <a:ln>
                  <a:noFill/>
                </a:ln>
                <a:solidFill>
                  <a:srgbClr val="000000"/>
                </a:solidFill>
                <a:effectLst/>
                <a:uLnTx/>
                <a:uFillTx/>
                <a:latin typeface="+mn-lt"/>
                <a:ea typeface="宋体" pitchFamily="2" charset="-122"/>
                <a:cs typeface="+mn-cs"/>
              </a:rPr>
              <a:t>+</a:t>
            </a:r>
            <a:r>
              <a:rPr kumimoji="0" lang="en-US" altLang="zh-CN" sz="2800" b="0" i="0" u="none" strike="noStrike" kern="1200" cap="none" spc="0" normalizeH="0" baseline="0" noProof="0" dirty="0">
                <a:ln>
                  <a:noFill/>
                </a:ln>
                <a:solidFill>
                  <a:srgbClr val="000000"/>
                </a:solidFill>
                <a:effectLst/>
                <a:uLnTx/>
                <a:uFillTx/>
                <a:latin typeface="+mn-lt"/>
                <a:ea typeface="宋体" pitchFamily="2" charset="-122"/>
                <a:cs typeface="+mn-cs"/>
              </a:rPr>
              <a:t>=C</a:t>
            </a:r>
          </a:p>
        </p:txBody>
      </p:sp>
      <p:sp>
        <p:nvSpPr>
          <p:cNvPr id="72735" name="Text Box 5"/>
          <p:cNvSpPr txBox="1">
            <a:spLocks noChangeArrowheads="1"/>
          </p:cNvSpPr>
          <p:nvPr/>
        </p:nvSpPr>
        <p:spPr bwMode="auto">
          <a:xfrm>
            <a:off x="337733" y="1859758"/>
            <a:ext cx="2514600" cy="519113"/>
          </a:xfrm>
          <a:prstGeom prst="rect">
            <a:avLst/>
          </a:prstGeom>
          <a:noFill/>
          <a:ln w="9525"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0000"/>
                </a:solidFill>
                <a:effectLst/>
                <a:uLnTx/>
                <a:uFillTx/>
                <a:latin typeface="+mn-lt"/>
                <a:ea typeface="宋体" pitchFamily="2" charset="-122"/>
                <a:cs typeface="+mn-cs"/>
              </a:rPr>
              <a:t>B</a:t>
            </a:r>
            <a:r>
              <a:rPr kumimoji="0" lang="en-US" altLang="zh-CN" sz="2800" b="0" i="0" u="none" strike="noStrike" kern="1200" cap="none" spc="0" normalizeH="0" baseline="30000" noProof="0" dirty="0">
                <a:ln>
                  <a:noFill/>
                </a:ln>
                <a:solidFill>
                  <a:srgbClr val="000000"/>
                </a:solidFill>
                <a:effectLst/>
                <a:uLnTx/>
                <a:uFillTx/>
                <a:latin typeface="+mn-lt"/>
                <a:ea typeface="宋体" pitchFamily="2" charset="-122"/>
                <a:cs typeface="+mn-cs"/>
              </a:rPr>
              <a:t>+</a:t>
            </a:r>
            <a:r>
              <a:rPr kumimoji="0" lang="en-US" altLang="zh-CN" sz="2800" b="0" i="0" u="none" strike="noStrike" kern="1200" cap="none" spc="0" normalizeH="0" baseline="0" noProof="0" dirty="0">
                <a:ln>
                  <a:noFill/>
                </a:ln>
                <a:solidFill>
                  <a:srgbClr val="000000"/>
                </a:solidFill>
                <a:effectLst/>
                <a:uLnTx/>
                <a:uFillTx/>
                <a:latin typeface="+mn-lt"/>
                <a:ea typeface="宋体" pitchFamily="2" charset="-122"/>
                <a:cs typeface="+mn-cs"/>
              </a:rPr>
              <a:t>=B’+A’C’</a:t>
            </a:r>
          </a:p>
        </p:txBody>
      </p:sp>
      <p:sp>
        <p:nvSpPr>
          <p:cNvPr id="72736" name="Text Box 6"/>
          <p:cNvSpPr txBox="1">
            <a:spLocks noChangeArrowheads="1"/>
          </p:cNvSpPr>
          <p:nvPr/>
        </p:nvSpPr>
        <p:spPr bwMode="auto">
          <a:xfrm>
            <a:off x="2117321" y="1416846"/>
            <a:ext cx="2514600" cy="519112"/>
          </a:xfrm>
          <a:prstGeom prst="rect">
            <a:avLst/>
          </a:prstGeom>
          <a:noFill/>
          <a:ln w="9525"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0000"/>
                </a:solidFill>
                <a:effectLst/>
                <a:uLnTx/>
                <a:uFillTx/>
                <a:latin typeface="+mn-lt"/>
                <a:ea typeface="宋体" pitchFamily="2" charset="-122"/>
                <a:cs typeface="+mn-cs"/>
              </a:rPr>
              <a:t>C</a:t>
            </a:r>
            <a:r>
              <a:rPr kumimoji="0" lang="en-US" altLang="zh-CN" sz="2800" b="0" i="0" u="none" strike="noStrike" kern="1200" cap="none" spc="0" normalizeH="0" baseline="30000" noProof="0" dirty="0">
                <a:ln>
                  <a:noFill/>
                </a:ln>
                <a:solidFill>
                  <a:srgbClr val="000000"/>
                </a:solidFill>
                <a:effectLst/>
                <a:uLnTx/>
                <a:uFillTx/>
                <a:latin typeface="+mn-lt"/>
                <a:ea typeface="宋体" pitchFamily="2" charset="-122"/>
                <a:cs typeface="+mn-cs"/>
              </a:rPr>
              <a:t>+</a:t>
            </a:r>
            <a:r>
              <a:rPr kumimoji="0" lang="en-US" altLang="zh-CN" sz="2800" b="0" i="0" u="none" strike="noStrike" kern="1200" cap="none" spc="0" normalizeH="0" baseline="0" noProof="0" dirty="0">
                <a:ln>
                  <a:noFill/>
                </a:ln>
                <a:solidFill>
                  <a:srgbClr val="000000"/>
                </a:solidFill>
                <a:effectLst/>
                <a:uLnTx/>
                <a:uFillTx/>
                <a:latin typeface="+mn-lt"/>
                <a:ea typeface="宋体" pitchFamily="2" charset="-122"/>
                <a:cs typeface="+mn-cs"/>
              </a:rPr>
              <a:t>=A’B</a:t>
            </a:r>
          </a:p>
        </p:txBody>
      </p:sp>
      <p:sp>
        <p:nvSpPr>
          <p:cNvPr id="72737" name="Text Box 7"/>
          <p:cNvSpPr txBox="1">
            <a:spLocks noChangeArrowheads="1"/>
          </p:cNvSpPr>
          <p:nvPr/>
        </p:nvSpPr>
        <p:spPr bwMode="auto">
          <a:xfrm>
            <a:off x="2041121" y="1874046"/>
            <a:ext cx="2514600" cy="519112"/>
          </a:xfrm>
          <a:prstGeom prst="rect">
            <a:avLst/>
          </a:prstGeom>
          <a:noFill/>
          <a:ln w="9525"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0000"/>
                </a:solidFill>
                <a:effectLst/>
                <a:uLnTx/>
                <a:uFillTx/>
                <a:latin typeface="+mn-lt"/>
                <a:ea typeface="宋体" pitchFamily="2" charset="-122"/>
                <a:cs typeface="+mn-cs"/>
              </a:rPr>
              <a:t>Z=AB</a:t>
            </a:r>
          </a:p>
        </p:txBody>
      </p:sp>
      <p:sp>
        <p:nvSpPr>
          <p:cNvPr id="783371" name="Oval 11"/>
          <p:cNvSpPr>
            <a:spLocks noChangeArrowheads="1"/>
          </p:cNvSpPr>
          <p:nvPr/>
        </p:nvSpPr>
        <p:spPr bwMode="auto">
          <a:xfrm>
            <a:off x="622691" y="2600860"/>
            <a:ext cx="1152525" cy="936625"/>
          </a:xfrm>
          <a:prstGeom prst="ellipse">
            <a:avLst/>
          </a:prstGeom>
          <a:solidFill>
            <a:srgbClr val="00FFFF"/>
          </a:solidFill>
          <a:ln w="9525">
            <a:solidFill>
              <a:schemeClr val="tx1"/>
            </a:solidFill>
            <a:round/>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400" b="1" i="1" u="none" strike="noStrike" kern="1200" cap="none" spc="0" normalizeH="0" baseline="0" noProof="0" dirty="0">
                <a:ln>
                  <a:noFill/>
                </a:ln>
                <a:solidFill>
                  <a:srgbClr val="000000"/>
                </a:solidFill>
                <a:effectLst/>
                <a:uLnTx/>
                <a:uFillTx/>
                <a:latin typeface="+mn-lt"/>
                <a:ea typeface="宋体" pitchFamily="2" charset="-122"/>
                <a:cs typeface="+mn-cs"/>
              </a:rPr>
              <a:t>ABC</a:t>
            </a:r>
            <a:endParaRPr kumimoji="0" lang="en-US" altLang="zh-CN" sz="2400" b="1" i="0" u="none" strike="noStrike" kern="1200" cap="none" spc="0" normalizeH="0" baseline="-25000" noProof="0" dirty="0">
              <a:ln>
                <a:noFill/>
              </a:ln>
              <a:solidFill>
                <a:srgbClr val="000000"/>
              </a:solidFill>
              <a:effectLst/>
              <a:uLnTx/>
              <a:uFillTx/>
              <a:latin typeface="+mn-lt"/>
              <a:ea typeface="宋体" pitchFamily="2" charset="-122"/>
              <a:cs typeface="+mn-cs"/>
            </a:endParaRPr>
          </a:p>
        </p:txBody>
      </p:sp>
      <p:graphicFrame>
        <p:nvGraphicFramePr>
          <p:cNvPr id="98" name="Object 4">
            <a:extLst>
              <a:ext uri="{FF2B5EF4-FFF2-40B4-BE49-F238E27FC236}">
                <a16:creationId xmlns:a16="http://schemas.microsoft.com/office/drawing/2014/main" id="{EAC9A6D0-59A5-492F-BEFE-05C18C6E3968}"/>
              </a:ext>
            </a:extLst>
          </p:cNvPr>
          <p:cNvGraphicFramePr>
            <a:graphicFrameLocks noChangeAspect="1"/>
          </p:cNvGraphicFramePr>
          <p:nvPr>
            <p:extLst>
              <p:ext uri="{D42A27DB-BD31-4B8C-83A1-F6EECF244321}">
                <p14:modId xmlns:p14="http://schemas.microsoft.com/office/powerpoint/2010/main" val="1898336929"/>
              </p:ext>
            </p:extLst>
          </p:nvPr>
        </p:nvGraphicFramePr>
        <p:xfrm>
          <a:off x="5579762" y="1437960"/>
          <a:ext cx="3304528" cy="1888992"/>
        </p:xfrm>
        <a:graphic>
          <a:graphicData uri="http://schemas.openxmlformats.org/presentationml/2006/ole">
            <mc:AlternateContent xmlns:mc="http://schemas.openxmlformats.org/markup-compatibility/2006">
              <mc:Choice xmlns:v="urn:schemas-microsoft-com:vml" Requires="v">
                <p:oleObj name="Visio" r:id="rId3" imgW="1829714" imgH="1045464" progId="Visio.Drawing.11">
                  <p:embed/>
                </p:oleObj>
              </mc:Choice>
              <mc:Fallback>
                <p:oleObj name="Visio" r:id="rId3" imgW="1829714" imgH="1045464" progId="Visio.Drawing.11">
                  <p:embed/>
                  <p:pic>
                    <p:nvPicPr>
                      <p:cNvPr id="77414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79762" y="1437960"/>
                        <a:ext cx="3304528" cy="1888992"/>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pSp>
        <p:nvGrpSpPr>
          <p:cNvPr id="7" name="组合 6">
            <a:extLst>
              <a:ext uri="{FF2B5EF4-FFF2-40B4-BE49-F238E27FC236}">
                <a16:creationId xmlns:a16="http://schemas.microsoft.com/office/drawing/2014/main" id="{79D8C9A1-5702-BD26-3811-E4BD31784683}"/>
              </a:ext>
            </a:extLst>
          </p:cNvPr>
          <p:cNvGrpSpPr/>
          <p:nvPr/>
        </p:nvGrpSpPr>
        <p:grpSpPr>
          <a:xfrm>
            <a:off x="1478251" y="2819767"/>
            <a:ext cx="6217949" cy="3586163"/>
            <a:chOff x="1607327" y="2866231"/>
            <a:chExt cx="6217949" cy="3586163"/>
          </a:xfrm>
        </p:grpSpPr>
        <p:sp>
          <p:nvSpPr>
            <p:cNvPr id="99" name="云形标注 26">
              <a:extLst>
                <a:ext uri="{FF2B5EF4-FFF2-40B4-BE49-F238E27FC236}">
                  <a16:creationId xmlns:a16="http://schemas.microsoft.com/office/drawing/2014/main" id="{B109D857-3C84-4187-88AA-866F8FBC9B0B}"/>
                </a:ext>
              </a:extLst>
            </p:cNvPr>
            <p:cNvSpPr/>
            <p:nvPr/>
          </p:nvSpPr>
          <p:spPr bwMode="auto">
            <a:xfrm>
              <a:off x="5565501" y="3245644"/>
              <a:ext cx="2162176" cy="1457325"/>
            </a:xfrm>
            <a:prstGeom prst="cloudCallout">
              <a:avLst>
                <a:gd name="adj1" fmla="val 33042"/>
                <a:gd name="adj2" fmla="val -67892"/>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2000" b="0" kern="0" dirty="0">
                  <a:solidFill>
                    <a:srgbClr val="9999FF">
                      <a:lumMod val="50000"/>
                    </a:srgbClr>
                  </a:solidFill>
                  <a:latin typeface="黑体" panose="02010609060101010101" pitchFamily="49" charset="-122"/>
                  <a:ea typeface="黑体" panose="02010609060101010101" pitchFamily="49" charset="-122"/>
                </a:rPr>
                <a:t>正常</a:t>
              </a:r>
            </a:p>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2000" b="0" kern="0" dirty="0">
                  <a:solidFill>
                    <a:srgbClr val="9999FF">
                      <a:lumMod val="50000"/>
                    </a:srgbClr>
                  </a:solidFill>
                  <a:latin typeface="黑体" panose="02010609060101010101" pitchFamily="49" charset="-122"/>
                  <a:ea typeface="黑体" panose="02010609060101010101" pitchFamily="49" charset="-122"/>
                </a:rPr>
                <a:t>工作状态</a:t>
              </a:r>
            </a:p>
          </p:txBody>
        </p:sp>
        <p:sp>
          <p:nvSpPr>
            <p:cNvPr id="101" name="矩形 100">
              <a:extLst>
                <a:ext uri="{FF2B5EF4-FFF2-40B4-BE49-F238E27FC236}">
                  <a16:creationId xmlns:a16="http://schemas.microsoft.com/office/drawing/2014/main" id="{6F4E38E8-6591-4817-B31F-272446E90D87}"/>
                </a:ext>
              </a:extLst>
            </p:cNvPr>
            <p:cNvSpPr/>
            <p:nvPr/>
          </p:nvSpPr>
          <p:spPr bwMode="auto">
            <a:xfrm>
              <a:off x="1607327" y="3846299"/>
              <a:ext cx="1474567" cy="877307"/>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lvl="0">
                <a:defRPr/>
              </a:pPr>
              <a:r>
                <a:rPr lang="zh-CN" altLang="en-US" sz="2000" dirty="0">
                  <a:solidFill>
                    <a:srgbClr val="C00000"/>
                  </a:solidFill>
                  <a:latin typeface="黑体" panose="02010609060101010101" pitchFamily="49" charset="-122"/>
                  <a:ea typeface="黑体" panose="02010609060101010101" pitchFamily="49" charset="-122"/>
                </a:rPr>
                <a:t>非正常</a:t>
              </a:r>
              <a:endParaRPr lang="en-US" altLang="zh-CN" sz="2000" dirty="0">
                <a:solidFill>
                  <a:srgbClr val="C00000"/>
                </a:solidFill>
                <a:latin typeface="黑体" panose="02010609060101010101" pitchFamily="49" charset="-122"/>
                <a:ea typeface="黑体" panose="02010609060101010101" pitchFamily="49" charset="-122"/>
              </a:endParaRPr>
            </a:p>
            <a:p>
              <a:pPr lvl="0">
                <a:defRPr/>
              </a:pPr>
              <a:r>
                <a:rPr lang="zh-CN" altLang="en-US" sz="2000" dirty="0">
                  <a:solidFill>
                    <a:srgbClr val="C00000"/>
                  </a:solidFill>
                  <a:latin typeface="黑体" panose="02010609060101010101" pitchFamily="49" charset="-122"/>
                  <a:ea typeface="黑体" panose="02010609060101010101" pitchFamily="49" charset="-122"/>
                </a:rPr>
                <a:t>工作状态</a:t>
              </a:r>
            </a:p>
          </p:txBody>
        </p:sp>
        <p:grpSp>
          <p:nvGrpSpPr>
            <p:cNvPr id="6" name="组合 5">
              <a:extLst>
                <a:ext uri="{FF2B5EF4-FFF2-40B4-BE49-F238E27FC236}">
                  <a16:creationId xmlns:a16="http://schemas.microsoft.com/office/drawing/2014/main" id="{A382F98E-0451-EA38-7396-00FA6D56641F}"/>
                </a:ext>
              </a:extLst>
            </p:cNvPr>
            <p:cNvGrpSpPr/>
            <p:nvPr/>
          </p:nvGrpSpPr>
          <p:grpSpPr>
            <a:xfrm>
              <a:off x="2990380" y="2866231"/>
              <a:ext cx="4180376" cy="3523670"/>
              <a:chOff x="2990380" y="2866231"/>
              <a:chExt cx="4180376" cy="3523670"/>
            </a:xfrm>
          </p:grpSpPr>
          <p:sp>
            <p:nvSpPr>
              <p:cNvPr id="86" name="Oval 12">
                <a:extLst>
                  <a:ext uri="{FF2B5EF4-FFF2-40B4-BE49-F238E27FC236}">
                    <a16:creationId xmlns:a16="http://schemas.microsoft.com/office/drawing/2014/main" id="{876EAD0C-753D-46E8-84E3-66E5B1978FAF}"/>
                  </a:ext>
                </a:extLst>
              </p:cNvPr>
              <p:cNvSpPr>
                <a:spLocks noChangeArrowheads="1"/>
              </p:cNvSpPr>
              <p:nvPr/>
            </p:nvSpPr>
            <p:spPr bwMode="auto">
              <a:xfrm>
                <a:off x="3211512" y="3102769"/>
                <a:ext cx="863600" cy="649287"/>
              </a:xfrm>
              <a:prstGeom prst="ellipse">
                <a:avLst/>
              </a:prstGeom>
              <a:solidFill>
                <a:srgbClr val="FFFFFF"/>
              </a:solid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a:ln>
                      <a:noFill/>
                    </a:ln>
                    <a:solidFill>
                      <a:srgbClr val="000000"/>
                    </a:solidFill>
                    <a:effectLst/>
                    <a:uLnTx/>
                    <a:uFillTx/>
                    <a:latin typeface="Times New Roman" pitchFamily="18" charset="0"/>
                  </a:rPr>
                  <a:t>001</a:t>
                </a:r>
                <a:endParaRPr kumimoji="0" lang="en-US" altLang="zh-CN" sz="2400" b="0" i="0" u="none" strike="noStrike" kern="0" cap="none" spc="0" normalizeH="0" baseline="-25000" noProof="0">
                  <a:ln>
                    <a:noFill/>
                  </a:ln>
                  <a:solidFill>
                    <a:srgbClr val="FF0000"/>
                  </a:solidFill>
                  <a:effectLst/>
                  <a:uLnTx/>
                  <a:uFillTx/>
                  <a:latin typeface="Times New Roman" pitchFamily="18" charset="0"/>
                </a:endParaRPr>
              </a:p>
            </p:txBody>
          </p:sp>
          <p:sp>
            <p:nvSpPr>
              <p:cNvPr id="87" name="Oval 13">
                <a:extLst>
                  <a:ext uri="{FF2B5EF4-FFF2-40B4-BE49-F238E27FC236}">
                    <a16:creationId xmlns:a16="http://schemas.microsoft.com/office/drawing/2014/main" id="{00CCCE89-801D-4D5C-AD50-9264B5127B73}"/>
                  </a:ext>
                </a:extLst>
              </p:cNvPr>
              <p:cNvSpPr>
                <a:spLocks noChangeArrowheads="1"/>
              </p:cNvSpPr>
              <p:nvPr/>
            </p:nvSpPr>
            <p:spPr bwMode="auto">
              <a:xfrm>
                <a:off x="4724400" y="3104356"/>
                <a:ext cx="863600" cy="649288"/>
              </a:xfrm>
              <a:prstGeom prst="ellipse">
                <a:avLst/>
              </a:prstGeom>
              <a:solidFill>
                <a:srgbClr val="FFFFFF"/>
              </a:solid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a:ln>
                      <a:noFill/>
                    </a:ln>
                    <a:solidFill>
                      <a:srgbClr val="000000"/>
                    </a:solidFill>
                    <a:effectLst/>
                    <a:uLnTx/>
                    <a:uFillTx/>
                    <a:latin typeface="Times New Roman" pitchFamily="18" charset="0"/>
                  </a:rPr>
                  <a:t>110</a:t>
                </a:r>
              </a:p>
            </p:txBody>
          </p:sp>
          <p:sp>
            <p:nvSpPr>
              <p:cNvPr id="88" name="AutoShape 14">
                <a:extLst>
                  <a:ext uri="{FF2B5EF4-FFF2-40B4-BE49-F238E27FC236}">
                    <a16:creationId xmlns:a16="http://schemas.microsoft.com/office/drawing/2014/main" id="{E8980EF4-5C13-4B06-BE64-D52D19763C4E}"/>
                  </a:ext>
                </a:extLst>
              </p:cNvPr>
              <p:cNvSpPr>
                <a:spLocks noChangeArrowheads="1"/>
              </p:cNvSpPr>
              <p:nvPr/>
            </p:nvSpPr>
            <p:spPr bwMode="auto">
              <a:xfrm>
                <a:off x="4075112" y="3320256"/>
                <a:ext cx="649288" cy="215900"/>
              </a:xfrm>
              <a:prstGeom prst="rightArrow">
                <a:avLst>
                  <a:gd name="adj1" fmla="val 50000"/>
                  <a:gd name="adj2" fmla="val 75184"/>
                </a:avLst>
              </a:prstGeom>
              <a:solidFill>
                <a:srgbClr val="99CCFF"/>
              </a:solidFill>
              <a:ln w="9525">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89" name="Oval 16">
                <a:extLst>
                  <a:ext uri="{FF2B5EF4-FFF2-40B4-BE49-F238E27FC236}">
                    <a16:creationId xmlns:a16="http://schemas.microsoft.com/office/drawing/2014/main" id="{F3A573F5-1280-41D2-9218-9D941B4C2277}"/>
                  </a:ext>
                </a:extLst>
              </p:cNvPr>
              <p:cNvSpPr>
                <a:spLocks noChangeArrowheads="1"/>
              </p:cNvSpPr>
              <p:nvPr/>
            </p:nvSpPr>
            <p:spPr bwMode="auto">
              <a:xfrm>
                <a:off x="3262312" y="4053681"/>
                <a:ext cx="863600" cy="649288"/>
              </a:xfrm>
              <a:prstGeom prst="ellipse">
                <a:avLst/>
              </a:prstGeom>
              <a:solidFill>
                <a:srgbClr val="FFFFFF"/>
              </a:solid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a:ln>
                      <a:noFill/>
                    </a:ln>
                    <a:solidFill>
                      <a:srgbClr val="000000"/>
                    </a:solidFill>
                    <a:effectLst/>
                    <a:uLnTx/>
                    <a:uFillTx/>
                    <a:latin typeface="Times New Roman" pitchFamily="18" charset="0"/>
                  </a:rPr>
                  <a:t>100</a:t>
                </a:r>
                <a:endParaRPr kumimoji="0" lang="en-US" altLang="zh-CN" sz="2400" b="0" i="0" u="none" strike="noStrike" kern="0" cap="none" spc="0" normalizeH="0" baseline="-25000" noProof="0">
                  <a:ln>
                    <a:noFill/>
                  </a:ln>
                  <a:solidFill>
                    <a:srgbClr val="FF0000"/>
                  </a:solidFill>
                  <a:effectLst/>
                  <a:uLnTx/>
                  <a:uFillTx/>
                  <a:latin typeface="Times New Roman" pitchFamily="18" charset="0"/>
                </a:endParaRPr>
              </a:p>
            </p:txBody>
          </p:sp>
          <p:sp>
            <p:nvSpPr>
              <p:cNvPr id="90" name="Oval 17">
                <a:extLst>
                  <a:ext uri="{FF2B5EF4-FFF2-40B4-BE49-F238E27FC236}">
                    <a16:creationId xmlns:a16="http://schemas.microsoft.com/office/drawing/2014/main" id="{AF5D23DF-96FA-46D0-BD54-811375035D9A}"/>
                  </a:ext>
                </a:extLst>
              </p:cNvPr>
              <p:cNvSpPr>
                <a:spLocks noChangeArrowheads="1"/>
              </p:cNvSpPr>
              <p:nvPr/>
            </p:nvSpPr>
            <p:spPr bwMode="auto">
              <a:xfrm>
                <a:off x="4775200" y="4055269"/>
                <a:ext cx="863600" cy="649287"/>
              </a:xfrm>
              <a:prstGeom prst="ellipse">
                <a:avLst/>
              </a:prstGeom>
              <a:solidFill>
                <a:srgbClr val="FFFFFF"/>
              </a:solid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a:ln>
                      <a:noFill/>
                    </a:ln>
                    <a:solidFill>
                      <a:srgbClr val="000000"/>
                    </a:solidFill>
                    <a:effectLst/>
                    <a:uLnTx/>
                    <a:uFillTx/>
                    <a:latin typeface="Times New Roman" pitchFamily="18" charset="0"/>
                  </a:rPr>
                  <a:t>010</a:t>
                </a:r>
              </a:p>
            </p:txBody>
          </p:sp>
          <p:sp>
            <p:nvSpPr>
              <p:cNvPr id="91" name="AutoShape 18">
                <a:extLst>
                  <a:ext uri="{FF2B5EF4-FFF2-40B4-BE49-F238E27FC236}">
                    <a16:creationId xmlns:a16="http://schemas.microsoft.com/office/drawing/2014/main" id="{B40DF5F6-5676-4D17-ACD9-3140FB0E5FE4}"/>
                  </a:ext>
                </a:extLst>
              </p:cNvPr>
              <p:cNvSpPr>
                <a:spLocks noChangeArrowheads="1"/>
              </p:cNvSpPr>
              <p:nvPr/>
            </p:nvSpPr>
            <p:spPr bwMode="auto">
              <a:xfrm>
                <a:off x="4125912" y="4271169"/>
                <a:ext cx="649288" cy="215900"/>
              </a:xfrm>
              <a:prstGeom prst="rightArrow">
                <a:avLst>
                  <a:gd name="adj1" fmla="val 50000"/>
                  <a:gd name="adj2" fmla="val 75184"/>
                </a:avLst>
              </a:prstGeom>
              <a:solidFill>
                <a:srgbClr val="99CCFF"/>
              </a:solidFill>
              <a:ln w="9525">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92" name="Oval 19">
                <a:extLst>
                  <a:ext uri="{FF2B5EF4-FFF2-40B4-BE49-F238E27FC236}">
                    <a16:creationId xmlns:a16="http://schemas.microsoft.com/office/drawing/2014/main" id="{7E32B585-950D-455E-82DB-0547112B49B6}"/>
                  </a:ext>
                </a:extLst>
              </p:cNvPr>
              <p:cNvSpPr>
                <a:spLocks noChangeArrowheads="1"/>
              </p:cNvSpPr>
              <p:nvPr/>
            </p:nvSpPr>
            <p:spPr bwMode="auto">
              <a:xfrm>
                <a:off x="3276600" y="4891881"/>
                <a:ext cx="863600" cy="649288"/>
              </a:xfrm>
              <a:prstGeom prst="ellipse">
                <a:avLst/>
              </a:prstGeom>
              <a:solidFill>
                <a:srgbClr val="FFFFFF"/>
              </a:solid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a:ln>
                      <a:noFill/>
                    </a:ln>
                    <a:solidFill>
                      <a:srgbClr val="000000"/>
                    </a:solidFill>
                    <a:effectLst/>
                    <a:uLnTx/>
                    <a:uFillTx/>
                    <a:latin typeface="Times New Roman" pitchFamily="18" charset="0"/>
                  </a:rPr>
                  <a:t>111</a:t>
                </a:r>
                <a:endParaRPr kumimoji="0" lang="en-US" altLang="zh-CN" sz="2400" b="0" i="0" u="none" strike="noStrike" kern="0" cap="none" spc="0" normalizeH="0" baseline="-25000" noProof="0">
                  <a:ln>
                    <a:noFill/>
                  </a:ln>
                  <a:solidFill>
                    <a:srgbClr val="FF0000"/>
                  </a:solidFill>
                  <a:effectLst/>
                  <a:uLnTx/>
                  <a:uFillTx/>
                  <a:latin typeface="Times New Roman" pitchFamily="18" charset="0"/>
                </a:endParaRPr>
              </a:p>
            </p:txBody>
          </p:sp>
          <p:sp>
            <p:nvSpPr>
              <p:cNvPr id="93" name="Oval 20">
                <a:extLst>
                  <a:ext uri="{FF2B5EF4-FFF2-40B4-BE49-F238E27FC236}">
                    <a16:creationId xmlns:a16="http://schemas.microsoft.com/office/drawing/2014/main" id="{5C571038-F0E7-4980-A630-AD90B398EFCD}"/>
                  </a:ext>
                </a:extLst>
              </p:cNvPr>
              <p:cNvSpPr>
                <a:spLocks noChangeArrowheads="1"/>
              </p:cNvSpPr>
              <p:nvPr/>
            </p:nvSpPr>
            <p:spPr bwMode="auto">
              <a:xfrm>
                <a:off x="4789487" y="4893469"/>
                <a:ext cx="863600" cy="649287"/>
              </a:xfrm>
              <a:prstGeom prst="ellipse">
                <a:avLst/>
              </a:prstGeom>
              <a:solidFill>
                <a:srgbClr val="FFFFFF"/>
              </a:solid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a:ln>
                      <a:noFill/>
                    </a:ln>
                    <a:solidFill>
                      <a:srgbClr val="000000"/>
                    </a:solidFill>
                    <a:effectLst/>
                    <a:uLnTx/>
                    <a:uFillTx/>
                    <a:latin typeface="Times New Roman" pitchFamily="18" charset="0"/>
                  </a:rPr>
                  <a:t>100</a:t>
                </a:r>
              </a:p>
            </p:txBody>
          </p:sp>
          <p:sp>
            <p:nvSpPr>
              <p:cNvPr id="94" name="AutoShape 21">
                <a:extLst>
                  <a:ext uri="{FF2B5EF4-FFF2-40B4-BE49-F238E27FC236}">
                    <a16:creationId xmlns:a16="http://schemas.microsoft.com/office/drawing/2014/main" id="{C4FD4EA3-EF58-49EC-997E-9D2D9710F357}"/>
                  </a:ext>
                </a:extLst>
              </p:cNvPr>
              <p:cNvSpPr>
                <a:spLocks noChangeArrowheads="1"/>
              </p:cNvSpPr>
              <p:nvPr/>
            </p:nvSpPr>
            <p:spPr bwMode="auto">
              <a:xfrm>
                <a:off x="4140200" y="5109369"/>
                <a:ext cx="649287" cy="215900"/>
              </a:xfrm>
              <a:prstGeom prst="rightArrow">
                <a:avLst>
                  <a:gd name="adj1" fmla="val 50000"/>
                  <a:gd name="adj2" fmla="val 75184"/>
                </a:avLst>
              </a:prstGeom>
              <a:solidFill>
                <a:srgbClr val="99CCFF"/>
              </a:solidFill>
              <a:ln w="9525">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95" name="Text Box 22">
                <a:extLst>
                  <a:ext uri="{FF2B5EF4-FFF2-40B4-BE49-F238E27FC236}">
                    <a16:creationId xmlns:a16="http://schemas.microsoft.com/office/drawing/2014/main" id="{3DC7E744-70B0-408D-BC21-7980D8420FE7}"/>
                  </a:ext>
                </a:extLst>
              </p:cNvPr>
              <p:cNvSpPr txBox="1">
                <a:spLocks noChangeArrowheads="1"/>
              </p:cNvSpPr>
              <p:nvPr/>
            </p:nvSpPr>
            <p:spPr bwMode="auto">
              <a:xfrm>
                <a:off x="4052084" y="2866231"/>
                <a:ext cx="685800" cy="519113"/>
              </a:xfrm>
              <a:prstGeom prst="rect">
                <a:avLst/>
              </a:prstGeom>
              <a:noFill/>
              <a:ln w="9525" algn="ctr">
                <a:noFill/>
                <a:miter lim="800000"/>
                <a:headEnd/>
                <a:tailEnd/>
              </a:ln>
            </p:spPr>
            <p:txBody>
              <a:bodyPr>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altLang="zh-CN" sz="2800" b="0" i="0" u="none" strike="noStrike" kern="0" cap="none" spc="0" normalizeH="0" baseline="0" noProof="0" dirty="0">
                    <a:ln>
                      <a:noFill/>
                    </a:ln>
                    <a:solidFill>
                      <a:srgbClr val="6666CC"/>
                    </a:solidFill>
                    <a:effectLst/>
                    <a:uLnTx/>
                    <a:uFillTx/>
                  </a:rPr>
                  <a:t>/0</a:t>
                </a:r>
              </a:p>
            </p:txBody>
          </p:sp>
          <p:sp>
            <p:nvSpPr>
              <p:cNvPr id="96" name="Text Box 23">
                <a:extLst>
                  <a:ext uri="{FF2B5EF4-FFF2-40B4-BE49-F238E27FC236}">
                    <a16:creationId xmlns:a16="http://schemas.microsoft.com/office/drawing/2014/main" id="{B86C020F-CD41-409C-B8AD-27EFECC4A997}"/>
                  </a:ext>
                </a:extLst>
              </p:cNvPr>
              <p:cNvSpPr txBox="1">
                <a:spLocks noChangeArrowheads="1"/>
              </p:cNvSpPr>
              <p:nvPr/>
            </p:nvSpPr>
            <p:spPr bwMode="auto">
              <a:xfrm>
                <a:off x="4052084" y="3794919"/>
                <a:ext cx="685800" cy="519112"/>
              </a:xfrm>
              <a:prstGeom prst="rect">
                <a:avLst/>
              </a:prstGeom>
              <a:noFill/>
              <a:ln w="9525" algn="ctr">
                <a:noFill/>
                <a:miter lim="800000"/>
                <a:headEnd/>
                <a:tailEnd/>
              </a:ln>
            </p:spPr>
            <p:txBody>
              <a:bodyPr>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altLang="zh-CN" sz="2800" b="0" i="0" u="none" strike="noStrike" kern="0" cap="none" spc="0" normalizeH="0" baseline="0" noProof="0" dirty="0">
                    <a:ln>
                      <a:noFill/>
                    </a:ln>
                    <a:solidFill>
                      <a:srgbClr val="6666CC"/>
                    </a:solidFill>
                    <a:effectLst/>
                    <a:uLnTx/>
                    <a:uFillTx/>
                  </a:rPr>
                  <a:t>/0</a:t>
                </a:r>
              </a:p>
            </p:txBody>
          </p:sp>
          <p:sp>
            <p:nvSpPr>
              <p:cNvPr id="97" name="Text Box 24">
                <a:extLst>
                  <a:ext uri="{FF2B5EF4-FFF2-40B4-BE49-F238E27FC236}">
                    <a16:creationId xmlns:a16="http://schemas.microsoft.com/office/drawing/2014/main" id="{BE92BB2E-5B74-44F8-A1D1-CB17DA0CEE80}"/>
                  </a:ext>
                </a:extLst>
              </p:cNvPr>
              <p:cNvSpPr txBox="1">
                <a:spLocks noChangeArrowheads="1"/>
              </p:cNvSpPr>
              <p:nvPr/>
            </p:nvSpPr>
            <p:spPr bwMode="auto">
              <a:xfrm>
                <a:off x="4052084" y="4723606"/>
                <a:ext cx="685800" cy="519113"/>
              </a:xfrm>
              <a:prstGeom prst="rect">
                <a:avLst/>
              </a:prstGeom>
              <a:noFill/>
              <a:ln w="9525" algn="ctr">
                <a:noFill/>
                <a:miter lim="800000"/>
                <a:headEnd/>
                <a:tailEnd/>
              </a:ln>
            </p:spPr>
            <p:txBody>
              <a:bodyPr>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altLang="zh-CN" sz="2800" b="0" i="0" u="none" strike="noStrike" kern="0" cap="none" spc="0" normalizeH="0" baseline="0" noProof="0" dirty="0">
                    <a:ln>
                      <a:noFill/>
                    </a:ln>
                    <a:solidFill>
                      <a:srgbClr val="6666CC"/>
                    </a:solidFill>
                    <a:effectLst/>
                    <a:uLnTx/>
                    <a:uFillTx/>
                  </a:rPr>
                  <a:t>/1</a:t>
                </a:r>
              </a:p>
            </p:txBody>
          </p:sp>
          <p:sp>
            <p:nvSpPr>
              <p:cNvPr id="100" name="左大括号 99">
                <a:extLst>
                  <a:ext uri="{FF2B5EF4-FFF2-40B4-BE49-F238E27FC236}">
                    <a16:creationId xmlns:a16="http://schemas.microsoft.com/office/drawing/2014/main" id="{F01997D0-B652-40CB-8126-502432B7EB83}"/>
                  </a:ext>
                </a:extLst>
              </p:cNvPr>
              <p:cNvSpPr/>
              <p:nvPr/>
            </p:nvSpPr>
            <p:spPr bwMode="auto">
              <a:xfrm>
                <a:off x="2990380" y="3159344"/>
                <a:ext cx="288277" cy="2314988"/>
              </a:xfrm>
              <a:prstGeom prst="leftBrace">
                <a:avLst>
                  <a:gd name="adj1" fmla="val 57577"/>
                  <a:gd name="adj2" fmla="val 50000"/>
                </a:avLst>
              </a:prstGeom>
              <a:noFill/>
              <a:ln w="2857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02" name="左大括号 101">
                <a:extLst>
                  <a:ext uri="{FF2B5EF4-FFF2-40B4-BE49-F238E27FC236}">
                    <a16:creationId xmlns:a16="http://schemas.microsoft.com/office/drawing/2014/main" id="{C63BE8AC-5E7F-422F-B53D-29017607BA64}"/>
                  </a:ext>
                </a:extLst>
              </p:cNvPr>
              <p:cNvSpPr/>
              <p:nvPr/>
            </p:nvSpPr>
            <p:spPr bwMode="auto">
              <a:xfrm rot="10800000">
                <a:off x="5640134" y="3167348"/>
                <a:ext cx="288277" cy="1456170"/>
              </a:xfrm>
              <a:prstGeom prst="leftBrace">
                <a:avLst>
                  <a:gd name="adj1" fmla="val 57577"/>
                  <a:gd name="adj2" fmla="val 50000"/>
                </a:avLst>
              </a:prstGeom>
              <a:noFill/>
              <a:ln w="28575" cap="flat" cmpd="sng" algn="ctr">
                <a:solidFill>
                  <a:srgbClr val="8A8AE7">
                    <a:lumMod val="50000"/>
                  </a:srgb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03" name="矩形 102">
                <a:extLst>
                  <a:ext uri="{FF2B5EF4-FFF2-40B4-BE49-F238E27FC236}">
                    <a16:creationId xmlns:a16="http://schemas.microsoft.com/office/drawing/2014/main" id="{EEF8BEFE-606F-4C99-9E74-97CEB816D3B8}"/>
                  </a:ext>
                </a:extLst>
              </p:cNvPr>
              <p:cNvSpPr/>
              <p:nvPr/>
            </p:nvSpPr>
            <p:spPr bwMode="auto">
              <a:xfrm>
                <a:off x="4507945" y="5512594"/>
                <a:ext cx="1474567" cy="877307"/>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lvl="0" algn="ctr">
                  <a:defRPr/>
                </a:pPr>
                <a:r>
                  <a:rPr lang="zh-CN" altLang="en-US" sz="2000" dirty="0">
                    <a:solidFill>
                      <a:srgbClr val="C00000"/>
                    </a:solidFill>
                    <a:latin typeface="黑体" panose="02010609060101010101" pitchFamily="49" charset="-122"/>
                    <a:ea typeface="黑体" panose="02010609060101010101" pitchFamily="49" charset="-122"/>
                  </a:rPr>
                  <a:t>非正常</a:t>
                </a:r>
                <a:endParaRPr lang="en-US" altLang="zh-CN" sz="2000" dirty="0">
                  <a:solidFill>
                    <a:srgbClr val="C00000"/>
                  </a:solidFill>
                  <a:latin typeface="黑体" panose="02010609060101010101" pitchFamily="49" charset="-122"/>
                  <a:ea typeface="黑体" panose="02010609060101010101" pitchFamily="49" charset="-122"/>
                </a:endParaRPr>
              </a:p>
              <a:p>
                <a:pPr lvl="0" algn="ctr">
                  <a:defRPr/>
                </a:pPr>
                <a:r>
                  <a:rPr lang="zh-CN" altLang="en-US" sz="2000" dirty="0">
                    <a:solidFill>
                      <a:srgbClr val="C00000"/>
                    </a:solidFill>
                    <a:latin typeface="黑体" panose="02010609060101010101" pitchFamily="49" charset="-122"/>
                    <a:ea typeface="黑体" panose="02010609060101010101" pitchFamily="49" charset="-122"/>
                  </a:rPr>
                  <a:t>工作状态</a:t>
                </a:r>
              </a:p>
            </p:txBody>
          </p:sp>
          <p:sp>
            <p:nvSpPr>
              <p:cNvPr id="104" name="Oval 17">
                <a:extLst>
                  <a:ext uri="{FF2B5EF4-FFF2-40B4-BE49-F238E27FC236}">
                    <a16:creationId xmlns:a16="http://schemas.microsoft.com/office/drawing/2014/main" id="{6FE7FB09-BC85-4C5E-92ED-A8F2A5A6627D}"/>
                  </a:ext>
                </a:extLst>
              </p:cNvPr>
              <p:cNvSpPr>
                <a:spLocks noChangeArrowheads="1"/>
              </p:cNvSpPr>
              <p:nvPr/>
            </p:nvSpPr>
            <p:spPr bwMode="auto">
              <a:xfrm>
                <a:off x="6307156" y="4893469"/>
                <a:ext cx="863600" cy="649287"/>
              </a:xfrm>
              <a:prstGeom prst="ellipse">
                <a:avLst/>
              </a:prstGeom>
              <a:solidFill>
                <a:srgbClr val="FFFFFF"/>
              </a:solid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a:ln>
                      <a:noFill/>
                    </a:ln>
                    <a:solidFill>
                      <a:srgbClr val="000000"/>
                    </a:solidFill>
                    <a:effectLst/>
                    <a:uLnTx/>
                    <a:uFillTx/>
                    <a:latin typeface="Times New Roman" pitchFamily="18" charset="0"/>
                  </a:rPr>
                  <a:t>010</a:t>
                </a:r>
              </a:p>
            </p:txBody>
          </p:sp>
          <p:sp>
            <p:nvSpPr>
              <p:cNvPr id="105" name="AutoShape 18">
                <a:extLst>
                  <a:ext uri="{FF2B5EF4-FFF2-40B4-BE49-F238E27FC236}">
                    <a16:creationId xmlns:a16="http://schemas.microsoft.com/office/drawing/2014/main" id="{50F7E5E1-59E8-4A1A-B22F-DEC4E1FA319C}"/>
                  </a:ext>
                </a:extLst>
              </p:cNvPr>
              <p:cNvSpPr>
                <a:spLocks noChangeArrowheads="1"/>
              </p:cNvSpPr>
              <p:nvPr/>
            </p:nvSpPr>
            <p:spPr bwMode="auto">
              <a:xfrm>
                <a:off x="5657868" y="5109369"/>
                <a:ext cx="649288" cy="215900"/>
              </a:xfrm>
              <a:prstGeom prst="rightArrow">
                <a:avLst>
                  <a:gd name="adj1" fmla="val 50000"/>
                  <a:gd name="adj2" fmla="val 75184"/>
                </a:avLst>
              </a:prstGeom>
              <a:solidFill>
                <a:srgbClr val="99CCFF"/>
              </a:solidFill>
              <a:ln w="9525">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06" name="Text Box 23">
                <a:extLst>
                  <a:ext uri="{FF2B5EF4-FFF2-40B4-BE49-F238E27FC236}">
                    <a16:creationId xmlns:a16="http://schemas.microsoft.com/office/drawing/2014/main" id="{07DC93F5-3A5A-480D-84E7-51B2FF2D6E0D}"/>
                  </a:ext>
                </a:extLst>
              </p:cNvPr>
              <p:cNvSpPr txBox="1">
                <a:spLocks noChangeArrowheads="1"/>
              </p:cNvSpPr>
              <p:nvPr/>
            </p:nvSpPr>
            <p:spPr bwMode="auto">
              <a:xfrm>
                <a:off x="5594076" y="4723607"/>
                <a:ext cx="685800" cy="519112"/>
              </a:xfrm>
              <a:prstGeom prst="rect">
                <a:avLst/>
              </a:prstGeom>
              <a:noFill/>
              <a:ln w="9525" algn="ctr">
                <a:noFill/>
                <a:miter lim="800000"/>
                <a:headEnd/>
                <a:tailEnd/>
              </a:ln>
            </p:spPr>
            <p:txBody>
              <a:bodyPr>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altLang="zh-CN" sz="2800" b="0" i="0" u="none" strike="noStrike" kern="0" cap="none" spc="0" normalizeH="0" baseline="0" noProof="0" dirty="0">
                    <a:ln>
                      <a:noFill/>
                    </a:ln>
                    <a:solidFill>
                      <a:srgbClr val="6666CC"/>
                    </a:solidFill>
                    <a:effectLst/>
                    <a:uLnTx/>
                    <a:uFillTx/>
                  </a:rPr>
                  <a:t>/0</a:t>
                </a:r>
              </a:p>
            </p:txBody>
          </p:sp>
        </p:grpSp>
        <p:sp>
          <p:nvSpPr>
            <p:cNvPr id="107" name="云形标注 35">
              <a:extLst>
                <a:ext uri="{FF2B5EF4-FFF2-40B4-BE49-F238E27FC236}">
                  <a16:creationId xmlns:a16="http://schemas.microsoft.com/office/drawing/2014/main" id="{1679C8D6-1E42-4725-B5A2-A6A8EB619E57}"/>
                </a:ext>
              </a:extLst>
            </p:cNvPr>
            <p:cNvSpPr/>
            <p:nvPr/>
          </p:nvSpPr>
          <p:spPr bwMode="auto">
            <a:xfrm>
              <a:off x="5865402" y="5332456"/>
              <a:ext cx="1959874" cy="1119938"/>
            </a:xfrm>
            <a:prstGeom prst="cloudCallout">
              <a:avLst>
                <a:gd name="adj1" fmla="val 33042"/>
                <a:gd name="adj2" fmla="val -67892"/>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2000" b="0" kern="0" dirty="0">
                  <a:solidFill>
                    <a:srgbClr val="9999FF">
                      <a:lumMod val="50000"/>
                    </a:srgbClr>
                  </a:solidFill>
                  <a:latin typeface="黑体" panose="02010609060101010101" pitchFamily="49" charset="-122"/>
                  <a:ea typeface="黑体" panose="02010609060101010101" pitchFamily="49" charset="-122"/>
                </a:rPr>
                <a:t>正常</a:t>
              </a:r>
            </a:p>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2000" b="0" kern="0" dirty="0">
                  <a:solidFill>
                    <a:srgbClr val="9999FF">
                      <a:lumMod val="50000"/>
                    </a:srgbClr>
                  </a:solidFill>
                  <a:latin typeface="黑体" panose="02010609060101010101" pitchFamily="49" charset="-122"/>
                  <a:ea typeface="黑体" panose="02010609060101010101" pitchFamily="49" charset="-122"/>
                </a:rPr>
                <a:t>工作状态</a:t>
              </a:r>
            </a:p>
          </p:txBody>
        </p:sp>
      </p:grpSp>
      <p:sp>
        <p:nvSpPr>
          <p:cNvPr id="108" name="圆角矩形 3">
            <a:extLst>
              <a:ext uri="{FF2B5EF4-FFF2-40B4-BE49-F238E27FC236}">
                <a16:creationId xmlns:a16="http://schemas.microsoft.com/office/drawing/2014/main" id="{71406F52-1C69-43F4-B1F2-D703FCE9D94F}"/>
              </a:ext>
            </a:extLst>
          </p:cNvPr>
          <p:cNvSpPr/>
          <p:nvPr/>
        </p:nvSpPr>
        <p:spPr bwMode="auto">
          <a:xfrm>
            <a:off x="407301" y="5918312"/>
            <a:ext cx="2910789" cy="639995"/>
          </a:xfrm>
          <a:prstGeom prst="round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3200" dirty="0">
                <a:solidFill>
                  <a:srgbClr val="3333FF"/>
                </a:solidFill>
                <a:latin typeface="黑体" panose="02010609060101010101" pitchFamily="49" charset="-122"/>
                <a:ea typeface="黑体" panose="02010609060101010101" pitchFamily="49" charset="-122"/>
              </a:rPr>
              <a:t>可以自启动</a:t>
            </a:r>
            <a:r>
              <a:rPr kumimoji="0" lang="zh-CN" altLang="en-US" sz="3200" b="0" i="0" u="none" strike="noStrike" kern="0" cap="none" spc="0" normalizeH="0" baseline="0" noProof="0" dirty="0">
                <a:ln>
                  <a:noFill/>
                </a:ln>
                <a:solidFill>
                  <a:srgbClr val="3333FF"/>
                </a:solidFill>
                <a:effectLst/>
                <a:uLnTx/>
                <a:uFillTx/>
                <a:latin typeface="黑体" panose="02010609060101010101" pitchFamily="49" charset="-122"/>
                <a:ea typeface="黑体" panose="02010609060101010101" pitchFamily="49" charset="-122"/>
              </a:rPr>
              <a:t>！</a:t>
            </a:r>
          </a:p>
        </p:txBody>
      </p:sp>
      <p:sp>
        <p:nvSpPr>
          <p:cNvPr id="3" name="Title 4">
            <a:extLst>
              <a:ext uri="{FF2B5EF4-FFF2-40B4-BE49-F238E27FC236}">
                <a16:creationId xmlns:a16="http://schemas.microsoft.com/office/drawing/2014/main" id="{B825CC21-5DCF-97A4-0763-DAE6066C6794}"/>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sz="4000" dirty="0"/>
              <a:t>例</a:t>
            </a:r>
            <a:r>
              <a:rPr lang="en-US" altLang="zh-CN" sz="4000" dirty="0"/>
              <a:t>1</a:t>
            </a:r>
            <a:r>
              <a:rPr lang="zh-CN" altLang="en-US" sz="4000" dirty="0"/>
              <a:t>能否自启动</a:t>
            </a:r>
            <a:r>
              <a:rPr lang="en-US" altLang="zh-CN" sz="4000" dirty="0"/>
              <a:t>?</a:t>
            </a:r>
            <a:endParaRPr lang="en-CN" altLang="zh-CN" sz="4000" dirty="0">
              <a:solidFill>
                <a:srgbClr val="0000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93550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259D7DD-E1BE-4482-9234-29898EB39847}" type="slidenum">
              <a:rPr kumimoji="0" lang="en-US" altLang="zh-CN" sz="1200" b="0" i="0" u="none" strike="noStrike" kern="1200" cap="none" spc="0" normalizeH="0" baseline="0" noProof="0" smtClean="0">
                <a:ln>
                  <a:noFill/>
                </a:ln>
                <a:solidFill>
                  <a:srgbClr val="000000"/>
                </a:solidFill>
                <a:effectLst/>
                <a:uLnTx/>
                <a:uFillTx/>
                <a:latin typeface="Arial Black"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92</a:t>
            </a:fld>
            <a:endParaRPr kumimoji="0" lang="en-US" altLang="zh-CN" sz="1200" b="0" i="0" u="none" strike="noStrike" kern="1200" cap="none" spc="0" normalizeH="0" baseline="0" noProof="0" dirty="0">
              <a:ln>
                <a:noFill/>
              </a:ln>
              <a:solidFill>
                <a:srgbClr val="000000"/>
              </a:solidFill>
              <a:effectLst/>
              <a:uLnTx/>
              <a:uFillTx/>
              <a:latin typeface="Arial Black" pitchFamily="34" charset="0"/>
              <a:ea typeface="宋体" pitchFamily="2" charset="-122"/>
              <a:cs typeface="+mn-cs"/>
            </a:endParaRPr>
          </a:p>
        </p:txBody>
      </p:sp>
      <p:sp>
        <p:nvSpPr>
          <p:cNvPr id="3" name="内容占位符 2"/>
          <p:cNvSpPr>
            <a:spLocks noGrp="1"/>
          </p:cNvSpPr>
          <p:nvPr>
            <p:ph idx="4294967295"/>
          </p:nvPr>
        </p:nvSpPr>
        <p:spPr>
          <a:xfrm>
            <a:off x="457200" y="1587606"/>
            <a:ext cx="7886700" cy="4351338"/>
          </a:xfrm>
        </p:spPr>
        <p:txBody>
          <a:bodyPr>
            <a:normAutofit/>
          </a:bodyPr>
          <a:lstStyle/>
          <a:p>
            <a:r>
              <a:rPr lang="zh-CN" altLang="en-US" b="0" dirty="0">
                <a:latin typeface="+mn-lt"/>
              </a:rPr>
              <a:t>加法</a:t>
            </a:r>
            <a:r>
              <a:rPr lang="en-US" altLang="zh-CN" b="0" dirty="0">
                <a:latin typeface="+mn-lt"/>
              </a:rPr>
              <a:t>/</a:t>
            </a:r>
            <a:r>
              <a:rPr lang="zh-CN" altLang="en-US" b="0" dirty="0">
                <a:latin typeface="+mn-lt"/>
              </a:rPr>
              <a:t>减法计数器</a:t>
            </a:r>
          </a:p>
          <a:p>
            <a:r>
              <a:rPr lang="zh-CN" altLang="en-US" b="0" dirty="0"/>
              <a:t>特殊进制计数器</a:t>
            </a:r>
            <a:endParaRPr lang="en-US" altLang="zh-CN" b="0" dirty="0"/>
          </a:p>
          <a:p>
            <a:r>
              <a:rPr lang="zh-CN" altLang="en-US" b="0" dirty="0">
                <a:solidFill>
                  <a:srgbClr val="3333FF"/>
                </a:solidFill>
              </a:rPr>
              <a:t>环形</a:t>
            </a:r>
            <a:r>
              <a:rPr lang="en-US" altLang="zh-CN" b="0" dirty="0">
                <a:solidFill>
                  <a:srgbClr val="3333FF"/>
                </a:solidFill>
              </a:rPr>
              <a:t>/</a:t>
            </a:r>
            <a:r>
              <a:rPr lang="zh-CN" altLang="en-US" b="0" dirty="0">
                <a:solidFill>
                  <a:srgbClr val="3333FF"/>
                </a:solidFill>
              </a:rPr>
              <a:t>扭环形计数器</a:t>
            </a:r>
            <a:endParaRPr lang="en-US" altLang="zh-CN" b="0" dirty="0">
              <a:solidFill>
                <a:srgbClr val="3333FF"/>
              </a:solidFill>
            </a:endParaRPr>
          </a:p>
          <a:p>
            <a:r>
              <a:rPr lang="zh-CN" altLang="en-US" b="0" dirty="0"/>
              <a:t>异步</a:t>
            </a:r>
            <a:r>
              <a:rPr lang="en-US" altLang="zh-CN" b="0" dirty="0"/>
              <a:t>/</a:t>
            </a:r>
            <a:r>
              <a:rPr lang="zh-CN" altLang="en-US" b="0" dirty="0"/>
              <a:t>同步计数器</a:t>
            </a:r>
          </a:p>
        </p:txBody>
      </p:sp>
      <p:sp>
        <p:nvSpPr>
          <p:cNvPr id="5" name="Title 4">
            <a:extLst>
              <a:ext uri="{FF2B5EF4-FFF2-40B4-BE49-F238E27FC236}">
                <a16:creationId xmlns:a16="http://schemas.microsoft.com/office/drawing/2014/main" id="{05314DD2-F4CE-9307-AFCD-0EDD53B80773}"/>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t>典型的计数器</a:t>
            </a:r>
            <a:endParaRPr lang="en-CN" altLang="zh-CN" sz="4000" dirty="0">
              <a:solidFill>
                <a:srgbClr val="0000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3519383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259D7DD-E1BE-4482-9234-29898EB39847}" type="slidenum">
              <a:rPr kumimoji="0" lang="en-US" altLang="zh-CN" sz="1200" b="0" i="0" u="none" strike="noStrike" kern="1200" cap="none" spc="0" normalizeH="0" baseline="0" noProof="0" smtClean="0">
                <a:ln>
                  <a:noFill/>
                </a:ln>
                <a:solidFill>
                  <a:srgbClr val="000000"/>
                </a:solidFill>
                <a:effectLst/>
                <a:uLnTx/>
                <a:uFillTx/>
                <a:latin typeface="Arial Black"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93</a:t>
            </a:fld>
            <a:endParaRPr kumimoji="0" lang="en-US" altLang="zh-CN" sz="1200" b="0" i="0" u="none" strike="noStrike" kern="1200" cap="none" spc="0" normalizeH="0" baseline="0" noProof="0" dirty="0">
              <a:ln>
                <a:noFill/>
              </a:ln>
              <a:solidFill>
                <a:srgbClr val="000000"/>
              </a:solidFill>
              <a:effectLst/>
              <a:uLnTx/>
              <a:uFillTx/>
              <a:latin typeface="Arial Black" pitchFamily="34" charset="0"/>
              <a:ea typeface="宋体" pitchFamily="2" charset="-122"/>
              <a:cs typeface="+mn-cs"/>
            </a:endParaRPr>
          </a:p>
        </p:txBody>
      </p:sp>
      <p:sp>
        <p:nvSpPr>
          <p:cNvPr id="57348" name="Rectangle 9"/>
          <p:cNvSpPr>
            <a:spLocks noGrp="1" noChangeArrowheads="1"/>
          </p:cNvSpPr>
          <p:nvPr>
            <p:ph idx="4294967295"/>
          </p:nvPr>
        </p:nvSpPr>
        <p:spPr>
          <a:xfrm>
            <a:off x="457200" y="1311617"/>
            <a:ext cx="8229600" cy="1431925"/>
          </a:xfrm>
        </p:spPr>
        <p:txBody>
          <a:bodyPr>
            <a:normAutofit/>
          </a:bodyPr>
          <a:lstStyle/>
          <a:p>
            <a:r>
              <a:rPr lang="zh-CN" altLang="en-US" sz="2800" dirty="0"/>
              <a:t>环形计数器</a:t>
            </a:r>
            <a:endParaRPr lang="en-US" altLang="zh-CN" sz="2800" dirty="0"/>
          </a:p>
          <a:p>
            <a:r>
              <a:rPr lang="zh-CN" altLang="en-US" sz="2800" dirty="0"/>
              <a:t>扭环形计数器</a:t>
            </a:r>
            <a:endParaRPr lang="en-US" altLang="zh-CN" sz="2800" dirty="0">
              <a:latin typeface="+mn-lt"/>
            </a:endParaRPr>
          </a:p>
        </p:txBody>
      </p:sp>
      <p:pic>
        <p:nvPicPr>
          <p:cNvPr id="2" name="Picture 1">
            <a:extLst>
              <a:ext uri="{FF2B5EF4-FFF2-40B4-BE49-F238E27FC236}">
                <a16:creationId xmlns:a16="http://schemas.microsoft.com/office/drawing/2014/main" id="{189689C9-47A2-E841-AB1E-59052CED8CC0}"/>
              </a:ext>
            </a:extLst>
          </p:cNvPr>
          <p:cNvPicPr>
            <a:picLocks noChangeAspect="1"/>
          </p:cNvPicPr>
          <p:nvPr/>
        </p:nvPicPr>
        <p:blipFill>
          <a:blip r:embed="rId3"/>
          <a:stretch>
            <a:fillRect/>
          </a:stretch>
        </p:blipFill>
        <p:spPr>
          <a:xfrm>
            <a:off x="81777" y="3496451"/>
            <a:ext cx="4490223" cy="2108606"/>
          </a:xfrm>
          <a:prstGeom prst="rect">
            <a:avLst/>
          </a:prstGeom>
        </p:spPr>
      </p:pic>
      <p:pic>
        <p:nvPicPr>
          <p:cNvPr id="3" name="Picture 2">
            <a:extLst>
              <a:ext uri="{FF2B5EF4-FFF2-40B4-BE49-F238E27FC236}">
                <a16:creationId xmlns:a16="http://schemas.microsoft.com/office/drawing/2014/main" id="{8D2CE17A-EA5C-E740-B31E-65DFEF56707B}"/>
              </a:ext>
            </a:extLst>
          </p:cNvPr>
          <p:cNvPicPr>
            <a:picLocks noChangeAspect="1"/>
          </p:cNvPicPr>
          <p:nvPr/>
        </p:nvPicPr>
        <p:blipFill>
          <a:blip r:embed="rId4"/>
          <a:stretch>
            <a:fillRect/>
          </a:stretch>
        </p:blipFill>
        <p:spPr>
          <a:xfrm>
            <a:off x="4434972" y="3496451"/>
            <a:ext cx="4620129" cy="1949450"/>
          </a:xfrm>
          <a:prstGeom prst="rect">
            <a:avLst/>
          </a:prstGeom>
        </p:spPr>
      </p:pic>
      <p:sp>
        <p:nvSpPr>
          <p:cNvPr id="7" name="Rectangle 6">
            <a:extLst>
              <a:ext uri="{FF2B5EF4-FFF2-40B4-BE49-F238E27FC236}">
                <a16:creationId xmlns:a16="http://schemas.microsoft.com/office/drawing/2014/main" id="{CC7C8FA7-378D-D141-9C1A-1AD63F73E5A2}"/>
              </a:ext>
            </a:extLst>
          </p:cNvPr>
          <p:cNvSpPr/>
          <p:nvPr/>
        </p:nvSpPr>
        <p:spPr>
          <a:xfrm>
            <a:off x="990916" y="5532484"/>
            <a:ext cx="2133918" cy="476669"/>
          </a:xfrm>
          <a:prstGeom prst="rect">
            <a:avLst/>
          </a:prstGeom>
        </p:spPr>
        <p:txBody>
          <a:bodyPr wrap="none">
            <a:spAutoFit/>
          </a:bodyPr>
          <a:lstStyle/>
          <a:p>
            <a:pPr marL="406400" lvl="0" indent="-406400" algn="l" defTabSz="685800" fontAlgn="auto">
              <a:lnSpc>
                <a:spcPct val="120000"/>
              </a:lnSpc>
              <a:spcBef>
                <a:spcPct val="20000"/>
              </a:spcBef>
              <a:spcAft>
                <a:spcPts val="0"/>
              </a:spcAft>
              <a:buFont typeface="Wingdings" pitchFamily="2" charset="2"/>
              <a:buChar char="v"/>
            </a:pPr>
            <a:r>
              <a:rPr lang="zh-CN" altLang="en-US" sz="2400" b="0" dirty="0">
                <a:solidFill>
                  <a:srgbClr val="000000"/>
                </a:solidFill>
                <a:latin typeface="黑体" panose="02010609060101010101" pitchFamily="49" charset="-122"/>
                <a:ea typeface="黑体" panose="02010609060101010101" pitchFamily="49" charset="-122"/>
              </a:rPr>
              <a:t>环形计数器</a:t>
            </a:r>
          </a:p>
        </p:txBody>
      </p:sp>
      <p:sp>
        <p:nvSpPr>
          <p:cNvPr id="9" name="Rectangle 8">
            <a:extLst>
              <a:ext uri="{FF2B5EF4-FFF2-40B4-BE49-F238E27FC236}">
                <a16:creationId xmlns:a16="http://schemas.microsoft.com/office/drawing/2014/main" id="{B421508F-C2BD-6341-AC47-CF3796CCC927}"/>
              </a:ext>
            </a:extLst>
          </p:cNvPr>
          <p:cNvSpPr/>
          <p:nvPr/>
        </p:nvSpPr>
        <p:spPr>
          <a:xfrm>
            <a:off x="5711390" y="5532484"/>
            <a:ext cx="2441694" cy="476669"/>
          </a:xfrm>
          <a:prstGeom prst="rect">
            <a:avLst/>
          </a:prstGeom>
        </p:spPr>
        <p:txBody>
          <a:bodyPr wrap="none">
            <a:spAutoFit/>
          </a:bodyPr>
          <a:lstStyle/>
          <a:p>
            <a:pPr marL="406400" lvl="0" indent="-406400" algn="l" defTabSz="685800" fontAlgn="auto">
              <a:lnSpc>
                <a:spcPct val="120000"/>
              </a:lnSpc>
              <a:spcBef>
                <a:spcPct val="20000"/>
              </a:spcBef>
              <a:spcAft>
                <a:spcPts val="0"/>
              </a:spcAft>
              <a:buFont typeface="Wingdings" pitchFamily="2" charset="2"/>
              <a:buChar char="v"/>
            </a:pPr>
            <a:r>
              <a:rPr lang="zh-CN" altLang="en-US" sz="2400" b="0" dirty="0">
                <a:solidFill>
                  <a:srgbClr val="000000"/>
                </a:solidFill>
                <a:latin typeface="黑体" panose="02010609060101010101" pitchFamily="49" charset="-122"/>
                <a:ea typeface="黑体" panose="02010609060101010101" pitchFamily="49" charset="-122"/>
              </a:rPr>
              <a:t>扭环形计数器</a:t>
            </a:r>
          </a:p>
        </p:txBody>
      </p:sp>
      <p:sp>
        <p:nvSpPr>
          <p:cNvPr id="8" name="Rectangle 7">
            <a:extLst>
              <a:ext uri="{FF2B5EF4-FFF2-40B4-BE49-F238E27FC236}">
                <a16:creationId xmlns:a16="http://schemas.microsoft.com/office/drawing/2014/main" id="{6EF89076-6EE6-A340-A02F-0703702DE4D1}"/>
              </a:ext>
            </a:extLst>
          </p:cNvPr>
          <p:cNvSpPr/>
          <p:nvPr/>
        </p:nvSpPr>
        <p:spPr>
          <a:xfrm>
            <a:off x="2629895" y="2619984"/>
            <a:ext cx="4302342" cy="523220"/>
          </a:xfrm>
          <a:prstGeom prst="rect">
            <a:avLst/>
          </a:prstGeom>
        </p:spPr>
        <p:txBody>
          <a:bodyPr wrap="square">
            <a:spAutoFit/>
          </a:bodyPr>
          <a:lstStyle/>
          <a:p>
            <a:pPr algn="ctr"/>
            <a:r>
              <a:rPr lang="zh-CN" altLang="en-US" sz="2800" dirty="0">
                <a:solidFill>
                  <a:srgbClr val="7030A0"/>
                </a:solidFill>
                <a:latin typeface="黑体" panose="02010609060101010101" pitchFamily="49" charset="-122"/>
                <a:ea typeface="黑体" panose="02010609060101010101" pitchFamily="49" charset="-122"/>
              </a:rPr>
              <a:t>循环移位寄存器</a:t>
            </a:r>
            <a:endParaRPr lang="en-CN" dirty="0">
              <a:solidFill>
                <a:srgbClr val="7030A0"/>
              </a:solidFill>
              <a:latin typeface="黑体" panose="02010609060101010101" pitchFamily="49" charset="-122"/>
              <a:ea typeface="黑体" panose="02010609060101010101" pitchFamily="49" charset="-122"/>
            </a:endParaRPr>
          </a:p>
        </p:txBody>
      </p:sp>
      <p:sp>
        <p:nvSpPr>
          <p:cNvPr id="10" name="Title 4">
            <a:extLst>
              <a:ext uri="{FF2B5EF4-FFF2-40B4-BE49-F238E27FC236}">
                <a16:creationId xmlns:a16="http://schemas.microsoft.com/office/drawing/2014/main" id="{73A707E5-50E2-6969-16E0-731D8EEA7C69}"/>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t>基于移位寄存器的计数器</a:t>
            </a:r>
            <a:endParaRPr lang="en-CN" altLang="zh-CN" sz="4000" dirty="0">
              <a:solidFill>
                <a:srgbClr val="0000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9644688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2B21E6A-63F2-479C-B5EE-DDDF4AF1FCB7}" type="slidenum">
              <a:rPr kumimoji="0" lang="en-US" altLang="zh-CN" sz="1200" b="0" i="0" u="none" strike="noStrike" kern="1200" cap="none" spc="0" normalizeH="0" baseline="0" noProof="0" smtClean="0">
                <a:ln>
                  <a:noFill/>
                </a:ln>
                <a:solidFill>
                  <a:srgbClr val="000000"/>
                </a:solidFill>
                <a:effectLst/>
                <a:uLnTx/>
                <a:uFillTx/>
                <a:latin typeface="Arial Black"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94</a:t>
            </a:fld>
            <a:endParaRPr kumimoji="0" lang="en-US" altLang="zh-CN" sz="1200" b="0" i="0" u="none" strike="noStrike" kern="1200" cap="none" spc="0" normalizeH="0" baseline="0" noProof="0" dirty="0">
              <a:ln>
                <a:noFill/>
              </a:ln>
              <a:solidFill>
                <a:srgbClr val="000000"/>
              </a:solidFill>
              <a:effectLst/>
              <a:uLnTx/>
              <a:uFillTx/>
              <a:latin typeface="Arial Black" pitchFamily="34" charset="0"/>
              <a:ea typeface="宋体" pitchFamily="2" charset="-122"/>
              <a:cs typeface="+mn-cs"/>
            </a:endParaRPr>
          </a:p>
        </p:txBody>
      </p:sp>
      <p:graphicFrame>
        <p:nvGraphicFramePr>
          <p:cNvPr id="12" name="Group 126">
            <a:extLst>
              <a:ext uri="{FF2B5EF4-FFF2-40B4-BE49-F238E27FC236}">
                <a16:creationId xmlns:a16="http://schemas.microsoft.com/office/drawing/2014/main" id="{A218E9BD-530C-470A-A649-8686714AEB73}"/>
              </a:ext>
            </a:extLst>
          </p:cNvPr>
          <p:cNvGraphicFramePr>
            <a:graphicFrameLocks noGrp="1"/>
          </p:cNvGraphicFramePr>
          <p:nvPr>
            <p:ph idx="4294967295"/>
            <p:extLst>
              <p:ext uri="{D42A27DB-BD31-4B8C-83A1-F6EECF244321}">
                <p14:modId xmlns:p14="http://schemas.microsoft.com/office/powerpoint/2010/main" val="3355210941"/>
              </p:ext>
            </p:extLst>
          </p:nvPr>
        </p:nvGraphicFramePr>
        <p:xfrm>
          <a:off x="1034459" y="3900711"/>
          <a:ext cx="3048000" cy="2194560"/>
        </p:xfrm>
        <a:graphic>
          <a:graphicData uri="http://schemas.openxmlformats.org/drawingml/2006/table">
            <a:tbl>
              <a:tblPr/>
              <a:tblGrid>
                <a:gridCol w="609820">
                  <a:extLst>
                    <a:ext uri="{9D8B030D-6E8A-4147-A177-3AD203B41FA5}">
                      <a16:colId xmlns:a16="http://schemas.microsoft.com/office/drawing/2014/main" val="20000"/>
                    </a:ext>
                  </a:extLst>
                </a:gridCol>
                <a:gridCol w="609820">
                  <a:extLst>
                    <a:ext uri="{9D8B030D-6E8A-4147-A177-3AD203B41FA5}">
                      <a16:colId xmlns:a16="http://schemas.microsoft.com/office/drawing/2014/main" val="20001"/>
                    </a:ext>
                  </a:extLst>
                </a:gridCol>
                <a:gridCol w="608720">
                  <a:extLst>
                    <a:ext uri="{9D8B030D-6E8A-4147-A177-3AD203B41FA5}">
                      <a16:colId xmlns:a16="http://schemas.microsoft.com/office/drawing/2014/main" val="20002"/>
                    </a:ext>
                  </a:extLst>
                </a:gridCol>
                <a:gridCol w="609820">
                  <a:extLst>
                    <a:ext uri="{9D8B030D-6E8A-4147-A177-3AD203B41FA5}">
                      <a16:colId xmlns:a16="http://schemas.microsoft.com/office/drawing/2014/main" val="20003"/>
                    </a:ext>
                  </a:extLst>
                </a:gridCol>
                <a:gridCol w="609820">
                  <a:extLst>
                    <a:ext uri="{9D8B030D-6E8A-4147-A177-3AD203B41FA5}">
                      <a16:colId xmlns:a16="http://schemas.microsoft.com/office/drawing/2014/main" val="20004"/>
                    </a:ext>
                  </a:extLst>
                </a:gridCol>
              </a:tblGrid>
              <a:tr h="345799">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1" u="none" strike="noStrike" cap="none" normalizeH="0" baseline="0">
                          <a:ln>
                            <a:noFill/>
                          </a:ln>
                          <a:solidFill>
                            <a:schemeClr val="tx1"/>
                          </a:solidFill>
                          <a:effectLst/>
                          <a:latin typeface="Arial" charset="0"/>
                          <a:ea typeface="宋体" charset="-122"/>
                        </a:rPr>
                        <a:t>Q</a:t>
                      </a:r>
                      <a:r>
                        <a:rPr kumimoji="0" lang="en-US" altLang="zh-CN" sz="2400" b="0" i="1" u="none" strike="noStrike" cap="none" normalizeH="0" baseline="-25000">
                          <a:ln>
                            <a:noFill/>
                          </a:ln>
                          <a:solidFill>
                            <a:schemeClr val="tx1"/>
                          </a:solidFill>
                          <a:effectLst/>
                          <a:latin typeface="Arial" charset="0"/>
                          <a:ea typeface="宋体" charset="-122"/>
                        </a:rPr>
                        <a:t>A</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1" u="none" strike="noStrike" cap="none" normalizeH="0" baseline="0">
                          <a:ln>
                            <a:noFill/>
                          </a:ln>
                          <a:solidFill>
                            <a:schemeClr val="tx1"/>
                          </a:solidFill>
                          <a:effectLst/>
                          <a:latin typeface="Arial" charset="0"/>
                          <a:ea typeface="宋体" charset="-122"/>
                        </a:rPr>
                        <a:t>Q</a:t>
                      </a:r>
                      <a:r>
                        <a:rPr kumimoji="0" lang="en-US" altLang="zh-CN" sz="2400" b="0" i="1" u="none" strike="noStrike" cap="none" normalizeH="0" baseline="-25000">
                          <a:ln>
                            <a:noFill/>
                          </a:ln>
                          <a:solidFill>
                            <a:schemeClr val="tx1"/>
                          </a:solidFill>
                          <a:effectLst/>
                          <a:latin typeface="Arial" charset="0"/>
                          <a:ea typeface="宋体" charset="-122"/>
                        </a:rPr>
                        <a:t>B</a:t>
                      </a:r>
                      <a:endParaRPr kumimoji="0" lang="en-US" altLang="zh-CN" sz="2400" b="0" i="1" u="none" strike="noStrike" cap="none" normalizeH="0" baseline="0">
                        <a:ln>
                          <a:noFill/>
                        </a:ln>
                        <a:solidFill>
                          <a:schemeClr val="tx1"/>
                        </a:solidFill>
                        <a:effectLst/>
                        <a:latin typeface="Arial" charset="0"/>
                        <a:ea typeface="宋体"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1" u="none" strike="noStrike" cap="none" normalizeH="0" baseline="0">
                          <a:ln>
                            <a:noFill/>
                          </a:ln>
                          <a:solidFill>
                            <a:schemeClr val="tx1"/>
                          </a:solidFill>
                          <a:effectLst/>
                          <a:latin typeface="Arial" charset="0"/>
                          <a:ea typeface="宋体" charset="-122"/>
                        </a:rPr>
                        <a:t>Q</a:t>
                      </a:r>
                      <a:r>
                        <a:rPr kumimoji="0" lang="en-US" altLang="zh-CN" sz="2400" b="0" i="1" u="none" strike="noStrike" cap="none" normalizeH="0" baseline="-25000">
                          <a:ln>
                            <a:noFill/>
                          </a:ln>
                          <a:solidFill>
                            <a:schemeClr val="tx1"/>
                          </a:solidFill>
                          <a:effectLst/>
                          <a:latin typeface="Arial" charset="0"/>
                          <a:ea typeface="宋体" charset="-122"/>
                        </a:rPr>
                        <a:t>C</a:t>
                      </a:r>
                      <a:endParaRPr kumimoji="0" lang="en-US" altLang="zh-CN" sz="2400" b="0" i="1" u="none" strike="noStrike" cap="none" normalizeH="0" baseline="0">
                        <a:ln>
                          <a:noFill/>
                        </a:ln>
                        <a:solidFill>
                          <a:schemeClr val="tx1"/>
                        </a:solidFill>
                        <a:effectLst/>
                        <a:latin typeface="Arial" charset="0"/>
                        <a:ea typeface="宋体"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1" u="none" strike="noStrike" cap="none" normalizeH="0" baseline="0">
                          <a:ln>
                            <a:noFill/>
                          </a:ln>
                          <a:solidFill>
                            <a:schemeClr val="tx1"/>
                          </a:solidFill>
                          <a:effectLst/>
                          <a:latin typeface="Arial" charset="0"/>
                          <a:ea typeface="宋体" charset="-122"/>
                        </a:rPr>
                        <a:t>Q</a:t>
                      </a:r>
                      <a:r>
                        <a:rPr kumimoji="0" lang="en-US" altLang="zh-CN" sz="2400" b="0" i="1" u="none" strike="noStrike" cap="none" normalizeH="0" baseline="-25000">
                          <a:ln>
                            <a:noFill/>
                          </a:ln>
                          <a:solidFill>
                            <a:schemeClr val="tx1"/>
                          </a:solidFill>
                          <a:effectLst/>
                          <a:latin typeface="Arial" charset="0"/>
                          <a:ea typeface="宋体" charset="-122"/>
                        </a:rPr>
                        <a:t>D</a:t>
                      </a:r>
                      <a:endParaRPr kumimoji="0" lang="en-US" altLang="zh-CN" sz="2400" b="0" i="1" u="none" strike="noStrike" cap="none" normalizeH="0" baseline="0">
                        <a:ln>
                          <a:noFill/>
                        </a:ln>
                        <a:solidFill>
                          <a:schemeClr val="tx1"/>
                        </a:solidFill>
                        <a:effectLst/>
                        <a:latin typeface="Arial" charset="0"/>
                        <a:ea typeface="宋体"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1" u="none" strike="noStrike" cap="none" normalizeH="0" baseline="0">
                          <a:ln>
                            <a:noFill/>
                          </a:ln>
                          <a:solidFill>
                            <a:schemeClr val="tx1"/>
                          </a:solidFill>
                          <a:effectLst/>
                          <a:latin typeface="Arial" charset="0"/>
                          <a:ea typeface="宋体" charset="-122"/>
                        </a:rPr>
                        <a:t>D</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44764">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1</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0</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0</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0</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rgbClr val="FF66CC"/>
                          </a:solidFill>
                          <a:effectLst/>
                          <a:latin typeface="Arial" charset="0"/>
                          <a:ea typeface="宋体" charset="-122"/>
                        </a:rPr>
                        <a:t>8</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5799">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0</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charset="-122"/>
                        </a:rPr>
                        <a:t>0</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charset="-122"/>
                        </a:rPr>
                        <a:t>0</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rgbClr val="FF66CC"/>
                          </a:solidFill>
                          <a:effectLst/>
                          <a:latin typeface="Arial" charset="0"/>
                          <a:ea typeface="宋体" charset="-122"/>
                        </a:rPr>
                        <a:t>4</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43728">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0</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0</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0</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rgbClr val="FF66CC"/>
                          </a:solidFill>
                          <a:effectLst/>
                          <a:latin typeface="Arial" charset="0"/>
                          <a:ea typeface="宋体" charset="-122"/>
                        </a:rPr>
                        <a:t>2</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45799">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0</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0</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0</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rgbClr val="FF66CC"/>
                          </a:solidFill>
                          <a:effectLst/>
                          <a:latin typeface="Arial" charset="0"/>
                          <a:ea typeface="宋体" charset="-122"/>
                        </a:rPr>
                        <a:t>1</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1039">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1</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0</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charset="-122"/>
                        </a:rPr>
                        <a:t>0</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charset="-122"/>
                        </a:rPr>
                        <a:t>0</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rgbClr val="FF66CC"/>
                          </a:solidFill>
                          <a:effectLst/>
                          <a:latin typeface="Arial" charset="0"/>
                          <a:ea typeface="宋体" charset="-122"/>
                        </a:rPr>
                        <a:t>8</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082" name="Text Box 40"/>
          <p:cNvSpPr txBox="1">
            <a:spLocks noChangeArrowheads="1"/>
          </p:cNvSpPr>
          <p:nvPr/>
        </p:nvSpPr>
        <p:spPr bwMode="auto">
          <a:xfrm>
            <a:off x="1510118" y="6210430"/>
            <a:ext cx="4343400" cy="461665"/>
          </a:xfrm>
          <a:prstGeom prst="rect">
            <a:avLst/>
          </a:prstGeom>
          <a:noFill/>
          <a:ln w="9525">
            <a:noFill/>
            <a:miter lim="800000"/>
            <a:headEnd/>
            <a:tailEnd/>
          </a:ln>
        </p:spPr>
        <p:txBody>
          <a:bodyPr wrap="square">
            <a:spAutoFit/>
          </a:bodyPr>
          <a:lstStyle/>
          <a:p>
            <a:pPr lvl="0">
              <a:spcBef>
                <a:spcPct val="50000"/>
              </a:spcBef>
              <a:defRPr/>
            </a:pPr>
            <a:r>
              <a:rPr lang="zh-CN" altLang="en-US" sz="2400" b="0" dirty="0">
                <a:solidFill>
                  <a:srgbClr val="000000"/>
                </a:solidFill>
                <a:latin typeface="黑体" panose="02010609060101010101" pitchFamily="49" charset="-122"/>
                <a:ea typeface="黑体" panose="02010609060101010101" pitchFamily="49" charset="-122"/>
              </a:rPr>
              <a:t>正常计数序列</a:t>
            </a:r>
            <a:endParaRPr lang="en-US" altLang="zh-CN" sz="2400" b="0" dirty="0">
              <a:solidFill>
                <a:srgbClr val="000000"/>
              </a:solidFill>
              <a:latin typeface="黑体" panose="02010609060101010101" pitchFamily="49" charset="-122"/>
              <a:ea typeface="黑体" panose="02010609060101010101" pitchFamily="49" charset="-122"/>
            </a:endParaRPr>
          </a:p>
        </p:txBody>
      </p:sp>
      <p:sp>
        <p:nvSpPr>
          <p:cNvPr id="719951" name="Rectangle 79"/>
          <p:cNvSpPr>
            <a:spLocks noChangeArrowheads="1"/>
          </p:cNvSpPr>
          <p:nvPr/>
        </p:nvSpPr>
        <p:spPr bwMode="auto">
          <a:xfrm>
            <a:off x="5878918" y="4673442"/>
            <a:ext cx="1752600" cy="762000"/>
          </a:xfrm>
          <a:prstGeom prst="rect">
            <a:avLst/>
          </a:prstGeom>
          <a:noFill/>
          <a:ln w="9525" algn="ctr">
            <a:noFill/>
            <a:miter lim="800000"/>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chemeClr val="tx1"/>
                </a:solidFill>
                <a:effectLst/>
                <a:uLnTx/>
                <a:uFillTx/>
                <a:latin typeface="Garamond" pitchFamily="18" charset="0"/>
                <a:ea typeface="宋体" pitchFamily="2" charset="-122"/>
                <a:cs typeface="+mn-cs"/>
              </a:rPr>
              <a:t>Q</a:t>
            </a:r>
            <a:r>
              <a:rPr kumimoji="0" lang="en-US" altLang="zh-CN" sz="2400" b="1" i="0" u="none" strike="noStrike" kern="1200" cap="none" spc="0" normalizeH="0" baseline="-25000" noProof="0" dirty="0">
                <a:ln>
                  <a:noFill/>
                </a:ln>
                <a:solidFill>
                  <a:schemeClr val="tx1"/>
                </a:solidFill>
                <a:effectLst/>
                <a:uLnTx/>
                <a:uFillTx/>
                <a:latin typeface="Garamond" pitchFamily="18" charset="0"/>
                <a:ea typeface="宋体" pitchFamily="2" charset="-122"/>
                <a:cs typeface="+mn-cs"/>
              </a:rPr>
              <a:t>A</a:t>
            </a:r>
            <a:r>
              <a:rPr kumimoji="0" lang="en-US" altLang="zh-CN" sz="2400" b="1" i="0" u="none" strike="noStrike" kern="1200" cap="none" spc="0" normalizeH="0" baseline="0" noProof="0" dirty="0">
                <a:ln>
                  <a:noFill/>
                </a:ln>
                <a:solidFill>
                  <a:schemeClr val="tx1"/>
                </a:solidFill>
                <a:effectLst/>
                <a:uLnTx/>
                <a:uFillTx/>
                <a:latin typeface="Garamond" pitchFamily="18" charset="0"/>
                <a:ea typeface="宋体" pitchFamily="2" charset="-122"/>
                <a:cs typeface="+mn-cs"/>
              </a:rPr>
              <a:t>Q</a:t>
            </a:r>
            <a:r>
              <a:rPr kumimoji="0" lang="en-US" altLang="zh-CN" sz="2400" b="1" i="0" u="none" strike="noStrike" kern="1200" cap="none" spc="0" normalizeH="0" baseline="-25000" noProof="0" dirty="0">
                <a:ln>
                  <a:noFill/>
                </a:ln>
                <a:solidFill>
                  <a:schemeClr val="tx1"/>
                </a:solidFill>
                <a:effectLst/>
                <a:uLnTx/>
                <a:uFillTx/>
                <a:latin typeface="Garamond" pitchFamily="18" charset="0"/>
                <a:ea typeface="宋体" pitchFamily="2" charset="-122"/>
                <a:cs typeface="+mn-cs"/>
              </a:rPr>
              <a:t>B</a:t>
            </a:r>
            <a:r>
              <a:rPr kumimoji="0" lang="en-US" altLang="zh-CN" sz="2400" b="1" i="0" u="none" strike="noStrike" kern="1200" cap="none" spc="0" normalizeH="0" baseline="0" noProof="0" dirty="0">
                <a:ln>
                  <a:noFill/>
                </a:ln>
                <a:solidFill>
                  <a:schemeClr val="tx1"/>
                </a:solidFill>
                <a:effectLst/>
                <a:uLnTx/>
                <a:uFillTx/>
                <a:latin typeface="Garamond" pitchFamily="18" charset="0"/>
                <a:ea typeface="宋体" pitchFamily="2" charset="-122"/>
                <a:cs typeface="+mn-cs"/>
              </a:rPr>
              <a:t>Q</a:t>
            </a:r>
            <a:r>
              <a:rPr kumimoji="0" lang="en-US" altLang="zh-CN" sz="2400" b="1" i="0" u="none" strike="noStrike" kern="1200" cap="none" spc="0" normalizeH="0" baseline="-25000" noProof="0" dirty="0">
                <a:ln>
                  <a:noFill/>
                </a:ln>
                <a:solidFill>
                  <a:schemeClr val="tx1"/>
                </a:solidFill>
                <a:effectLst/>
                <a:uLnTx/>
                <a:uFillTx/>
                <a:latin typeface="Garamond" pitchFamily="18" charset="0"/>
                <a:ea typeface="宋体" pitchFamily="2" charset="-122"/>
                <a:cs typeface="+mn-cs"/>
              </a:rPr>
              <a:t>C</a:t>
            </a:r>
            <a:r>
              <a:rPr kumimoji="0" lang="en-US" altLang="zh-CN" sz="2400" b="1" i="0" u="none" strike="noStrike" kern="1200" cap="none" spc="0" normalizeH="0" baseline="0" noProof="0" dirty="0">
                <a:ln>
                  <a:noFill/>
                </a:ln>
                <a:solidFill>
                  <a:schemeClr val="tx1"/>
                </a:solidFill>
                <a:effectLst/>
                <a:uLnTx/>
                <a:uFillTx/>
                <a:latin typeface="Garamond" pitchFamily="18" charset="0"/>
                <a:ea typeface="宋体" pitchFamily="2" charset="-122"/>
                <a:cs typeface="+mn-cs"/>
              </a:rPr>
              <a:t>Q</a:t>
            </a:r>
            <a:r>
              <a:rPr kumimoji="0" lang="en-US" altLang="zh-CN" sz="2400" b="1" i="0" u="none" strike="noStrike" kern="1200" cap="none" spc="0" normalizeH="0" baseline="-25000" noProof="0" dirty="0">
                <a:ln>
                  <a:noFill/>
                </a:ln>
                <a:solidFill>
                  <a:schemeClr val="tx1"/>
                </a:solidFill>
                <a:effectLst/>
                <a:uLnTx/>
                <a:uFillTx/>
                <a:latin typeface="Garamond" pitchFamily="18" charset="0"/>
                <a:ea typeface="宋体" pitchFamily="2" charset="-122"/>
                <a:cs typeface="+mn-cs"/>
              </a:rPr>
              <a:t>D</a:t>
            </a:r>
          </a:p>
        </p:txBody>
      </p:sp>
      <p:sp>
        <p:nvSpPr>
          <p:cNvPr id="10" name="TextBox 9"/>
          <p:cNvSpPr txBox="1"/>
          <p:nvPr/>
        </p:nvSpPr>
        <p:spPr>
          <a:xfrm>
            <a:off x="5105399" y="3182291"/>
            <a:ext cx="3200400" cy="461665"/>
          </a:xfrm>
          <a:prstGeom prst="rect">
            <a:avLst/>
          </a:prstGeom>
          <a:noFill/>
        </p:spPr>
        <p:txBody>
          <a:bodyPr wrap="square" rtlCol="0">
            <a:spAutoFit/>
          </a:bodyPr>
          <a:lstStyle/>
          <a:p>
            <a:pPr lvl="0" algn="ctr">
              <a:defRPr/>
            </a:pPr>
            <a:r>
              <a:rPr lang="zh-CN" altLang="en-US" sz="2400" b="1" dirty="0">
                <a:solidFill>
                  <a:schemeClr val="tx1"/>
                </a:solidFill>
                <a:latin typeface="SimHei" panose="02010609060101010101" pitchFamily="49" charset="-122"/>
                <a:ea typeface="SimHei" panose="02010609060101010101" pitchFamily="49" charset="-122"/>
              </a:rPr>
              <a:t>模</a:t>
            </a:r>
            <a:r>
              <a:rPr lang="en-US" altLang="zh-CN" sz="2400" b="1" dirty="0">
                <a:solidFill>
                  <a:schemeClr val="tx1"/>
                </a:solidFill>
                <a:latin typeface="SimHei" panose="02010609060101010101" pitchFamily="49" charset="-122"/>
                <a:ea typeface="SimHei" panose="02010609060101010101" pitchFamily="49" charset="-122"/>
              </a:rPr>
              <a:t>4</a:t>
            </a:r>
            <a:r>
              <a:rPr lang="zh-CN" altLang="en-US" sz="2400" b="1" dirty="0">
                <a:solidFill>
                  <a:schemeClr val="tx1"/>
                </a:solidFill>
                <a:latin typeface="SimHei" panose="02010609060101010101" pitchFamily="49" charset="-122"/>
                <a:ea typeface="SimHei" panose="02010609060101010101" pitchFamily="49" charset="-122"/>
              </a:rPr>
              <a:t>计数器</a:t>
            </a:r>
          </a:p>
        </p:txBody>
      </p:sp>
      <p:pic>
        <p:nvPicPr>
          <p:cNvPr id="3" name="图片 2">
            <a:extLst>
              <a:ext uri="{FF2B5EF4-FFF2-40B4-BE49-F238E27FC236}">
                <a16:creationId xmlns:a16="http://schemas.microsoft.com/office/drawing/2014/main" id="{5C11CF5D-B6AA-C246-9E5F-86396C6DA649}"/>
              </a:ext>
            </a:extLst>
          </p:cNvPr>
          <p:cNvPicPr>
            <a:picLocks noChangeAspect="1"/>
          </p:cNvPicPr>
          <p:nvPr/>
        </p:nvPicPr>
        <p:blipFill>
          <a:blip r:embed="rId2"/>
          <a:stretch>
            <a:fillRect/>
          </a:stretch>
        </p:blipFill>
        <p:spPr>
          <a:xfrm>
            <a:off x="346412" y="1400221"/>
            <a:ext cx="4942367" cy="2381594"/>
          </a:xfrm>
          <a:prstGeom prst="rect">
            <a:avLst/>
          </a:prstGeom>
        </p:spPr>
      </p:pic>
      <p:graphicFrame>
        <p:nvGraphicFramePr>
          <p:cNvPr id="15" name="图示 14">
            <a:extLst>
              <a:ext uri="{FF2B5EF4-FFF2-40B4-BE49-F238E27FC236}">
                <a16:creationId xmlns:a16="http://schemas.microsoft.com/office/drawing/2014/main" id="{E7FDB0B1-F12A-46FE-9E07-317083CD68BE}"/>
              </a:ext>
            </a:extLst>
          </p:cNvPr>
          <p:cNvGraphicFramePr/>
          <p:nvPr>
            <p:extLst>
              <p:ext uri="{D42A27DB-BD31-4B8C-83A1-F6EECF244321}">
                <p14:modId xmlns:p14="http://schemas.microsoft.com/office/powerpoint/2010/main" val="2150578631"/>
              </p:ext>
            </p:extLst>
          </p:nvPr>
        </p:nvGraphicFramePr>
        <p:xfrm>
          <a:off x="5334000" y="3581400"/>
          <a:ext cx="2743199" cy="29717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Rectangle 1">
            <a:extLst>
              <a:ext uri="{FF2B5EF4-FFF2-40B4-BE49-F238E27FC236}">
                <a16:creationId xmlns:a16="http://schemas.microsoft.com/office/drawing/2014/main" id="{5F9F92DB-1227-5147-B3CA-D4AB646E214A}"/>
              </a:ext>
            </a:extLst>
          </p:cNvPr>
          <p:cNvSpPr/>
          <p:nvPr/>
        </p:nvSpPr>
        <p:spPr>
          <a:xfrm>
            <a:off x="5501834" y="1594904"/>
            <a:ext cx="3413566" cy="1200329"/>
          </a:xfrm>
          <a:prstGeom prst="rect">
            <a:avLst/>
          </a:prstGeom>
          <a:solidFill>
            <a:schemeClr val="accent2">
              <a:lumMod val="20000"/>
              <a:lumOff val="80000"/>
            </a:schemeClr>
          </a:solidFill>
        </p:spPr>
        <p:txBody>
          <a:bodyPr wrap="square">
            <a:spAutoFit/>
          </a:bodyPr>
          <a:lstStyle/>
          <a:p>
            <a:pPr algn="ctr"/>
            <a:r>
              <a:rPr lang="en-US" altLang="zh-CN" sz="2400" dirty="0">
                <a:solidFill>
                  <a:schemeClr val="tx1"/>
                </a:solidFill>
                <a:latin typeface="黑体" panose="02010609060101010101" pitchFamily="49" charset="-122"/>
                <a:ea typeface="黑体" panose="02010609060101010101" pitchFamily="49" charset="-122"/>
              </a:rPr>
              <a:t>N</a:t>
            </a:r>
            <a:r>
              <a:rPr lang="zh-CN" altLang="en-US" sz="2400" dirty="0">
                <a:solidFill>
                  <a:schemeClr val="tx1"/>
                </a:solidFill>
                <a:latin typeface="黑体" panose="02010609060101010101" pitchFamily="49" charset="-122"/>
                <a:ea typeface="黑体" panose="02010609060101010101" pitchFamily="49" charset="-122"/>
              </a:rPr>
              <a:t>个触发器表示</a:t>
            </a:r>
            <a:r>
              <a:rPr lang="en-US" altLang="zh-CN" sz="2400" dirty="0">
                <a:solidFill>
                  <a:schemeClr val="tx1"/>
                </a:solidFill>
                <a:latin typeface="黑体" panose="02010609060101010101" pitchFamily="49" charset="-122"/>
                <a:ea typeface="黑体" panose="02010609060101010101" pitchFamily="49" charset="-122"/>
              </a:rPr>
              <a:t>N</a:t>
            </a:r>
            <a:r>
              <a:rPr lang="zh-CN" altLang="en-US" sz="2400" dirty="0">
                <a:solidFill>
                  <a:schemeClr val="tx1"/>
                </a:solidFill>
                <a:latin typeface="黑体" panose="02010609060101010101" pitchFamily="49" charset="-122"/>
                <a:ea typeface="黑体" panose="02010609060101010101" pitchFamily="49" charset="-122"/>
              </a:rPr>
              <a:t>个不同的状态</a:t>
            </a:r>
            <a:endParaRPr lang="en-US" altLang="zh-CN" sz="2400" dirty="0">
              <a:solidFill>
                <a:schemeClr val="tx1"/>
              </a:solidFill>
              <a:latin typeface="黑体" panose="02010609060101010101" pitchFamily="49" charset="-122"/>
              <a:ea typeface="黑体" panose="02010609060101010101" pitchFamily="49" charset="-122"/>
            </a:endParaRPr>
          </a:p>
          <a:p>
            <a:pPr lvl="0" algn="ctr"/>
            <a:r>
              <a:rPr lang="en-US" sz="2400" dirty="0">
                <a:solidFill>
                  <a:srgbClr val="7030A0"/>
                </a:solidFill>
                <a:latin typeface="黑体" panose="02010609060101010101" pitchFamily="49" charset="-122"/>
                <a:ea typeface="黑体" panose="02010609060101010101" pitchFamily="49" charset="-122"/>
                <a:sym typeface="Wingdings" pitchFamily="2" charset="2"/>
              </a:rPr>
              <a:t> </a:t>
            </a:r>
            <a:r>
              <a:rPr lang="zh-CN" altLang="en-US" sz="2400" dirty="0">
                <a:solidFill>
                  <a:srgbClr val="7030A0"/>
                </a:solidFill>
                <a:latin typeface="黑体" panose="02010609060101010101" pitchFamily="49" charset="-122"/>
                <a:ea typeface="黑体" panose="02010609060101010101" pitchFamily="49" charset="-122"/>
                <a:sym typeface="Wingdings" pitchFamily="2" charset="2"/>
              </a:rPr>
              <a:t>触发器代价！</a:t>
            </a:r>
            <a:r>
              <a:rPr lang="en-US" sz="2400" dirty="0">
                <a:solidFill>
                  <a:srgbClr val="7030A0"/>
                </a:solidFill>
                <a:latin typeface="黑体" panose="02010609060101010101" pitchFamily="49" charset="-122"/>
                <a:ea typeface="黑体" panose="02010609060101010101" pitchFamily="49" charset="-122"/>
                <a:sym typeface="Wingdings" pitchFamily="2" charset="2"/>
              </a:rPr>
              <a:t>!</a:t>
            </a:r>
          </a:p>
        </p:txBody>
      </p:sp>
      <p:sp>
        <p:nvSpPr>
          <p:cNvPr id="5" name="Title 4">
            <a:extLst>
              <a:ext uri="{FF2B5EF4-FFF2-40B4-BE49-F238E27FC236}">
                <a16:creationId xmlns:a16="http://schemas.microsoft.com/office/drawing/2014/main" id="{22D4B8D4-D9DE-CDA4-08AA-51425BF7559A}"/>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t>环形计数器的有限状态机</a:t>
            </a:r>
            <a:endParaRPr lang="en-CN" altLang="zh-CN" sz="4000" dirty="0">
              <a:solidFill>
                <a:srgbClr val="0000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4206336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259D7DD-E1BE-4482-9234-29898EB39847}" type="slidenum">
              <a:rPr kumimoji="0" lang="en-US" altLang="zh-CN" sz="1200" b="0" i="0" u="none" strike="noStrike" kern="1200" cap="none" spc="0" normalizeH="0" baseline="0" noProof="0" smtClean="0">
                <a:ln>
                  <a:noFill/>
                </a:ln>
                <a:solidFill>
                  <a:srgbClr val="000000"/>
                </a:solidFill>
                <a:effectLst/>
                <a:uLnTx/>
                <a:uFillTx/>
                <a:latin typeface="Arial Black"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95</a:t>
            </a:fld>
            <a:endParaRPr kumimoji="0" lang="en-US" altLang="zh-CN" sz="1200" b="0" i="0" u="none" strike="noStrike" kern="1200" cap="none" spc="0" normalizeH="0" baseline="0" noProof="0" dirty="0">
              <a:ln>
                <a:noFill/>
              </a:ln>
              <a:solidFill>
                <a:srgbClr val="000000"/>
              </a:solidFill>
              <a:effectLst/>
              <a:uLnTx/>
              <a:uFillTx/>
              <a:latin typeface="Arial Black" pitchFamily="34" charset="0"/>
              <a:ea typeface="宋体" pitchFamily="2" charset="-122"/>
              <a:cs typeface="+mn-cs"/>
            </a:endParaRPr>
          </a:p>
        </p:txBody>
      </p:sp>
      <p:sp>
        <p:nvSpPr>
          <p:cNvPr id="59396" name="Rectangle 3"/>
          <p:cNvSpPr>
            <a:spLocks noGrp="1" noChangeArrowheads="1"/>
          </p:cNvSpPr>
          <p:nvPr>
            <p:ph idx="4294967295"/>
          </p:nvPr>
        </p:nvSpPr>
        <p:spPr>
          <a:xfrm>
            <a:off x="593687" y="1304327"/>
            <a:ext cx="8458200" cy="5256213"/>
          </a:xfrm>
        </p:spPr>
        <p:txBody>
          <a:bodyPr>
            <a:normAutofit/>
          </a:bodyPr>
          <a:lstStyle/>
          <a:p>
            <a:r>
              <a:rPr lang="en-US" altLang="zh-CN" sz="2800" b="0" dirty="0">
                <a:latin typeface="Arial" panose="020B0604020202020204" pitchFamily="34" charset="0"/>
                <a:ea typeface="SimHei" panose="02010609060101010101" pitchFamily="49" charset="-122"/>
                <a:cs typeface="Arial" panose="020B0604020202020204" pitchFamily="34" charset="0"/>
              </a:rPr>
              <a:t>N</a:t>
            </a:r>
            <a:r>
              <a:rPr lang="zh-CN" altLang="en-US" sz="2800" b="0" dirty="0">
                <a:latin typeface="Arial" panose="020B0604020202020204" pitchFamily="34" charset="0"/>
                <a:ea typeface="SimHei" panose="02010609060101010101" pitchFamily="49" charset="-122"/>
                <a:cs typeface="Arial" panose="020B0604020202020204" pitchFamily="34" charset="0"/>
              </a:rPr>
              <a:t>个触发器一共有</a:t>
            </a:r>
            <a:r>
              <a:rPr lang="en-US" altLang="zh-CN" sz="2800" b="0" dirty="0">
                <a:latin typeface="Arial" panose="020B0604020202020204" pitchFamily="34" charset="0"/>
                <a:ea typeface="SimHei" panose="02010609060101010101" pitchFamily="49" charset="-122"/>
                <a:cs typeface="Arial" panose="020B0604020202020204" pitchFamily="34" charset="0"/>
              </a:rPr>
              <a:t>2</a:t>
            </a:r>
            <a:r>
              <a:rPr lang="en-US" altLang="zh-CN" sz="2800" b="0" baseline="30000" dirty="0">
                <a:latin typeface="Arial" panose="020B0604020202020204" pitchFamily="34" charset="0"/>
                <a:ea typeface="SimHei" panose="02010609060101010101" pitchFamily="49" charset="-122"/>
                <a:cs typeface="Arial" panose="020B0604020202020204" pitchFamily="34" charset="0"/>
              </a:rPr>
              <a:t>N</a:t>
            </a:r>
            <a:r>
              <a:rPr lang="zh-CN" altLang="en-US" sz="2800" b="0" dirty="0">
                <a:latin typeface="Arial" panose="020B0604020202020204" pitchFamily="34" charset="0"/>
                <a:ea typeface="SimHei" panose="02010609060101010101" pitchFamily="49" charset="-122"/>
                <a:cs typeface="Arial" panose="020B0604020202020204" pitchFamily="34" charset="0"/>
              </a:rPr>
              <a:t>个状态</a:t>
            </a:r>
            <a:endParaRPr lang="en-US" altLang="zh-CN" sz="2800" b="0" dirty="0">
              <a:latin typeface="Arial" panose="020B0604020202020204" pitchFamily="34" charset="0"/>
              <a:ea typeface="SimHei" panose="02010609060101010101" pitchFamily="49" charset="-122"/>
              <a:cs typeface="Arial" panose="020B0604020202020204" pitchFamily="34" charset="0"/>
            </a:endParaRPr>
          </a:p>
          <a:p>
            <a:pPr lvl="1"/>
            <a:r>
              <a:rPr lang="en-US" altLang="zh-CN" sz="2400" b="0" dirty="0">
                <a:latin typeface="Arial" panose="020B0604020202020204" pitchFamily="34" charset="0"/>
                <a:ea typeface="SimHei" panose="02010609060101010101" pitchFamily="49" charset="-122"/>
                <a:cs typeface="Arial" panose="020B0604020202020204" pitchFamily="34" charset="0"/>
              </a:rPr>
              <a:t>2</a:t>
            </a:r>
            <a:r>
              <a:rPr lang="en-US" altLang="zh-CN" sz="2400" b="0" baseline="30000" dirty="0">
                <a:latin typeface="Arial" panose="020B0604020202020204" pitchFamily="34" charset="0"/>
                <a:ea typeface="SimHei" panose="02010609060101010101" pitchFamily="49" charset="-122"/>
                <a:cs typeface="Arial" panose="020B0604020202020204" pitchFamily="34" charset="0"/>
              </a:rPr>
              <a:t>N</a:t>
            </a:r>
            <a:r>
              <a:rPr lang="en-US" altLang="zh-CN" sz="2400" b="0" dirty="0">
                <a:latin typeface="Arial" panose="020B0604020202020204" pitchFamily="34" charset="0"/>
                <a:ea typeface="SimHei" panose="02010609060101010101" pitchFamily="49" charset="-122"/>
                <a:cs typeface="Arial" panose="020B0604020202020204" pitchFamily="34" charset="0"/>
              </a:rPr>
              <a:t>-N (12 </a:t>
            </a:r>
            <a:r>
              <a:rPr lang="zh-CN" altLang="en-US" sz="2400" b="0" dirty="0">
                <a:latin typeface="Arial" panose="020B0604020202020204" pitchFamily="34" charset="0"/>
                <a:ea typeface="SimHei" panose="02010609060101010101" pitchFamily="49" charset="-122"/>
                <a:cs typeface="Arial" panose="020B0604020202020204" pitchFamily="34" charset="0"/>
              </a:rPr>
              <a:t>状态，当</a:t>
            </a:r>
            <a:r>
              <a:rPr lang="en-US" altLang="zh-CN" sz="2400" b="0" dirty="0">
                <a:latin typeface="Arial" panose="020B0604020202020204" pitchFamily="34" charset="0"/>
                <a:ea typeface="SimHei" panose="02010609060101010101" pitchFamily="49" charset="-122"/>
                <a:cs typeface="Arial" panose="020B0604020202020204" pitchFamily="34" charset="0"/>
              </a:rPr>
              <a:t> N=4) </a:t>
            </a:r>
            <a:r>
              <a:rPr lang="zh-CN" altLang="en-US" sz="2400" b="0" dirty="0">
                <a:solidFill>
                  <a:srgbClr val="3333FF"/>
                </a:solidFill>
                <a:latin typeface="Arial" panose="020B0604020202020204" pitchFamily="34" charset="0"/>
                <a:ea typeface="SimHei" panose="02010609060101010101" pitchFamily="49" charset="-122"/>
                <a:cs typeface="Arial" panose="020B0604020202020204" pitchFamily="34" charset="0"/>
              </a:rPr>
              <a:t>没有使用</a:t>
            </a:r>
            <a:endParaRPr lang="en-US" altLang="zh-CN" sz="2400" b="0" dirty="0">
              <a:latin typeface="Arial" panose="020B0604020202020204" pitchFamily="34" charset="0"/>
              <a:ea typeface="SimHei" panose="02010609060101010101" pitchFamily="49" charset="-122"/>
              <a:cs typeface="Arial" panose="020B0604020202020204" pitchFamily="34" charset="0"/>
            </a:endParaRPr>
          </a:p>
          <a:p>
            <a:pPr lvl="1"/>
            <a:r>
              <a:rPr lang="zh-CN" altLang="en-US" sz="2400" b="0" dirty="0">
                <a:latin typeface="Arial" panose="020B0604020202020204" pitchFamily="34" charset="0"/>
                <a:ea typeface="SimHei" panose="02010609060101010101" pitchFamily="49" charset="-122"/>
                <a:cs typeface="Arial" panose="020B0604020202020204" pitchFamily="34" charset="0"/>
              </a:rPr>
              <a:t>自启动问题</a:t>
            </a:r>
            <a:r>
              <a:rPr lang="en-US" altLang="zh-CN" sz="2400" b="0" dirty="0">
                <a:latin typeface="Arial" panose="020B0604020202020204" pitchFamily="34" charset="0"/>
                <a:ea typeface="SimHei" panose="02010609060101010101" pitchFamily="49" charset="-122"/>
                <a:cs typeface="Arial" panose="020B0604020202020204" pitchFamily="34" charset="0"/>
              </a:rPr>
              <a:t>: </a:t>
            </a:r>
            <a:r>
              <a:rPr lang="zh-CN" altLang="en-US" sz="2400" b="0" dirty="0">
                <a:latin typeface="Arial" panose="020B0604020202020204" pitchFamily="34" charset="0"/>
                <a:ea typeface="SimHei" panose="02010609060101010101" pitchFamily="49" charset="-122"/>
                <a:cs typeface="Arial" panose="020B0604020202020204" pitchFamily="34" charset="0"/>
              </a:rPr>
              <a:t>如果电路起始于这</a:t>
            </a:r>
            <a:r>
              <a:rPr lang="en-US" altLang="zh-CN" sz="2400" b="0" dirty="0">
                <a:latin typeface="Arial" panose="020B0604020202020204" pitchFamily="34" charset="0"/>
                <a:ea typeface="SimHei" panose="02010609060101010101" pitchFamily="49" charset="-122"/>
                <a:cs typeface="Arial" panose="020B0604020202020204" pitchFamily="34" charset="0"/>
              </a:rPr>
              <a:t>12</a:t>
            </a:r>
            <a:r>
              <a:rPr lang="zh-CN" altLang="en-US" sz="2400" b="0" dirty="0">
                <a:latin typeface="Arial" panose="020B0604020202020204" pitchFamily="34" charset="0"/>
                <a:ea typeface="SimHei" panose="02010609060101010101" pitchFamily="49" charset="-122"/>
                <a:cs typeface="Arial" panose="020B0604020202020204" pitchFamily="34" charset="0"/>
              </a:rPr>
              <a:t>个状态</a:t>
            </a:r>
            <a:r>
              <a:rPr lang="en-US" altLang="zh-CN" sz="2400" b="0" dirty="0">
                <a:latin typeface="Arial" panose="020B0604020202020204" pitchFamily="34" charset="0"/>
                <a:ea typeface="SimHei" panose="02010609060101010101" pitchFamily="49" charset="-122"/>
                <a:cs typeface="Arial" panose="020B0604020202020204" pitchFamily="34" charset="0"/>
              </a:rPr>
              <a:t>?</a:t>
            </a:r>
          </a:p>
        </p:txBody>
      </p:sp>
      <p:sp>
        <p:nvSpPr>
          <p:cNvPr id="7" name="Oval 77">
            <a:extLst>
              <a:ext uri="{FF2B5EF4-FFF2-40B4-BE49-F238E27FC236}">
                <a16:creationId xmlns:a16="http://schemas.microsoft.com/office/drawing/2014/main" id="{25702905-85F8-7B45-978F-C8FA99BDB40F}"/>
              </a:ext>
            </a:extLst>
          </p:cNvPr>
          <p:cNvSpPr>
            <a:spLocks noChangeArrowheads="1"/>
          </p:cNvSpPr>
          <p:nvPr/>
        </p:nvSpPr>
        <p:spPr bwMode="auto">
          <a:xfrm>
            <a:off x="7769988" y="3413162"/>
            <a:ext cx="838200" cy="762000"/>
          </a:xfrm>
          <a:prstGeom prst="ellipse">
            <a:avLst/>
          </a:prstGeom>
          <a:noFill/>
          <a:ln w="9525">
            <a:solidFill>
              <a:srgbClr val="000000"/>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solidFill>
                  <a:srgbClr val="000000"/>
                </a:solidFill>
                <a:effectLst/>
                <a:uLnTx/>
                <a:uFillTx/>
                <a:latin typeface="Arial" charset="0"/>
              </a:rPr>
              <a:t>1010</a:t>
            </a:r>
          </a:p>
        </p:txBody>
      </p:sp>
      <p:sp>
        <p:nvSpPr>
          <p:cNvPr id="8" name="Oval 78">
            <a:extLst>
              <a:ext uri="{FF2B5EF4-FFF2-40B4-BE49-F238E27FC236}">
                <a16:creationId xmlns:a16="http://schemas.microsoft.com/office/drawing/2014/main" id="{A46329A6-AE4F-D841-BF6C-8442F20137B0}"/>
              </a:ext>
            </a:extLst>
          </p:cNvPr>
          <p:cNvSpPr>
            <a:spLocks noChangeArrowheads="1"/>
          </p:cNvSpPr>
          <p:nvPr/>
        </p:nvSpPr>
        <p:spPr bwMode="auto">
          <a:xfrm>
            <a:off x="7769988" y="4403762"/>
            <a:ext cx="838200" cy="762000"/>
          </a:xfrm>
          <a:prstGeom prst="ellipse">
            <a:avLst/>
          </a:prstGeom>
          <a:noFill/>
          <a:ln w="9525">
            <a:solidFill>
              <a:srgbClr val="000000"/>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solidFill>
                  <a:srgbClr val="000000"/>
                </a:solidFill>
                <a:effectLst/>
                <a:uLnTx/>
                <a:uFillTx/>
                <a:latin typeface="Arial" charset="0"/>
              </a:rPr>
              <a:t>0101</a:t>
            </a:r>
          </a:p>
        </p:txBody>
      </p:sp>
      <p:sp>
        <p:nvSpPr>
          <p:cNvPr id="9" name="AutoShape 79">
            <a:extLst>
              <a:ext uri="{FF2B5EF4-FFF2-40B4-BE49-F238E27FC236}">
                <a16:creationId xmlns:a16="http://schemas.microsoft.com/office/drawing/2014/main" id="{8DB44A72-26E7-8D49-82CC-F959B92EAEFB}"/>
              </a:ext>
            </a:extLst>
          </p:cNvPr>
          <p:cNvSpPr>
            <a:spLocks noChangeArrowheads="1"/>
          </p:cNvSpPr>
          <p:nvPr/>
        </p:nvSpPr>
        <p:spPr bwMode="auto">
          <a:xfrm>
            <a:off x="8608188" y="3946562"/>
            <a:ext cx="152400" cy="685800"/>
          </a:xfrm>
          <a:prstGeom prst="curvedLeftArrow">
            <a:avLst>
              <a:gd name="adj1" fmla="val 90000"/>
              <a:gd name="adj2" fmla="val 180000"/>
              <a:gd name="adj3" fmla="val 33333"/>
            </a:avLst>
          </a:prstGeom>
          <a:solidFill>
            <a:srgbClr val="99CCFF"/>
          </a:solidFill>
          <a:ln w="9525">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0" name="AutoShape 80">
            <a:extLst>
              <a:ext uri="{FF2B5EF4-FFF2-40B4-BE49-F238E27FC236}">
                <a16:creationId xmlns:a16="http://schemas.microsoft.com/office/drawing/2014/main" id="{F53F9798-2B72-E04F-B396-5248235A3E42}"/>
              </a:ext>
            </a:extLst>
          </p:cNvPr>
          <p:cNvSpPr>
            <a:spLocks noChangeArrowheads="1"/>
          </p:cNvSpPr>
          <p:nvPr/>
        </p:nvSpPr>
        <p:spPr bwMode="auto">
          <a:xfrm flipV="1">
            <a:off x="7617588" y="4022762"/>
            <a:ext cx="152400" cy="533400"/>
          </a:xfrm>
          <a:prstGeom prst="curvedRightArrow">
            <a:avLst>
              <a:gd name="adj1" fmla="val 70000"/>
              <a:gd name="adj2" fmla="val 140000"/>
              <a:gd name="adj3" fmla="val 33333"/>
            </a:avLst>
          </a:prstGeom>
          <a:solidFill>
            <a:srgbClr val="99CCFF"/>
          </a:solidFill>
          <a:ln w="9525">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mn-lt"/>
            </a:endParaRPr>
          </a:p>
        </p:txBody>
      </p:sp>
      <p:graphicFrame>
        <p:nvGraphicFramePr>
          <p:cNvPr id="11" name="图示 32">
            <a:extLst>
              <a:ext uri="{FF2B5EF4-FFF2-40B4-BE49-F238E27FC236}">
                <a16:creationId xmlns:a16="http://schemas.microsoft.com/office/drawing/2014/main" id="{DDE07B00-2B9E-CA40-BB85-5C4768A0556E}"/>
              </a:ext>
            </a:extLst>
          </p:cNvPr>
          <p:cNvGraphicFramePr/>
          <p:nvPr>
            <p:extLst>
              <p:ext uri="{D42A27DB-BD31-4B8C-83A1-F6EECF244321}">
                <p14:modId xmlns:p14="http://schemas.microsoft.com/office/powerpoint/2010/main" val="1115106012"/>
              </p:ext>
            </p:extLst>
          </p:nvPr>
        </p:nvGraphicFramePr>
        <p:xfrm>
          <a:off x="612012" y="2659625"/>
          <a:ext cx="3103563" cy="342524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Rectangle 91">
            <a:extLst>
              <a:ext uri="{FF2B5EF4-FFF2-40B4-BE49-F238E27FC236}">
                <a16:creationId xmlns:a16="http://schemas.microsoft.com/office/drawing/2014/main" id="{DC7ADB93-04E2-0741-9D01-B6A32FDA36C9}"/>
              </a:ext>
            </a:extLst>
          </p:cNvPr>
          <p:cNvSpPr>
            <a:spLocks noChangeArrowheads="1"/>
          </p:cNvSpPr>
          <p:nvPr/>
        </p:nvSpPr>
        <p:spPr bwMode="auto">
          <a:xfrm>
            <a:off x="1343338" y="5941705"/>
            <a:ext cx="1752600" cy="762000"/>
          </a:xfrm>
          <a:prstGeom prst="rect">
            <a:avLst/>
          </a:prstGeom>
          <a:noFill/>
          <a:ln w="9525" algn="ctr">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solidFill>
                  <a:srgbClr val="9999FF">
                    <a:lumMod val="50000"/>
                  </a:srgbClr>
                </a:solidFill>
                <a:effectLst/>
                <a:uLnTx/>
                <a:uFillTx/>
                <a:latin typeface="+mn-lt"/>
              </a:rPr>
              <a:t>Q</a:t>
            </a:r>
            <a:r>
              <a:rPr kumimoji="0" lang="en-US" altLang="zh-CN" sz="2400" b="0" i="0" u="none" strike="noStrike" kern="0" cap="none" spc="0" normalizeH="0" baseline="-25000" noProof="0" dirty="0">
                <a:ln>
                  <a:noFill/>
                </a:ln>
                <a:solidFill>
                  <a:srgbClr val="9999FF">
                    <a:lumMod val="50000"/>
                  </a:srgbClr>
                </a:solidFill>
                <a:effectLst/>
                <a:uLnTx/>
                <a:uFillTx/>
                <a:latin typeface="+mn-lt"/>
              </a:rPr>
              <a:t>A</a:t>
            </a:r>
            <a:r>
              <a:rPr kumimoji="0" lang="en-US" altLang="zh-CN" sz="2400" b="0" i="0" u="none" strike="noStrike" kern="0" cap="none" spc="0" normalizeH="0" baseline="0" noProof="0" dirty="0">
                <a:ln>
                  <a:noFill/>
                </a:ln>
                <a:solidFill>
                  <a:srgbClr val="9999FF">
                    <a:lumMod val="50000"/>
                  </a:srgbClr>
                </a:solidFill>
                <a:effectLst/>
                <a:uLnTx/>
                <a:uFillTx/>
                <a:latin typeface="+mn-lt"/>
              </a:rPr>
              <a:t>Q</a:t>
            </a:r>
            <a:r>
              <a:rPr kumimoji="0" lang="en-US" altLang="zh-CN" sz="2400" b="0" i="0" u="none" strike="noStrike" kern="0" cap="none" spc="0" normalizeH="0" baseline="-25000" noProof="0" dirty="0">
                <a:ln>
                  <a:noFill/>
                </a:ln>
                <a:solidFill>
                  <a:srgbClr val="9999FF">
                    <a:lumMod val="50000"/>
                  </a:srgbClr>
                </a:solidFill>
                <a:effectLst/>
                <a:uLnTx/>
                <a:uFillTx/>
                <a:latin typeface="+mn-lt"/>
              </a:rPr>
              <a:t>B</a:t>
            </a:r>
            <a:r>
              <a:rPr kumimoji="0" lang="en-US" altLang="zh-CN" sz="2400" b="0" i="0" u="none" strike="noStrike" kern="0" cap="none" spc="0" normalizeH="0" baseline="0" noProof="0" dirty="0">
                <a:ln>
                  <a:noFill/>
                </a:ln>
                <a:solidFill>
                  <a:srgbClr val="9999FF">
                    <a:lumMod val="50000"/>
                  </a:srgbClr>
                </a:solidFill>
                <a:effectLst/>
                <a:uLnTx/>
                <a:uFillTx/>
                <a:latin typeface="+mn-lt"/>
              </a:rPr>
              <a:t>Q</a:t>
            </a:r>
            <a:r>
              <a:rPr kumimoji="0" lang="en-US" altLang="zh-CN" sz="2400" b="0" i="0" u="none" strike="noStrike" kern="0" cap="none" spc="0" normalizeH="0" baseline="-25000" noProof="0" dirty="0">
                <a:ln>
                  <a:noFill/>
                </a:ln>
                <a:solidFill>
                  <a:srgbClr val="9999FF">
                    <a:lumMod val="50000"/>
                  </a:srgbClr>
                </a:solidFill>
                <a:effectLst/>
                <a:uLnTx/>
                <a:uFillTx/>
                <a:latin typeface="+mn-lt"/>
              </a:rPr>
              <a:t>C</a:t>
            </a:r>
            <a:r>
              <a:rPr kumimoji="0" lang="en-US" altLang="zh-CN" sz="2400" b="0" i="0" u="none" strike="noStrike" kern="0" cap="none" spc="0" normalizeH="0" baseline="0" noProof="0" dirty="0">
                <a:ln>
                  <a:noFill/>
                </a:ln>
                <a:solidFill>
                  <a:srgbClr val="9999FF">
                    <a:lumMod val="50000"/>
                  </a:srgbClr>
                </a:solidFill>
                <a:effectLst/>
                <a:uLnTx/>
                <a:uFillTx/>
                <a:latin typeface="+mn-lt"/>
              </a:rPr>
              <a:t>Q</a:t>
            </a:r>
            <a:r>
              <a:rPr kumimoji="0" lang="en-US" altLang="zh-CN" sz="2400" b="0" i="0" u="none" strike="noStrike" kern="0" cap="none" spc="0" normalizeH="0" baseline="-25000" noProof="0" dirty="0">
                <a:ln>
                  <a:noFill/>
                </a:ln>
                <a:solidFill>
                  <a:srgbClr val="9999FF">
                    <a:lumMod val="50000"/>
                  </a:srgbClr>
                </a:solidFill>
                <a:effectLst/>
                <a:uLnTx/>
                <a:uFillTx/>
                <a:latin typeface="+mn-lt"/>
              </a:rPr>
              <a:t>D</a:t>
            </a:r>
          </a:p>
        </p:txBody>
      </p:sp>
      <p:graphicFrame>
        <p:nvGraphicFramePr>
          <p:cNvPr id="13" name="图示 34">
            <a:extLst>
              <a:ext uri="{FF2B5EF4-FFF2-40B4-BE49-F238E27FC236}">
                <a16:creationId xmlns:a16="http://schemas.microsoft.com/office/drawing/2014/main" id="{3859AEDF-9862-DC4B-A27F-C3154717BFB9}"/>
              </a:ext>
            </a:extLst>
          </p:cNvPr>
          <p:cNvGraphicFramePr/>
          <p:nvPr>
            <p:extLst>
              <p:ext uri="{D42A27DB-BD31-4B8C-83A1-F6EECF244321}">
                <p14:modId xmlns:p14="http://schemas.microsoft.com/office/powerpoint/2010/main" val="4042748573"/>
              </p:ext>
            </p:extLst>
          </p:nvPr>
        </p:nvGraphicFramePr>
        <p:xfrm>
          <a:off x="4076962" y="2683045"/>
          <a:ext cx="3103563" cy="3400425"/>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14" name="Oval 102">
            <a:extLst>
              <a:ext uri="{FF2B5EF4-FFF2-40B4-BE49-F238E27FC236}">
                <a16:creationId xmlns:a16="http://schemas.microsoft.com/office/drawing/2014/main" id="{0A82D595-A0FD-8142-AA0B-78C79D007194}"/>
              </a:ext>
            </a:extLst>
          </p:cNvPr>
          <p:cNvSpPr>
            <a:spLocks noChangeArrowheads="1"/>
          </p:cNvSpPr>
          <p:nvPr/>
        </p:nvSpPr>
        <p:spPr bwMode="auto">
          <a:xfrm>
            <a:off x="4784689" y="5935013"/>
            <a:ext cx="838200" cy="762000"/>
          </a:xfrm>
          <a:prstGeom prst="ellipse">
            <a:avLst/>
          </a:prstGeom>
          <a:noFill/>
          <a:ln w="9525">
            <a:solidFill>
              <a:srgbClr val="000000"/>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solidFill>
                  <a:srgbClr val="000000"/>
                </a:solidFill>
                <a:effectLst/>
                <a:uLnTx/>
                <a:uFillTx/>
                <a:latin typeface="Arial" charset="0"/>
              </a:rPr>
              <a:t>0000</a:t>
            </a:r>
          </a:p>
        </p:txBody>
      </p:sp>
      <p:sp>
        <p:nvSpPr>
          <p:cNvPr id="15" name="AutoShape 103">
            <a:extLst>
              <a:ext uri="{FF2B5EF4-FFF2-40B4-BE49-F238E27FC236}">
                <a16:creationId xmlns:a16="http://schemas.microsoft.com/office/drawing/2014/main" id="{2DA47E35-3881-1F47-8DDF-87E30CE07DFC}"/>
              </a:ext>
            </a:extLst>
          </p:cNvPr>
          <p:cNvSpPr>
            <a:spLocks noChangeArrowheads="1"/>
          </p:cNvSpPr>
          <p:nvPr/>
        </p:nvSpPr>
        <p:spPr bwMode="auto">
          <a:xfrm>
            <a:off x="5615835" y="6049953"/>
            <a:ext cx="457200" cy="609600"/>
          </a:xfrm>
          <a:prstGeom prst="curvedLeftArrow">
            <a:avLst>
              <a:gd name="adj1" fmla="val 26667"/>
              <a:gd name="adj2" fmla="val 53333"/>
              <a:gd name="adj3" fmla="val 33333"/>
            </a:avLst>
          </a:prstGeom>
          <a:noFill/>
          <a:ln w="9525">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6" name="Oval 104">
            <a:extLst>
              <a:ext uri="{FF2B5EF4-FFF2-40B4-BE49-F238E27FC236}">
                <a16:creationId xmlns:a16="http://schemas.microsoft.com/office/drawing/2014/main" id="{125575B0-43D7-BE48-A985-DBC5F854234A}"/>
              </a:ext>
            </a:extLst>
          </p:cNvPr>
          <p:cNvSpPr>
            <a:spLocks noChangeArrowheads="1"/>
          </p:cNvSpPr>
          <p:nvPr/>
        </p:nvSpPr>
        <p:spPr bwMode="auto">
          <a:xfrm>
            <a:off x="6451104" y="5892193"/>
            <a:ext cx="838200" cy="762000"/>
          </a:xfrm>
          <a:prstGeom prst="ellipse">
            <a:avLst/>
          </a:prstGeom>
          <a:noFill/>
          <a:ln w="9525">
            <a:solidFill>
              <a:srgbClr val="000000"/>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solidFill>
                  <a:srgbClr val="000000"/>
                </a:solidFill>
                <a:effectLst/>
                <a:uLnTx/>
                <a:uFillTx/>
                <a:latin typeface="Arial" charset="0"/>
              </a:rPr>
              <a:t>1111</a:t>
            </a:r>
          </a:p>
        </p:txBody>
      </p:sp>
      <p:sp>
        <p:nvSpPr>
          <p:cNvPr id="17" name="AutoShape 105">
            <a:extLst>
              <a:ext uri="{FF2B5EF4-FFF2-40B4-BE49-F238E27FC236}">
                <a16:creationId xmlns:a16="http://schemas.microsoft.com/office/drawing/2014/main" id="{E83A6AF4-C5D9-D141-83B7-31AC91F880C3}"/>
              </a:ext>
            </a:extLst>
          </p:cNvPr>
          <p:cNvSpPr>
            <a:spLocks noChangeArrowheads="1"/>
          </p:cNvSpPr>
          <p:nvPr/>
        </p:nvSpPr>
        <p:spPr bwMode="auto">
          <a:xfrm>
            <a:off x="7348882" y="6021548"/>
            <a:ext cx="457200" cy="609600"/>
          </a:xfrm>
          <a:prstGeom prst="curvedLeftArrow">
            <a:avLst>
              <a:gd name="adj1" fmla="val 26667"/>
              <a:gd name="adj2" fmla="val 53333"/>
              <a:gd name="adj3" fmla="val 33333"/>
            </a:avLst>
          </a:prstGeom>
          <a:noFill/>
          <a:ln w="9525">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 name="Title 4">
            <a:extLst>
              <a:ext uri="{FF2B5EF4-FFF2-40B4-BE49-F238E27FC236}">
                <a16:creationId xmlns:a16="http://schemas.microsoft.com/office/drawing/2014/main" id="{F5EA23B8-27FB-E85F-4718-5C7EFAE8C00E}"/>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t>环形计数器</a:t>
            </a:r>
            <a:r>
              <a:rPr lang="en-US" altLang="zh-CN" dirty="0"/>
              <a:t>: </a:t>
            </a:r>
            <a:r>
              <a:rPr lang="zh-CN" altLang="en-US" dirty="0"/>
              <a:t>没有使用的状态</a:t>
            </a:r>
            <a:endParaRPr lang="en-CN" altLang="zh-CN" sz="4000" dirty="0">
              <a:solidFill>
                <a:srgbClr val="0000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0021239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259D7DD-E1BE-4482-9234-29898EB39847}" type="slidenum">
              <a:rPr kumimoji="0" lang="en-US" altLang="zh-CN" sz="1200" b="0" i="0" u="none" strike="noStrike" kern="1200" cap="none" spc="0" normalizeH="0" baseline="0" noProof="0" smtClean="0">
                <a:ln>
                  <a:noFill/>
                </a:ln>
                <a:solidFill>
                  <a:srgbClr val="000000"/>
                </a:solidFill>
                <a:effectLst/>
                <a:uLnTx/>
                <a:uFillTx/>
                <a:latin typeface="Arial Black"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96</a:t>
            </a:fld>
            <a:endParaRPr kumimoji="0" lang="en-US" altLang="zh-CN" sz="1200" b="0" i="0" u="none" strike="noStrike" kern="1200" cap="none" spc="0" normalizeH="0" baseline="0" noProof="0" dirty="0">
              <a:ln>
                <a:noFill/>
              </a:ln>
              <a:solidFill>
                <a:srgbClr val="000000"/>
              </a:solidFill>
              <a:effectLst/>
              <a:uLnTx/>
              <a:uFillTx/>
              <a:latin typeface="Arial Black" pitchFamily="34" charset="0"/>
              <a:ea typeface="宋体" pitchFamily="2" charset="-122"/>
              <a:cs typeface="+mn-cs"/>
            </a:endParaRPr>
          </a:p>
        </p:txBody>
      </p:sp>
      <p:sp>
        <p:nvSpPr>
          <p:cNvPr id="60420" name="Rectangle 3"/>
          <p:cNvSpPr>
            <a:spLocks noGrp="1" noChangeArrowheads="1"/>
          </p:cNvSpPr>
          <p:nvPr>
            <p:ph idx="4294967295"/>
          </p:nvPr>
        </p:nvSpPr>
        <p:spPr>
          <a:xfrm>
            <a:off x="558090" y="1281325"/>
            <a:ext cx="8382000" cy="5256213"/>
          </a:xfrm>
        </p:spPr>
        <p:txBody>
          <a:bodyPr>
            <a:normAutofit/>
          </a:bodyPr>
          <a:lstStyle/>
          <a:p>
            <a:r>
              <a:rPr lang="zh-CN" altLang="en-US" sz="2800" b="0" dirty="0">
                <a:latin typeface="Arial" panose="020B0604020202020204" pitchFamily="34" charset="0"/>
                <a:ea typeface="SimHei" panose="02010609060101010101" pitchFamily="49" charset="-122"/>
                <a:cs typeface="Arial" panose="020B0604020202020204" pitchFamily="34" charset="0"/>
              </a:rPr>
              <a:t>方法</a:t>
            </a:r>
            <a:r>
              <a:rPr lang="en-US" altLang="zh-CN" sz="2800" b="0" dirty="0">
                <a:latin typeface="Arial" panose="020B0604020202020204" pitchFamily="34" charset="0"/>
                <a:ea typeface="SimHei" panose="02010609060101010101" pitchFamily="49" charset="-122"/>
                <a:cs typeface="Arial" panose="020B0604020202020204" pitchFamily="34" charset="0"/>
              </a:rPr>
              <a:t>1: </a:t>
            </a:r>
            <a:r>
              <a:rPr lang="zh-CN" altLang="en-US" sz="2800" b="0" dirty="0">
                <a:latin typeface="Arial" panose="020B0604020202020204" pitchFamily="34" charset="0"/>
                <a:ea typeface="SimHei" panose="02010609060101010101" pitchFamily="49" charset="-122"/>
                <a:cs typeface="Arial" panose="020B0604020202020204" pitchFamily="34" charset="0"/>
              </a:rPr>
              <a:t>预置和复位</a:t>
            </a:r>
            <a:endParaRPr lang="en-US" altLang="zh-CN" sz="2800" b="0" dirty="0">
              <a:latin typeface="Arial" panose="020B0604020202020204" pitchFamily="34" charset="0"/>
              <a:ea typeface="SimHei" panose="02010609060101010101" pitchFamily="49" charset="-122"/>
              <a:cs typeface="Arial" panose="020B0604020202020204" pitchFamily="34" charset="0"/>
            </a:endParaRPr>
          </a:p>
          <a:p>
            <a:pPr lvl="1"/>
            <a:r>
              <a:rPr lang="zh-CN" altLang="en-US" sz="2400" b="0" dirty="0">
                <a:solidFill>
                  <a:srgbClr val="3333FF"/>
                </a:solidFill>
                <a:latin typeface="Arial" panose="020B0604020202020204" pitchFamily="34" charset="0"/>
                <a:ea typeface="SimHei" panose="02010609060101010101" pitchFamily="49" charset="-122"/>
                <a:cs typeface="Arial" panose="020B0604020202020204" pitchFamily="34" charset="0"/>
              </a:rPr>
              <a:t>重新加载</a:t>
            </a:r>
            <a:r>
              <a:rPr lang="zh-CN" altLang="en-US" sz="2400" b="0" dirty="0">
                <a:latin typeface="Arial" panose="020B0604020202020204" pitchFamily="34" charset="0"/>
                <a:ea typeface="SimHei" panose="02010609060101010101" pitchFamily="49" charset="-122"/>
                <a:cs typeface="Arial" panose="020B0604020202020204" pitchFamily="34" charset="0"/>
              </a:rPr>
              <a:t>触发器的状态</a:t>
            </a:r>
            <a:endParaRPr lang="en-US" altLang="zh-CN" sz="2400" b="0" dirty="0">
              <a:latin typeface="Arial" panose="020B0604020202020204" pitchFamily="34" charset="0"/>
              <a:ea typeface="SimHei" panose="02010609060101010101" pitchFamily="49" charset="-122"/>
              <a:cs typeface="Arial" panose="020B0604020202020204" pitchFamily="34" charset="0"/>
            </a:endParaRPr>
          </a:p>
          <a:p>
            <a:pPr eaLnBrk="1" hangingPunct="1"/>
            <a:r>
              <a:rPr lang="zh-CN" altLang="en-US" sz="2800" b="0" dirty="0">
                <a:latin typeface="Arial" panose="020B0604020202020204" pitchFamily="34" charset="0"/>
                <a:ea typeface="SimHei" panose="02010609060101010101" pitchFamily="49" charset="-122"/>
                <a:cs typeface="Arial" panose="020B0604020202020204" pitchFamily="34" charset="0"/>
              </a:rPr>
              <a:t>方法</a:t>
            </a:r>
            <a:r>
              <a:rPr lang="en-US" altLang="zh-CN" sz="2800" b="0" dirty="0">
                <a:latin typeface="Arial" panose="020B0604020202020204" pitchFamily="34" charset="0"/>
                <a:ea typeface="SimHei" panose="02010609060101010101" pitchFamily="49" charset="-122"/>
                <a:cs typeface="Arial" panose="020B0604020202020204" pitchFamily="34" charset="0"/>
              </a:rPr>
              <a:t>2: </a:t>
            </a:r>
            <a:r>
              <a:rPr lang="zh-CN" altLang="en-US" sz="2800" b="0" dirty="0">
                <a:latin typeface="Arial" panose="020B0604020202020204" pitchFamily="34" charset="0"/>
                <a:ea typeface="SimHei" panose="02010609060101010101" pitchFamily="49" charset="-122"/>
                <a:cs typeface="Arial" panose="020B0604020202020204" pitchFamily="34" charset="0"/>
              </a:rPr>
              <a:t>改变状态转移逻辑</a:t>
            </a:r>
            <a:endParaRPr lang="en-US" altLang="zh-CN" sz="2800" b="0" dirty="0">
              <a:latin typeface="Arial" panose="020B0604020202020204" pitchFamily="34" charset="0"/>
              <a:ea typeface="SimHei" panose="02010609060101010101" pitchFamily="49" charset="-122"/>
              <a:cs typeface="Arial" panose="020B0604020202020204" pitchFamily="34" charset="0"/>
            </a:endParaRPr>
          </a:p>
          <a:p>
            <a:pPr lvl="1"/>
            <a:r>
              <a:rPr lang="zh-CN" altLang="en-US" sz="2400" b="0" dirty="0">
                <a:latin typeface="Arial" panose="020B0604020202020204" pitchFamily="34" charset="0"/>
                <a:ea typeface="SimHei" panose="02010609060101010101" pitchFamily="49" charset="-122"/>
                <a:cs typeface="Arial" panose="020B0604020202020204" pitchFamily="34" charset="0"/>
              </a:rPr>
              <a:t>增加从非正常态到正常态的转移</a:t>
            </a:r>
            <a:endParaRPr lang="en-US" altLang="zh-CN" sz="2400" b="0" dirty="0">
              <a:latin typeface="Arial" panose="020B0604020202020204" pitchFamily="34" charset="0"/>
              <a:ea typeface="SimHei" panose="02010609060101010101" pitchFamily="49" charset="-122"/>
              <a:cs typeface="Arial" panose="020B0604020202020204" pitchFamily="34" charset="0"/>
            </a:endParaRPr>
          </a:p>
        </p:txBody>
      </p:sp>
      <p:grpSp>
        <p:nvGrpSpPr>
          <p:cNvPr id="6" name="组合 91">
            <a:extLst>
              <a:ext uri="{FF2B5EF4-FFF2-40B4-BE49-F238E27FC236}">
                <a16:creationId xmlns:a16="http://schemas.microsoft.com/office/drawing/2014/main" id="{1537C428-AB52-2A4E-9EA2-5237921BE364}"/>
              </a:ext>
            </a:extLst>
          </p:cNvPr>
          <p:cNvGrpSpPr/>
          <p:nvPr/>
        </p:nvGrpSpPr>
        <p:grpSpPr>
          <a:xfrm>
            <a:off x="465716" y="3262783"/>
            <a:ext cx="3521765" cy="1837915"/>
            <a:chOff x="4900827" y="1880508"/>
            <a:chExt cx="3911422" cy="2543835"/>
          </a:xfrm>
        </p:grpSpPr>
        <p:graphicFrame>
          <p:nvGraphicFramePr>
            <p:cNvPr id="7" name="图示 92">
              <a:extLst>
                <a:ext uri="{FF2B5EF4-FFF2-40B4-BE49-F238E27FC236}">
                  <a16:creationId xmlns:a16="http://schemas.microsoft.com/office/drawing/2014/main" id="{524BA5E2-EC00-2E41-9872-60CA62F34D82}"/>
                </a:ext>
              </a:extLst>
            </p:cNvPr>
            <p:cNvGraphicFramePr/>
            <p:nvPr>
              <p:extLst>
                <p:ext uri="{D42A27DB-BD31-4B8C-83A1-F6EECF244321}">
                  <p14:modId xmlns:p14="http://schemas.microsoft.com/office/powerpoint/2010/main" val="4199950201"/>
                </p:ext>
              </p:extLst>
            </p:nvPr>
          </p:nvGraphicFramePr>
          <p:xfrm>
            <a:off x="4900827" y="1880508"/>
            <a:ext cx="2355118" cy="25438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乘 9">
              <a:extLst>
                <a:ext uri="{FF2B5EF4-FFF2-40B4-BE49-F238E27FC236}">
                  <a16:creationId xmlns:a16="http://schemas.microsoft.com/office/drawing/2014/main" id="{597A57B1-ED57-0846-91BA-10A944D6E417}"/>
                </a:ext>
              </a:extLst>
            </p:cNvPr>
            <p:cNvSpPr/>
            <p:nvPr/>
          </p:nvSpPr>
          <p:spPr bwMode="auto">
            <a:xfrm>
              <a:off x="6685623" y="2874731"/>
              <a:ext cx="533401" cy="533400"/>
            </a:xfrm>
            <a:prstGeom prst="mathMultiply">
              <a:avLst>
                <a:gd name="adj1" fmla="val 15546"/>
              </a:avLst>
            </a:prstGeom>
            <a:solidFill>
              <a:srgbClr val="C0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9" name="右箭头 10">
              <a:extLst>
                <a:ext uri="{FF2B5EF4-FFF2-40B4-BE49-F238E27FC236}">
                  <a16:creationId xmlns:a16="http://schemas.microsoft.com/office/drawing/2014/main" id="{8832E61C-7954-F64B-B0E4-EE289151A3F1}"/>
                </a:ext>
              </a:extLst>
            </p:cNvPr>
            <p:cNvSpPr/>
            <p:nvPr/>
          </p:nvSpPr>
          <p:spPr bwMode="auto">
            <a:xfrm>
              <a:off x="7210348" y="2353791"/>
              <a:ext cx="594971" cy="179698"/>
            </a:xfrm>
            <a:prstGeom prst="rightArrow">
              <a:avLst/>
            </a:prstGeom>
            <a:solidFill>
              <a:srgbClr val="C0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grpSp>
          <p:nvGrpSpPr>
            <p:cNvPr id="10" name="组合 95">
              <a:extLst>
                <a:ext uri="{FF2B5EF4-FFF2-40B4-BE49-F238E27FC236}">
                  <a16:creationId xmlns:a16="http://schemas.microsoft.com/office/drawing/2014/main" id="{23E584B8-7E5F-CD4A-A0A8-A8F237F27A57}"/>
                </a:ext>
              </a:extLst>
            </p:cNvPr>
            <p:cNvGrpSpPr/>
            <p:nvPr/>
          </p:nvGrpSpPr>
          <p:grpSpPr>
            <a:xfrm>
              <a:off x="7805319" y="2020270"/>
              <a:ext cx="1006930" cy="833720"/>
              <a:chOff x="1468958" y="146797"/>
              <a:chExt cx="1006930" cy="833720"/>
            </a:xfrm>
          </p:grpSpPr>
          <p:sp>
            <p:nvSpPr>
              <p:cNvPr id="11" name="矩形 96">
                <a:extLst>
                  <a:ext uri="{FF2B5EF4-FFF2-40B4-BE49-F238E27FC236}">
                    <a16:creationId xmlns:a16="http://schemas.microsoft.com/office/drawing/2014/main" id="{C15951F9-AD36-ED43-B608-44AC5B1EEDC2}"/>
                  </a:ext>
                </a:extLst>
              </p:cNvPr>
              <p:cNvSpPr/>
              <p:nvPr/>
            </p:nvSpPr>
            <p:spPr>
              <a:xfrm>
                <a:off x="1468958" y="146797"/>
                <a:ext cx="833720" cy="833720"/>
              </a:xfrm>
              <a:prstGeom prst="rect">
                <a:avLst/>
              </a:prstGeom>
              <a:noFill/>
              <a:ln>
                <a:noFill/>
              </a:ln>
              <a:effectLst/>
            </p:spPr>
          </p:sp>
          <p:sp>
            <p:nvSpPr>
              <p:cNvPr id="12" name="文本框 97">
                <a:extLst>
                  <a:ext uri="{FF2B5EF4-FFF2-40B4-BE49-F238E27FC236}">
                    <a16:creationId xmlns:a16="http://schemas.microsoft.com/office/drawing/2014/main" id="{C878C4D7-E3F9-7B40-83D1-F72EDE9E0A15}"/>
                  </a:ext>
                </a:extLst>
              </p:cNvPr>
              <p:cNvSpPr txBox="1"/>
              <p:nvPr/>
            </p:nvSpPr>
            <p:spPr>
              <a:xfrm>
                <a:off x="1468958" y="146797"/>
                <a:ext cx="1006930" cy="833720"/>
              </a:xfrm>
              <a:prstGeom prst="rect">
                <a:avLst/>
              </a:prstGeom>
              <a:noFill/>
              <a:ln>
                <a:noFill/>
              </a:ln>
              <a:effectLst/>
            </p:spPr>
            <p:txBody>
              <a:bodyPr spcFirstLastPara="0" vert="horz" wrap="square" lIns="36830" tIns="36830" rIns="36830" bIns="36830" numCol="1" spcCol="127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solidFill>
                      <a:srgbClr val="000000"/>
                    </a:solidFill>
                    <a:effectLst/>
                    <a:uLnTx/>
                    <a:uFillTx/>
                    <a:latin typeface="+mn-lt"/>
                    <a:ea typeface="宋体" charset="-122"/>
                    <a:cs typeface="宋体" charset="-122"/>
                  </a:rPr>
                  <a:t>1000</a:t>
                </a:r>
              </a:p>
            </p:txBody>
          </p:sp>
        </p:grpSp>
      </p:grpSp>
      <p:grpSp>
        <p:nvGrpSpPr>
          <p:cNvPr id="3" name="Group 2">
            <a:extLst>
              <a:ext uri="{FF2B5EF4-FFF2-40B4-BE49-F238E27FC236}">
                <a16:creationId xmlns:a16="http://schemas.microsoft.com/office/drawing/2014/main" id="{14476063-ED64-0546-A8C5-78D4EBF903D1}"/>
              </a:ext>
            </a:extLst>
          </p:cNvPr>
          <p:cNvGrpSpPr/>
          <p:nvPr/>
        </p:nvGrpSpPr>
        <p:grpSpPr>
          <a:xfrm>
            <a:off x="588239" y="4884740"/>
            <a:ext cx="4270698" cy="1868756"/>
            <a:chOff x="528877" y="4786665"/>
            <a:chExt cx="4270698" cy="1868756"/>
          </a:xfrm>
        </p:grpSpPr>
        <p:grpSp>
          <p:nvGrpSpPr>
            <p:cNvPr id="20" name="组合 80">
              <a:extLst>
                <a:ext uri="{FF2B5EF4-FFF2-40B4-BE49-F238E27FC236}">
                  <a16:creationId xmlns:a16="http://schemas.microsoft.com/office/drawing/2014/main" id="{792686F5-3906-034D-964C-DCD367CC5C23}"/>
                </a:ext>
              </a:extLst>
            </p:cNvPr>
            <p:cNvGrpSpPr/>
            <p:nvPr/>
          </p:nvGrpSpPr>
          <p:grpSpPr>
            <a:xfrm>
              <a:off x="3262439" y="5076421"/>
              <a:ext cx="1537136" cy="724396"/>
              <a:chOff x="6553200" y="4087412"/>
              <a:chExt cx="1905000" cy="865588"/>
            </a:xfrm>
          </p:grpSpPr>
          <p:sp>
            <p:nvSpPr>
              <p:cNvPr id="21" name="Oval 77">
                <a:extLst>
                  <a:ext uri="{FF2B5EF4-FFF2-40B4-BE49-F238E27FC236}">
                    <a16:creationId xmlns:a16="http://schemas.microsoft.com/office/drawing/2014/main" id="{5A2A4779-179E-474E-B25F-33CEFD43DAB9}"/>
                  </a:ext>
                </a:extLst>
              </p:cNvPr>
              <p:cNvSpPr>
                <a:spLocks noChangeArrowheads="1"/>
              </p:cNvSpPr>
              <p:nvPr/>
            </p:nvSpPr>
            <p:spPr bwMode="auto">
              <a:xfrm>
                <a:off x="6553200" y="4114801"/>
                <a:ext cx="838200" cy="762000"/>
              </a:xfrm>
              <a:prstGeom prst="ellipse">
                <a:avLst/>
              </a:prstGeom>
              <a:noFill/>
              <a:ln w="9525">
                <a:solidFill>
                  <a:srgbClr val="000000"/>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000000"/>
                    </a:solidFill>
                    <a:effectLst/>
                    <a:uLnTx/>
                    <a:uFillTx/>
                    <a:latin typeface="Arial" charset="0"/>
                  </a:rPr>
                  <a:t>1010</a:t>
                </a:r>
              </a:p>
            </p:txBody>
          </p:sp>
          <p:sp>
            <p:nvSpPr>
              <p:cNvPr id="22" name="Oval 78">
                <a:extLst>
                  <a:ext uri="{FF2B5EF4-FFF2-40B4-BE49-F238E27FC236}">
                    <a16:creationId xmlns:a16="http://schemas.microsoft.com/office/drawing/2014/main" id="{26C4F4CF-9F77-4C4A-9240-1CE4C27FAFBB}"/>
                  </a:ext>
                </a:extLst>
              </p:cNvPr>
              <p:cNvSpPr>
                <a:spLocks noChangeArrowheads="1"/>
              </p:cNvSpPr>
              <p:nvPr/>
            </p:nvSpPr>
            <p:spPr bwMode="auto">
              <a:xfrm>
                <a:off x="7620000" y="4114800"/>
                <a:ext cx="838200" cy="762000"/>
              </a:xfrm>
              <a:prstGeom prst="ellipse">
                <a:avLst/>
              </a:prstGeom>
              <a:noFill/>
              <a:ln w="9525">
                <a:solidFill>
                  <a:srgbClr val="000000"/>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000000"/>
                    </a:solidFill>
                    <a:effectLst/>
                    <a:uLnTx/>
                    <a:uFillTx/>
                    <a:latin typeface="Arial" charset="0"/>
                  </a:rPr>
                  <a:t>0101</a:t>
                </a:r>
              </a:p>
            </p:txBody>
          </p:sp>
          <p:sp>
            <p:nvSpPr>
              <p:cNvPr id="23" name="AutoShape 79">
                <a:extLst>
                  <a:ext uri="{FF2B5EF4-FFF2-40B4-BE49-F238E27FC236}">
                    <a16:creationId xmlns:a16="http://schemas.microsoft.com/office/drawing/2014/main" id="{A3DEBFF0-24EB-084A-AAEA-36B206C6802A}"/>
                  </a:ext>
                </a:extLst>
              </p:cNvPr>
              <p:cNvSpPr>
                <a:spLocks noChangeArrowheads="1"/>
              </p:cNvSpPr>
              <p:nvPr/>
            </p:nvSpPr>
            <p:spPr bwMode="auto">
              <a:xfrm rot="5400000">
                <a:off x="7391400" y="4533900"/>
                <a:ext cx="152400" cy="685800"/>
              </a:xfrm>
              <a:prstGeom prst="curvedLeftArrow">
                <a:avLst>
                  <a:gd name="adj1" fmla="val 90000"/>
                  <a:gd name="adj2" fmla="val 180000"/>
                  <a:gd name="adj3" fmla="val 33333"/>
                </a:avLst>
              </a:prstGeom>
              <a:solidFill>
                <a:srgbClr val="99CCFF"/>
              </a:solidFill>
              <a:ln w="9525">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a:ln>
                    <a:noFill/>
                  </a:ln>
                  <a:solidFill>
                    <a:sysClr val="windowText" lastClr="000000"/>
                  </a:solidFill>
                  <a:effectLst/>
                  <a:uLnTx/>
                  <a:uFillTx/>
                </a:endParaRPr>
              </a:p>
            </p:txBody>
          </p:sp>
          <p:sp>
            <p:nvSpPr>
              <p:cNvPr id="24" name="AutoShape 80">
                <a:extLst>
                  <a:ext uri="{FF2B5EF4-FFF2-40B4-BE49-F238E27FC236}">
                    <a16:creationId xmlns:a16="http://schemas.microsoft.com/office/drawing/2014/main" id="{13DA3697-4F1B-714C-BB52-B7A9633B2EC0}"/>
                  </a:ext>
                </a:extLst>
              </p:cNvPr>
              <p:cNvSpPr>
                <a:spLocks noChangeArrowheads="1"/>
              </p:cNvSpPr>
              <p:nvPr/>
            </p:nvSpPr>
            <p:spPr bwMode="auto">
              <a:xfrm rot="5400000" flipV="1">
                <a:off x="7467600" y="3896912"/>
                <a:ext cx="152400" cy="533400"/>
              </a:xfrm>
              <a:prstGeom prst="curvedRightArrow">
                <a:avLst>
                  <a:gd name="adj1" fmla="val 70000"/>
                  <a:gd name="adj2" fmla="val 140000"/>
                  <a:gd name="adj3" fmla="val 33333"/>
                </a:avLst>
              </a:prstGeom>
              <a:solidFill>
                <a:srgbClr val="99CCFF"/>
              </a:solidFill>
              <a:ln w="9525">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a:ln>
                    <a:noFill/>
                  </a:ln>
                  <a:solidFill>
                    <a:sysClr val="windowText" lastClr="000000"/>
                  </a:solidFill>
                  <a:effectLst/>
                  <a:uLnTx/>
                  <a:uFillTx/>
                </a:endParaRPr>
              </a:p>
            </p:txBody>
          </p:sp>
        </p:grpSp>
        <p:grpSp>
          <p:nvGrpSpPr>
            <p:cNvPr id="25" name="组合 85">
              <a:extLst>
                <a:ext uri="{FF2B5EF4-FFF2-40B4-BE49-F238E27FC236}">
                  <a16:creationId xmlns:a16="http://schemas.microsoft.com/office/drawing/2014/main" id="{E6A05CA4-BC8B-FE4E-BAC5-C9D6D28B6AF9}"/>
                </a:ext>
              </a:extLst>
            </p:cNvPr>
            <p:cNvGrpSpPr/>
            <p:nvPr/>
          </p:nvGrpSpPr>
          <p:grpSpPr>
            <a:xfrm>
              <a:off x="541663" y="5136770"/>
              <a:ext cx="916341" cy="631751"/>
              <a:chOff x="5176253" y="5004727"/>
              <a:chExt cx="1219200" cy="762000"/>
            </a:xfrm>
          </p:grpSpPr>
          <p:sp>
            <p:nvSpPr>
              <p:cNvPr id="26" name="Oval 102">
                <a:extLst>
                  <a:ext uri="{FF2B5EF4-FFF2-40B4-BE49-F238E27FC236}">
                    <a16:creationId xmlns:a16="http://schemas.microsoft.com/office/drawing/2014/main" id="{1A606525-5452-B24A-8098-40CCEA778DD2}"/>
                  </a:ext>
                </a:extLst>
              </p:cNvPr>
              <p:cNvSpPr>
                <a:spLocks noChangeArrowheads="1"/>
              </p:cNvSpPr>
              <p:nvPr/>
            </p:nvSpPr>
            <p:spPr bwMode="auto">
              <a:xfrm>
                <a:off x="5176253" y="5004727"/>
                <a:ext cx="838200" cy="762000"/>
              </a:xfrm>
              <a:prstGeom prst="ellipse">
                <a:avLst/>
              </a:prstGeom>
              <a:noFill/>
              <a:ln w="9525">
                <a:solidFill>
                  <a:srgbClr val="000000"/>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000000"/>
                    </a:solidFill>
                    <a:effectLst/>
                    <a:uLnTx/>
                    <a:uFillTx/>
                    <a:latin typeface="Arial" charset="0"/>
                  </a:rPr>
                  <a:t>0000</a:t>
                </a:r>
              </a:p>
            </p:txBody>
          </p:sp>
          <p:sp>
            <p:nvSpPr>
              <p:cNvPr id="27" name="AutoShape 103">
                <a:extLst>
                  <a:ext uri="{FF2B5EF4-FFF2-40B4-BE49-F238E27FC236}">
                    <a16:creationId xmlns:a16="http://schemas.microsoft.com/office/drawing/2014/main" id="{91E07BEF-4486-3545-86C8-8466F1921C44}"/>
                  </a:ext>
                </a:extLst>
              </p:cNvPr>
              <p:cNvSpPr>
                <a:spLocks noChangeArrowheads="1"/>
              </p:cNvSpPr>
              <p:nvPr/>
            </p:nvSpPr>
            <p:spPr bwMode="auto">
              <a:xfrm>
                <a:off x="5938253" y="5080927"/>
                <a:ext cx="457200" cy="609600"/>
              </a:xfrm>
              <a:prstGeom prst="curvedLeftArrow">
                <a:avLst>
                  <a:gd name="adj1" fmla="val 26667"/>
                  <a:gd name="adj2" fmla="val 53333"/>
                  <a:gd name="adj3" fmla="val 33333"/>
                </a:avLst>
              </a:prstGeom>
              <a:noFill/>
              <a:ln w="9525">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a:ln>
                    <a:noFill/>
                  </a:ln>
                  <a:solidFill>
                    <a:sysClr val="windowText" lastClr="000000"/>
                  </a:solidFill>
                  <a:effectLst/>
                  <a:uLnTx/>
                  <a:uFillTx/>
                </a:endParaRPr>
              </a:p>
            </p:txBody>
          </p:sp>
        </p:grpSp>
        <p:grpSp>
          <p:nvGrpSpPr>
            <p:cNvPr id="28" name="组合 88">
              <a:extLst>
                <a:ext uri="{FF2B5EF4-FFF2-40B4-BE49-F238E27FC236}">
                  <a16:creationId xmlns:a16="http://schemas.microsoft.com/office/drawing/2014/main" id="{DC72F50B-3085-9D44-B07B-B03892783229}"/>
                </a:ext>
              </a:extLst>
            </p:cNvPr>
            <p:cNvGrpSpPr/>
            <p:nvPr/>
          </p:nvGrpSpPr>
          <p:grpSpPr>
            <a:xfrm>
              <a:off x="1947074" y="5136770"/>
              <a:ext cx="1013920" cy="633700"/>
              <a:chOff x="6928853" y="4928527"/>
              <a:chExt cx="1219200" cy="762000"/>
            </a:xfrm>
          </p:grpSpPr>
          <p:sp>
            <p:nvSpPr>
              <p:cNvPr id="29" name="Oval 104">
                <a:extLst>
                  <a:ext uri="{FF2B5EF4-FFF2-40B4-BE49-F238E27FC236}">
                    <a16:creationId xmlns:a16="http://schemas.microsoft.com/office/drawing/2014/main" id="{AD09D83A-0FC0-C144-A866-E4F956868E08}"/>
                  </a:ext>
                </a:extLst>
              </p:cNvPr>
              <p:cNvSpPr>
                <a:spLocks noChangeArrowheads="1"/>
              </p:cNvSpPr>
              <p:nvPr/>
            </p:nvSpPr>
            <p:spPr bwMode="auto">
              <a:xfrm>
                <a:off x="6928853" y="4928527"/>
                <a:ext cx="838200" cy="762000"/>
              </a:xfrm>
              <a:prstGeom prst="ellipse">
                <a:avLst/>
              </a:prstGeom>
              <a:noFill/>
              <a:ln w="9525">
                <a:solidFill>
                  <a:srgbClr val="000000"/>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000000"/>
                    </a:solidFill>
                    <a:effectLst/>
                    <a:uLnTx/>
                    <a:uFillTx/>
                    <a:latin typeface="Arial" charset="0"/>
                  </a:rPr>
                  <a:t>1111</a:t>
                </a:r>
              </a:p>
            </p:txBody>
          </p:sp>
          <p:sp>
            <p:nvSpPr>
              <p:cNvPr id="30" name="AutoShape 105">
                <a:extLst>
                  <a:ext uri="{FF2B5EF4-FFF2-40B4-BE49-F238E27FC236}">
                    <a16:creationId xmlns:a16="http://schemas.microsoft.com/office/drawing/2014/main" id="{A0D93EF7-C9AC-AE49-B0C3-E4D293F74F6B}"/>
                  </a:ext>
                </a:extLst>
              </p:cNvPr>
              <p:cNvSpPr>
                <a:spLocks noChangeArrowheads="1"/>
              </p:cNvSpPr>
              <p:nvPr/>
            </p:nvSpPr>
            <p:spPr bwMode="auto">
              <a:xfrm>
                <a:off x="7690853" y="5004727"/>
                <a:ext cx="457200" cy="609600"/>
              </a:xfrm>
              <a:prstGeom prst="curvedLeftArrow">
                <a:avLst>
                  <a:gd name="adj1" fmla="val 26667"/>
                  <a:gd name="adj2" fmla="val 53333"/>
                  <a:gd name="adj3" fmla="val 33333"/>
                </a:avLst>
              </a:prstGeom>
              <a:noFill/>
              <a:ln w="9525">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a:ln>
                    <a:noFill/>
                  </a:ln>
                  <a:solidFill>
                    <a:sysClr val="windowText" lastClr="000000"/>
                  </a:solidFill>
                  <a:effectLst/>
                  <a:uLnTx/>
                  <a:uFillTx/>
                </a:endParaRPr>
              </a:p>
            </p:txBody>
          </p:sp>
        </p:grpSp>
        <p:sp>
          <p:nvSpPr>
            <p:cNvPr id="31" name="乘 37">
              <a:extLst>
                <a:ext uri="{FF2B5EF4-FFF2-40B4-BE49-F238E27FC236}">
                  <a16:creationId xmlns:a16="http://schemas.microsoft.com/office/drawing/2014/main" id="{2FC51129-B9DA-D546-95AD-67EDB563422E}"/>
                </a:ext>
              </a:extLst>
            </p:cNvPr>
            <p:cNvSpPr/>
            <p:nvPr/>
          </p:nvSpPr>
          <p:spPr bwMode="auto">
            <a:xfrm>
              <a:off x="1144826" y="5138533"/>
              <a:ext cx="533400" cy="533400"/>
            </a:xfrm>
            <a:prstGeom prst="mathMultiply">
              <a:avLst>
                <a:gd name="adj1" fmla="val 15546"/>
              </a:avLst>
            </a:prstGeom>
            <a:solidFill>
              <a:srgbClr val="C0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a:ln>
                  <a:noFill/>
                </a:ln>
                <a:solidFill>
                  <a:sysClr val="windowText" lastClr="000000"/>
                </a:solidFill>
                <a:effectLst/>
                <a:uLnTx/>
                <a:uFillTx/>
              </a:endParaRPr>
            </a:p>
          </p:txBody>
        </p:sp>
        <p:sp>
          <p:nvSpPr>
            <p:cNvPr id="32" name="右箭头 38">
              <a:extLst>
                <a:ext uri="{FF2B5EF4-FFF2-40B4-BE49-F238E27FC236}">
                  <a16:creationId xmlns:a16="http://schemas.microsoft.com/office/drawing/2014/main" id="{1A8AD690-1943-4E4E-8FC2-5E6DC9CBD2AC}"/>
                </a:ext>
              </a:extLst>
            </p:cNvPr>
            <p:cNvSpPr/>
            <p:nvPr/>
          </p:nvSpPr>
          <p:spPr bwMode="auto">
            <a:xfrm rot="5400000">
              <a:off x="676625" y="5902717"/>
              <a:ext cx="360060" cy="179698"/>
            </a:xfrm>
            <a:prstGeom prst="rightArrow">
              <a:avLst/>
            </a:prstGeom>
            <a:solidFill>
              <a:srgbClr val="C0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a:ln>
                  <a:noFill/>
                </a:ln>
                <a:solidFill>
                  <a:sysClr val="windowText" lastClr="000000"/>
                </a:solidFill>
                <a:effectLst/>
                <a:uLnTx/>
                <a:uFillTx/>
              </a:endParaRPr>
            </a:p>
          </p:txBody>
        </p:sp>
        <p:sp>
          <p:nvSpPr>
            <p:cNvPr id="33" name="文本框 107">
              <a:extLst>
                <a:ext uri="{FF2B5EF4-FFF2-40B4-BE49-F238E27FC236}">
                  <a16:creationId xmlns:a16="http://schemas.microsoft.com/office/drawing/2014/main" id="{A4A5CDC1-FD0A-B24C-8D47-54F666E3725B}"/>
                </a:ext>
              </a:extLst>
            </p:cNvPr>
            <p:cNvSpPr txBox="1"/>
            <p:nvPr/>
          </p:nvSpPr>
          <p:spPr>
            <a:xfrm>
              <a:off x="528877" y="6201670"/>
              <a:ext cx="833720" cy="428562"/>
            </a:xfrm>
            <a:prstGeom prst="rect">
              <a:avLst/>
            </a:prstGeom>
            <a:noFill/>
            <a:ln>
              <a:noFill/>
            </a:ln>
            <a:effectLst/>
          </p:spPr>
          <p:txBody>
            <a:bodyPr spcFirstLastPara="0" vert="horz" wrap="square" lIns="36830" tIns="36830" rIns="36830" bIns="36830" numCol="1" spcCol="1270" anchor="ctr"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000000"/>
                  </a:solidFill>
                  <a:effectLst/>
                  <a:uLnTx/>
                  <a:uFillTx/>
                  <a:latin typeface="+mn-lt"/>
                  <a:ea typeface="宋体" charset="-122"/>
                  <a:cs typeface="宋体" charset="-122"/>
                </a:rPr>
                <a:t>0001</a:t>
              </a:r>
            </a:p>
          </p:txBody>
        </p:sp>
        <p:sp>
          <p:nvSpPr>
            <p:cNvPr id="34" name="乘 40">
              <a:extLst>
                <a:ext uri="{FF2B5EF4-FFF2-40B4-BE49-F238E27FC236}">
                  <a16:creationId xmlns:a16="http://schemas.microsoft.com/office/drawing/2014/main" id="{81056EA0-3F13-4042-8FC0-A349F2E4C80C}"/>
                </a:ext>
              </a:extLst>
            </p:cNvPr>
            <p:cNvSpPr/>
            <p:nvPr/>
          </p:nvSpPr>
          <p:spPr bwMode="auto">
            <a:xfrm>
              <a:off x="2592626" y="5157356"/>
              <a:ext cx="533400" cy="533400"/>
            </a:xfrm>
            <a:prstGeom prst="mathMultiply">
              <a:avLst>
                <a:gd name="adj1" fmla="val 15546"/>
              </a:avLst>
            </a:prstGeom>
            <a:solidFill>
              <a:srgbClr val="C0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a:ln>
                  <a:noFill/>
                </a:ln>
                <a:solidFill>
                  <a:sysClr val="windowText" lastClr="000000"/>
                </a:solidFill>
                <a:effectLst/>
                <a:uLnTx/>
                <a:uFillTx/>
              </a:endParaRPr>
            </a:p>
          </p:txBody>
        </p:sp>
        <p:sp>
          <p:nvSpPr>
            <p:cNvPr id="35" name="右箭头 41">
              <a:extLst>
                <a:ext uri="{FF2B5EF4-FFF2-40B4-BE49-F238E27FC236}">
                  <a16:creationId xmlns:a16="http://schemas.microsoft.com/office/drawing/2014/main" id="{FD2BED8C-D0D7-D441-BBE3-46C92C257FFD}"/>
                </a:ext>
              </a:extLst>
            </p:cNvPr>
            <p:cNvSpPr/>
            <p:nvPr/>
          </p:nvSpPr>
          <p:spPr bwMode="auto">
            <a:xfrm rot="5400000">
              <a:off x="2124425" y="5921540"/>
              <a:ext cx="360060" cy="179698"/>
            </a:xfrm>
            <a:prstGeom prst="rightArrow">
              <a:avLst/>
            </a:prstGeom>
            <a:solidFill>
              <a:srgbClr val="C0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a:ln>
                  <a:noFill/>
                </a:ln>
                <a:solidFill>
                  <a:sysClr val="windowText" lastClr="000000"/>
                </a:solidFill>
                <a:effectLst/>
                <a:uLnTx/>
                <a:uFillTx/>
              </a:endParaRPr>
            </a:p>
          </p:txBody>
        </p:sp>
        <p:sp>
          <p:nvSpPr>
            <p:cNvPr id="36" name="文本框 110">
              <a:extLst>
                <a:ext uri="{FF2B5EF4-FFF2-40B4-BE49-F238E27FC236}">
                  <a16:creationId xmlns:a16="http://schemas.microsoft.com/office/drawing/2014/main" id="{54EA0E1F-9CCF-D942-AD08-C6F92F74728A}"/>
                </a:ext>
              </a:extLst>
            </p:cNvPr>
            <p:cNvSpPr txBox="1"/>
            <p:nvPr/>
          </p:nvSpPr>
          <p:spPr>
            <a:xfrm>
              <a:off x="1970102" y="6220493"/>
              <a:ext cx="833720" cy="428562"/>
            </a:xfrm>
            <a:prstGeom prst="rect">
              <a:avLst/>
            </a:prstGeom>
            <a:noFill/>
            <a:ln>
              <a:noFill/>
            </a:ln>
            <a:effectLst/>
          </p:spPr>
          <p:txBody>
            <a:bodyPr spcFirstLastPara="0" vert="horz" wrap="square" lIns="36830" tIns="36830" rIns="36830" bIns="36830" numCol="1" spcCol="1270" anchor="ctr"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000000"/>
                  </a:solidFill>
                  <a:effectLst/>
                  <a:uLnTx/>
                  <a:uFillTx/>
                  <a:latin typeface="+mn-lt"/>
                  <a:ea typeface="宋体" charset="-122"/>
                  <a:cs typeface="宋体" charset="-122"/>
                </a:rPr>
                <a:t>0001</a:t>
              </a:r>
            </a:p>
          </p:txBody>
        </p:sp>
        <p:sp>
          <p:nvSpPr>
            <p:cNvPr id="37" name="乘 36">
              <a:extLst>
                <a:ext uri="{FF2B5EF4-FFF2-40B4-BE49-F238E27FC236}">
                  <a16:creationId xmlns:a16="http://schemas.microsoft.com/office/drawing/2014/main" id="{F29841A5-C81A-3448-A2D0-6FF30EA7B329}"/>
                </a:ext>
              </a:extLst>
            </p:cNvPr>
            <p:cNvSpPr/>
            <p:nvPr/>
          </p:nvSpPr>
          <p:spPr bwMode="auto">
            <a:xfrm>
              <a:off x="3788255" y="4786665"/>
              <a:ext cx="533400" cy="533400"/>
            </a:xfrm>
            <a:prstGeom prst="mathMultiply">
              <a:avLst>
                <a:gd name="adj1" fmla="val 15546"/>
              </a:avLst>
            </a:prstGeom>
            <a:solidFill>
              <a:srgbClr val="C0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a:ln>
                  <a:noFill/>
                </a:ln>
                <a:solidFill>
                  <a:sysClr val="windowText" lastClr="000000"/>
                </a:solidFill>
                <a:effectLst/>
                <a:uLnTx/>
                <a:uFillTx/>
              </a:endParaRPr>
            </a:p>
          </p:txBody>
        </p:sp>
        <p:sp>
          <p:nvSpPr>
            <p:cNvPr id="38" name="右箭头 43">
              <a:extLst>
                <a:ext uri="{FF2B5EF4-FFF2-40B4-BE49-F238E27FC236}">
                  <a16:creationId xmlns:a16="http://schemas.microsoft.com/office/drawing/2014/main" id="{FBD4FECD-B82F-594C-B1B4-B14695EB5DB6}"/>
                </a:ext>
              </a:extLst>
            </p:cNvPr>
            <p:cNvSpPr/>
            <p:nvPr/>
          </p:nvSpPr>
          <p:spPr bwMode="auto">
            <a:xfrm rot="5400000">
              <a:off x="3448306" y="5902321"/>
              <a:ext cx="360060" cy="179698"/>
            </a:xfrm>
            <a:prstGeom prst="rightArrow">
              <a:avLst/>
            </a:prstGeom>
            <a:solidFill>
              <a:srgbClr val="C0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a:ln>
                  <a:noFill/>
                </a:ln>
                <a:solidFill>
                  <a:sysClr val="windowText" lastClr="000000"/>
                </a:solidFill>
                <a:effectLst/>
                <a:uLnTx/>
                <a:uFillTx/>
              </a:endParaRPr>
            </a:p>
          </p:txBody>
        </p:sp>
        <p:sp>
          <p:nvSpPr>
            <p:cNvPr id="39" name="文本框 113">
              <a:extLst>
                <a:ext uri="{FF2B5EF4-FFF2-40B4-BE49-F238E27FC236}">
                  <a16:creationId xmlns:a16="http://schemas.microsoft.com/office/drawing/2014/main" id="{024BA20C-CACF-3C4F-A212-1B874B3FF667}"/>
                </a:ext>
              </a:extLst>
            </p:cNvPr>
            <p:cNvSpPr txBox="1"/>
            <p:nvPr/>
          </p:nvSpPr>
          <p:spPr>
            <a:xfrm>
              <a:off x="3271127" y="6226859"/>
              <a:ext cx="833720" cy="428562"/>
            </a:xfrm>
            <a:prstGeom prst="rect">
              <a:avLst/>
            </a:prstGeom>
            <a:noFill/>
            <a:ln>
              <a:noFill/>
            </a:ln>
            <a:effectLst/>
          </p:spPr>
          <p:txBody>
            <a:bodyPr spcFirstLastPara="0" vert="horz" wrap="square" lIns="36830" tIns="36830" rIns="36830" bIns="36830" numCol="1" spcCol="1270" anchor="ctr"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000000"/>
                  </a:solidFill>
                  <a:effectLst/>
                  <a:uLnTx/>
                  <a:uFillTx/>
                  <a:latin typeface="+mn-lt"/>
                  <a:ea typeface="宋体" charset="-122"/>
                  <a:cs typeface="宋体" charset="-122"/>
                </a:rPr>
                <a:t>1000</a:t>
              </a:r>
            </a:p>
          </p:txBody>
        </p:sp>
      </p:grpSp>
      <p:sp>
        <p:nvSpPr>
          <p:cNvPr id="40" name="Title 4">
            <a:extLst>
              <a:ext uri="{FF2B5EF4-FFF2-40B4-BE49-F238E27FC236}">
                <a16:creationId xmlns:a16="http://schemas.microsoft.com/office/drawing/2014/main" id="{5AF91921-3D20-B55B-D4F6-50CD13AA46D0}"/>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t>环形计数器</a:t>
            </a:r>
            <a:r>
              <a:rPr lang="en-US" altLang="zh-CN" dirty="0"/>
              <a:t>:</a:t>
            </a:r>
            <a:r>
              <a:rPr lang="zh-CN" altLang="en-US" dirty="0"/>
              <a:t>自启动设计</a:t>
            </a:r>
            <a:endParaRPr lang="en-CN" altLang="zh-CN" sz="4000" dirty="0">
              <a:solidFill>
                <a:srgbClr val="0000FF"/>
              </a:solidFill>
              <a:latin typeface="Arial" panose="020B0604020202020204" pitchFamily="34" charset="0"/>
              <a:cs typeface="Arial" panose="020B0604020202020204" pitchFamily="34" charset="0"/>
            </a:endParaRPr>
          </a:p>
        </p:txBody>
      </p:sp>
      <p:pic>
        <p:nvPicPr>
          <p:cNvPr id="62" name="图片 61">
            <a:extLst>
              <a:ext uri="{FF2B5EF4-FFF2-40B4-BE49-F238E27FC236}">
                <a16:creationId xmlns:a16="http://schemas.microsoft.com/office/drawing/2014/main" id="{3EB0B869-C2C0-6B6A-CCAA-435F69C67BB6}"/>
              </a:ext>
            </a:extLst>
          </p:cNvPr>
          <p:cNvPicPr>
            <a:picLocks noChangeAspect="1"/>
          </p:cNvPicPr>
          <p:nvPr/>
        </p:nvPicPr>
        <p:blipFill>
          <a:blip r:embed="rId8"/>
          <a:stretch>
            <a:fillRect/>
          </a:stretch>
        </p:blipFill>
        <p:spPr>
          <a:xfrm>
            <a:off x="4992558" y="5241667"/>
            <a:ext cx="3325274" cy="1400667"/>
          </a:xfrm>
          <a:prstGeom prst="rect">
            <a:avLst/>
          </a:prstGeom>
        </p:spPr>
      </p:pic>
      <p:grpSp>
        <p:nvGrpSpPr>
          <p:cNvPr id="41" name="组合 91">
            <a:extLst>
              <a:ext uri="{FF2B5EF4-FFF2-40B4-BE49-F238E27FC236}">
                <a16:creationId xmlns:a16="http://schemas.microsoft.com/office/drawing/2014/main" id="{A19073E1-1817-43B9-87FA-8C2B3D90FB06}"/>
              </a:ext>
            </a:extLst>
          </p:cNvPr>
          <p:cNvGrpSpPr/>
          <p:nvPr/>
        </p:nvGrpSpPr>
        <p:grpSpPr>
          <a:xfrm>
            <a:off x="5091671" y="3260688"/>
            <a:ext cx="3521765" cy="1837915"/>
            <a:chOff x="4900827" y="1880508"/>
            <a:chExt cx="3911422" cy="2543835"/>
          </a:xfrm>
        </p:grpSpPr>
        <p:graphicFrame>
          <p:nvGraphicFramePr>
            <p:cNvPr id="42" name="图示 92">
              <a:extLst>
                <a:ext uri="{FF2B5EF4-FFF2-40B4-BE49-F238E27FC236}">
                  <a16:creationId xmlns:a16="http://schemas.microsoft.com/office/drawing/2014/main" id="{58367000-54BA-4C6F-96E5-FF7EA32A5536}"/>
                </a:ext>
              </a:extLst>
            </p:cNvPr>
            <p:cNvGraphicFramePr/>
            <p:nvPr>
              <p:extLst>
                <p:ext uri="{D42A27DB-BD31-4B8C-83A1-F6EECF244321}">
                  <p14:modId xmlns:p14="http://schemas.microsoft.com/office/powerpoint/2010/main" val="300103902"/>
                </p:ext>
              </p:extLst>
            </p:nvPr>
          </p:nvGraphicFramePr>
          <p:xfrm>
            <a:off x="4900827" y="1880508"/>
            <a:ext cx="2355118" cy="2543835"/>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
          <p:nvSpPr>
            <p:cNvPr id="43" name="乘 9">
              <a:extLst>
                <a:ext uri="{FF2B5EF4-FFF2-40B4-BE49-F238E27FC236}">
                  <a16:creationId xmlns:a16="http://schemas.microsoft.com/office/drawing/2014/main" id="{B3733AB8-42B6-4166-A629-AB96822D45A2}"/>
                </a:ext>
              </a:extLst>
            </p:cNvPr>
            <p:cNvSpPr/>
            <p:nvPr/>
          </p:nvSpPr>
          <p:spPr bwMode="auto">
            <a:xfrm>
              <a:off x="6685623" y="2874731"/>
              <a:ext cx="533401" cy="533400"/>
            </a:xfrm>
            <a:prstGeom prst="mathMultiply">
              <a:avLst>
                <a:gd name="adj1" fmla="val 15546"/>
              </a:avLst>
            </a:prstGeom>
            <a:solidFill>
              <a:srgbClr val="C0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44" name="右箭头 10">
              <a:extLst>
                <a:ext uri="{FF2B5EF4-FFF2-40B4-BE49-F238E27FC236}">
                  <a16:creationId xmlns:a16="http://schemas.microsoft.com/office/drawing/2014/main" id="{1EFF86C8-ACBC-4679-9C8A-3C765B04CEF7}"/>
                </a:ext>
              </a:extLst>
            </p:cNvPr>
            <p:cNvSpPr/>
            <p:nvPr/>
          </p:nvSpPr>
          <p:spPr bwMode="auto">
            <a:xfrm>
              <a:off x="7210348" y="2353791"/>
              <a:ext cx="594971" cy="179698"/>
            </a:xfrm>
            <a:prstGeom prst="rightArrow">
              <a:avLst/>
            </a:prstGeom>
            <a:solidFill>
              <a:srgbClr val="C0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grpSp>
          <p:nvGrpSpPr>
            <p:cNvPr id="45" name="组合 95">
              <a:extLst>
                <a:ext uri="{FF2B5EF4-FFF2-40B4-BE49-F238E27FC236}">
                  <a16:creationId xmlns:a16="http://schemas.microsoft.com/office/drawing/2014/main" id="{2F4CEA95-F8DC-4DEF-AF0F-28FFEF832570}"/>
                </a:ext>
              </a:extLst>
            </p:cNvPr>
            <p:cNvGrpSpPr/>
            <p:nvPr/>
          </p:nvGrpSpPr>
          <p:grpSpPr>
            <a:xfrm>
              <a:off x="7805319" y="2020270"/>
              <a:ext cx="1006930" cy="833720"/>
              <a:chOff x="1468958" y="146797"/>
              <a:chExt cx="1006930" cy="833720"/>
            </a:xfrm>
          </p:grpSpPr>
          <p:sp>
            <p:nvSpPr>
              <p:cNvPr id="46" name="矩形 96">
                <a:extLst>
                  <a:ext uri="{FF2B5EF4-FFF2-40B4-BE49-F238E27FC236}">
                    <a16:creationId xmlns:a16="http://schemas.microsoft.com/office/drawing/2014/main" id="{0DBFE13B-FFED-4B3C-AC19-C4F7B1ECF5F5}"/>
                  </a:ext>
                </a:extLst>
              </p:cNvPr>
              <p:cNvSpPr/>
              <p:nvPr/>
            </p:nvSpPr>
            <p:spPr>
              <a:xfrm>
                <a:off x="1468958" y="146797"/>
                <a:ext cx="833720" cy="833720"/>
              </a:xfrm>
              <a:prstGeom prst="rect">
                <a:avLst/>
              </a:prstGeom>
              <a:noFill/>
              <a:ln>
                <a:noFill/>
              </a:ln>
              <a:effectLst/>
            </p:spPr>
          </p:sp>
          <p:sp>
            <p:nvSpPr>
              <p:cNvPr id="47" name="文本框 97">
                <a:extLst>
                  <a:ext uri="{FF2B5EF4-FFF2-40B4-BE49-F238E27FC236}">
                    <a16:creationId xmlns:a16="http://schemas.microsoft.com/office/drawing/2014/main" id="{E01F566B-42F7-4B37-8053-F19EB2F7F800}"/>
                  </a:ext>
                </a:extLst>
              </p:cNvPr>
              <p:cNvSpPr txBox="1"/>
              <p:nvPr/>
            </p:nvSpPr>
            <p:spPr>
              <a:xfrm>
                <a:off x="1468958" y="146797"/>
                <a:ext cx="1006930" cy="833720"/>
              </a:xfrm>
              <a:prstGeom prst="rect">
                <a:avLst/>
              </a:prstGeom>
              <a:noFill/>
              <a:ln>
                <a:noFill/>
              </a:ln>
              <a:effectLst/>
            </p:spPr>
            <p:txBody>
              <a:bodyPr spcFirstLastPara="0" vert="horz" wrap="square" lIns="36830" tIns="36830" rIns="36830" bIns="36830" numCol="1" spcCol="127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solidFill>
                      <a:srgbClr val="000000"/>
                    </a:solidFill>
                    <a:effectLst/>
                    <a:uLnTx/>
                    <a:uFillTx/>
                    <a:latin typeface="+mn-lt"/>
                    <a:ea typeface="宋体" charset="-122"/>
                    <a:cs typeface="宋体" charset="-122"/>
                  </a:rPr>
                  <a:t>0010</a:t>
                </a:r>
              </a:p>
            </p:txBody>
          </p:sp>
        </p:grpSp>
      </p:grpSp>
    </p:spTree>
    <p:extLst>
      <p:ext uri="{BB962C8B-B14F-4D97-AF65-F5344CB8AC3E}">
        <p14:creationId xmlns:p14="http://schemas.microsoft.com/office/powerpoint/2010/main" val="1112961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灯片编号占位符 89"/>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A50645F-9A2E-4027-9721-1A221E254747}" type="slidenum">
              <a:rPr kumimoji="0" lang="en-US" altLang="zh-CN" sz="1200" b="0" i="0" u="none" strike="noStrike" kern="1200" cap="none" spc="0" normalizeH="0" baseline="0" noProof="0" smtClean="0">
                <a:ln>
                  <a:noFill/>
                </a:ln>
                <a:solidFill>
                  <a:srgbClr val="000000"/>
                </a:solidFill>
                <a:effectLst/>
                <a:uLnTx/>
                <a:uFillTx/>
                <a:latin typeface="Arial Black"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97</a:t>
            </a:fld>
            <a:endParaRPr kumimoji="0" lang="en-US" altLang="zh-CN" sz="1200" b="0" i="0" u="none" strike="noStrike" kern="1200" cap="none" spc="0" normalizeH="0" baseline="0" noProof="0" dirty="0">
              <a:ln>
                <a:noFill/>
              </a:ln>
              <a:solidFill>
                <a:srgbClr val="000000"/>
              </a:solidFill>
              <a:effectLst/>
              <a:uLnTx/>
              <a:uFillTx/>
              <a:latin typeface="Arial Black" pitchFamily="34" charset="0"/>
              <a:ea typeface="宋体" pitchFamily="2" charset="-122"/>
              <a:cs typeface="+mn-cs"/>
            </a:endParaRPr>
          </a:p>
        </p:txBody>
      </p:sp>
      <p:sp>
        <p:nvSpPr>
          <p:cNvPr id="6" name="内容占位符 5">
            <a:extLst>
              <a:ext uri="{FF2B5EF4-FFF2-40B4-BE49-F238E27FC236}">
                <a16:creationId xmlns:a16="http://schemas.microsoft.com/office/drawing/2014/main" id="{9E2A49C5-DB99-427C-9767-4414EC6C1A24}"/>
              </a:ext>
            </a:extLst>
          </p:cNvPr>
          <p:cNvSpPr>
            <a:spLocks noGrp="1"/>
          </p:cNvSpPr>
          <p:nvPr>
            <p:ph idx="4294967295"/>
          </p:nvPr>
        </p:nvSpPr>
        <p:spPr>
          <a:xfrm>
            <a:off x="381196" y="1362095"/>
            <a:ext cx="8405924" cy="792163"/>
          </a:xfrm>
        </p:spPr>
        <p:txBody>
          <a:bodyPr>
            <a:noAutofit/>
          </a:bodyPr>
          <a:lstStyle/>
          <a:p>
            <a:r>
              <a:rPr lang="zh-CN" altLang="en-US" sz="2800" b="0" kern="0" dirty="0">
                <a:solidFill>
                  <a:srgbClr val="000000"/>
                </a:solidFill>
                <a:latin typeface="+mn-lt"/>
                <a:ea typeface="黑体"/>
              </a:rPr>
              <a:t>将移位寄存器的</a:t>
            </a:r>
            <a:r>
              <a:rPr lang="zh-CN" altLang="en-US" sz="2800" b="0" kern="0" dirty="0">
                <a:solidFill>
                  <a:srgbClr val="3333FF"/>
                </a:solidFill>
                <a:latin typeface="+mn-lt"/>
                <a:ea typeface="黑体"/>
              </a:rPr>
              <a:t>串行输出</a:t>
            </a:r>
            <a:r>
              <a:rPr lang="zh-CN" altLang="en-US" sz="2800" b="0" kern="0" dirty="0">
                <a:solidFill>
                  <a:srgbClr val="000000"/>
                </a:solidFill>
                <a:latin typeface="+mn-lt"/>
                <a:ea typeface="黑体"/>
              </a:rPr>
              <a:t>的反接回</a:t>
            </a:r>
            <a:r>
              <a:rPr lang="zh-CN" altLang="en-US" sz="2800" b="0" kern="0" dirty="0">
                <a:solidFill>
                  <a:srgbClr val="3333FF"/>
                </a:solidFill>
                <a:latin typeface="+mn-lt"/>
                <a:ea typeface="黑体"/>
              </a:rPr>
              <a:t>串行输入</a:t>
            </a:r>
          </a:p>
        </p:txBody>
      </p:sp>
      <p:grpSp>
        <p:nvGrpSpPr>
          <p:cNvPr id="7" name="组合 6">
            <a:extLst>
              <a:ext uri="{FF2B5EF4-FFF2-40B4-BE49-F238E27FC236}">
                <a16:creationId xmlns:a16="http://schemas.microsoft.com/office/drawing/2014/main" id="{CD62C812-1193-380B-7FAB-4BDF67F0B79C}"/>
              </a:ext>
            </a:extLst>
          </p:cNvPr>
          <p:cNvGrpSpPr/>
          <p:nvPr/>
        </p:nvGrpSpPr>
        <p:grpSpPr>
          <a:xfrm>
            <a:off x="368836" y="2247728"/>
            <a:ext cx="8406328" cy="3644900"/>
            <a:chOff x="280472" y="2232372"/>
            <a:chExt cx="8406328" cy="3644900"/>
          </a:xfrm>
        </p:grpSpPr>
        <p:grpSp>
          <p:nvGrpSpPr>
            <p:cNvPr id="2" name="Group 3"/>
            <p:cNvGrpSpPr>
              <a:grpSpLocks noChangeAspect="1"/>
            </p:cNvGrpSpPr>
            <p:nvPr/>
          </p:nvGrpSpPr>
          <p:grpSpPr bwMode="auto">
            <a:xfrm>
              <a:off x="430213" y="2232372"/>
              <a:ext cx="8256587" cy="3644900"/>
              <a:chOff x="444" y="1264"/>
              <a:chExt cx="5398" cy="2200"/>
            </a:xfrm>
          </p:grpSpPr>
          <p:sp>
            <p:nvSpPr>
              <p:cNvPr id="61465" name="AutoShape 4"/>
              <p:cNvSpPr>
                <a:spLocks noChangeAspect="1" noChangeArrowheads="1" noTextEdit="1"/>
              </p:cNvSpPr>
              <p:nvPr/>
            </p:nvSpPr>
            <p:spPr bwMode="auto">
              <a:xfrm>
                <a:off x="444" y="1264"/>
                <a:ext cx="5398" cy="2200"/>
              </a:xfrm>
              <a:prstGeom prst="rect">
                <a:avLst/>
              </a:prstGeom>
              <a:noFill/>
              <a:ln w="9525">
                <a:noFill/>
                <a:miter lim="800000"/>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466" name="Rectangle 5"/>
              <p:cNvSpPr>
                <a:spLocks noChangeArrowheads="1"/>
              </p:cNvSpPr>
              <p:nvPr/>
            </p:nvSpPr>
            <p:spPr bwMode="auto">
              <a:xfrm>
                <a:off x="1542" y="1715"/>
                <a:ext cx="630" cy="944"/>
              </a:xfrm>
              <a:prstGeom prst="rect">
                <a:avLst/>
              </a:prstGeom>
              <a:noFill/>
              <a:ln w="20638"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467" name="Rectangle 6"/>
              <p:cNvSpPr>
                <a:spLocks noChangeArrowheads="1"/>
              </p:cNvSpPr>
              <p:nvPr/>
            </p:nvSpPr>
            <p:spPr bwMode="auto">
              <a:xfrm>
                <a:off x="1593" y="1804"/>
                <a:ext cx="168" cy="258"/>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D</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1468" name="Rectangle 7"/>
              <p:cNvSpPr>
                <a:spLocks noChangeArrowheads="1"/>
              </p:cNvSpPr>
              <p:nvPr/>
            </p:nvSpPr>
            <p:spPr bwMode="auto">
              <a:xfrm>
                <a:off x="1967" y="1790"/>
                <a:ext cx="168" cy="258"/>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1469" name="Rectangle 8"/>
              <p:cNvSpPr>
                <a:spLocks noChangeArrowheads="1"/>
              </p:cNvSpPr>
              <p:nvPr/>
            </p:nvSpPr>
            <p:spPr bwMode="auto">
              <a:xfrm>
                <a:off x="1981" y="2289"/>
                <a:ext cx="168" cy="258"/>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1470" name="Oval 9"/>
              <p:cNvSpPr>
                <a:spLocks noChangeArrowheads="1"/>
              </p:cNvSpPr>
              <p:nvPr/>
            </p:nvSpPr>
            <p:spPr bwMode="auto">
              <a:xfrm>
                <a:off x="2172" y="2397"/>
                <a:ext cx="94" cy="104"/>
              </a:xfrm>
              <a:prstGeom prst="ellipse">
                <a:avLst/>
              </a:prstGeom>
              <a:solidFill>
                <a:srgbClr val="FFFFFF"/>
              </a:solidFill>
              <a:ln w="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471" name="Oval 10"/>
              <p:cNvSpPr>
                <a:spLocks noChangeArrowheads="1"/>
              </p:cNvSpPr>
              <p:nvPr/>
            </p:nvSpPr>
            <p:spPr bwMode="auto">
              <a:xfrm>
                <a:off x="2172" y="2397"/>
                <a:ext cx="94" cy="104"/>
              </a:xfrm>
              <a:prstGeom prst="ellipse">
                <a:avLst/>
              </a:prstGeom>
              <a:noFill/>
              <a:ln w="20638"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472" name="Rectangle 11"/>
              <p:cNvSpPr>
                <a:spLocks noChangeArrowheads="1"/>
              </p:cNvSpPr>
              <p:nvPr/>
            </p:nvSpPr>
            <p:spPr bwMode="auto">
              <a:xfrm>
                <a:off x="1719" y="2109"/>
                <a:ext cx="154" cy="258"/>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C</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1473" name="Freeform 12"/>
              <p:cNvSpPr>
                <a:spLocks/>
              </p:cNvSpPr>
              <p:nvPr/>
            </p:nvSpPr>
            <p:spPr bwMode="auto">
              <a:xfrm>
                <a:off x="1542" y="2135"/>
                <a:ext cx="158" cy="210"/>
              </a:xfrm>
              <a:custGeom>
                <a:avLst/>
                <a:gdLst>
                  <a:gd name="T0" fmla="*/ 0 w 158"/>
                  <a:gd name="T1" fmla="*/ 210 h 210"/>
                  <a:gd name="T2" fmla="*/ 158 w 158"/>
                  <a:gd name="T3" fmla="*/ 105 h 210"/>
                  <a:gd name="T4" fmla="*/ 0 w 158"/>
                  <a:gd name="T5" fmla="*/ 0 h 210"/>
                  <a:gd name="T6" fmla="*/ 0 60000 65536"/>
                  <a:gd name="T7" fmla="*/ 0 60000 65536"/>
                  <a:gd name="T8" fmla="*/ 0 60000 65536"/>
                  <a:gd name="T9" fmla="*/ 0 w 158"/>
                  <a:gd name="T10" fmla="*/ 0 h 210"/>
                  <a:gd name="T11" fmla="*/ 158 w 158"/>
                  <a:gd name="T12" fmla="*/ 210 h 210"/>
                </a:gdLst>
                <a:ahLst/>
                <a:cxnLst>
                  <a:cxn ang="T6">
                    <a:pos x="T0" y="T1"/>
                  </a:cxn>
                  <a:cxn ang="T7">
                    <a:pos x="T2" y="T3"/>
                  </a:cxn>
                  <a:cxn ang="T8">
                    <a:pos x="T4" y="T5"/>
                  </a:cxn>
                </a:cxnLst>
                <a:rect l="T9" t="T10" r="T11" b="T12"/>
                <a:pathLst>
                  <a:path w="158" h="210">
                    <a:moveTo>
                      <a:pt x="0" y="210"/>
                    </a:moveTo>
                    <a:lnTo>
                      <a:pt x="158" y="105"/>
                    </a:lnTo>
                    <a:lnTo>
                      <a:pt x="0" y="0"/>
                    </a:lnTo>
                  </a:path>
                </a:pathLst>
              </a:custGeom>
              <a:noFill/>
              <a:ln w="20638"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474" name="Rectangle 13"/>
              <p:cNvSpPr>
                <a:spLocks noChangeArrowheads="1"/>
              </p:cNvSpPr>
              <p:nvPr/>
            </p:nvSpPr>
            <p:spPr bwMode="auto">
              <a:xfrm>
                <a:off x="2603" y="1715"/>
                <a:ext cx="630" cy="944"/>
              </a:xfrm>
              <a:prstGeom prst="rect">
                <a:avLst/>
              </a:prstGeom>
              <a:noFill/>
              <a:ln w="20638"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475" name="Rectangle 14"/>
              <p:cNvSpPr>
                <a:spLocks noChangeArrowheads="1"/>
              </p:cNvSpPr>
              <p:nvPr/>
            </p:nvSpPr>
            <p:spPr bwMode="auto">
              <a:xfrm>
                <a:off x="2645" y="1804"/>
                <a:ext cx="168" cy="258"/>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D</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1476" name="Rectangle 15"/>
              <p:cNvSpPr>
                <a:spLocks noChangeArrowheads="1"/>
              </p:cNvSpPr>
              <p:nvPr/>
            </p:nvSpPr>
            <p:spPr bwMode="auto">
              <a:xfrm>
                <a:off x="3034" y="1790"/>
                <a:ext cx="168" cy="258"/>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1477" name="Rectangle 16"/>
              <p:cNvSpPr>
                <a:spLocks noChangeArrowheads="1"/>
              </p:cNvSpPr>
              <p:nvPr/>
            </p:nvSpPr>
            <p:spPr bwMode="auto">
              <a:xfrm>
                <a:off x="3034" y="2289"/>
                <a:ext cx="168" cy="258"/>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1478" name="Oval 17"/>
              <p:cNvSpPr>
                <a:spLocks noChangeArrowheads="1"/>
              </p:cNvSpPr>
              <p:nvPr/>
            </p:nvSpPr>
            <p:spPr bwMode="auto">
              <a:xfrm>
                <a:off x="3233" y="2397"/>
                <a:ext cx="94" cy="104"/>
              </a:xfrm>
              <a:prstGeom prst="ellipse">
                <a:avLst/>
              </a:prstGeom>
              <a:solidFill>
                <a:srgbClr val="FFFFFF"/>
              </a:solidFill>
              <a:ln w="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479" name="Oval 18"/>
              <p:cNvSpPr>
                <a:spLocks noChangeArrowheads="1"/>
              </p:cNvSpPr>
              <p:nvPr/>
            </p:nvSpPr>
            <p:spPr bwMode="auto">
              <a:xfrm>
                <a:off x="3233" y="2397"/>
                <a:ext cx="94" cy="104"/>
              </a:xfrm>
              <a:prstGeom prst="ellipse">
                <a:avLst/>
              </a:prstGeom>
              <a:noFill/>
              <a:ln w="20638"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480" name="Rectangle 19"/>
              <p:cNvSpPr>
                <a:spLocks noChangeArrowheads="1"/>
              </p:cNvSpPr>
              <p:nvPr/>
            </p:nvSpPr>
            <p:spPr bwMode="auto">
              <a:xfrm>
                <a:off x="2784" y="2109"/>
                <a:ext cx="155" cy="258"/>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C</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1481" name="Freeform 20"/>
              <p:cNvSpPr>
                <a:spLocks/>
              </p:cNvSpPr>
              <p:nvPr/>
            </p:nvSpPr>
            <p:spPr bwMode="auto">
              <a:xfrm>
                <a:off x="2603" y="2135"/>
                <a:ext cx="157" cy="210"/>
              </a:xfrm>
              <a:custGeom>
                <a:avLst/>
                <a:gdLst>
                  <a:gd name="T0" fmla="*/ 0 w 157"/>
                  <a:gd name="T1" fmla="*/ 210 h 210"/>
                  <a:gd name="T2" fmla="*/ 157 w 157"/>
                  <a:gd name="T3" fmla="*/ 105 h 210"/>
                  <a:gd name="T4" fmla="*/ 0 w 157"/>
                  <a:gd name="T5" fmla="*/ 0 h 210"/>
                  <a:gd name="T6" fmla="*/ 0 60000 65536"/>
                  <a:gd name="T7" fmla="*/ 0 60000 65536"/>
                  <a:gd name="T8" fmla="*/ 0 60000 65536"/>
                  <a:gd name="T9" fmla="*/ 0 w 157"/>
                  <a:gd name="T10" fmla="*/ 0 h 210"/>
                  <a:gd name="T11" fmla="*/ 157 w 157"/>
                  <a:gd name="T12" fmla="*/ 210 h 210"/>
                </a:gdLst>
                <a:ahLst/>
                <a:cxnLst>
                  <a:cxn ang="T6">
                    <a:pos x="T0" y="T1"/>
                  </a:cxn>
                  <a:cxn ang="T7">
                    <a:pos x="T2" y="T3"/>
                  </a:cxn>
                  <a:cxn ang="T8">
                    <a:pos x="T4" y="T5"/>
                  </a:cxn>
                </a:cxnLst>
                <a:rect l="T9" t="T10" r="T11" b="T12"/>
                <a:pathLst>
                  <a:path w="157" h="210">
                    <a:moveTo>
                      <a:pt x="0" y="210"/>
                    </a:moveTo>
                    <a:lnTo>
                      <a:pt x="157" y="105"/>
                    </a:lnTo>
                    <a:lnTo>
                      <a:pt x="0" y="0"/>
                    </a:lnTo>
                  </a:path>
                </a:pathLst>
              </a:custGeom>
              <a:noFill/>
              <a:ln w="20638"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482" name="Rectangle 21"/>
              <p:cNvSpPr>
                <a:spLocks noChangeArrowheads="1"/>
              </p:cNvSpPr>
              <p:nvPr/>
            </p:nvSpPr>
            <p:spPr bwMode="auto">
              <a:xfrm>
                <a:off x="3653" y="1715"/>
                <a:ext cx="630" cy="944"/>
              </a:xfrm>
              <a:prstGeom prst="rect">
                <a:avLst/>
              </a:prstGeom>
              <a:noFill/>
              <a:ln w="20638"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483" name="Rectangle 22"/>
              <p:cNvSpPr>
                <a:spLocks noChangeArrowheads="1"/>
              </p:cNvSpPr>
              <p:nvPr/>
            </p:nvSpPr>
            <p:spPr bwMode="auto">
              <a:xfrm>
                <a:off x="3698" y="1804"/>
                <a:ext cx="168" cy="258"/>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D</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1484" name="Rectangle 23"/>
              <p:cNvSpPr>
                <a:spLocks noChangeArrowheads="1"/>
              </p:cNvSpPr>
              <p:nvPr/>
            </p:nvSpPr>
            <p:spPr bwMode="auto">
              <a:xfrm>
                <a:off x="4085" y="1790"/>
                <a:ext cx="168" cy="258"/>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1485" name="Rectangle 24"/>
              <p:cNvSpPr>
                <a:spLocks noChangeArrowheads="1"/>
              </p:cNvSpPr>
              <p:nvPr/>
            </p:nvSpPr>
            <p:spPr bwMode="auto">
              <a:xfrm>
                <a:off x="4085" y="2289"/>
                <a:ext cx="168" cy="258"/>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1486" name="Oval 25"/>
              <p:cNvSpPr>
                <a:spLocks noChangeArrowheads="1"/>
              </p:cNvSpPr>
              <p:nvPr/>
            </p:nvSpPr>
            <p:spPr bwMode="auto">
              <a:xfrm>
                <a:off x="4283" y="2397"/>
                <a:ext cx="95" cy="104"/>
              </a:xfrm>
              <a:prstGeom prst="ellipse">
                <a:avLst/>
              </a:prstGeom>
              <a:solidFill>
                <a:srgbClr val="FFFFFF"/>
              </a:solidFill>
              <a:ln w="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487" name="Oval 26"/>
              <p:cNvSpPr>
                <a:spLocks noChangeArrowheads="1"/>
              </p:cNvSpPr>
              <p:nvPr/>
            </p:nvSpPr>
            <p:spPr bwMode="auto">
              <a:xfrm>
                <a:off x="4283" y="2397"/>
                <a:ext cx="95" cy="104"/>
              </a:xfrm>
              <a:prstGeom prst="ellipse">
                <a:avLst/>
              </a:prstGeom>
              <a:noFill/>
              <a:ln w="20638"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488" name="Rectangle 27"/>
              <p:cNvSpPr>
                <a:spLocks noChangeArrowheads="1"/>
              </p:cNvSpPr>
              <p:nvPr/>
            </p:nvSpPr>
            <p:spPr bwMode="auto">
              <a:xfrm>
                <a:off x="3836" y="2109"/>
                <a:ext cx="154" cy="258"/>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C</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1489" name="Freeform 28"/>
              <p:cNvSpPr>
                <a:spLocks/>
              </p:cNvSpPr>
              <p:nvPr/>
            </p:nvSpPr>
            <p:spPr bwMode="auto">
              <a:xfrm>
                <a:off x="3653" y="2135"/>
                <a:ext cx="157" cy="210"/>
              </a:xfrm>
              <a:custGeom>
                <a:avLst/>
                <a:gdLst>
                  <a:gd name="T0" fmla="*/ 0 w 157"/>
                  <a:gd name="T1" fmla="*/ 210 h 210"/>
                  <a:gd name="T2" fmla="*/ 157 w 157"/>
                  <a:gd name="T3" fmla="*/ 105 h 210"/>
                  <a:gd name="T4" fmla="*/ 0 w 157"/>
                  <a:gd name="T5" fmla="*/ 0 h 210"/>
                  <a:gd name="T6" fmla="*/ 0 60000 65536"/>
                  <a:gd name="T7" fmla="*/ 0 60000 65536"/>
                  <a:gd name="T8" fmla="*/ 0 60000 65536"/>
                  <a:gd name="T9" fmla="*/ 0 w 157"/>
                  <a:gd name="T10" fmla="*/ 0 h 210"/>
                  <a:gd name="T11" fmla="*/ 157 w 157"/>
                  <a:gd name="T12" fmla="*/ 210 h 210"/>
                </a:gdLst>
                <a:ahLst/>
                <a:cxnLst>
                  <a:cxn ang="T6">
                    <a:pos x="T0" y="T1"/>
                  </a:cxn>
                  <a:cxn ang="T7">
                    <a:pos x="T2" y="T3"/>
                  </a:cxn>
                  <a:cxn ang="T8">
                    <a:pos x="T4" y="T5"/>
                  </a:cxn>
                </a:cxnLst>
                <a:rect l="T9" t="T10" r="T11" b="T12"/>
                <a:pathLst>
                  <a:path w="157" h="210">
                    <a:moveTo>
                      <a:pt x="0" y="210"/>
                    </a:moveTo>
                    <a:lnTo>
                      <a:pt x="157" y="105"/>
                    </a:lnTo>
                    <a:lnTo>
                      <a:pt x="0" y="0"/>
                    </a:lnTo>
                  </a:path>
                </a:pathLst>
              </a:custGeom>
              <a:noFill/>
              <a:ln w="20638"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490" name="Rectangle 29"/>
              <p:cNvSpPr>
                <a:spLocks noChangeArrowheads="1"/>
              </p:cNvSpPr>
              <p:nvPr/>
            </p:nvSpPr>
            <p:spPr bwMode="auto">
              <a:xfrm>
                <a:off x="4703" y="1715"/>
                <a:ext cx="630" cy="944"/>
              </a:xfrm>
              <a:prstGeom prst="rect">
                <a:avLst/>
              </a:prstGeom>
              <a:noFill/>
              <a:ln w="20638"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491" name="Rectangle 30"/>
              <p:cNvSpPr>
                <a:spLocks noChangeArrowheads="1"/>
              </p:cNvSpPr>
              <p:nvPr/>
            </p:nvSpPr>
            <p:spPr bwMode="auto">
              <a:xfrm>
                <a:off x="4750" y="1804"/>
                <a:ext cx="168" cy="258"/>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D</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1492" name="Rectangle 31"/>
              <p:cNvSpPr>
                <a:spLocks noChangeArrowheads="1"/>
              </p:cNvSpPr>
              <p:nvPr/>
            </p:nvSpPr>
            <p:spPr bwMode="auto">
              <a:xfrm>
                <a:off x="5124" y="1790"/>
                <a:ext cx="168" cy="258"/>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1493" name="Rectangle 32"/>
              <p:cNvSpPr>
                <a:spLocks noChangeArrowheads="1"/>
              </p:cNvSpPr>
              <p:nvPr/>
            </p:nvSpPr>
            <p:spPr bwMode="auto">
              <a:xfrm>
                <a:off x="5138" y="2289"/>
                <a:ext cx="168" cy="258"/>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1494" name="Oval 33"/>
              <p:cNvSpPr>
                <a:spLocks noChangeArrowheads="1"/>
              </p:cNvSpPr>
              <p:nvPr/>
            </p:nvSpPr>
            <p:spPr bwMode="auto">
              <a:xfrm>
                <a:off x="5333" y="2397"/>
                <a:ext cx="94" cy="104"/>
              </a:xfrm>
              <a:prstGeom prst="ellipse">
                <a:avLst/>
              </a:prstGeom>
              <a:solidFill>
                <a:srgbClr val="FFFFFF"/>
              </a:solidFill>
              <a:ln w="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495" name="Oval 34"/>
              <p:cNvSpPr>
                <a:spLocks noChangeArrowheads="1"/>
              </p:cNvSpPr>
              <p:nvPr/>
            </p:nvSpPr>
            <p:spPr bwMode="auto">
              <a:xfrm>
                <a:off x="5333" y="2397"/>
                <a:ext cx="94" cy="104"/>
              </a:xfrm>
              <a:prstGeom prst="ellipse">
                <a:avLst/>
              </a:prstGeom>
              <a:noFill/>
              <a:ln w="20638"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496" name="Rectangle 35"/>
              <p:cNvSpPr>
                <a:spLocks noChangeArrowheads="1"/>
              </p:cNvSpPr>
              <p:nvPr/>
            </p:nvSpPr>
            <p:spPr bwMode="auto">
              <a:xfrm>
                <a:off x="4888" y="2109"/>
                <a:ext cx="155" cy="258"/>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C</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1497" name="Freeform 36"/>
              <p:cNvSpPr>
                <a:spLocks/>
              </p:cNvSpPr>
              <p:nvPr/>
            </p:nvSpPr>
            <p:spPr bwMode="auto">
              <a:xfrm>
                <a:off x="4703" y="2135"/>
                <a:ext cx="158" cy="210"/>
              </a:xfrm>
              <a:custGeom>
                <a:avLst/>
                <a:gdLst>
                  <a:gd name="T0" fmla="*/ 0 w 158"/>
                  <a:gd name="T1" fmla="*/ 210 h 210"/>
                  <a:gd name="T2" fmla="*/ 158 w 158"/>
                  <a:gd name="T3" fmla="*/ 105 h 210"/>
                  <a:gd name="T4" fmla="*/ 0 w 158"/>
                  <a:gd name="T5" fmla="*/ 0 h 210"/>
                  <a:gd name="T6" fmla="*/ 0 60000 65536"/>
                  <a:gd name="T7" fmla="*/ 0 60000 65536"/>
                  <a:gd name="T8" fmla="*/ 0 60000 65536"/>
                  <a:gd name="T9" fmla="*/ 0 w 158"/>
                  <a:gd name="T10" fmla="*/ 0 h 210"/>
                  <a:gd name="T11" fmla="*/ 158 w 158"/>
                  <a:gd name="T12" fmla="*/ 210 h 210"/>
                </a:gdLst>
                <a:ahLst/>
                <a:cxnLst>
                  <a:cxn ang="T6">
                    <a:pos x="T0" y="T1"/>
                  </a:cxn>
                  <a:cxn ang="T7">
                    <a:pos x="T2" y="T3"/>
                  </a:cxn>
                  <a:cxn ang="T8">
                    <a:pos x="T4" y="T5"/>
                  </a:cxn>
                </a:cxnLst>
                <a:rect l="T9" t="T10" r="T11" b="T12"/>
                <a:pathLst>
                  <a:path w="158" h="210">
                    <a:moveTo>
                      <a:pt x="0" y="210"/>
                    </a:moveTo>
                    <a:lnTo>
                      <a:pt x="158" y="105"/>
                    </a:lnTo>
                    <a:lnTo>
                      <a:pt x="0" y="0"/>
                    </a:lnTo>
                  </a:path>
                </a:pathLst>
              </a:custGeom>
              <a:noFill/>
              <a:ln w="20638"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498" name="Line 37"/>
              <p:cNvSpPr>
                <a:spLocks noChangeShapeType="1"/>
              </p:cNvSpPr>
              <p:nvPr/>
            </p:nvSpPr>
            <p:spPr bwMode="auto">
              <a:xfrm>
                <a:off x="2172" y="1926"/>
                <a:ext cx="404" cy="1"/>
              </a:xfrm>
              <a:prstGeom prst="line">
                <a:avLst/>
              </a:prstGeom>
              <a:noFill/>
              <a:ln w="20638"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499" name="Line 38"/>
              <p:cNvSpPr>
                <a:spLocks noChangeShapeType="1"/>
              </p:cNvSpPr>
              <p:nvPr/>
            </p:nvSpPr>
            <p:spPr bwMode="auto">
              <a:xfrm>
                <a:off x="3233" y="1926"/>
                <a:ext cx="420" cy="1"/>
              </a:xfrm>
              <a:prstGeom prst="line">
                <a:avLst/>
              </a:prstGeom>
              <a:noFill/>
              <a:ln w="20638"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500" name="Line 39"/>
              <p:cNvSpPr>
                <a:spLocks noChangeShapeType="1"/>
              </p:cNvSpPr>
              <p:nvPr/>
            </p:nvSpPr>
            <p:spPr bwMode="auto">
              <a:xfrm>
                <a:off x="4283" y="1926"/>
                <a:ext cx="393" cy="1"/>
              </a:xfrm>
              <a:prstGeom prst="line">
                <a:avLst/>
              </a:prstGeom>
              <a:noFill/>
              <a:ln w="20638"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501" name="Line 40"/>
              <p:cNvSpPr>
                <a:spLocks noChangeShapeType="1"/>
              </p:cNvSpPr>
              <p:nvPr/>
            </p:nvSpPr>
            <p:spPr bwMode="auto">
              <a:xfrm>
                <a:off x="5333" y="1926"/>
                <a:ext cx="158" cy="1"/>
              </a:xfrm>
              <a:prstGeom prst="line">
                <a:avLst/>
              </a:prstGeom>
              <a:noFill/>
              <a:ln w="20638"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502" name="Line 41"/>
              <p:cNvSpPr>
                <a:spLocks noChangeShapeType="1"/>
              </p:cNvSpPr>
              <p:nvPr/>
            </p:nvSpPr>
            <p:spPr bwMode="auto">
              <a:xfrm>
                <a:off x="1017" y="1926"/>
                <a:ext cx="525" cy="1"/>
              </a:xfrm>
              <a:prstGeom prst="line">
                <a:avLst/>
              </a:prstGeom>
              <a:noFill/>
              <a:ln w="20638"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503" name="Line 42"/>
              <p:cNvSpPr>
                <a:spLocks noChangeShapeType="1"/>
              </p:cNvSpPr>
              <p:nvPr/>
            </p:nvSpPr>
            <p:spPr bwMode="auto">
              <a:xfrm flipH="1">
                <a:off x="1017" y="2240"/>
                <a:ext cx="525" cy="1"/>
              </a:xfrm>
              <a:prstGeom prst="line">
                <a:avLst/>
              </a:prstGeom>
              <a:noFill/>
              <a:ln w="20638"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504" name="Freeform 43"/>
              <p:cNvSpPr>
                <a:spLocks/>
              </p:cNvSpPr>
              <p:nvPr/>
            </p:nvSpPr>
            <p:spPr bwMode="auto">
              <a:xfrm>
                <a:off x="1332" y="2240"/>
                <a:ext cx="3371" cy="733"/>
              </a:xfrm>
              <a:custGeom>
                <a:avLst/>
                <a:gdLst>
                  <a:gd name="T0" fmla="*/ 0 w 3371"/>
                  <a:gd name="T1" fmla="*/ 0 h 733"/>
                  <a:gd name="T2" fmla="*/ 0 w 3371"/>
                  <a:gd name="T3" fmla="*/ 733 h 733"/>
                  <a:gd name="T4" fmla="*/ 3255 w 3371"/>
                  <a:gd name="T5" fmla="*/ 733 h 733"/>
                  <a:gd name="T6" fmla="*/ 3255 w 3371"/>
                  <a:gd name="T7" fmla="*/ 0 h 733"/>
                  <a:gd name="T8" fmla="*/ 3371 w 3371"/>
                  <a:gd name="T9" fmla="*/ 0 h 733"/>
                  <a:gd name="T10" fmla="*/ 0 60000 65536"/>
                  <a:gd name="T11" fmla="*/ 0 60000 65536"/>
                  <a:gd name="T12" fmla="*/ 0 60000 65536"/>
                  <a:gd name="T13" fmla="*/ 0 60000 65536"/>
                  <a:gd name="T14" fmla="*/ 0 60000 65536"/>
                  <a:gd name="T15" fmla="*/ 0 w 3371"/>
                  <a:gd name="T16" fmla="*/ 0 h 733"/>
                  <a:gd name="T17" fmla="*/ 3371 w 3371"/>
                  <a:gd name="T18" fmla="*/ 733 h 733"/>
                </a:gdLst>
                <a:ahLst/>
                <a:cxnLst>
                  <a:cxn ang="T10">
                    <a:pos x="T0" y="T1"/>
                  </a:cxn>
                  <a:cxn ang="T11">
                    <a:pos x="T2" y="T3"/>
                  </a:cxn>
                  <a:cxn ang="T12">
                    <a:pos x="T4" y="T5"/>
                  </a:cxn>
                  <a:cxn ang="T13">
                    <a:pos x="T6" y="T7"/>
                  </a:cxn>
                  <a:cxn ang="T14">
                    <a:pos x="T8" y="T9"/>
                  </a:cxn>
                </a:cxnLst>
                <a:rect l="T15" t="T16" r="T17" b="T18"/>
                <a:pathLst>
                  <a:path w="3371" h="733">
                    <a:moveTo>
                      <a:pt x="0" y="0"/>
                    </a:moveTo>
                    <a:lnTo>
                      <a:pt x="0" y="733"/>
                    </a:lnTo>
                    <a:lnTo>
                      <a:pt x="3255" y="733"/>
                    </a:lnTo>
                    <a:lnTo>
                      <a:pt x="3255" y="0"/>
                    </a:lnTo>
                    <a:lnTo>
                      <a:pt x="3371" y="0"/>
                    </a:lnTo>
                  </a:path>
                </a:pathLst>
              </a:custGeom>
              <a:noFill/>
              <a:ln w="20638"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505" name="Freeform 44"/>
              <p:cNvSpPr>
                <a:spLocks/>
              </p:cNvSpPr>
              <p:nvPr/>
            </p:nvSpPr>
            <p:spPr bwMode="auto">
              <a:xfrm>
                <a:off x="1287" y="2195"/>
                <a:ext cx="90" cy="90"/>
              </a:xfrm>
              <a:custGeom>
                <a:avLst/>
                <a:gdLst>
                  <a:gd name="T0" fmla="*/ 39 w 104"/>
                  <a:gd name="T1" fmla="*/ 78 h 104"/>
                  <a:gd name="T2" fmla="*/ 78 w 104"/>
                  <a:gd name="T3" fmla="*/ 39 h 104"/>
                  <a:gd name="T4" fmla="*/ 39 w 104"/>
                  <a:gd name="T5" fmla="*/ 0 h 104"/>
                  <a:gd name="T6" fmla="*/ 39 w 104"/>
                  <a:gd name="T7" fmla="*/ 0 h 104"/>
                  <a:gd name="T8" fmla="*/ 0 w 104"/>
                  <a:gd name="T9" fmla="*/ 39 h 104"/>
                  <a:gd name="T10" fmla="*/ 39 w 104"/>
                  <a:gd name="T11" fmla="*/ 78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52" y="104"/>
                    </a:moveTo>
                    <a:cubicBezTo>
                      <a:pt x="81" y="104"/>
                      <a:pt x="104" y="80"/>
                      <a:pt x="104" y="52"/>
                    </a:cubicBezTo>
                    <a:cubicBezTo>
                      <a:pt x="104" y="23"/>
                      <a:pt x="81" y="0"/>
                      <a:pt x="52" y="0"/>
                    </a:cubicBezTo>
                    <a:cubicBezTo>
                      <a:pt x="52" y="0"/>
                      <a:pt x="52" y="0"/>
                      <a:pt x="52" y="0"/>
                    </a:cubicBezTo>
                    <a:cubicBezTo>
                      <a:pt x="23" y="0"/>
                      <a:pt x="0" y="23"/>
                      <a:pt x="0" y="52"/>
                    </a:cubicBezTo>
                    <a:cubicBezTo>
                      <a:pt x="0" y="80"/>
                      <a:pt x="23" y="104"/>
                      <a:pt x="52" y="104"/>
                    </a:cubicBezTo>
                  </a:path>
                </a:pathLst>
              </a:custGeom>
              <a:solidFill>
                <a:srgbClr val="000000"/>
              </a:solidFill>
              <a:ln w="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506" name="Freeform 45"/>
              <p:cNvSpPr>
                <a:spLocks/>
              </p:cNvSpPr>
              <p:nvPr/>
            </p:nvSpPr>
            <p:spPr bwMode="auto">
              <a:xfrm>
                <a:off x="3538" y="2240"/>
                <a:ext cx="115" cy="733"/>
              </a:xfrm>
              <a:custGeom>
                <a:avLst/>
                <a:gdLst>
                  <a:gd name="T0" fmla="*/ 0 w 115"/>
                  <a:gd name="T1" fmla="*/ 733 h 733"/>
                  <a:gd name="T2" fmla="*/ 0 w 115"/>
                  <a:gd name="T3" fmla="*/ 0 h 733"/>
                  <a:gd name="T4" fmla="*/ 115 w 115"/>
                  <a:gd name="T5" fmla="*/ 0 h 733"/>
                  <a:gd name="T6" fmla="*/ 0 60000 65536"/>
                  <a:gd name="T7" fmla="*/ 0 60000 65536"/>
                  <a:gd name="T8" fmla="*/ 0 60000 65536"/>
                  <a:gd name="T9" fmla="*/ 0 w 115"/>
                  <a:gd name="T10" fmla="*/ 0 h 733"/>
                  <a:gd name="T11" fmla="*/ 115 w 115"/>
                  <a:gd name="T12" fmla="*/ 733 h 733"/>
                </a:gdLst>
                <a:ahLst/>
                <a:cxnLst>
                  <a:cxn ang="T6">
                    <a:pos x="T0" y="T1"/>
                  </a:cxn>
                  <a:cxn ang="T7">
                    <a:pos x="T2" y="T3"/>
                  </a:cxn>
                  <a:cxn ang="T8">
                    <a:pos x="T4" y="T5"/>
                  </a:cxn>
                </a:cxnLst>
                <a:rect l="T9" t="T10" r="T11" b="T12"/>
                <a:pathLst>
                  <a:path w="115" h="733">
                    <a:moveTo>
                      <a:pt x="0" y="733"/>
                    </a:moveTo>
                    <a:lnTo>
                      <a:pt x="0" y="0"/>
                    </a:lnTo>
                    <a:lnTo>
                      <a:pt x="115" y="0"/>
                    </a:lnTo>
                  </a:path>
                </a:pathLst>
              </a:custGeom>
              <a:noFill/>
              <a:ln w="20638"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507" name="Freeform 46"/>
              <p:cNvSpPr>
                <a:spLocks/>
              </p:cNvSpPr>
              <p:nvPr/>
            </p:nvSpPr>
            <p:spPr bwMode="auto">
              <a:xfrm>
                <a:off x="3493" y="2928"/>
                <a:ext cx="90" cy="90"/>
              </a:xfrm>
              <a:custGeom>
                <a:avLst/>
                <a:gdLst>
                  <a:gd name="T0" fmla="*/ 39 w 104"/>
                  <a:gd name="T1" fmla="*/ 0 h 104"/>
                  <a:gd name="T2" fmla="*/ 0 w 104"/>
                  <a:gd name="T3" fmla="*/ 39 h 104"/>
                  <a:gd name="T4" fmla="*/ 39 w 104"/>
                  <a:gd name="T5" fmla="*/ 78 h 104"/>
                  <a:gd name="T6" fmla="*/ 39 w 104"/>
                  <a:gd name="T7" fmla="*/ 78 h 104"/>
                  <a:gd name="T8" fmla="*/ 78 w 104"/>
                  <a:gd name="T9" fmla="*/ 39 h 104"/>
                  <a:gd name="T10" fmla="*/ 39 w 104"/>
                  <a:gd name="T11" fmla="*/ 0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52" y="0"/>
                    </a:moveTo>
                    <a:cubicBezTo>
                      <a:pt x="23" y="0"/>
                      <a:pt x="0" y="24"/>
                      <a:pt x="0" y="52"/>
                    </a:cubicBezTo>
                    <a:cubicBezTo>
                      <a:pt x="0" y="81"/>
                      <a:pt x="23" y="104"/>
                      <a:pt x="52" y="104"/>
                    </a:cubicBezTo>
                    <a:cubicBezTo>
                      <a:pt x="52" y="104"/>
                      <a:pt x="52" y="104"/>
                      <a:pt x="52" y="104"/>
                    </a:cubicBezTo>
                    <a:cubicBezTo>
                      <a:pt x="80" y="104"/>
                      <a:pt x="104" y="81"/>
                      <a:pt x="104" y="52"/>
                    </a:cubicBezTo>
                    <a:cubicBezTo>
                      <a:pt x="104" y="24"/>
                      <a:pt x="80" y="0"/>
                      <a:pt x="52" y="0"/>
                    </a:cubicBezTo>
                  </a:path>
                </a:pathLst>
              </a:custGeom>
              <a:solidFill>
                <a:srgbClr val="000000"/>
              </a:solidFill>
              <a:ln w="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508" name="Freeform 47"/>
              <p:cNvSpPr>
                <a:spLocks/>
              </p:cNvSpPr>
              <p:nvPr/>
            </p:nvSpPr>
            <p:spPr bwMode="auto">
              <a:xfrm>
                <a:off x="2487" y="2240"/>
                <a:ext cx="116" cy="733"/>
              </a:xfrm>
              <a:custGeom>
                <a:avLst/>
                <a:gdLst>
                  <a:gd name="T0" fmla="*/ 0 w 116"/>
                  <a:gd name="T1" fmla="*/ 733 h 733"/>
                  <a:gd name="T2" fmla="*/ 0 w 116"/>
                  <a:gd name="T3" fmla="*/ 0 h 733"/>
                  <a:gd name="T4" fmla="*/ 116 w 116"/>
                  <a:gd name="T5" fmla="*/ 0 h 733"/>
                  <a:gd name="T6" fmla="*/ 0 60000 65536"/>
                  <a:gd name="T7" fmla="*/ 0 60000 65536"/>
                  <a:gd name="T8" fmla="*/ 0 60000 65536"/>
                  <a:gd name="T9" fmla="*/ 0 w 116"/>
                  <a:gd name="T10" fmla="*/ 0 h 733"/>
                  <a:gd name="T11" fmla="*/ 116 w 116"/>
                  <a:gd name="T12" fmla="*/ 733 h 733"/>
                </a:gdLst>
                <a:ahLst/>
                <a:cxnLst>
                  <a:cxn ang="T6">
                    <a:pos x="T0" y="T1"/>
                  </a:cxn>
                  <a:cxn ang="T7">
                    <a:pos x="T2" y="T3"/>
                  </a:cxn>
                  <a:cxn ang="T8">
                    <a:pos x="T4" y="T5"/>
                  </a:cxn>
                </a:cxnLst>
                <a:rect l="T9" t="T10" r="T11" b="T12"/>
                <a:pathLst>
                  <a:path w="116" h="733">
                    <a:moveTo>
                      <a:pt x="0" y="733"/>
                    </a:moveTo>
                    <a:lnTo>
                      <a:pt x="0" y="0"/>
                    </a:lnTo>
                    <a:lnTo>
                      <a:pt x="116" y="0"/>
                    </a:lnTo>
                  </a:path>
                </a:pathLst>
              </a:custGeom>
              <a:noFill/>
              <a:ln w="20638"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509" name="Freeform 48"/>
              <p:cNvSpPr>
                <a:spLocks/>
              </p:cNvSpPr>
              <p:nvPr/>
            </p:nvSpPr>
            <p:spPr bwMode="auto">
              <a:xfrm>
                <a:off x="2442" y="2928"/>
                <a:ext cx="90" cy="90"/>
              </a:xfrm>
              <a:custGeom>
                <a:avLst/>
                <a:gdLst>
                  <a:gd name="T0" fmla="*/ 39 w 104"/>
                  <a:gd name="T1" fmla="*/ 0 h 104"/>
                  <a:gd name="T2" fmla="*/ 0 w 104"/>
                  <a:gd name="T3" fmla="*/ 39 h 104"/>
                  <a:gd name="T4" fmla="*/ 39 w 104"/>
                  <a:gd name="T5" fmla="*/ 78 h 104"/>
                  <a:gd name="T6" fmla="*/ 39 w 104"/>
                  <a:gd name="T7" fmla="*/ 78 h 104"/>
                  <a:gd name="T8" fmla="*/ 78 w 104"/>
                  <a:gd name="T9" fmla="*/ 39 h 104"/>
                  <a:gd name="T10" fmla="*/ 39 w 104"/>
                  <a:gd name="T11" fmla="*/ 0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52" y="0"/>
                    </a:moveTo>
                    <a:cubicBezTo>
                      <a:pt x="23" y="0"/>
                      <a:pt x="0" y="24"/>
                      <a:pt x="0" y="52"/>
                    </a:cubicBezTo>
                    <a:cubicBezTo>
                      <a:pt x="0" y="81"/>
                      <a:pt x="23" y="104"/>
                      <a:pt x="52" y="104"/>
                    </a:cubicBezTo>
                    <a:cubicBezTo>
                      <a:pt x="52" y="104"/>
                      <a:pt x="52" y="104"/>
                      <a:pt x="52" y="104"/>
                    </a:cubicBezTo>
                    <a:cubicBezTo>
                      <a:pt x="81" y="104"/>
                      <a:pt x="104" y="81"/>
                      <a:pt x="104" y="52"/>
                    </a:cubicBezTo>
                    <a:cubicBezTo>
                      <a:pt x="104" y="24"/>
                      <a:pt x="81" y="0"/>
                      <a:pt x="52" y="0"/>
                    </a:cubicBezTo>
                  </a:path>
                </a:pathLst>
              </a:custGeom>
              <a:solidFill>
                <a:srgbClr val="000000"/>
              </a:solidFill>
              <a:ln w="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512" name="Freeform 51"/>
              <p:cNvSpPr>
                <a:spLocks/>
              </p:cNvSpPr>
              <p:nvPr/>
            </p:nvSpPr>
            <p:spPr bwMode="auto">
              <a:xfrm>
                <a:off x="1279" y="1346"/>
                <a:ext cx="4437" cy="1102"/>
              </a:xfrm>
              <a:custGeom>
                <a:avLst/>
                <a:gdLst>
                  <a:gd name="T0" fmla="*/ 4437 w 4437"/>
                  <a:gd name="T1" fmla="*/ 1102 h 1102"/>
                  <a:gd name="T2" fmla="*/ 4437 w 4437"/>
                  <a:gd name="T3" fmla="*/ 0 h 1102"/>
                  <a:gd name="T4" fmla="*/ 0 w 4437"/>
                  <a:gd name="T5" fmla="*/ 0 h 1102"/>
                  <a:gd name="T6" fmla="*/ 0 w 4437"/>
                  <a:gd name="T7" fmla="*/ 607 h 1102"/>
                  <a:gd name="T8" fmla="*/ 0 60000 65536"/>
                  <a:gd name="T9" fmla="*/ 0 60000 65536"/>
                  <a:gd name="T10" fmla="*/ 0 60000 65536"/>
                  <a:gd name="T11" fmla="*/ 0 60000 65536"/>
                  <a:gd name="T12" fmla="*/ 0 w 4437"/>
                  <a:gd name="T13" fmla="*/ 0 h 1102"/>
                  <a:gd name="T14" fmla="*/ 4437 w 4437"/>
                  <a:gd name="T15" fmla="*/ 1102 h 1102"/>
                </a:gdLst>
                <a:ahLst/>
                <a:cxnLst>
                  <a:cxn ang="T8">
                    <a:pos x="T0" y="T1"/>
                  </a:cxn>
                  <a:cxn ang="T9">
                    <a:pos x="T2" y="T3"/>
                  </a:cxn>
                  <a:cxn ang="T10">
                    <a:pos x="T4" y="T5"/>
                  </a:cxn>
                  <a:cxn ang="T11">
                    <a:pos x="T6" y="T7"/>
                  </a:cxn>
                </a:cxnLst>
                <a:rect l="T12" t="T13" r="T14" b="T15"/>
                <a:pathLst>
                  <a:path w="4437" h="1102">
                    <a:moveTo>
                      <a:pt x="4437" y="1102"/>
                    </a:moveTo>
                    <a:lnTo>
                      <a:pt x="4437" y="0"/>
                    </a:lnTo>
                    <a:lnTo>
                      <a:pt x="0" y="0"/>
                    </a:lnTo>
                    <a:lnTo>
                      <a:pt x="0" y="607"/>
                    </a:lnTo>
                  </a:path>
                </a:pathLst>
              </a:custGeom>
              <a:noFill/>
              <a:ln w="57150" cap="rnd">
                <a:solidFill>
                  <a:srgbClr val="0432FF"/>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513" name="Freeform 52"/>
              <p:cNvSpPr>
                <a:spLocks/>
              </p:cNvSpPr>
              <p:nvPr/>
            </p:nvSpPr>
            <p:spPr bwMode="auto">
              <a:xfrm>
                <a:off x="1234" y="1908"/>
                <a:ext cx="90" cy="90"/>
              </a:xfrm>
              <a:custGeom>
                <a:avLst/>
                <a:gdLst>
                  <a:gd name="T0" fmla="*/ 39 w 104"/>
                  <a:gd name="T1" fmla="*/ 0 h 104"/>
                  <a:gd name="T2" fmla="*/ 0 w 104"/>
                  <a:gd name="T3" fmla="*/ 39 h 104"/>
                  <a:gd name="T4" fmla="*/ 39 w 104"/>
                  <a:gd name="T5" fmla="*/ 78 h 104"/>
                  <a:gd name="T6" fmla="*/ 39 w 104"/>
                  <a:gd name="T7" fmla="*/ 78 h 104"/>
                  <a:gd name="T8" fmla="*/ 78 w 104"/>
                  <a:gd name="T9" fmla="*/ 39 h 104"/>
                  <a:gd name="T10" fmla="*/ 39 w 104"/>
                  <a:gd name="T11" fmla="*/ 0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52" y="0"/>
                    </a:moveTo>
                    <a:cubicBezTo>
                      <a:pt x="23" y="0"/>
                      <a:pt x="0" y="23"/>
                      <a:pt x="0" y="52"/>
                    </a:cubicBezTo>
                    <a:cubicBezTo>
                      <a:pt x="0" y="81"/>
                      <a:pt x="23" y="104"/>
                      <a:pt x="52" y="104"/>
                    </a:cubicBezTo>
                    <a:cubicBezTo>
                      <a:pt x="52" y="104"/>
                      <a:pt x="52" y="104"/>
                      <a:pt x="52" y="104"/>
                    </a:cubicBezTo>
                    <a:cubicBezTo>
                      <a:pt x="81" y="104"/>
                      <a:pt x="104" y="81"/>
                      <a:pt x="104" y="52"/>
                    </a:cubicBezTo>
                    <a:cubicBezTo>
                      <a:pt x="104" y="23"/>
                      <a:pt x="81" y="0"/>
                      <a:pt x="52" y="0"/>
                    </a:cubicBezTo>
                  </a:path>
                </a:pathLst>
              </a:custGeom>
              <a:solidFill>
                <a:srgbClr val="000000"/>
              </a:solidFill>
              <a:ln w="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514" name="Line 53"/>
              <p:cNvSpPr>
                <a:spLocks noChangeShapeType="1"/>
              </p:cNvSpPr>
              <p:nvPr/>
            </p:nvSpPr>
            <p:spPr bwMode="auto">
              <a:xfrm flipV="1">
                <a:off x="2330" y="1504"/>
                <a:ext cx="1" cy="422"/>
              </a:xfrm>
              <a:prstGeom prst="line">
                <a:avLst/>
              </a:prstGeom>
              <a:noFill/>
              <a:ln w="20638"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515" name="Freeform 54"/>
              <p:cNvSpPr>
                <a:spLocks/>
              </p:cNvSpPr>
              <p:nvPr/>
            </p:nvSpPr>
            <p:spPr bwMode="auto">
              <a:xfrm>
                <a:off x="2285" y="1881"/>
                <a:ext cx="90" cy="90"/>
              </a:xfrm>
              <a:custGeom>
                <a:avLst/>
                <a:gdLst>
                  <a:gd name="T0" fmla="*/ 39 w 104"/>
                  <a:gd name="T1" fmla="*/ 0 h 104"/>
                  <a:gd name="T2" fmla="*/ 0 w 104"/>
                  <a:gd name="T3" fmla="*/ 39 h 104"/>
                  <a:gd name="T4" fmla="*/ 39 w 104"/>
                  <a:gd name="T5" fmla="*/ 78 h 104"/>
                  <a:gd name="T6" fmla="*/ 39 w 104"/>
                  <a:gd name="T7" fmla="*/ 78 h 104"/>
                  <a:gd name="T8" fmla="*/ 78 w 104"/>
                  <a:gd name="T9" fmla="*/ 39 h 104"/>
                  <a:gd name="T10" fmla="*/ 39 w 104"/>
                  <a:gd name="T11" fmla="*/ 0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52" y="0"/>
                    </a:moveTo>
                    <a:cubicBezTo>
                      <a:pt x="23" y="0"/>
                      <a:pt x="0" y="23"/>
                      <a:pt x="0" y="52"/>
                    </a:cubicBezTo>
                    <a:cubicBezTo>
                      <a:pt x="0" y="80"/>
                      <a:pt x="23" y="104"/>
                      <a:pt x="52" y="104"/>
                    </a:cubicBezTo>
                    <a:cubicBezTo>
                      <a:pt x="52" y="104"/>
                      <a:pt x="52" y="104"/>
                      <a:pt x="52" y="104"/>
                    </a:cubicBezTo>
                    <a:cubicBezTo>
                      <a:pt x="80" y="104"/>
                      <a:pt x="104" y="80"/>
                      <a:pt x="104" y="52"/>
                    </a:cubicBezTo>
                    <a:cubicBezTo>
                      <a:pt x="104" y="23"/>
                      <a:pt x="80" y="0"/>
                      <a:pt x="52" y="0"/>
                    </a:cubicBezTo>
                  </a:path>
                </a:pathLst>
              </a:custGeom>
              <a:solidFill>
                <a:srgbClr val="000000"/>
              </a:solidFill>
              <a:ln w="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516" name="Line 55"/>
              <p:cNvSpPr>
                <a:spLocks noChangeShapeType="1"/>
              </p:cNvSpPr>
              <p:nvPr/>
            </p:nvSpPr>
            <p:spPr bwMode="auto">
              <a:xfrm flipV="1">
                <a:off x="3379" y="1504"/>
                <a:ext cx="1" cy="422"/>
              </a:xfrm>
              <a:prstGeom prst="line">
                <a:avLst/>
              </a:prstGeom>
              <a:noFill/>
              <a:ln w="20638"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517" name="Freeform 56"/>
              <p:cNvSpPr>
                <a:spLocks/>
              </p:cNvSpPr>
              <p:nvPr/>
            </p:nvSpPr>
            <p:spPr bwMode="auto">
              <a:xfrm>
                <a:off x="3334" y="1881"/>
                <a:ext cx="90" cy="90"/>
              </a:xfrm>
              <a:custGeom>
                <a:avLst/>
                <a:gdLst>
                  <a:gd name="T0" fmla="*/ 39 w 104"/>
                  <a:gd name="T1" fmla="*/ 0 h 104"/>
                  <a:gd name="T2" fmla="*/ 0 w 104"/>
                  <a:gd name="T3" fmla="*/ 39 h 104"/>
                  <a:gd name="T4" fmla="*/ 39 w 104"/>
                  <a:gd name="T5" fmla="*/ 78 h 104"/>
                  <a:gd name="T6" fmla="*/ 39 w 104"/>
                  <a:gd name="T7" fmla="*/ 78 h 104"/>
                  <a:gd name="T8" fmla="*/ 78 w 104"/>
                  <a:gd name="T9" fmla="*/ 39 h 104"/>
                  <a:gd name="T10" fmla="*/ 39 w 104"/>
                  <a:gd name="T11" fmla="*/ 0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52" y="0"/>
                    </a:moveTo>
                    <a:cubicBezTo>
                      <a:pt x="24" y="0"/>
                      <a:pt x="0" y="23"/>
                      <a:pt x="0" y="52"/>
                    </a:cubicBezTo>
                    <a:cubicBezTo>
                      <a:pt x="0" y="80"/>
                      <a:pt x="24" y="104"/>
                      <a:pt x="52" y="104"/>
                    </a:cubicBezTo>
                    <a:cubicBezTo>
                      <a:pt x="52" y="104"/>
                      <a:pt x="52" y="104"/>
                      <a:pt x="52" y="104"/>
                    </a:cubicBezTo>
                    <a:cubicBezTo>
                      <a:pt x="81" y="104"/>
                      <a:pt x="104" y="80"/>
                      <a:pt x="104" y="52"/>
                    </a:cubicBezTo>
                    <a:cubicBezTo>
                      <a:pt x="104" y="23"/>
                      <a:pt x="81" y="0"/>
                      <a:pt x="52" y="0"/>
                    </a:cubicBezTo>
                  </a:path>
                </a:pathLst>
              </a:custGeom>
              <a:solidFill>
                <a:srgbClr val="000000"/>
              </a:solidFill>
              <a:ln w="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518" name="Line 57"/>
              <p:cNvSpPr>
                <a:spLocks noChangeShapeType="1"/>
              </p:cNvSpPr>
              <p:nvPr/>
            </p:nvSpPr>
            <p:spPr bwMode="auto">
              <a:xfrm flipV="1">
                <a:off x="4430" y="1504"/>
                <a:ext cx="1" cy="422"/>
              </a:xfrm>
              <a:prstGeom prst="line">
                <a:avLst/>
              </a:prstGeom>
              <a:noFill/>
              <a:ln w="20638"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519" name="Freeform 58"/>
              <p:cNvSpPr>
                <a:spLocks/>
              </p:cNvSpPr>
              <p:nvPr/>
            </p:nvSpPr>
            <p:spPr bwMode="auto">
              <a:xfrm>
                <a:off x="4385" y="1881"/>
                <a:ext cx="90" cy="90"/>
              </a:xfrm>
              <a:custGeom>
                <a:avLst/>
                <a:gdLst>
                  <a:gd name="T0" fmla="*/ 39 w 104"/>
                  <a:gd name="T1" fmla="*/ 0 h 104"/>
                  <a:gd name="T2" fmla="*/ 0 w 104"/>
                  <a:gd name="T3" fmla="*/ 39 h 104"/>
                  <a:gd name="T4" fmla="*/ 39 w 104"/>
                  <a:gd name="T5" fmla="*/ 78 h 104"/>
                  <a:gd name="T6" fmla="*/ 39 w 104"/>
                  <a:gd name="T7" fmla="*/ 78 h 104"/>
                  <a:gd name="T8" fmla="*/ 78 w 104"/>
                  <a:gd name="T9" fmla="*/ 39 h 104"/>
                  <a:gd name="T10" fmla="*/ 39 w 104"/>
                  <a:gd name="T11" fmla="*/ 0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52" y="0"/>
                    </a:moveTo>
                    <a:cubicBezTo>
                      <a:pt x="23" y="0"/>
                      <a:pt x="0" y="23"/>
                      <a:pt x="0" y="52"/>
                    </a:cubicBezTo>
                    <a:cubicBezTo>
                      <a:pt x="0" y="80"/>
                      <a:pt x="23" y="104"/>
                      <a:pt x="52" y="104"/>
                    </a:cubicBezTo>
                    <a:cubicBezTo>
                      <a:pt x="52" y="104"/>
                      <a:pt x="52" y="104"/>
                      <a:pt x="52" y="104"/>
                    </a:cubicBezTo>
                    <a:cubicBezTo>
                      <a:pt x="81" y="104"/>
                      <a:pt x="104" y="80"/>
                      <a:pt x="104" y="52"/>
                    </a:cubicBezTo>
                    <a:cubicBezTo>
                      <a:pt x="104" y="23"/>
                      <a:pt x="81" y="0"/>
                      <a:pt x="52" y="0"/>
                    </a:cubicBezTo>
                  </a:path>
                </a:pathLst>
              </a:custGeom>
              <a:solidFill>
                <a:srgbClr val="000000"/>
              </a:solidFill>
              <a:ln w="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520" name="Rectangle 59"/>
              <p:cNvSpPr>
                <a:spLocks noChangeArrowheads="1"/>
              </p:cNvSpPr>
              <p:nvPr/>
            </p:nvSpPr>
            <p:spPr bwMode="auto">
              <a:xfrm>
                <a:off x="4141" y="1430"/>
                <a:ext cx="168" cy="258"/>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1521" name="Rectangle 60"/>
              <p:cNvSpPr>
                <a:spLocks noChangeArrowheads="1"/>
              </p:cNvSpPr>
              <p:nvPr/>
            </p:nvSpPr>
            <p:spPr bwMode="auto">
              <a:xfrm>
                <a:off x="4307" y="1555"/>
                <a:ext cx="105" cy="17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9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C</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1522" name="Rectangle 61"/>
              <p:cNvSpPr>
                <a:spLocks noChangeArrowheads="1"/>
              </p:cNvSpPr>
              <p:nvPr/>
            </p:nvSpPr>
            <p:spPr bwMode="auto">
              <a:xfrm>
                <a:off x="3102" y="1430"/>
                <a:ext cx="168" cy="258"/>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1523" name="Rectangle 62"/>
              <p:cNvSpPr>
                <a:spLocks noChangeArrowheads="1"/>
              </p:cNvSpPr>
              <p:nvPr/>
            </p:nvSpPr>
            <p:spPr bwMode="auto">
              <a:xfrm>
                <a:off x="3255" y="1555"/>
                <a:ext cx="96" cy="17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9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B</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1524" name="Rectangle 63"/>
              <p:cNvSpPr>
                <a:spLocks noChangeArrowheads="1"/>
              </p:cNvSpPr>
              <p:nvPr/>
            </p:nvSpPr>
            <p:spPr bwMode="auto">
              <a:xfrm>
                <a:off x="5193" y="1430"/>
                <a:ext cx="168" cy="258"/>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1525" name="Rectangle 64"/>
              <p:cNvSpPr>
                <a:spLocks noChangeArrowheads="1"/>
              </p:cNvSpPr>
              <p:nvPr/>
            </p:nvSpPr>
            <p:spPr bwMode="auto">
              <a:xfrm>
                <a:off x="5345" y="1555"/>
                <a:ext cx="114" cy="17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9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D</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1526" name="Rectangle 65"/>
              <p:cNvSpPr>
                <a:spLocks noChangeArrowheads="1"/>
              </p:cNvSpPr>
              <p:nvPr/>
            </p:nvSpPr>
            <p:spPr bwMode="auto">
              <a:xfrm>
                <a:off x="2050" y="1430"/>
                <a:ext cx="168" cy="258"/>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1527" name="Rectangle 66"/>
              <p:cNvSpPr>
                <a:spLocks noChangeArrowheads="1"/>
              </p:cNvSpPr>
              <p:nvPr/>
            </p:nvSpPr>
            <p:spPr bwMode="auto">
              <a:xfrm>
                <a:off x="2202" y="1555"/>
                <a:ext cx="97" cy="17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9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A</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1528" name="Line 67"/>
              <p:cNvSpPr>
                <a:spLocks noChangeShapeType="1"/>
              </p:cNvSpPr>
              <p:nvPr/>
            </p:nvSpPr>
            <p:spPr bwMode="auto">
              <a:xfrm>
                <a:off x="5453" y="2448"/>
                <a:ext cx="263" cy="1"/>
              </a:xfrm>
              <a:prstGeom prst="line">
                <a:avLst/>
              </a:prstGeom>
              <a:noFill/>
              <a:ln w="57150" cap="rnd">
                <a:solidFill>
                  <a:srgbClr val="0432FF"/>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529" name="Line 68"/>
              <p:cNvSpPr>
                <a:spLocks noChangeShapeType="1"/>
              </p:cNvSpPr>
              <p:nvPr/>
            </p:nvSpPr>
            <p:spPr bwMode="auto">
              <a:xfrm flipV="1">
                <a:off x="5491" y="1504"/>
                <a:ext cx="1" cy="422"/>
              </a:xfrm>
              <a:prstGeom prst="line">
                <a:avLst/>
              </a:prstGeom>
              <a:noFill/>
              <a:ln w="20638"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grpSp>
        <p:grpSp>
          <p:nvGrpSpPr>
            <p:cNvPr id="3" name="Group 69"/>
            <p:cNvGrpSpPr>
              <a:grpSpLocks/>
            </p:cNvGrpSpPr>
            <p:nvPr/>
          </p:nvGrpSpPr>
          <p:grpSpPr bwMode="auto">
            <a:xfrm>
              <a:off x="1586567" y="4518719"/>
              <a:ext cx="5867400" cy="1066800"/>
              <a:chOff x="960" y="2688"/>
              <a:chExt cx="3696" cy="672"/>
            </a:xfrm>
          </p:grpSpPr>
          <p:sp>
            <p:nvSpPr>
              <p:cNvPr id="61460" name="Line 70"/>
              <p:cNvSpPr>
                <a:spLocks noChangeShapeType="1"/>
              </p:cNvSpPr>
              <p:nvPr/>
            </p:nvSpPr>
            <p:spPr bwMode="auto">
              <a:xfrm>
                <a:off x="1584" y="2688"/>
                <a:ext cx="0" cy="672"/>
              </a:xfrm>
              <a:prstGeom prst="line">
                <a:avLst/>
              </a:prstGeom>
              <a:noFill/>
              <a:ln w="38100" cmpd="dbl">
                <a:solidFill>
                  <a:srgbClr val="0066CC"/>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461" name="Line 71"/>
              <p:cNvSpPr>
                <a:spLocks noChangeShapeType="1"/>
              </p:cNvSpPr>
              <p:nvPr/>
            </p:nvSpPr>
            <p:spPr bwMode="auto">
              <a:xfrm>
                <a:off x="2592" y="2688"/>
                <a:ext cx="0" cy="672"/>
              </a:xfrm>
              <a:prstGeom prst="line">
                <a:avLst/>
              </a:prstGeom>
              <a:noFill/>
              <a:ln w="38100" cmpd="dbl">
                <a:solidFill>
                  <a:srgbClr val="0066CC"/>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462" name="Line 72"/>
              <p:cNvSpPr>
                <a:spLocks noChangeShapeType="1"/>
              </p:cNvSpPr>
              <p:nvPr/>
            </p:nvSpPr>
            <p:spPr bwMode="auto">
              <a:xfrm>
                <a:off x="3648" y="2688"/>
                <a:ext cx="0" cy="672"/>
              </a:xfrm>
              <a:prstGeom prst="line">
                <a:avLst/>
              </a:prstGeom>
              <a:noFill/>
              <a:ln w="38100" cmpd="dbl">
                <a:solidFill>
                  <a:srgbClr val="0066CC"/>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463" name="Line 73"/>
              <p:cNvSpPr>
                <a:spLocks noChangeShapeType="1"/>
              </p:cNvSpPr>
              <p:nvPr/>
            </p:nvSpPr>
            <p:spPr bwMode="auto">
              <a:xfrm>
                <a:off x="4656" y="2688"/>
                <a:ext cx="0" cy="672"/>
              </a:xfrm>
              <a:prstGeom prst="line">
                <a:avLst/>
              </a:prstGeom>
              <a:noFill/>
              <a:ln w="38100" cmpd="dbl">
                <a:solidFill>
                  <a:srgbClr val="0066CC"/>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464" name="Line 74"/>
              <p:cNvSpPr>
                <a:spLocks noChangeShapeType="1"/>
              </p:cNvSpPr>
              <p:nvPr/>
            </p:nvSpPr>
            <p:spPr bwMode="auto">
              <a:xfrm rot="5400000">
                <a:off x="2808" y="1512"/>
                <a:ext cx="0" cy="3696"/>
              </a:xfrm>
              <a:prstGeom prst="line">
                <a:avLst/>
              </a:prstGeom>
              <a:noFill/>
              <a:ln w="38100" cmpd="dbl">
                <a:solidFill>
                  <a:srgbClr val="0066CC"/>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grpSp>
        <p:grpSp>
          <p:nvGrpSpPr>
            <p:cNvPr id="4" name="Group 84"/>
            <p:cNvGrpSpPr>
              <a:grpSpLocks/>
            </p:cNvGrpSpPr>
            <p:nvPr/>
          </p:nvGrpSpPr>
          <p:grpSpPr bwMode="auto">
            <a:xfrm>
              <a:off x="987535" y="4394758"/>
              <a:ext cx="609600" cy="533400"/>
              <a:chOff x="384" y="3600"/>
              <a:chExt cx="384" cy="336"/>
            </a:xfrm>
          </p:grpSpPr>
          <p:sp>
            <p:nvSpPr>
              <p:cNvPr id="61457" name="Line 85"/>
              <p:cNvSpPr>
                <a:spLocks noChangeShapeType="1"/>
              </p:cNvSpPr>
              <p:nvPr/>
            </p:nvSpPr>
            <p:spPr bwMode="auto">
              <a:xfrm>
                <a:off x="384" y="3936"/>
                <a:ext cx="192" cy="0"/>
              </a:xfrm>
              <a:prstGeom prst="line">
                <a:avLst/>
              </a:prstGeom>
              <a:noFill/>
              <a:ln w="9525">
                <a:solidFill>
                  <a:srgbClr val="FF0066"/>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458" name="Line 86"/>
              <p:cNvSpPr>
                <a:spLocks noChangeShapeType="1"/>
              </p:cNvSpPr>
              <p:nvPr/>
            </p:nvSpPr>
            <p:spPr bwMode="auto">
              <a:xfrm>
                <a:off x="576" y="3600"/>
                <a:ext cx="192" cy="0"/>
              </a:xfrm>
              <a:prstGeom prst="line">
                <a:avLst/>
              </a:prstGeom>
              <a:noFill/>
              <a:ln w="9525">
                <a:solidFill>
                  <a:srgbClr val="FF0066"/>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459" name="Line 87"/>
              <p:cNvSpPr>
                <a:spLocks noChangeShapeType="1"/>
              </p:cNvSpPr>
              <p:nvPr/>
            </p:nvSpPr>
            <p:spPr bwMode="auto">
              <a:xfrm flipV="1">
                <a:off x="576" y="3600"/>
                <a:ext cx="0" cy="336"/>
              </a:xfrm>
              <a:prstGeom prst="line">
                <a:avLst/>
              </a:prstGeom>
              <a:noFill/>
              <a:ln w="9525">
                <a:solidFill>
                  <a:srgbClr val="FF0066"/>
                </a:solidFill>
                <a:round/>
                <a:headEnd/>
                <a:tailEnd type="triangle" w="med" len="me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grpSp>
        <p:sp>
          <p:nvSpPr>
            <p:cNvPr id="83" name="Rectangle 49">
              <a:extLst>
                <a:ext uri="{FF2B5EF4-FFF2-40B4-BE49-F238E27FC236}">
                  <a16:creationId xmlns:a16="http://schemas.microsoft.com/office/drawing/2014/main" id="{E49F1263-502C-4DA7-8A5B-3F1A1AAAF4E9}"/>
                </a:ext>
              </a:extLst>
            </p:cNvPr>
            <p:cNvSpPr>
              <a:spLocks noChangeArrowheads="1"/>
            </p:cNvSpPr>
            <p:nvPr/>
          </p:nvSpPr>
          <p:spPr bwMode="auto">
            <a:xfrm>
              <a:off x="335663" y="3448444"/>
              <a:ext cx="1134917" cy="861774"/>
            </a:xfrm>
            <a:prstGeom prst="rect">
              <a:avLst/>
            </a:prstGeom>
            <a:noFill/>
            <a:ln w="9525">
              <a:noFill/>
              <a:miter lim="800000"/>
              <a:headEnd/>
              <a:tailEnd/>
            </a:ln>
          </p:spPr>
          <p:txBody>
            <a:bodyPr wrap="squar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Count pulses</a:t>
              </a:r>
            </a:p>
          </p:txBody>
        </p:sp>
        <p:sp>
          <p:nvSpPr>
            <p:cNvPr id="84" name="Text Box 75">
              <a:extLst>
                <a:ext uri="{FF2B5EF4-FFF2-40B4-BE49-F238E27FC236}">
                  <a16:creationId xmlns:a16="http://schemas.microsoft.com/office/drawing/2014/main" id="{FDD5D7FC-1423-4A2D-B1DA-295CA532C4BB}"/>
                </a:ext>
              </a:extLst>
            </p:cNvPr>
            <p:cNvSpPr txBox="1">
              <a:spLocks noChangeArrowheads="1"/>
            </p:cNvSpPr>
            <p:nvPr/>
          </p:nvSpPr>
          <p:spPr bwMode="auto">
            <a:xfrm>
              <a:off x="280472" y="5299073"/>
              <a:ext cx="1525668" cy="519112"/>
            </a:xfrm>
            <a:prstGeom prst="rect">
              <a:avLst/>
            </a:prstGeom>
            <a:noFill/>
            <a:ln w="9525" algn="ctr">
              <a:noFill/>
              <a:miter lim="800000"/>
              <a:headEnd/>
              <a:tailEnd/>
            </a:ln>
          </p:spPr>
          <p:txBody>
            <a:bodyPr wrap="square">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Reset</a:t>
              </a:r>
            </a:p>
          </p:txBody>
        </p:sp>
        <p:sp>
          <p:nvSpPr>
            <p:cNvPr id="82" name="椭圆 6">
              <a:extLst>
                <a:ext uri="{FF2B5EF4-FFF2-40B4-BE49-F238E27FC236}">
                  <a16:creationId xmlns:a16="http://schemas.microsoft.com/office/drawing/2014/main" id="{9B1690FE-B944-E2CA-FB7E-82BD9EFABF32}"/>
                </a:ext>
              </a:extLst>
            </p:cNvPr>
            <p:cNvSpPr/>
            <p:nvPr/>
          </p:nvSpPr>
          <p:spPr>
            <a:xfrm>
              <a:off x="7609987" y="3849382"/>
              <a:ext cx="772013" cy="798818"/>
            </a:xfrm>
            <a:noFill/>
            <a:ln w="38100">
              <a:solidFill>
                <a:srgbClr val="0000FF"/>
              </a:solidFill>
              <a:prstDash val="sysDash"/>
            </a:ln>
          </p:spPr>
          <p:style>
            <a:lnRef idx="2">
              <a:schemeClr val="dk1"/>
            </a:lnRef>
            <a:fillRef idx="1">
              <a:schemeClr val="lt1"/>
            </a:fillRef>
            <a:effectRef idx="0">
              <a:schemeClr val="dk1"/>
            </a:effectRef>
            <a:fontRef idx="minor">
              <a:schemeClr val="dk1"/>
            </a:fontRef>
          </p:style>
          <p:txBody>
            <a:bodyPr wrap="square" rtlCol="0" anchor="ctr">
              <a:noAutofit/>
            </a:bodyPr>
            <a:lstStyle/>
            <a:p>
              <a:pPr algn="l"/>
              <a:endParaRPr kumimoji="1" lang="zh-CN" altLang="en-US" sz="1800" dirty="0">
                <a:solidFill>
                  <a:schemeClr val="tx1"/>
                </a:solidFill>
                <a:latin typeface="Arial" panose="020B0604020202020204" pitchFamily="34" charset="0"/>
                <a:cs typeface="Arial" panose="020B0604020202020204" pitchFamily="34" charset="0"/>
              </a:endParaRPr>
            </a:p>
          </p:txBody>
        </p:sp>
      </p:grpSp>
      <p:sp>
        <p:nvSpPr>
          <p:cNvPr id="5" name="Title 4">
            <a:extLst>
              <a:ext uri="{FF2B5EF4-FFF2-40B4-BE49-F238E27FC236}">
                <a16:creationId xmlns:a16="http://schemas.microsoft.com/office/drawing/2014/main" id="{C0209449-60D8-8B0F-050C-84901514035D}"/>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t>扭环形计数器的逻辑电路</a:t>
            </a:r>
            <a:endParaRPr lang="en-CN" altLang="zh-CN" sz="4000" dirty="0">
              <a:solidFill>
                <a:srgbClr val="0000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1025322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灯片编号占位符 81"/>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B4B6EEC7-AD6D-4F24-998A-69AED019A926}" type="slidenum">
              <a:rPr kumimoji="0" lang="en-US" altLang="zh-CN" sz="1200" b="0" i="0" u="none" strike="noStrike" kern="1200" cap="none" spc="0" normalizeH="0" baseline="0" noProof="0" smtClean="0">
                <a:ln>
                  <a:noFill/>
                </a:ln>
                <a:solidFill>
                  <a:srgbClr val="000000"/>
                </a:solidFill>
                <a:effectLst/>
                <a:uLnTx/>
                <a:uFillTx/>
                <a:latin typeface="Arial Black"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98</a:t>
            </a:fld>
            <a:endParaRPr kumimoji="0" lang="en-US" altLang="zh-CN" sz="1200" b="0" i="0" u="none" strike="noStrike" kern="1200" cap="none" spc="0" normalizeH="0" baseline="0" noProof="0" dirty="0">
              <a:ln>
                <a:noFill/>
              </a:ln>
              <a:solidFill>
                <a:srgbClr val="000000"/>
              </a:solidFill>
              <a:effectLst/>
              <a:uLnTx/>
              <a:uFillTx/>
              <a:latin typeface="Arial Black" pitchFamily="34" charset="0"/>
              <a:ea typeface="宋体" pitchFamily="2" charset="-122"/>
              <a:cs typeface="+mn-cs"/>
            </a:endParaRPr>
          </a:p>
        </p:txBody>
      </p:sp>
      <p:grpSp>
        <p:nvGrpSpPr>
          <p:cNvPr id="2" name="Group 3"/>
          <p:cNvGrpSpPr>
            <a:grpSpLocks noChangeAspect="1"/>
          </p:cNvGrpSpPr>
          <p:nvPr/>
        </p:nvGrpSpPr>
        <p:grpSpPr bwMode="auto">
          <a:xfrm>
            <a:off x="7538965" y="1386788"/>
            <a:ext cx="1330325" cy="792162"/>
            <a:chOff x="5070" y="890"/>
            <a:chExt cx="908" cy="499"/>
          </a:xfrm>
        </p:grpSpPr>
        <p:sp>
          <p:nvSpPr>
            <p:cNvPr id="63559" name="AutoShape 4"/>
            <p:cNvSpPr>
              <a:spLocks noChangeAspect="1" noChangeArrowheads="1" noTextEdit="1"/>
            </p:cNvSpPr>
            <p:nvPr/>
          </p:nvSpPr>
          <p:spPr bwMode="auto">
            <a:xfrm>
              <a:off x="5070" y="890"/>
              <a:ext cx="908" cy="499"/>
            </a:xfrm>
            <a:prstGeom prst="rect">
              <a:avLst/>
            </a:prstGeom>
            <a:noFill/>
            <a:ln w="9525">
              <a:noFill/>
              <a:miter lim="800000"/>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3560" name="Oval 5"/>
            <p:cNvSpPr>
              <a:spLocks noChangeArrowheads="1"/>
            </p:cNvSpPr>
            <p:nvPr/>
          </p:nvSpPr>
          <p:spPr bwMode="auto">
            <a:xfrm>
              <a:off x="5090" y="910"/>
              <a:ext cx="868" cy="459"/>
            </a:xfrm>
            <a:prstGeom prst="ellipse">
              <a:avLst/>
            </a:prstGeom>
            <a:solidFill>
              <a:srgbClr val="FFFFFF"/>
            </a:solidFill>
            <a:ln w="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3561" name="Oval 6"/>
            <p:cNvSpPr>
              <a:spLocks noChangeArrowheads="1"/>
            </p:cNvSpPr>
            <p:nvPr/>
          </p:nvSpPr>
          <p:spPr bwMode="auto">
            <a:xfrm>
              <a:off x="5090" y="910"/>
              <a:ext cx="868" cy="459"/>
            </a:xfrm>
            <a:prstGeom prst="ellipse">
              <a:avLst/>
            </a:prstGeom>
            <a:noFill/>
            <a:ln w="14288"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3562" name="Rectangle 7"/>
            <p:cNvSpPr>
              <a:spLocks noChangeArrowheads="1"/>
            </p:cNvSpPr>
            <p:nvPr/>
          </p:nvSpPr>
          <p:spPr bwMode="auto">
            <a:xfrm>
              <a:off x="5142" y="1042"/>
              <a:ext cx="125" cy="192"/>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000" b="0"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3563" name="Rectangle 8"/>
            <p:cNvSpPr>
              <a:spLocks noChangeArrowheads="1"/>
            </p:cNvSpPr>
            <p:nvPr/>
          </p:nvSpPr>
          <p:spPr bwMode="auto">
            <a:xfrm>
              <a:off x="5252" y="1143"/>
              <a:ext cx="88" cy="134"/>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A</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3564" name="Rectangle 9"/>
            <p:cNvSpPr>
              <a:spLocks noChangeArrowheads="1"/>
            </p:cNvSpPr>
            <p:nvPr/>
          </p:nvSpPr>
          <p:spPr bwMode="auto">
            <a:xfrm>
              <a:off x="5333" y="1042"/>
              <a:ext cx="126" cy="192"/>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000" b="0"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3565" name="Rectangle 10"/>
            <p:cNvSpPr>
              <a:spLocks noChangeArrowheads="1"/>
            </p:cNvSpPr>
            <p:nvPr/>
          </p:nvSpPr>
          <p:spPr bwMode="auto">
            <a:xfrm>
              <a:off x="5454" y="1143"/>
              <a:ext cx="81" cy="134"/>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B</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3566" name="Rectangle 11"/>
            <p:cNvSpPr>
              <a:spLocks noChangeArrowheads="1"/>
            </p:cNvSpPr>
            <p:nvPr/>
          </p:nvSpPr>
          <p:spPr bwMode="auto">
            <a:xfrm>
              <a:off x="5525" y="1042"/>
              <a:ext cx="126" cy="192"/>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000" b="0"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3567" name="Rectangle 12"/>
            <p:cNvSpPr>
              <a:spLocks noChangeArrowheads="1"/>
            </p:cNvSpPr>
            <p:nvPr/>
          </p:nvSpPr>
          <p:spPr bwMode="auto">
            <a:xfrm>
              <a:off x="5636" y="1143"/>
              <a:ext cx="81" cy="134"/>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C</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3568" name="Rectangle 13"/>
            <p:cNvSpPr>
              <a:spLocks noChangeArrowheads="1"/>
            </p:cNvSpPr>
            <p:nvPr/>
          </p:nvSpPr>
          <p:spPr bwMode="auto">
            <a:xfrm>
              <a:off x="5717" y="1042"/>
              <a:ext cx="126" cy="192"/>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000" b="0"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3569" name="Rectangle 14"/>
            <p:cNvSpPr>
              <a:spLocks noChangeArrowheads="1"/>
            </p:cNvSpPr>
            <p:nvPr/>
          </p:nvSpPr>
          <p:spPr bwMode="auto">
            <a:xfrm>
              <a:off x="5828" y="1143"/>
              <a:ext cx="88" cy="134"/>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D</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grpSp>
      <p:sp>
        <p:nvSpPr>
          <p:cNvPr id="83" name="TextBox 82"/>
          <p:cNvSpPr txBox="1"/>
          <p:nvPr/>
        </p:nvSpPr>
        <p:spPr>
          <a:xfrm>
            <a:off x="2971800" y="5572110"/>
            <a:ext cx="3200400" cy="646331"/>
          </a:xfrm>
          <a:prstGeom prst="rect">
            <a:avLst/>
          </a:prstGeom>
          <a:noFill/>
        </p:spPr>
        <p:txBody>
          <a:bodyPr wrap="square" rtlCol="0">
            <a:spAutoFit/>
          </a:bodyPr>
          <a:lstStyle/>
          <a:p>
            <a:pPr lvl="0" algn="ctr">
              <a:defRPr/>
            </a:pPr>
            <a:r>
              <a:rPr lang="zh-CN" altLang="en-US" sz="3600" b="0" dirty="0">
                <a:solidFill>
                  <a:srgbClr val="0066CC"/>
                </a:solidFill>
                <a:latin typeface="黑体" panose="02010609060101010101" pitchFamily="49" charset="-122"/>
                <a:ea typeface="黑体" panose="02010609060101010101" pitchFamily="49" charset="-122"/>
              </a:rPr>
              <a:t>模</a:t>
            </a:r>
            <a:r>
              <a:rPr lang="en-US" altLang="zh-CN" sz="3600" b="0" dirty="0">
                <a:solidFill>
                  <a:srgbClr val="0066CC"/>
                </a:solidFill>
                <a:latin typeface="黑体" panose="02010609060101010101" pitchFamily="49" charset="-122"/>
                <a:ea typeface="黑体" panose="02010609060101010101" pitchFamily="49" charset="-122"/>
              </a:rPr>
              <a:t>8</a:t>
            </a:r>
            <a:r>
              <a:rPr lang="zh-CN" altLang="en-US" sz="3600" b="0" dirty="0">
                <a:solidFill>
                  <a:srgbClr val="0066CC"/>
                </a:solidFill>
                <a:latin typeface="黑体" panose="02010609060101010101" pitchFamily="49" charset="-122"/>
                <a:ea typeface="黑体" panose="02010609060101010101" pitchFamily="49" charset="-122"/>
              </a:rPr>
              <a:t>计数器</a:t>
            </a:r>
          </a:p>
        </p:txBody>
      </p:sp>
      <p:grpSp>
        <p:nvGrpSpPr>
          <p:cNvPr id="183" name="Group 48">
            <a:extLst>
              <a:ext uri="{FF2B5EF4-FFF2-40B4-BE49-F238E27FC236}">
                <a16:creationId xmlns:a16="http://schemas.microsoft.com/office/drawing/2014/main" id="{71EA872B-C777-4F74-B587-900F0474099B}"/>
              </a:ext>
            </a:extLst>
          </p:cNvPr>
          <p:cNvGrpSpPr>
            <a:grpSpLocks/>
          </p:cNvGrpSpPr>
          <p:nvPr/>
        </p:nvGrpSpPr>
        <p:grpSpPr bwMode="auto">
          <a:xfrm>
            <a:off x="4834122" y="1922444"/>
            <a:ext cx="3309937" cy="3487738"/>
            <a:chOff x="372" y="1232"/>
            <a:chExt cx="2085" cy="2197"/>
          </a:xfrm>
        </p:grpSpPr>
        <p:sp>
          <p:nvSpPr>
            <p:cNvPr id="184" name="Oval 49">
              <a:extLst>
                <a:ext uri="{FF2B5EF4-FFF2-40B4-BE49-F238E27FC236}">
                  <a16:creationId xmlns:a16="http://schemas.microsoft.com/office/drawing/2014/main" id="{F7975ED5-8887-42E2-9448-77A38F498682}"/>
                </a:ext>
              </a:extLst>
            </p:cNvPr>
            <p:cNvSpPr>
              <a:spLocks noChangeArrowheads="1"/>
            </p:cNvSpPr>
            <p:nvPr/>
          </p:nvSpPr>
          <p:spPr bwMode="auto">
            <a:xfrm>
              <a:off x="1219" y="1232"/>
              <a:ext cx="351" cy="379"/>
            </a:xfrm>
            <a:prstGeom prst="ellipse">
              <a:avLst/>
            </a:prstGeom>
            <a:solidFill>
              <a:srgbClr val="FFFFFF"/>
            </a:solidFill>
            <a:ln w="0">
              <a:solidFill>
                <a:srgbClr val="000000"/>
              </a:solidFill>
              <a:round/>
              <a:headEnd/>
              <a:tailEn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300" b="0" i="0" u="none" strike="noStrike" kern="0" cap="none" spc="0" normalizeH="0" baseline="0" noProof="0">
                <a:ln>
                  <a:noFill/>
                </a:ln>
                <a:solidFill>
                  <a:sysClr val="windowText" lastClr="000000"/>
                </a:solidFill>
                <a:effectLst/>
                <a:uLnTx/>
                <a:uFillTx/>
                <a:latin typeface="+mj-lt"/>
              </a:endParaRPr>
            </a:p>
          </p:txBody>
        </p:sp>
        <p:sp>
          <p:nvSpPr>
            <p:cNvPr id="185" name="Freeform 50">
              <a:extLst>
                <a:ext uri="{FF2B5EF4-FFF2-40B4-BE49-F238E27FC236}">
                  <a16:creationId xmlns:a16="http://schemas.microsoft.com/office/drawing/2014/main" id="{BF82A9F1-F26C-4B1C-82B5-06E4064D4FB2}"/>
                </a:ext>
              </a:extLst>
            </p:cNvPr>
            <p:cNvSpPr>
              <a:spLocks/>
            </p:cNvSpPr>
            <p:nvPr/>
          </p:nvSpPr>
          <p:spPr bwMode="auto">
            <a:xfrm>
              <a:off x="1219" y="1232"/>
              <a:ext cx="351" cy="379"/>
            </a:xfrm>
            <a:custGeom>
              <a:avLst/>
              <a:gdLst>
                <a:gd name="T0" fmla="*/ 324 w 380"/>
                <a:gd name="T1" fmla="*/ 190 h 379"/>
                <a:gd name="T2" fmla="*/ 163 w 380"/>
                <a:gd name="T3" fmla="*/ 0 h 379"/>
                <a:gd name="T4" fmla="*/ 0 w 380"/>
                <a:gd name="T5" fmla="*/ 190 h 379"/>
                <a:gd name="T6" fmla="*/ 163 w 380"/>
                <a:gd name="T7" fmla="*/ 379 h 379"/>
                <a:gd name="T8" fmla="*/ 324 w 380"/>
                <a:gd name="T9" fmla="*/ 190 h 379"/>
                <a:gd name="T10" fmla="*/ 0 60000 65536"/>
                <a:gd name="T11" fmla="*/ 0 60000 65536"/>
                <a:gd name="T12" fmla="*/ 0 60000 65536"/>
                <a:gd name="T13" fmla="*/ 0 60000 65536"/>
                <a:gd name="T14" fmla="*/ 0 60000 65536"/>
                <a:gd name="T15" fmla="*/ 0 w 380"/>
                <a:gd name="T16" fmla="*/ 0 h 379"/>
                <a:gd name="T17" fmla="*/ 380 w 380"/>
                <a:gd name="T18" fmla="*/ 379 h 379"/>
              </a:gdLst>
              <a:ahLst/>
              <a:cxnLst>
                <a:cxn ang="T10">
                  <a:pos x="T0" y="T1"/>
                </a:cxn>
                <a:cxn ang="T11">
                  <a:pos x="T2" y="T3"/>
                </a:cxn>
                <a:cxn ang="T12">
                  <a:pos x="T4" y="T5"/>
                </a:cxn>
                <a:cxn ang="T13">
                  <a:pos x="T6" y="T7"/>
                </a:cxn>
                <a:cxn ang="T14">
                  <a:pos x="T8" y="T9"/>
                </a:cxn>
              </a:cxnLst>
              <a:rect l="T15" t="T16" r="T17" b="T18"/>
              <a:pathLst>
                <a:path w="380" h="379">
                  <a:moveTo>
                    <a:pt x="380" y="190"/>
                  </a:moveTo>
                  <a:cubicBezTo>
                    <a:pt x="380" y="84"/>
                    <a:pt x="295" y="0"/>
                    <a:pt x="190" y="0"/>
                  </a:cubicBezTo>
                  <a:cubicBezTo>
                    <a:pt x="85" y="0"/>
                    <a:pt x="0" y="84"/>
                    <a:pt x="0" y="190"/>
                  </a:cubicBezTo>
                  <a:cubicBezTo>
                    <a:pt x="0" y="294"/>
                    <a:pt x="85" y="379"/>
                    <a:pt x="190" y="379"/>
                  </a:cubicBezTo>
                  <a:cubicBezTo>
                    <a:pt x="295" y="379"/>
                    <a:pt x="380" y="294"/>
                    <a:pt x="380" y="190"/>
                  </a:cubicBezTo>
                </a:path>
              </a:pathLst>
            </a:custGeom>
            <a:noFill/>
            <a:ln w="14288" cap="rnd">
              <a:solidFill>
                <a:srgbClr val="000000"/>
              </a:solidFill>
              <a:prstDash val="solid"/>
              <a:round/>
              <a:headEnd/>
              <a:tailEn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300" b="0" i="0" u="none" strike="noStrike" kern="0" cap="none" spc="0" normalizeH="0" baseline="0" noProof="0">
                <a:ln>
                  <a:noFill/>
                </a:ln>
                <a:solidFill>
                  <a:sysClr val="windowText" lastClr="000000"/>
                </a:solidFill>
                <a:effectLst/>
                <a:uLnTx/>
                <a:uFillTx/>
                <a:latin typeface="+mj-lt"/>
              </a:endParaRPr>
            </a:p>
          </p:txBody>
        </p:sp>
        <p:sp>
          <p:nvSpPr>
            <p:cNvPr id="186" name="Rectangle 51">
              <a:extLst>
                <a:ext uri="{FF2B5EF4-FFF2-40B4-BE49-F238E27FC236}">
                  <a16:creationId xmlns:a16="http://schemas.microsoft.com/office/drawing/2014/main" id="{68C1E5A1-DC1A-4394-9B27-8F00209908B3}"/>
                </a:ext>
              </a:extLst>
            </p:cNvPr>
            <p:cNvSpPr>
              <a:spLocks noChangeArrowheads="1"/>
            </p:cNvSpPr>
            <p:nvPr/>
          </p:nvSpPr>
          <p:spPr bwMode="auto">
            <a:xfrm>
              <a:off x="1346" y="1321"/>
              <a:ext cx="103" cy="223"/>
            </a:xfrm>
            <a:prstGeom prst="rect">
              <a:avLst/>
            </a:prstGeom>
            <a:noFill/>
            <a:ln w="9525">
              <a:noFill/>
              <a:miter lim="800000"/>
              <a:headEnd/>
              <a:tailEnd/>
            </a:ln>
          </p:spPr>
          <p:txBody>
            <a:bodyPr wrap="none" lIns="0" tIns="0" rIns="0" bIns="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300" b="0" i="0" u="none" strike="noStrike" kern="0" cap="none" spc="0" normalizeH="0" baseline="0" noProof="0" dirty="0">
                  <a:ln>
                    <a:noFill/>
                  </a:ln>
                  <a:solidFill>
                    <a:srgbClr val="000000"/>
                  </a:solidFill>
                  <a:effectLst/>
                  <a:uLnTx/>
                  <a:uFillTx/>
                  <a:latin typeface="+mj-lt"/>
                </a:rPr>
                <a:t>0</a:t>
              </a:r>
            </a:p>
          </p:txBody>
        </p:sp>
        <p:sp>
          <p:nvSpPr>
            <p:cNvPr id="187" name="Oval 52">
              <a:extLst>
                <a:ext uri="{FF2B5EF4-FFF2-40B4-BE49-F238E27FC236}">
                  <a16:creationId xmlns:a16="http://schemas.microsoft.com/office/drawing/2014/main" id="{3D80A4EA-BB5F-4D56-9C2B-E168BA9DBD46}"/>
                </a:ext>
              </a:extLst>
            </p:cNvPr>
            <p:cNvSpPr>
              <a:spLocks noChangeArrowheads="1"/>
            </p:cNvSpPr>
            <p:nvPr/>
          </p:nvSpPr>
          <p:spPr bwMode="auto">
            <a:xfrm>
              <a:off x="1878" y="1535"/>
              <a:ext cx="351" cy="378"/>
            </a:xfrm>
            <a:prstGeom prst="ellipse">
              <a:avLst/>
            </a:prstGeom>
            <a:solidFill>
              <a:srgbClr val="FFFFFF"/>
            </a:solidFill>
            <a:ln w="0">
              <a:solidFill>
                <a:srgbClr val="000000"/>
              </a:solidFill>
              <a:round/>
              <a:headEnd/>
              <a:tailEn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300" b="0" i="0" u="none" strike="noStrike" kern="0" cap="none" spc="0" normalizeH="0" baseline="0" noProof="0">
                <a:ln>
                  <a:noFill/>
                </a:ln>
                <a:solidFill>
                  <a:sysClr val="windowText" lastClr="000000"/>
                </a:solidFill>
                <a:effectLst/>
                <a:uLnTx/>
                <a:uFillTx/>
                <a:latin typeface="+mj-lt"/>
              </a:endParaRPr>
            </a:p>
          </p:txBody>
        </p:sp>
        <p:sp>
          <p:nvSpPr>
            <p:cNvPr id="188" name="Oval 53">
              <a:extLst>
                <a:ext uri="{FF2B5EF4-FFF2-40B4-BE49-F238E27FC236}">
                  <a16:creationId xmlns:a16="http://schemas.microsoft.com/office/drawing/2014/main" id="{CDDF22A7-3F7B-4F3A-9D33-6F9BAABD582B}"/>
                </a:ext>
              </a:extLst>
            </p:cNvPr>
            <p:cNvSpPr>
              <a:spLocks noChangeArrowheads="1"/>
            </p:cNvSpPr>
            <p:nvPr/>
          </p:nvSpPr>
          <p:spPr bwMode="auto">
            <a:xfrm>
              <a:off x="1878" y="1535"/>
              <a:ext cx="351" cy="378"/>
            </a:xfrm>
            <a:prstGeom prst="ellipse">
              <a:avLst/>
            </a:prstGeom>
            <a:noFill/>
            <a:ln w="14288" cap="rnd">
              <a:solidFill>
                <a:srgbClr val="000000"/>
              </a:solidFill>
              <a:round/>
              <a:headEnd/>
              <a:tailEn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300" b="0" i="0" u="none" strike="noStrike" kern="0" cap="none" spc="0" normalizeH="0" baseline="0" noProof="0">
                <a:ln>
                  <a:noFill/>
                </a:ln>
                <a:solidFill>
                  <a:sysClr val="windowText" lastClr="000000"/>
                </a:solidFill>
                <a:effectLst/>
                <a:uLnTx/>
                <a:uFillTx/>
                <a:latin typeface="+mj-lt"/>
              </a:endParaRPr>
            </a:p>
          </p:txBody>
        </p:sp>
        <p:sp>
          <p:nvSpPr>
            <p:cNvPr id="189" name="Rectangle 54">
              <a:extLst>
                <a:ext uri="{FF2B5EF4-FFF2-40B4-BE49-F238E27FC236}">
                  <a16:creationId xmlns:a16="http://schemas.microsoft.com/office/drawing/2014/main" id="{5DBA5EFB-CEFF-45AF-A714-8E7A4B1E23CC}"/>
                </a:ext>
              </a:extLst>
            </p:cNvPr>
            <p:cNvSpPr>
              <a:spLocks noChangeArrowheads="1"/>
            </p:cNvSpPr>
            <p:nvPr/>
          </p:nvSpPr>
          <p:spPr bwMode="auto">
            <a:xfrm>
              <a:off x="2002" y="1632"/>
              <a:ext cx="103" cy="223"/>
            </a:xfrm>
            <a:prstGeom prst="rect">
              <a:avLst/>
            </a:prstGeom>
            <a:noFill/>
            <a:ln w="9525">
              <a:noFill/>
              <a:miter lim="800000"/>
              <a:headEnd/>
              <a:tailEnd/>
            </a:ln>
          </p:spPr>
          <p:txBody>
            <a:bodyPr wrap="none" lIns="0" tIns="0" rIns="0" bIns="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300" b="0" i="0" u="none" strike="noStrike" kern="0" cap="none" spc="0" normalizeH="0" baseline="0" noProof="0">
                  <a:ln>
                    <a:noFill/>
                  </a:ln>
                  <a:solidFill>
                    <a:srgbClr val="000000"/>
                  </a:solidFill>
                  <a:effectLst/>
                  <a:uLnTx/>
                  <a:uFillTx/>
                  <a:latin typeface="+mj-lt"/>
                </a:rPr>
                <a:t>8</a:t>
              </a:r>
            </a:p>
          </p:txBody>
        </p:sp>
        <p:sp>
          <p:nvSpPr>
            <p:cNvPr id="190" name="Oval 55">
              <a:extLst>
                <a:ext uri="{FF2B5EF4-FFF2-40B4-BE49-F238E27FC236}">
                  <a16:creationId xmlns:a16="http://schemas.microsoft.com/office/drawing/2014/main" id="{161BB2FD-BC6D-4F5B-8DF7-CB81B84CB11F}"/>
                </a:ext>
              </a:extLst>
            </p:cNvPr>
            <p:cNvSpPr>
              <a:spLocks noChangeArrowheads="1"/>
            </p:cNvSpPr>
            <p:nvPr/>
          </p:nvSpPr>
          <p:spPr bwMode="auto">
            <a:xfrm>
              <a:off x="2106" y="2122"/>
              <a:ext cx="351" cy="379"/>
            </a:xfrm>
            <a:prstGeom prst="ellipse">
              <a:avLst/>
            </a:prstGeom>
            <a:solidFill>
              <a:srgbClr val="FFFFFF"/>
            </a:solidFill>
            <a:ln w="0">
              <a:solidFill>
                <a:srgbClr val="000000"/>
              </a:solidFill>
              <a:round/>
              <a:headEnd/>
              <a:tailEn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300" b="0" i="0" u="none" strike="noStrike" kern="0" cap="none" spc="0" normalizeH="0" baseline="0" noProof="0">
                <a:ln>
                  <a:noFill/>
                </a:ln>
                <a:solidFill>
                  <a:sysClr val="windowText" lastClr="000000"/>
                </a:solidFill>
                <a:effectLst/>
                <a:uLnTx/>
                <a:uFillTx/>
                <a:latin typeface="+mj-lt"/>
              </a:endParaRPr>
            </a:p>
          </p:txBody>
        </p:sp>
        <p:sp>
          <p:nvSpPr>
            <p:cNvPr id="191" name="Oval 56">
              <a:extLst>
                <a:ext uri="{FF2B5EF4-FFF2-40B4-BE49-F238E27FC236}">
                  <a16:creationId xmlns:a16="http://schemas.microsoft.com/office/drawing/2014/main" id="{32632FFF-F5C8-4031-89A9-F6BD80AC4A4A}"/>
                </a:ext>
              </a:extLst>
            </p:cNvPr>
            <p:cNvSpPr>
              <a:spLocks noChangeArrowheads="1"/>
            </p:cNvSpPr>
            <p:nvPr/>
          </p:nvSpPr>
          <p:spPr bwMode="auto">
            <a:xfrm>
              <a:off x="2106" y="2122"/>
              <a:ext cx="351" cy="379"/>
            </a:xfrm>
            <a:prstGeom prst="ellipse">
              <a:avLst/>
            </a:prstGeom>
            <a:noFill/>
            <a:ln w="14288" cap="rnd">
              <a:solidFill>
                <a:srgbClr val="000000"/>
              </a:solidFill>
              <a:round/>
              <a:headEnd/>
              <a:tailEn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300" b="0" i="0" u="none" strike="noStrike" kern="0" cap="none" spc="0" normalizeH="0" baseline="0" noProof="0">
                <a:ln>
                  <a:noFill/>
                </a:ln>
                <a:solidFill>
                  <a:sysClr val="windowText" lastClr="000000"/>
                </a:solidFill>
                <a:effectLst/>
                <a:uLnTx/>
                <a:uFillTx/>
                <a:latin typeface="+mj-lt"/>
              </a:endParaRPr>
            </a:p>
          </p:txBody>
        </p:sp>
        <p:sp>
          <p:nvSpPr>
            <p:cNvPr id="192" name="Rectangle 57">
              <a:extLst>
                <a:ext uri="{FF2B5EF4-FFF2-40B4-BE49-F238E27FC236}">
                  <a16:creationId xmlns:a16="http://schemas.microsoft.com/office/drawing/2014/main" id="{0F47F3A7-395B-4D92-8738-FD93E0EE5814}"/>
                </a:ext>
              </a:extLst>
            </p:cNvPr>
            <p:cNvSpPr>
              <a:spLocks noChangeArrowheads="1"/>
            </p:cNvSpPr>
            <p:nvPr/>
          </p:nvSpPr>
          <p:spPr bwMode="auto">
            <a:xfrm>
              <a:off x="2189" y="2212"/>
              <a:ext cx="206" cy="223"/>
            </a:xfrm>
            <a:prstGeom prst="rect">
              <a:avLst/>
            </a:prstGeom>
            <a:noFill/>
            <a:ln w="9525">
              <a:noFill/>
              <a:miter lim="800000"/>
              <a:headEnd/>
              <a:tailEnd/>
            </a:ln>
          </p:spPr>
          <p:txBody>
            <a:bodyPr wrap="none" lIns="0" tIns="0" rIns="0" bIns="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300" b="0" i="0" u="none" strike="noStrike" kern="0" cap="none" spc="0" normalizeH="0" baseline="0" noProof="0">
                  <a:ln>
                    <a:noFill/>
                  </a:ln>
                  <a:solidFill>
                    <a:srgbClr val="000000"/>
                  </a:solidFill>
                  <a:effectLst/>
                  <a:uLnTx/>
                  <a:uFillTx/>
                  <a:latin typeface="+mj-lt"/>
                </a:rPr>
                <a:t>12</a:t>
              </a:r>
            </a:p>
          </p:txBody>
        </p:sp>
        <p:sp>
          <p:nvSpPr>
            <p:cNvPr id="193" name="Oval 58">
              <a:extLst>
                <a:ext uri="{FF2B5EF4-FFF2-40B4-BE49-F238E27FC236}">
                  <a16:creationId xmlns:a16="http://schemas.microsoft.com/office/drawing/2014/main" id="{823836D6-21C6-4608-84FF-F34AF7A0033A}"/>
                </a:ext>
              </a:extLst>
            </p:cNvPr>
            <p:cNvSpPr>
              <a:spLocks noChangeArrowheads="1"/>
            </p:cNvSpPr>
            <p:nvPr/>
          </p:nvSpPr>
          <p:spPr bwMode="auto">
            <a:xfrm>
              <a:off x="1874" y="2766"/>
              <a:ext cx="350" cy="379"/>
            </a:xfrm>
            <a:prstGeom prst="ellipse">
              <a:avLst/>
            </a:prstGeom>
            <a:solidFill>
              <a:srgbClr val="FFFFFF"/>
            </a:solidFill>
            <a:ln w="0">
              <a:solidFill>
                <a:srgbClr val="000000"/>
              </a:solidFill>
              <a:round/>
              <a:headEnd/>
              <a:tailEn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300" b="0" i="0" u="none" strike="noStrike" kern="0" cap="none" spc="0" normalizeH="0" baseline="0" noProof="0">
                <a:ln>
                  <a:noFill/>
                </a:ln>
                <a:solidFill>
                  <a:sysClr val="windowText" lastClr="000000"/>
                </a:solidFill>
                <a:effectLst/>
                <a:uLnTx/>
                <a:uFillTx/>
                <a:latin typeface="+mj-lt"/>
              </a:endParaRPr>
            </a:p>
          </p:txBody>
        </p:sp>
        <p:sp>
          <p:nvSpPr>
            <p:cNvPr id="194" name="Oval 59">
              <a:extLst>
                <a:ext uri="{FF2B5EF4-FFF2-40B4-BE49-F238E27FC236}">
                  <a16:creationId xmlns:a16="http://schemas.microsoft.com/office/drawing/2014/main" id="{7A98E703-E94A-4FCF-B9DE-76FF9D33BA85}"/>
                </a:ext>
              </a:extLst>
            </p:cNvPr>
            <p:cNvSpPr>
              <a:spLocks noChangeArrowheads="1"/>
            </p:cNvSpPr>
            <p:nvPr/>
          </p:nvSpPr>
          <p:spPr bwMode="auto">
            <a:xfrm>
              <a:off x="1874" y="2766"/>
              <a:ext cx="350" cy="379"/>
            </a:xfrm>
            <a:prstGeom prst="ellipse">
              <a:avLst/>
            </a:prstGeom>
            <a:noFill/>
            <a:ln w="14288" cap="rnd">
              <a:solidFill>
                <a:srgbClr val="000000"/>
              </a:solidFill>
              <a:round/>
              <a:headEnd/>
              <a:tailEn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300" b="0" i="0" u="none" strike="noStrike" kern="0" cap="none" spc="0" normalizeH="0" baseline="0" noProof="0">
                <a:ln>
                  <a:noFill/>
                </a:ln>
                <a:solidFill>
                  <a:sysClr val="windowText" lastClr="000000"/>
                </a:solidFill>
                <a:effectLst/>
                <a:uLnTx/>
                <a:uFillTx/>
                <a:latin typeface="+mj-lt"/>
              </a:endParaRPr>
            </a:p>
          </p:txBody>
        </p:sp>
        <p:sp>
          <p:nvSpPr>
            <p:cNvPr id="195" name="Rectangle 60">
              <a:extLst>
                <a:ext uri="{FF2B5EF4-FFF2-40B4-BE49-F238E27FC236}">
                  <a16:creationId xmlns:a16="http://schemas.microsoft.com/office/drawing/2014/main" id="{78045A7F-7CC6-4BFC-A7A4-9447DF39B704}"/>
                </a:ext>
              </a:extLst>
            </p:cNvPr>
            <p:cNvSpPr>
              <a:spLocks noChangeArrowheads="1"/>
            </p:cNvSpPr>
            <p:nvPr/>
          </p:nvSpPr>
          <p:spPr bwMode="auto">
            <a:xfrm>
              <a:off x="1949" y="2863"/>
              <a:ext cx="206" cy="223"/>
            </a:xfrm>
            <a:prstGeom prst="rect">
              <a:avLst/>
            </a:prstGeom>
            <a:noFill/>
            <a:ln w="9525">
              <a:noFill/>
              <a:miter lim="800000"/>
              <a:headEnd/>
              <a:tailEnd/>
            </a:ln>
          </p:spPr>
          <p:txBody>
            <a:bodyPr wrap="none" lIns="0" tIns="0" rIns="0" bIns="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300" b="0" i="0" u="none" strike="noStrike" kern="0" cap="none" spc="0" normalizeH="0" baseline="0" noProof="0" dirty="0">
                  <a:ln>
                    <a:noFill/>
                  </a:ln>
                  <a:solidFill>
                    <a:srgbClr val="000000"/>
                  </a:solidFill>
                  <a:effectLst/>
                  <a:uLnTx/>
                  <a:uFillTx/>
                  <a:latin typeface="+mj-lt"/>
                </a:rPr>
                <a:t>14</a:t>
              </a:r>
            </a:p>
          </p:txBody>
        </p:sp>
        <p:sp>
          <p:nvSpPr>
            <p:cNvPr id="196" name="Oval 61">
              <a:extLst>
                <a:ext uri="{FF2B5EF4-FFF2-40B4-BE49-F238E27FC236}">
                  <a16:creationId xmlns:a16="http://schemas.microsoft.com/office/drawing/2014/main" id="{652BFA1E-C188-48B4-A19B-401D02E5F324}"/>
                </a:ext>
              </a:extLst>
            </p:cNvPr>
            <p:cNvSpPr>
              <a:spLocks noChangeArrowheads="1"/>
            </p:cNvSpPr>
            <p:nvPr/>
          </p:nvSpPr>
          <p:spPr bwMode="auto">
            <a:xfrm>
              <a:off x="1219" y="3050"/>
              <a:ext cx="351" cy="379"/>
            </a:xfrm>
            <a:prstGeom prst="ellipse">
              <a:avLst/>
            </a:prstGeom>
            <a:solidFill>
              <a:srgbClr val="FFFFFF"/>
            </a:solidFill>
            <a:ln w="0">
              <a:solidFill>
                <a:srgbClr val="000000"/>
              </a:solidFill>
              <a:round/>
              <a:headEnd/>
              <a:tailEn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300" b="0" i="0" u="none" strike="noStrike" kern="0" cap="none" spc="0" normalizeH="0" baseline="0" noProof="0">
                <a:ln>
                  <a:noFill/>
                </a:ln>
                <a:solidFill>
                  <a:sysClr val="windowText" lastClr="000000"/>
                </a:solidFill>
                <a:effectLst/>
                <a:uLnTx/>
                <a:uFillTx/>
                <a:latin typeface="+mj-lt"/>
              </a:endParaRPr>
            </a:p>
          </p:txBody>
        </p:sp>
        <p:sp>
          <p:nvSpPr>
            <p:cNvPr id="197" name="Oval 62">
              <a:extLst>
                <a:ext uri="{FF2B5EF4-FFF2-40B4-BE49-F238E27FC236}">
                  <a16:creationId xmlns:a16="http://schemas.microsoft.com/office/drawing/2014/main" id="{8A775A04-0E1E-491D-A708-764DE36B4FC1}"/>
                </a:ext>
              </a:extLst>
            </p:cNvPr>
            <p:cNvSpPr>
              <a:spLocks noChangeArrowheads="1"/>
            </p:cNvSpPr>
            <p:nvPr/>
          </p:nvSpPr>
          <p:spPr bwMode="auto">
            <a:xfrm>
              <a:off x="1219" y="3050"/>
              <a:ext cx="351" cy="379"/>
            </a:xfrm>
            <a:prstGeom prst="ellipse">
              <a:avLst/>
            </a:prstGeom>
            <a:noFill/>
            <a:ln w="14288" cap="rnd">
              <a:solidFill>
                <a:srgbClr val="000000"/>
              </a:solidFill>
              <a:round/>
              <a:headEnd/>
              <a:tailEn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300" b="0" i="0" u="none" strike="noStrike" kern="0" cap="none" spc="0" normalizeH="0" baseline="0" noProof="0">
                <a:ln>
                  <a:noFill/>
                </a:ln>
                <a:solidFill>
                  <a:sysClr val="windowText" lastClr="000000"/>
                </a:solidFill>
                <a:effectLst/>
                <a:uLnTx/>
                <a:uFillTx/>
                <a:latin typeface="+mj-lt"/>
              </a:endParaRPr>
            </a:p>
          </p:txBody>
        </p:sp>
        <p:sp>
          <p:nvSpPr>
            <p:cNvPr id="198" name="Rectangle 63">
              <a:extLst>
                <a:ext uri="{FF2B5EF4-FFF2-40B4-BE49-F238E27FC236}">
                  <a16:creationId xmlns:a16="http://schemas.microsoft.com/office/drawing/2014/main" id="{838C5418-7413-4CAF-ABD9-B5C8A842BCBF}"/>
                </a:ext>
              </a:extLst>
            </p:cNvPr>
            <p:cNvSpPr>
              <a:spLocks noChangeArrowheads="1"/>
            </p:cNvSpPr>
            <p:nvPr/>
          </p:nvSpPr>
          <p:spPr bwMode="auto">
            <a:xfrm>
              <a:off x="1302" y="3143"/>
              <a:ext cx="206" cy="223"/>
            </a:xfrm>
            <a:prstGeom prst="rect">
              <a:avLst/>
            </a:prstGeom>
            <a:noFill/>
            <a:ln w="9525">
              <a:noFill/>
              <a:miter lim="800000"/>
              <a:headEnd/>
              <a:tailEnd/>
            </a:ln>
          </p:spPr>
          <p:txBody>
            <a:bodyPr wrap="none" lIns="0" tIns="0" rIns="0" bIns="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300" b="0" i="0" u="none" strike="noStrike" kern="0" cap="none" spc="0" normalizeH="0" baseline="0" noProof="0">
                  <a:ln>
                    <a:noFill/>
                  </a:ln>
                  <a:solidFill>
                    <a:srgbClr val="000000"/>
                  </a:solidFill>
                  <a:effectLst/>
                  <a:uLnTx/>
                  <a:uFillTx/>
                  <a:latin typeface="+mj-lt"/>
                </a:rPr>
                <a:t>15</a:t>
              </a:r>
            </a:p>
          </p:txBody>
        </p:sp>
        <p:sp>
          <p:nvSpPr>
            <p:cNvPr id="199" name="Oval 64">
              <a:extLst>
                <a:ext uri="{FF2B5EF4-FFF2-40B4-BE49-F238E27FC236}">
                  <a16:creationId xmlns:a16="http://schemas.microsoft.com/office/drawing/2014/main" id="{54B19A06-D013-49EE-AAAE-935AFB9B0A04}"/>
                </a:ext>
              </a:extLst>
            </p:cNvPr>
            <p:cNvSpPr>
              <a:spLocks noChangeArrowheads="1"/>
            </p:cNvSpPr>
            <p:nvPr/>
          </p:nvSpPr>
          <p:spPr bwMode="auto">
            <a:xfrm>
              <a:off x="589" y="2747"/>
              <a:ext cx="350" cy="378"/>
            </a:xfrm>
            <a:prstGeom prst="ellipse">
              <a:avLst/>
            </a:prstGeom>
            <a:solidFill>
              <a:srgbClr val="FFFFFF"/>
            </a:solidFill>
            <a:ln w="0">
              <a:solidFill>
                <a:srgbClr val="000000"/>
              </a:solidFill>
              <a:round/>
              <a:headEnd/>
              <a:tailEn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300" b="0" i="0" u="none" strike="noStrike" kern="0" cap="none" spc="0" normalizeH="0" baseline="0" noProof="0">
                <a:ln>
                  <a:noFill/>
                </a:ln>
                <a:solidFill>
                  <a:sysClr val="windowText" lastClr="000000"/>
                </a:solidFill>
                <a:effectLst/>
                <a:uLnTx/>
                <a:uFillTx/>
                <a:latin typeface="+mj-lt"/>
              </a:endParaRPr>
            </a:p>
          </p:txBody>
        </p:sp>
        <p:sp>
          <p:nvSpPr>
            <p:cNvPr id="200" name="Oval 65">
              <a:extLst>
                <a:ext uri="{FF2B5EF4-FFF2-40B4-BE49-F238E27FC236}">
                  <a16:creationId xmlns:a16="http://schemas.microsoft.com/office/drawing/2014/main" id="{E2A26293-841F-42D4-BB96-998D682FC226}"/>
                </a:ext>
              </a:extLst>
            </p:cNvPr>
            <p:cNvSpPr>
              <a:spLocks noChangeArrowheads="1"/>
            </p:cNvSpPr>
            <p:nvPr/>
          </p:nvSpPr>
          <p:spPr bwMode="auto">
            <a:xfrm>
              <a:off x="589" y="2747"/>
              <a:ext cx="350" cy="378"/>
            </a:xfrm>
            <a:prstGeom prst="ellipse">
              <a:avLst/>
            </a:prstGeom>
            <a:noFill/>
            <a:ln w="14288" cap="rnd">
              <a:solidFill>
                <a:srgbClr val="000000"/>
              </a:solidFill>
              <a:round/>
              <a:headEnd/>
              <a:tailEn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300" b="0" i="0" u="none" strike="noStrike" kern="0" cap="none" spc="0" normalizeH="0" baseline="0" noProof="0">
                <a:ln>
                  <a:noFill/>
                </a:ln>
                <a:solidFill>
                  <a:sysClr val="windowText" lastClr="000000"/>
                </a:solidFill>
                <a:effectLst/>
                <a:uLnTx/>
                <a:uFillTx/>
                <a:latin typeface="+mj-lt"/>
              </a:endParaRPr>
            </a:p>
          </p:txBody>
        </p:sp>
        <p:sp>
          <p:nvSpPr>
            <p:cNvPr id="201" name="Rectangle 66">
              <a:extLst>
                <a:ext uri="{FF2B5EF4-FFF2-40B4-BE49-F238E27FC236}">
                  <a16:creationId xmlns:a16="http://schemas.microsoft.com/office/drawing/2014/main" id="{983AF0A0-1F12-4CEE-B19F-D84C0AC14CCC}"/>
                </a:ext>
              </a:extLst>
            </p:cNvPr>
            <p:cNvSpPr>
              <a:spLocks noChangeArrowheads="1"/>
            </p:cNvSpPr>
            <p:nvPr/>
          </p:nvSpPr>
          <p:spPr bwMode="auto">
            <a:xfrm>
              <a:off x="708" y="2843"/>
              <a:ext cx="103" cy="223"/>
            </a:xfrm>
            <a:prstGeom prst="rect">
              <a:avLst/>
            </a:prstGeom>
            <a:noFill/>
            <a:ln w="9525">
              <a:noFill/>
              <a:miter lim="800000"/>
              <a:headEnd/>
              <a:tailEnd/>
            </a:ln>
          </p:spPr>
          <p:txBody>
            <a:bodyPr wrap="none" lIns="0" tIns="0" rIns="0" bIns="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300" b="0" i="0" u="none" strike="noStrike" kern="0" cap="none" spc="0" normalizeH="0" baseline="0" noProof="0">
                  <a:ln>
                    <a:noFill/>
                  </a:ln>
                  <a:solidFill>
                    <a:srgbClr val="000000"/>
                  </a:solidFill>
                  <a:effectLst/>
                  <a:uLnTx/>
                  <a:uFillTx/>
                  <a:latin typeface="+mj-lt"/>
                </a:rPr>
                <a:t>7</a:t>
              </a:r>
            </a:p>
          </p:txBody>
        </p:sp>
        <p:sp>
          <p:nvSpPr>
            <p:cNvPr id="202" name="Oval 67">
              <a:extLst>
                <a:ext uri="{FF2B5EF4-FFF2-40B4-BE49-F238E27FC236}">
                  <a16:creationId xmlns:a16="http://schemas.microsoft.com/office/drawing/2014/main" id="{F2572B9F-A335-4B0F-8003-9265AB42F77D}"/>
                </a:ext>
              </a:extLst>
            </p:cNvPr>
            <p:cNvSpPr>
              <a:spLocks noChangeArrowheads="1"/>
            </p:cNvSpPr>
            <p:nvPr/>
          </p:nvSpPr>
          <p:spPr bwMode="auto">
            <a:xfrm>
              <a:off x="372" y="2141"/>
              <a:ext cx="351" cy="379"/>
            </a:xfrm>
            <a:prstGeom prst="ellipse">
              <a:avLst/>
            </a:prstGeom>
            <a:solidFill>
              <a:srgbClr val="FFFFFF"/>
            </a:solidFill>
            <a:ln w="0">
              <a:solidFill>
                <a:srgbClr val="000000"/>
              </a:solidFill>
              <a:round/>
              <a:headEnd/>
              <a:tailEn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300" b="0" i="0" u="none" strike="noStrike" kern="0" cap="none" spc="0" normalizeH="0" baseline="0" noProof="0">
                <a:ln>
                  <a:noFill/>
                </a:ln>
                <a:solidFill>
                  <a:sysClr val="windowText" lastClr="000000"/>
                </a:solidFill>
                <a:effectLst/>
                <a:uLnTx/>
                <a:uFillTx/>
                <a:latin typeface="+mj-lt"/>
              </a:endParaRPr>
            </a:p>
          </p:txBody>
        </p:sp>
        <p:sp>
          <p:nvSpPr>
            <p:cNvPr id="203" name="Oval 68">
              <a:extLst>
                <a:ext uri="{FF2B5EF4-FFF2-40B4-BE49-F238E27FC236}">
                  <a16:creationId xmlns:a16="http://schemas.microsoft.com/office/drawing/2014/main" id="{2F9E0118-FA0C-44FD-AFD0-870A379963D7}"/>
                </a:ext>
              </a:extLst>
            </p:cNvPr>
            <p:cNvSpPr>
              <a:spLocks noChangeArrowheads="1"/>
            </p:cNvSpPr>
            <p:nvPr/>
          </p:nvSpPr>
          <p:spPr bwMode="auto">
            <a:xfrm>
              <a:off x="372" y="2141"/>
              <a:ext cx="351" cy="379"/>
            </a:xfrm>
            <a:prstGeom prst="ellipse">
              <a:avLst/>
            </a:prstGeom>
            <a:noFill/>
            <a:ln w="14288" cap="rnd">
              <a:solidFill>
                <a:srgbClr val="000000"/>
              </a:solidFill>
              <a:round/>
              <a:headEnd/>
              <a:tailEn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300" b="0" i="0" u="none" strike="noStrike" kern="0" cap="none" spc="0" normalizeH="0" baseline="0" noProof="0">
                <a:ln>
                  <a:noFill/>
                </a:ln>
                <a:solidFill>
                  <a:sysClr val="windowText" lastClr="000000"/>
                </a:solidFill>
                <a:effectLst/>
                <a:uLnTx/>
                <a:uFillTx/>
                <a:latin typeface="+mj-lt"/>
              </a:endParaRPr>
            </a:p>
          </p:txBody>
        </p:sp>
        <p:sp>
          <p:nvSpPr>
            <p:cNvPr id="204" name="Rectangle 69">
              <a:extLst>
                <a:ext uri="{FF2B5EF4-FFF2-40B4-BE49-F238E27FC236}">
                  <a16:creationId xmlns:a16="http://schemas.microsoft.com/office/drawing/2014/main" id="{0B70EFF4-5B97-48ED-A259-38C23D9A90D0}"/>
                </a:ext>
              </a:extLst>
            </p:cNvPr>
            <p:cNvSpPr>
              <a:spLocks noChangeArrowheads="1"/>
            </p:cNvSpPr>
            <p:nvPr/>
          </p:nvSpPr>
          <p:spPr bwMode="auto">
            <a:xfrm>
              <a:off x="495" y="2232"/>
              <a:ext cx="103" cy="223"/>
            </a:xfrm>
            <a:prstGeom prst="rect">
              <a:avLst/>
            </a:prstGeom>
            <a:noFill/>
            <a:ln w="9525">
              <a:noFill/>
              <a:miter lim="800000"/>
              <a:headEnd/>
              <a:tailEnd/>
            </a:ln>
          </p:spPr>
          <p:txBody>
            <a:bodyPr wrap="none" lIns="0" tIns="0" rIns="0" bIns="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300" b="0" i="0" u="none" strike="noStrike" kern="0" cap="none" spc="0" normalizeH="0" baseline="0" noProof="0">
                  <a:ln>
                    <a:noFill/>
                  </a:ln>
                  <a:solidFill>
                    <a:srgbClr val="000000"/>
                  </a:solidFill>
                  <a:effectLst/>
                  <a:uLnTx/>
                  <a:uFillTx/>
                  <a:latin typeface="+mj-lt"/>
                </a:rPr>
                <a:t>3</a:t>
              </a:r>
            </a:p>
          </p:txBody>
        </p:sp>
        <p:sp>
          <p:nvSpPr>
            <p:cNvPr id="205" name="Oval 70">
              <a:extLst>
                <a:ext uri="{FF2B5EF4-FFF2-40B4-BE49-F238E27FC236}">
                  <a16:creationId xmlns:a16="http://schemas.microsoft.com/office/drawing/2014/main" id="{F1F383CC-C3A5-4A22-B4BB-8C1D89AD67AE}"/>
                </a:ext>
              </a:extLst>
            </p:cNvPr>
            <p:cNvSpPr>
              <a:spLocks noChangeArrowheads="1"/>
            </p:cNvSpPr>
            <p:nvPr/>
          </p:nvSpPr>
          <p:spPr bwMode="auto">
            <a:xfrm>
              <a:off x="594" y="1535"/>
              <a:ext cx="351" cy="378"/>
            </a:xfrm>
            <a:prstGeom prst="ellipse">
              <a:avLst/>
            </a:prstGeom>
            <a:solidFill>
              <a:srgbClr val="FFFFFF"/>
            </a:solidFill>
            <a:ln w="0">
              <a:solidFill>
                <a:srgbClr val="000000"/>
              </a:solidFill>
              <a:round/>
              <a:headEnd/>
              <a:tailEn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300" b="0" i="0" u="none" strike="noStrike" kern="0" cap="none" spc="0" normalizeH="0" baseline="0" noProof="0">
                <a:ln>
                  <a:noFill/>
                </a:ln>
                <a:solidFill>
                  <a:sysClr val="windowText" lastClr="000000"/>
                </a:solidFill>
                <a:effectLst/>
                <a:uLnTx/>
                <a:uFillTx/>
                <a:latin typeface="+mj-lt"/>
              </a:endParaRPr>
            </a:p>
          </p:txBody>
        </p:sp>
        <p:sp>
          <p:nvSpPr>
            <p:cNvPr id="206" name="Freeform 71">
              <a:extLst>
                <a:ext uri="{FF2B5EF4-FFF2-40B4-BE49-F238E27FC236}">
                  <a16:creationId xmlns:a16="http://schemas.microsoft.com/office/drawing/2014/main" id="{A8B9BC35-46F2-4A60-AF4C-F081C1C1BA87}"/>
                </a:ext>
              </a:extLst>
            </p:cNvPr>
            <p:cNvSpPr>
              <a:spLocks/>
            </p:cNvSpPr>
            <p:nvPr/>
          </p:nvSpPr>
          <p:spPr bwMode="auto">
            <a:xfrm>
              <a:off x="594" y="1535"/>
              <a:ext cx="351" cy="378"/>
            </a:xfrm>
            <a:custGeom>
              <a:avLst/>
              <a:gdLst>
                <a:gd name="T0" fmla="*/ 324 w 380"/>
                <a:gd name="T1" fmla="*/ 189 h 378"/>
                <a:gd name="T2" fmla="*/ 162 w 380"/>
                <a:gd name="T3" fmla="*/ 0 h 378"/>
                <a:gd name="T4" fmla="*/ 0 w 380"/>
                <a:gd name="T5" fmla="*/ 189 h 378"/>
                <a:gd name="T6" fmla="*/ 162 w 380"/>
                <a:gd name="T7" fmla="*/ 378 h 378"/>
                <a:gd name="T8" fmla="*/ 324 w 380"/>
                <a:gd name="T9" fmla="*/ 189 h 378"/>
                <a:gd name="T10" fmla="*/ 0 60000 65536"/>
                <a:gd name="T11" fmla="*/ 0 60000 65536"/>
                <a:gd name="T12" fmla="*/ 0 60000 65536"/>
                <a:gd name="T13" fmla="*/ 0 60000 65536"/>
                <a:gd name="T14" fmla="*/ 0 60000 65536"/>
                <a:gd name="T15" fmla="*/ 0 w 380"/>
                <a:gd name="T16" fmla="*/ 0 h 378"/>
                <a:gd name="T17" fmla="*/ 380 w 380"/>
                <a:gd name="T18" fmla="*/ 378 h 378"/>
              </a:gdLst>
              <a:ahLst/>
              <a:cxnLst>
                <a:cxn ang="T10">
                  <a:pos x="T0" y="T1"/>
                </a:cxn>
                <a:cxn ang="T11">
                  <a:pos x="T2" y="T3"/>
                </a:cxn>
                <a:cxn ang="T12">
                  <a:pos x="T4" y="T5"/>
                </a:cxn>
                <a:cxn ang="T13">
                  <a:pos x="T6" y="T7"/>
                </a:cxn>
                <a:cxn ang="T14">
                  <a:pos x="T8" y="T9"/>
                </a:cxn>
              </a:cxnLst>
              <a:rect l="T15" t="T16" r="T17" b="T18"/>
              <a:pathLst>
                <a:path w="380" h="378">
                  <a:moveTo>
                    <a:pt x="380" y="189"/>
                  </a:moveTo>
                  <a:cubicBezTo>
                    <a:pt x="380" y="85"/>
                    <a:pt x="295" y="0"/>
                    <a:pt x="189" y="0"/>
                  </a:cubicBezTo>
                  <a:cubicBezTo>
                    <a:pt x="85" y="0"/>
                    <a:pt x="0" y="85"/>
                    <a:pt x="0" y="189"/>
                  </a:cubicBezTo>
                  <a:cubicBezTo>
                    <a:pt x="0" y="294"/>
                    <a:pt x="85" y="378"/>
                    <a:pt x="189" y="378"/>
                  </a:cubicBezTo>
                  <a:cubicBezTo>
                    <a:pt x="295" y="378"/>
                    <a:pt x="380" y="294"/>
                    <a:pt x="380" y="189"/>
                  </a:cubicBezTo>
                </a:path>
              </a:pathLst>
            </a:custGeom>
            <a:noFill/>
            <a:ln w="14288" cap="rnd">
              <a:solidFill>
                <a:srgbClr val="000000"/>
              </a:solidFill>
              <a:prstDash val="solid"/>
              <a:round/>
              <a:headEnd/>
              <a:tailEn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300" b="0" i="0" u="none" strike="noStrike" kern="0" cap="none" spc="0" normalizeH="0" baseline="0" noProof="0">
                <a:ln>
                  <a:noFill/>
                </a:ln>
                <a:solidFill>
                  <a:sysClr val="windowText" lastClr="000000"/>
                </a:solidFill>
                <a:effectLst/>
                <a:uLnTx/>
                <a:uFillTx/>
                <a:latin typeface="+mj-lt"/>
              </a:endParaRPr>
            </a:p>
          </p:txBody>
        </p:sp>
        <p:sp>
          <p:nvSpPr>
            <p:cNvPr id="207" name="Rectangle 72">
              <a:extLst>
                <a:ext uri="{FF2B5EF4-FFF2-40B4-BE49-F238E27FC236}">
                  <a16:creationId xmlns:a16="http://schemas.microsoft.com/office/drawing/2014/main" id="{57A307D5-5A0A-4057-9B1A-5021786D5B4F}"/>
                </a:ext>
              </a:extLst>
            </p:cNvPr>
            <p:cNvSpPr>
              <a:spLocks noChangeArrowheads="1"/>
            </p:cNvSpPr>
            <p:nvPr/>
          </p:nvSpPr>
          <p:spPr bwMode="auto">
            <a:xfrm>
              <a:off x="717" y="1632"/>
              <a:ext cx="103" cy="223"/>
            </a:xfrm>
            <a:prstGeom prst="rect">
              <a:avLst/>
            </a:prstGeom>
            <a:noFill/>
            <a:ln w="9525">
              <a:noFill/>
              <a:miter lim="800000"/>
              <a:headEnd/>
              <a:tailEnd/>
            </a:ln>
          </p:spPr>
          <p:txBody>
            <a:bodyPr wrap="none" lIns="0" tIns="0" rIns="0" bIns="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300" b="0" i="0" u="none" strike="noStrike" kern="0" cap="none" spc="0" normalizeH="0" baseline="0" noProof="0">
                  <a:ln>
                    <a:noFill/>
                  </a:ln>
                  <a:solidFill>
                    <a:srgbClr val="000000"/>
                  </a:solidFill>
                  <a:effectLst/>
                  <a:uLnTx/>
                  <a:uFillTx/>
                  <a:latin typeface="+mj-lt"/>
                </a:rPr>
                <a:t>1</a:t>
              </a:r>
            </a:p>
          </p:txBody>
        </p:sp>
        <p:sp>
          <p:nvSpPr>
            <p:cNvPr id="208" name="AutoShape 73">
              <a:extLst>
                <a:ext uri="{FF2B5EF4-FFF2-40B4-BE49-F238E27FC236}">
                  <a16:creationId xmlns:a16="http://schemas.microsoft.com/office/drawing/2014/main" id="{47CFA592-8D69-406A-9395-01FB2046B4AE}"/>
                </a:ext>
              </a:extLst>
            </p:cNvPr>
            <p:cNvSpPr>
              <a:spLocks noChangeArrowheads="1"/>
            </p:cNvSpPr>
            <p:nvPr/>
          </p:nvSpPr>
          <p:spPr bwMode="auto">
            <a:xfrm rot="2700000">
              <a:off x="1602" y="1438"/>
              <a:ext cx="272" cy="83"/>
            </a:xfrm>
            <a:prstGeom prst="rightArrow">
              <a:avLst>
                <a:gd name="adj1" fmla="val 50000"/>
                <a:gd name="adj2" fmla="val 81928"/>
              </a:avLst>
            </a:prstGeom>
            <a:solidFill>
              <a:srgbClr val="99CCFF"/>
            </a:solidFill>
            <a:ln w="9525">
              <a:solidFill>
                <a:srgbClr val="000000"/>
              </a:solid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300" b="0" i="0" u="none" strike="noStrike" kern="0" cap="none" spc="0" normalizeH="0" baseline="0" noProof="0">
                <a:ln>
                  <a:noFill/>
                </a:ln>
                <a:solidFill>
                  <a:sysClr val="windowText" lastClr="000000"/>
                </a:solidFill>
                <a:effectLst/>
                <a:uLnTx/>
                <a:uFillTx/>
                <a:latin typeface="+mj-lt"/>
              </a:endParaRPr>
            </a:p>
          </p:txBody>
        </p:sp>
        <p:sp>
          <p:nvSpPr>
            <p:cNvPr id="209" name="AutoShape 74">
              <a:extLst>
                <a:ext uri="{FF2B5EF4-FFF2-40B4-BE49-F238E27FC236}">
                  <a16:creationId xmlns:a16="http://schemas.microsoft.com/office/drawing/2014/main" id="{C0064D37-E757-40A5-84F9-C64C2ABD4E78}"/>
                </a:ext>
              </a:extLst>
            </p:cNvPr>
            <p:cNvSpPr>
              <a:spLocks noChangeArrowheads="1"/>
            </p:cNvSpPr>
            <p:nvPr/>
          </p:nvSpPr>
          <p:spPr bwMode="auto">
            <a:xfrm rot="2700000">
              <a:off x="2119" y="1937"/>
              <a:ext cx="182" cy="84"/>
            </a:xfrm>
            <a:prstGeom prst="rightArrow">
              <a:avLst>
                <a:gd name="adj1" fmla="val 50000"/>
                <a:gd name="adj2" fmla="val 54167"/>
              </a:avLst>
            </a:prstGeom>
            <a:solidFill>
              <a:srgbClr val="99CCFF"/>
            </a:solidFill>
            <a:ln w="9525">
              <a:solidFill>
                <a:srgbClr val="000000"/>
              </a:solid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300" b="0" i="0" u="none" strike="noStrike" kern="0" cap="none" spc="0" normalizeH="0" baseline="0" noProof="0">
                <a:ln>
                  <a:noFill/>
                </a:ln>
                <a:solidFill>
                  <a:sysClr val="windowText" lastClr="000000"/>
                </a:solidFill>
                <a:effectLst/>
                <a:uLnTx/>
                <a:uFillTx/>
                <a:latin typeface="+mj-lt"/>
              </a:endParaRPr>
            </a:p>
          </p:txBody>
        </p:sp>
        <p:sp>
          <p:nvSpPr>
            <p:cNvPr id="210" name="AutoShape 75">
              <a:extLst>
                <a:ext uri="{FF2B5EF4-FFF2-40B4-BE49-F238E27FC236}">
                  <a16:creationId xmlns:a16="http://schemas.microsoft.com/office/drawing/2014/main" id="{2B6F2877-E180-4F13-8AE3-610598C42B12}"/>
                </a:ext>
              </a:extLst>
            </p:cNvPr>
            <p:cNvSpPr>
              <a:spLocks noChangeArrowheads="1"/>
            </p:cNvSpPr>
            <p:nvPr/>
          </p:nvSpPr>
          <p:spPr bwMode="auto">
            <a:xfrm rot="2700000" flipH="1">
              <a:off x="954" y="3067"/>
              <a:ext cx="168" cy="91"/>
            </a:xfrm>
            <a:prstGeom prst="rightArrow">
              <a:avLst>
                <a:gd name="adj1" fmla="val 50000"/>
                <a:gd name="adj2" fmla="val 46154"/>
              </a:avLst>
            </a:prstGeom>
            <a:solidFill>
              <a:srgbClr val="99CCFF"/>
            </a:solidFill>
            <a:ln w="9525">
              <a:solidFill>
                <a:srgbClr val="000000"/>
              </a:solid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300" b="0" i="0" u="none" strike="noStrike" kern="0" cap="none" spc="0" normalizeH="0" baseline="0" noProof="0">
                <a:ln>
                  <a:noFill/>
                </a:ln>
                <a:solidFill>
                  <a:sysClr val="windowText" lastClr="000000"/>
                </a:solidFill>
                <a:effectLst/>
                <a:uLnTx/>
                <a:uFillTx/>
                <a:latin typeface="+mj-lt"/>
              </a:endParaRPr>
            </a:p>
          </p:txBody>
        </p:sp>
        <p:sp>
          <p:nvSpPr>
            <p:cNvPr id="211" name="AutoShape 76">
              <a:extLst>
                <a:ext uri="{FF2B5EF4-FFF2-40B4-BE49-F238E27FC236}">
                  <a16:creationId xmlns:a16="http://schemas.microsoft.com/office/drawing/2014/main" id="{3D60A133-23E0-4543-8512-BA4690C8410F}"/>
                </a:ext>
              </a:extLst>
            </p:cNvPr>
            <p:cNvSpPr>
              <a:spLocks noChangeArrowheads="1"/>
            </p:cNvSpPr>
            <p:nvPr/>
          </p:nvSpPr>
          <p:spPr bwMode="auto">
            <a:xfrm rot="-2700000">
              <a:off x="535" y="1979"/>
              <a:ext cx="168" cy="91"/>
            </a:xfrm>
            <a:prstGeom prst="rightArrow">
              <a:avLst>
                <a:gd name="adj1" fmla="val 50000"/>
                <a:gd name="adj2" fmla="val 46154"/>
              </a:avLst>
            </a:prstGeom>
            <a:solidFill>
              <a:srgbClr val="99CCFF"/>
            </a:solidFill>
            <a:ln w="9525">
              <a:solidFill>
                <a:srgbClr val="000000"/>
              </a:solid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300" b="0" i="0" u="none" strike="noStrike" kern="0" cap="none" spc="0" normalizeH="0" baseline="0" noProof="0">
                <a:ln>
                  <a:noFill/>
                </a:ln>
                <a:solidFill>
                  <a:sysClr val="windowText" lastClr="000000"/>
                </a:solidFill>
                <a:effectLst/>
                <a:uLnTx/>
                <a:uFillTx/>
                <a:latin typeface="+mj-lt"/>
              </a:endParaRPr>
            </a:p>
          </p:txBody>
        </p:sp>
        <p:sp>
          <p:nvSpPr>
            <p:cNvPr id="212" name="AutoShape 77">
              <a:extLst>
                <a:ext uri="{FF2B5EF4-FFF2-40B4-BE49-F238E27FC236}">
                  <a16:creationId xmlns:a16="http://schemas.microsoft.com/office/drawing/2014/main" id="{3F3DEE11-FEA3-455B-81C4-24FE0E033E94}"/>
                </a:ext>
              </a:extLst>
            </p:cNvPr>
            <p:cNvSpPr>
              <a:spLocks noChangeArrowheads="1"/>
            </p:cNvSpPr>
            <p:nvPr/>
          </p:nvSpPr>
          <p:spPr bwMode="auto">
            <a:xfrm rot="-2700000">
              <a:off x="996" y="1434"/>
              <a:ext cx="168" cy="91"/>
            </a:xfrm>
            <a:prstGeom prst="rightArrow">
              <a:avLst>
                <a:gd name="adj1" fmla="val 50000"/>
                <a:gd name="adj2" fmla="val 46154"/>
              </a:avLst>
            </a:prstGeom>
            <a:solidFill>
              <a:srgbClr val="99CCFF"/>
            </a:solidFill>
            <a:ln w="9525">
              <a:solidFill>
                <a:srgbClr val="000000"/>
              </a:solid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300" b="0" i="0" u="none" strike="noStrike" kern="0" cap="none" spc="0" normalizeH="0" baseline="0" noProof="0">
                <a:ln>
                  <a:noFill/>
                </a:ln>
                <a:solidFill>
                  <a:sysClr val="windowText" lastClr="000000"/>
                </a:solidFill>
                <a:effectLst/>
                <a:uLnTx/>
                <a:uFillTx/>
                <a:latin typeface="+mj-lt"/>
              </a:endParaRPr>
            </a:p>
          </p:txBody>
        </p:sp>
        <p:sp>
          <p:nvSpPr>
            <p:cNvPr id="213" name="AutoShape 78">
              <a:extLst>
                <a:ext uri="{FF2B5EF4-FFF2-40B4-BE49-F238E27FC236}">
                  <a16:creationId xmlns:a16="http://schemas.microsoft.com/office/drawing/2014/main" id="{E595D331-2734-4535-B20B-D50BA629C13C}"/>
                </a:ext>
              </a:extLst>
            </p:cNvPr>
            <p:cNvSpPr>
              <a:spLocks noChangeArrowheads="1"/>
            </p:cNvSpPr>
            <p:nvPr/>
          </p:nvSpPr>
          <p:spPr bwMode="auto">
            <a:xfrm rot="18900000" flipH="1">
              <a:off x="2161" y="2617"/>
              <a:ext cx="182" cy="84"/>
            </a:xfrm>
            <a:prstGeom prst="rightArrow">
              <a:avLst>
                <a:gd name="adj1" fmla="val 50000"/>
                <a:gd name="adj2" fmla="val 54167"/>
              </a:avLst>
            </a:prstGeom>
            <a:solidFill>
              <a:srgbClr val="99CCFF"/>
            </a:solidFill>
            <a:ln w="9525">
              <a:solidFill>
                <a:srgbClr val="000000"/>
              </a:solid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300" b="0" i="0" u="none" strike="noStrike" kern="0" cap="none" spc="0" normalizeH="0" baseline="0" noProof="0">
                <a:ln>
                  <a:noFill/>
                </a:ln>
                <a:solidFill>
                  <a:sysClr val="windowText" lastClr="000000"/>
                </a:solidFill>
                <a:effectLst/>
                <a:uLnTx/>
                <a:uFillTx/>
                <a:latin typeface="+mj-lt"/>
              </a:endParaRPr>
            </a:p>
          </p:txBody>
        </p:sp>
        <p:sp>
          <p:nvSpPr>
            <p:cNvPr id="214" name="AutoShape 79">
              <a:extLst>
                <a:ext uri="{FF2B5EF4-FFF2-40B4-BE49-F238E27FC236}">
                  <a16:creationId xmlns:a16="http://schemas.microsoft.com/office/drawing/2014/main" id="{97826289-F9E0-42A2-BCB7-78FBECE4B7E6}"/>
                </a:ext>
              </a:extLst>
            </p:cNvPr>
            <p:cNvSpPr>
              <a:spLocks noChangeArrowheads="1"/>
            </p:cNvSpPr>
            <p:nvPr/>
          </p:nvSpPr>
          <p:spPr bwMode="auto">
            <a:xfrm rot="18900000" flipH="1">
              <a:off x="1659" y="3071"/>
              <a:ext cx="182" cy="84"/>
            </a:xfrm>
            <a:prstGeom prst="rightArrow">
              <a:avLst>
                <a:gd name="adj1" fmla="val 50000"/>
                <a:gd name="adj2" fmla="val 54167"/>
              </a:avLst>
            </a:prstGeom>
            <a:solidFill>
              <a:srgbClr val="99CCFF"/>
            </a:solidFill>
            <a:ln w="9525">
              <a:solidFill>
                <a:srgbClr val="000000"/>
              </a:solid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300" b="0" i="0" u="none" strike="noStrike" kern="0" cap="none" spc="0" normalizeH="0" baseline="0" noProof="0">
                <a:ln>
                  <a:noFill/>
                </a:ln>
                <a:solidFill>
                  <a:sysClr val="windowText" lastClr="000000"/>
                </a:solidFill>
                <a:effectLst/>
                <a:uLnTx/>
                <a:uFillTx/>
                <a:latin typeface="+mj-lt"/>
              </a:endParaRPr>
            </a:p>
          </p:txBody>
        </p:sp>
        <p:sp>
          <p:nvSpPr>
            <p:cNvPr id="215" name="AutoShape 80">
              <a:extLst>
                <a:ext uri="{FF2B5EF4-FFF2-40B4-BE49-F238E27FC236}">
                  <a16:creationId xmlns:a16="http://schemas.microsoft.com/office/drawing/2014/main" id="{6F603280-DAA6-4A4E-BD7B-F2186FB19730}"/>
                </a:ext>
              </a:extLst>
            </p:cNvPr>
            <p:cNvSpPr>
              <a:spLocks noChangeArrowheads="1"/>
            </p:cNvSpPr>
            <p:nvPr/>
          </p:nvSpPr>
          <p:spPr bwMode="auto">
            <a:xfrm rot="2700000" flipH="1">
              <a:off x="535" y="2614"/>
              <a:ext cx="168" cy="91"/>
            </a:xfrm>
            <a:prstGeom prst="rightArrow">
              <a:avLst>
                <a:gd name="adj1" fmla="val 50000"/>
                <a:gd name="adj2" fmla="val 46154"/>
              </a:avLst>
            </a:prstGeom>
            <a:solidFill>
              <a:srgbClr val="99CCFF"/>
            </a:solidFill>
            <a:ln w="9525">
              <a:solidFill>
                <a:srgbClr val="000000"/>
              </a:solid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300" b="0" i="0" u="none" strike="noStrike" kern="0" cap="none" spc="0" normalizeH="0" baseline="0" noProof="0">
                <a:ln>
                  <a:noFill/>
                </a:ln>
                <a:solidFill>
                  <a:sysClr val="windowText" lastClr="000000"/>
                </a:solidFill>
                <a:effectLst/>
                <a:uLnTx/>
                <a:uFillTx/>
                <a:latin typeface="+mj-lt"/>
              </a:endParaRPr>
            </a:p>
          </p:txBody>
        </p:sp>
      </p:grpSp>
      <p:grpSp>
        <p:nvGrpSpPr>
          <p:cNvPr id="84" name="Group 15">
            <a:extLst>
              <a:ext uri="{FF2B5EF4-FFF2-40B4-BE49-F238E27FC236}">
                <a16:creationId xmlns:a16="http://schemas.microsoft.com/office/drawing/2014/main" id="{C5CAAD2E-3A40-4001-B84B-08B7464B7479}"/>
              </a:ext>
            </a:extLst>
          </p:cNvPr>
          <p:cNvGrpSpPr>
            <a:grpSpLocks/>
          </p:cNvGrpSpPr>
          <p:nvPr/>
        </p:nvGrpSpPr>
        <p:grpSpPr bwMode="auto">
          <a:xfrm>
            <a:off x="508221" y="1657444"/>
            <a:ext cx="3838574" cy="4022725"/>
            <a:chOff x="2880" y="1100"/>
            <a:chExt cx="2418" cy="2534"/>
          </a:xfrm>
        </p:grpSpPr>
        <p:sp>
          <p:nvSpPr>
            <p:cNvPr id="85" name="Oval 16">
              <a:extLst>
                <a:ext uri="{FF2B5EF4-FFF2-40B4-BE49-F238E27FC236}">
                  <a16:creationId xmlns:a16="http://schemas.microsoft.com/office/drawing/2014/main" id="{2E9AB554-1123-4541-887B-E16B0494EE99}"/>
                </a:ext>
              </a:extLst>
            </p:cNvPr>
            <p:cNvSpPr>
              <a:spLocks noChangeArrowheads="1"/>
            </p:cNvSpPr>
            <p:nvPr/>
          </p:nvSpPr>
          <p:spPr bwMode="auto">
            <a:xfrm>
              <a:off x="3870" y="1100"/>
              <a:ext cx="404" cy="437"/>
            </a:xfrm>
            <a:prstGeom prst="ellipse">
              <a:avLst/>
            </a:prstGeom>
            <a:solidFill>
              <a:srgbClr val="FFFFFF"/>
            </a:solidFill>
            <a:ln w="0">
              <a:solidFill>
                <a:srgbClr val="000000"/>
              </a:solidFill>
              <a:round/>
              <a:headEnd/>
              <a:tailEn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mj-lt"/>
              </a:endParaRPr>
            </a:p>
          </p:txBody>
        </p:sp>
        <p:sp>
          <p:nvSpPr>
            <p:cNvPr id="86" name="Freeform 17">
              <a:extLst>
                <a:ext uri="{FF2B5EF4-FFF2-40B4-BE49-F238E27FC236}">
                  <a16:creationId xmlns:a16="http://schemas.microsoft.com/office/drawing/2014/main" id="{A865830D-BBDE-42E9-AB15-6A5B05C90A0B}"/>
                </a:ext>
              </a:extLst>
            </p:cNvPr>
            <p:cNvSpPr>
              <a:spLocks/>
            </p:cNvSpPr>
            <p:nvPr/>
          </p:nvSpPr>
          <p:spPr bwMode="auto">
            <a:xfrm>
              <a:off x="3870" y="1100"/>
              <a:ext cx="404" cy="437"/>
            </a:xfrm>
            <a:custGeom>
              <a:avLst/>
              <a:gdLst>
                <a:gd name="T0" fmla="*/ 373 w 438"/>
                <a:gd name="T1" fmla="*/ 219 h 437"/>
                <a:gd name="T2" fmla="*/ 186 w 438"/>
                <a:gd name="T3" fmla="*/ 0 h 437"/>
                <a:gd name="T4" fmla="*/ 0 w 438"/>
                <a:gd name="T5" fmla="*/ 219 h 437"/>
                <a:gd name="T6" fmla="*/ 186 w 438"/>
                <a:gd name="T7" fmla="*/ 437 h 437"/>
                <a:gd name="T8" fmla="*/ 373 w 438"/>
                <a:gd name="T9" fmla="*/ 219 h 437"/>
                <a:gd name="T10" fmla="*/ 0 60000 65536"/>
                <a:gd name="T11" fmla="*/ 0 60000 65536"/>
                <a:gd name="T12" fmla="*/ 0 60000 65536"/>
                <a:gd name="T13" fmla="*/ 0 60000 65536"/>
                <a:gd name="T14" fmla="*/ 0 60000 65536"/>
                <a:gd name="T15" fmla="*/ 0 w 438"/>
                <a:gd name="T16" fmla="*/ 0 h 437"/>
                <a:gd name="T17" fmla="*/ 438 w 438"/>
                <a:gd name="T18" fmla="*/ 437 h 437"/>
              </a:gdLst>
              <a:ahLst/>
              <a:cxnLst>
                <a:cxn ang="T10">
                  <a:pos x="T0" y="T1"/>
                </a:cxn>
                <a:cxn ang="T11">
                  <a:pos x="T2" y="T3"/>
                </a:cxn>
                <a:cxn ang="T12">
                  <a:pos x="T4" y="T5"/>
                </a:cxn>
                <a:cxn ang="T13">
                  <a:pos x="T6" y="T7"/>
                </a:cxn>
                <a:cxn ang="T14">
                  <a:pos x="T8" y="T9"/>
                </a:cxn>
              </a:cxnLst>
              <a:rect l="T15" t="T16" r="T17" b="T18"/>
              <a:pathLst>
                <a:path w="438" h="437">
                  <a:moveTo>
                    <a:pt x="438" y="219"/>
                  </a:moveTo>
                  <a:cubicBezTo>
                    <a:pt x="438" y="97"/>
                    <a:pt x="340" y="0"/>
                    <a:pt x="219" y="0"/>
                  </a:cubicBezTo>
                  <a:cubicBezTo>
                    <a:pt x="97" y="0"/>
                    <a:pt x="0" y="97"/>
                    <a:pt x="0" y="219"/>
                  </a:cubicBezTo>
                  <a:cubicBezTo>
                    <a:pt x="0" y="339"/>
                    <a:pt x="97" y="437"/>
                    <a:pt x="219" y="437"/>
                  </a:cubicBezTo>
                  <a:cubicBezTo>
                    <a:pt x="340" y="437"/>
                    <a:pt x="438" y="339"/>
                    <a:pt x="438" y="219"/>
                  </a:cubicBezTo>
                </a:path>
              </a:pathLst>
            </a:custGeom>
            <a:noFill/>
            <a:ln w="17463" cap="rnd">
              <a:solidFill>
                <a:srgbClr val="000000"/>
              </a:solidFill>
              <a:prstDash val="solid"/>
              <a:round/>
              <a:headEnd/>
              <a:tailEn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mj-lt"/>
              </a:endParaRPr>
            </a:p>
          </p:txBody>
        </p:sp>
        <p:sp>
          <p:nvSpPr>
            <p:cNvPr id="87" name="Rectangle 18">
              <a:extLst>
                <a:ext uri="{FF2B5EF4-FFF2-40B4-BE49-F238E27FC236}">
                  <a16:creationId xmlns:a16="http://schemas.microsoft.com/office/drawing/2014/main" id="{73DEE06D-BDC9-47FA-9216-BAE360837591}"/>
                </a:ext>
              </a:extLst>
            </p:cNvPr>
            <p:cNvSpPr>
              <a:spLocks noChangeArrowheads="1"/>
            </p:cNvSpPr>
            <p:nvPr/>
          </p:nvSpPr>
          <p:spPr bwMode="auto">
            <a:xfrm>
              <a:off x="3863" y="1209"/>
              <a:ext cx="412" cy="223"/>
            </a:xfrm>
            <a:prstGeom prst="rect">
              <a:avLst/>
            </a:prstGeom>
            <a:noFill/>
            <a:ln w="9525">
              <a:noFill/>
              <a:miter lim="800000"/>
              <a:headEnd/>
              <a:tailEnd/>
            </a:ln>
          </p:spPr>
          <p:txBody>
            <a:bodyPr wrap="none" lIns="0" tIns="0" rIns="0" bIns="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300" b="0" i="0" u="none" strike="noStrike" kern="0" cap="none" spc="0" normalizeH="0" baseline="0" noProof="0" dirty="0">
                  <a:ln>
                    <a:noFill/>
                  </a:ln>
                  <a:solidFill>
                    <a:srgbClr val="000000"/>
                  </a:solidFill>
                  <a:effectLst/>
                  <a:uLnTx/>
                  <a:uFillTx/>
                  <a:latin typeface="+mj-lt"/>
                </a:rPr>
                <a:t>000</a:t>
              </a:r>
              <a:r>
                <a:rPr kumimoji="0" lang="en-US" altLang="zh-CN" sz="2300" b="0" i="0" u="none" strike="noStrike" kern="0" cap="none" spc="0" normalizeH="0" baseline="0" noProof="0" dirty="0">
                  <a:ln>
                    <a:noFill/>
                  </a:ln>
                  <a:solidFill>
                    <a:srgbClr val="0000FF"/>
                  </a:solidFill>
                  <a:effectLst/>
                  <a:uLnTx/>
                  <a:uFillTx/>
                  <a:latin typeface="+mj-lt"/>
                </a:rPr>
                <a:t>0</a:t>
              </a:r>
              <a:endParaRPr kumimoji="0" lang="en-US" altLang="zh-CN" sz="2800" b="0" i="0" u="none" strike="noStrike" kern="0" cap="none" spc="0" normalizeH="0" baseline="0" noProof="0" dirty="0">
                <a:ln>
                  <a:noFill/>
                </a:ln>
                <a:solidFill>
                  <a:srgbClr val="0000FF"/>
                </a:solidFill>
                <a:effectLst/>
                <a:uLnTx/>
                <a:uFillTx/>
                <a:latin typeface="+mj-lt"/>
              </a:endParaRPr>
            </a:p>
          </p:txBody>
        </p:sp>
        <p:sp>
          <p:nvSpPr>
            <p:cNvPr id="88" name="Oval 19">
              <a:extLst>
                <a:ext uri="{FF2B5EF4-FFF2-40B4-BE49-F238E27FC236}">
                  <a16:creationId xmlns:a16="http://schemas.microsoft.com/office/drawing/2014/main" id="{AD66CF8B-4813-4D53-965B-9A16C812AAD7}"/>
                </a:ext>
              </a:extLst>
            </p:cNvPr>
            <p:cNvSpPr>
              <a:spLocks noChangeArrowheads="1"/>
            </p:cNvSpPr>
            <p:nvPr/>
          </p:nvSpPr>
          <p:spPr bwMode="auto">
            <a:xfrm>
              <a:off x="4471" y="1587"/>
              <a:ext cx="405" cy="437"/>
            </a:xfrm>
            <a:prstGeom prst="ellipse">
              <a:avLst/>
            </a:prstGeom>
            <a:solidFill>
              <a:srgbClr val="FFFFFF"/>
            </a:solidFill>
            <a:ln w="0">
              <a:solidFill>
                <a:srgbClr val="000000"/>
              </a:solidFill>
              <a:round/>
              <a:headEnd/>
              <a:tailEn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mj-lt"/>
              </a:endParaRPr>
            </a:p>
          </p:txBody>
        </p:sp>
        <p:sp>
          <p:nvSpPr>
            <p:cNvPr id="89" name="Oval 20">
              <a:extLst>
                <a:ext uri="{FF2B5EF4-FFF2-40B4-BE49-F238E27FC236}">
                  <a16:creationId xmlns:a16="http://schemas.microsoft.com/office/drawing/2014/main" id="{3C5BC625-CF2E-4ECD-B4D3-E70240A65C1E}"/>
                </a:ext>
              </a:extLst>
            </p:cNvPr>
            <p:cNvSpPr>
              <a:spLocks noChangeArrowheads="1"/>
            </p:cNvSpPr>
            <p:nvPr/>
          </p:nvSpPr>
          <p:spPr bwMode="auto">
            <a:xfrm>
              <a:off x="4471" y="1587"/>
              <a:ext cx="405" cy="437"/>
            </a:xfrm>
            <a:prstGeom prst="ellipse">
              <a:avLst/>
            </a:prstGeom>
            <a:noFill/>
            <a:ln w="17463" cap="rnd">
              <a:solidFill>
                <a:srgbClr val="000000"/>
              </a:solidFill>
              <a:round/>
              <a:headEnd/>
              <a:tailEn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mj-lt"/>
              </a:endParaRPr>
            </a:p>
          </p:txBody>
        </p:sp>
        <p:sp>
          <p:nvSpPr>
            <p:cNvPr id="90" name="Rectangle 21">
              <a:extLst>
                <a:ext uri="{FF2B5EF4-FFF2-40B4-BE49-F238E27FC236}">
                  <a16:creationId xmlns:a16="http://schemas.microsoft.com/office/drawing/2014/main" id="{433E1BE4-CA8C-41BC-AF2E-20AAA468A6D3}"/>
                </a:ext>
              </a:extLst>
            </p:cNvPr>
            <p:cNvSpPr>
              <a:spLocks noChangeArrowheads="1"/>
            </p:cNvSpPr>
            <p:nvPr/>
          </p:nvSpPr>
          <p:spPr bwMode="auto">
            <a:xfrm>
              <a:off x="4461" y="1705"/>
              <a:ext cx="412" cy="223"/>
            </a:xfrm>
            <a:prstGeom prst="rect">
              <a:avLst/>
            </a:prstGeom>
            <a:noFill/>
            <a:ln w="9525">
              <a:noFill/>
              <a:miter lim="800000"/>
              <a:headEnd/>
              <a:tailEnd/>
            </a:ln>
          </p:spPr>
          <p:txBody>
            <a:bodyPr wrap="none" lIns="0" tIns="0" rIns="0" bIns="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300" b="0" i="0" u="none" strike="noStrike" kern="0" cap="none" spc="0" normalizeH="0" baseline="0" noProof="0" dirty="0">
                  <a:ln>
                    <a:noFill/>
                  </a:ln>
                  <a:solidFill>
                    <a:srgbClr val="0000FF"/>
                  </a:solidFill>
                  <a:effectLst/>
                  <a:uLnTx/>
                  <a:uFillTx/>
                  <a:latin typeface="+mj-lt"/>
                </a:rPr>
                <a:t>1</a:t>
              </a:r>
              <a:r>
                <a:rPr kumimoji="0" lang="en-US" altLang="zh-CN" sz="2300" b="0" i="0" u="none" strike="noStrike" kern="0" cap="none" spc="0" normalizeH="0" baseline="0" noProof="0" dirty="0">
                  <a:ln>
                    <a:noFill/>
                  </a:ln>
                  <a:solidFill>
                    <a:srgbClr val="000000"/>
                  </a:solidFill>
                  <a:effectLst/>
                  <a:uLnTx/>
                  <a:uFillTx/>
                  <a:latin typeface="+mj-lt"/>
                </a:rPr>
                <a:t>00</a:t>
              </a:r>
              <a:r>
                <a:rPr kumimoji="0" lang="en-US" altLang="zh-CN" sz="2300" b="0" i="0" u="none" strike="noStrike" kern="0" cap="none" spc="0" normalizeH="0" baseline="0" noProof="0" dirty="0">
                  <a:ln>
                    <a:noFill/>
                  </a:ln>
                  <a:solidFill>
                    <a:schemeClr val="accent6">
                      <a:lumMod val="50000"/>
                    </a:schemeClr>
                  </a:solidFill>
                  <a:effectLst/>
                  <a:uLnTx/>
                  <a:uFillTx/>
                  <a:latin typeface="+mj-lt"/>
                </a:rPr>
                <a:t>0</a:t>
              </a:r>
              <a:endParaRPr kumimoji="0" lang="en-US" altLang="zh-CN" sz="2800" b="0" i="0" u="none" strike="noStrike" kern="0" cap="none" spc="0" normalizeH="0" baseline="0" noProof="0" dirty="0">
                <a:ln>
                  <a:noFill/>
                </a:ln>
                <a:solidFill>
                  <a:schemeClr val="accent6">
                    <a:lumMod val="50000"/>
                  </a:schemeClr>
                </a:solidFill>
                <a:effectLst/>
                <a:uLnTx/>
                <a:uFillTx/>
                <a:latin typeface="+mj-lt"/>
              </a:endParaRPr>
            </a:p>
          </p:txBody>
        </p:sp>
        <p:sp>
          <p:nvSpPr>
            <p:cNvPr id="91" name="Oval 22">
              <a:extLst>
                <a:ext uri="{FF2B5EF4-FFF2-40B4-BE49-F238E27FC236}">
                  <a16:creationId xmlns:a16="http://schemas.microsoft.com/office/drawing/2014/main" id="{0EC45C7A-0FFB-48C7-9833-14E44901103E}"/>
                </a:ext>
              </a:extLst>
            </p:cNvPr>
            <p:cNvSpPr>
              <a:spLocks noChangeArrowheads="1"/>
            </p:cNvSpPr>
            <p:nvPr/>
          </p:nvSpPr>
          <p:spPr bwMode="auto">
            <a:xfrm>
              <a:off x="4893" y="2126"/>
              <a:ext cx="405" cy="438"/>
            </a:xfrm>
            <a:prstGeom prst="ellipse">
              <a:avLst/>
            </a:prstGeom>
            <a:solidFill>
              <a:srgbClr val="FFFFFF"/>
            </a:solidFill>
            <a:ln w="0">
              <a:solidFill>
                <a:srgbClr val="000000"/>
              </a:solidFill>
              <a:round/>
              <a:headEnd/>
              <a:tailEn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mj-lt"/>
              </a:endParaRPr>
            </a:p>
          </p:txBody>
        </p:sp>
        <p:sp>
          <p:nvSpPr>
            <p:cNvPr id="92" name="Oval 23">
              <a:extLst>
                <a:ext uri="{FF2B5EF4-FFF2-40B4-BE49-F238E27FC236}">
                  <a16:creationId xmlns:a16="http://schemas.microsoft.com/office/drawing/2014/main" id="{7C080D56-7FB8-470C-9255-228DBC058BF1}"/>
                </a:ext>
              </a:extLst>
            </p:cNvPr>
            <p:cNvSpPr>
              <a:spLocks noChangeArrowheads="1"/>
            </p:cNvSpPr>
            <p:nvPr/>
          </p:nvSpPr>
          <p:spPr bwMode="auto">
            <a:xfrm>
              <a:off x="4893" y="2126"/>
              <a:ext cx="405" cy="438"/>
            </a:xfrm>
            <a:prstGeom prst="ellipse">
              <a:avLst/>
            </a:prstGeom>
            <a:noFill/>
            <a:ln w="17463" cap="rnd">
              <a:solidFill>
                <a:srgbClr val="000000"/>
              </a:solidFill>
              <a:round/>
              <a:headEnd/>
              <a:tailEn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mj-lt"/>
              </a:endParaRPr>
            </a:p>
          </p:txBody>
        </p:sp>
        <p:sp>
          <p:nvSpPr>
            <p:cNvPr id="93" name="Rectangle 24">
              <a:extLst>
                <a:ext uri="{FF2B5EF4-FFF2-40B4-BE49-F238E27FC236}">
                  <a16:creationId xmlns:a16="http://schemas.microsoft.com/office/drawing/2014/main" id="{DFA52775-F7A6-43C3-8C73-F64B74D2AB0E}"/>
                </a:ext>
              </a:extLst>
            </p:cNvPr>
            <p:cNvSpPr>
              <a:spLocks noChangeArrowheads="1"/>
            </p:cNvSpPr>
            <p:nvPr/>
          </p:nvSpPr>
          <p:spPr bwMode="auto">
            <a:xfrm>
              <a:off x="4886" y="2237"/>
              <a:ext cx="412" cy="223"/>
            </a:xfrm>
            <a:prstGeom prst="rect">
              <a:avLst/>
            </a:prstGeom>
            <a:noFill/>
            <a:ln w="9525">
              <a:noFill/>
              <a:miter lim="800000"/>
              <a:headEnd/>
              <a:tailEnd/>
            </a:ln>
          </p:spPr>
          <p:txBody>
            <a:bodyPr wrap="none" lIns="0" tIns="0" rIns="0" bIns="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300" b="0" i="0" u="none" strike="noStrike" kern="0" cap="none" spc="0" normalizeH="0" baseline="0" noProof="0" dirty="0">
                  <a:ln>
                    <a:noFill/>
                  </a:ln>
                  <a:solidFill>
                    <a:schemeClr val="accent6">
                      <a:lumMod val="50000"/>
                    </a:schemeClr>
                  </a:solidFill>
                  <a:effectLst/>
                  <a:uLnTx/>
                  <a:uFillTx/>
                  <a:latin typeface="+mj-lt"/>
                </a:rPr>
                <a:t>1</a:t>
              </a:r>
              <a:r>
                <a:rPr kumimoji="0" lang="en-US" altLang="zh-CN" sz="2300" b="0" i="0" u="none" strike="noStrike" kern="0" cap="none" spc="0" normalizeH="0" baseline="0" noProof="0" dirty="0">
                  <a:ln>
                    <a:noFill/>
                  </a:ln>
                  <a:solidFill>
                    <a:srgbClr val="000000"/>
                  </a:solidFill>
                  <a:effectLst/>
                  <a:uLnTx/>
                  <a:uFillTx/>
                  <a:latin typeface="+mj-lt"/>
                </a:rPr>
                <a:t>10</a:t>
              </a:r>
              <a:r>
                <a:rPr kumimoji="0" lang="en-US" altLang="zh-CN" sz="2300" b="0" i="0" u="none" strike="noStrike" kern="0" cap="none" spc="0" normalizeH="0" baseline="0" noProof="0" dirty="0">
                  <a:ln>
                    <a:noFill/>
                  </a:ln>
                  <a:solidFill>
                    <a:srgbClr val="FF0066"/>
                  </a:solidFill>
                  <a:effectLst/>
                  <a:uLnTx/>
                  <a:uFillTx/>
                  <a:latin typeface="+mj-lt"/>
                </a:rPr>
                <a:t>0</a:t>
              </a:r>
              <a:endParaRPr kumimoji="0" lang="en-US" altLang="zh-CN" sz="2800" b="0" i="0" u="none" strike="noStrike" kern="0" cap="none" spc="0" normalizeH="0" baseline="0" noProof="0" dirty="0">
                <a:ln>
                  <a:noFill/>
                </a:ln>
                <a:solidFill>
                  <a:srgbClr val="FF0066"/>
                </a:solidFill>
                <a:effectLst/>
                <a:uLnTx/>
                <a:uFillTx/>
                <a:latin typeface="+mj-lt"/>
              </a:endParaRPr>
            </a:p>
          </p:txBody>
        </p:sp>
        <p:sp>
          <p:nvSpPr>
            <p:cNvPr id="94" name="Oval 25">
              <a:extLst>
                <a:ext uri="{FF2B5EF4-FFF2-40B4-BE49-F238E27FC236}">
                  <a16:creationId xmlns:a16="http://schemas.microsoft.com/office/drawing/2014/main" id="{62A81631-BA9B-466A-A161-817D0B4FD13F}"/>
                </a:ext>
              </a:extLst>
            </p:cNvPr>
            <p:cNvSpPr>
              <a:spLocks noChangeArrowheads="1"/>
            </p:cNvSpPr>
            <p:nvPr/>
          </p:nvSpPr>
          <p:spPr bwMode="auto">
            <a:xfrm>
              <a:off x="4518" y="2750"/>
              <a:ext cx="403" cy="437"/>
            </a:xfrm>
            <a:prstGeom prst="ellipse">
              <a:avLst/>
            </a:prstGeom>
            <a:solidFill>
              <a:srgbClr val="FFFFFF"/>
            </a:solidFill>
            <a:ln w="0">
              <a:solidFill>
                <a:srgbClr val="000000"/>
              </a:solidFill>
              <a:round/>
              <a:headEnd/>
              <a:tailEn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mj-lt"/>
              </a:endParaRPr>
            </a:p>
          </p:txBody>
        </p:sp>
        <p:sp>
          <p:nvSpPr>
            <p:cNvPr id="95" name="Oval 26">
              <a:extLst>
                <a:ext uri="{FF2B5EF4-FFF2-40B4-BE49-F238E27FC236}">
                  <a16:creationId xmlns:a16="http://schemas.microsoft.com/office/drawing/2014/main" id="{231C3819-FC00-40A8-86B6-FA5E81A658DE}"/>
                </a:ext>
              </a:extLst>
            </p:cNvPr>
            <p:cNvSpPr>
              <a:spLocks noChangeArrowheads="1"/>
            </p:cNvSpPr>
            <p:nvPr/>
          </p:nvSpPr>
          <p:spPr bwMode="auto">
            <a:xfrm>
              <a:off x="4529" y="2750"/>
              <a:ext cx="403" cy="437"/>
            </a:xfrm>
            <a:prstGeom prst="ellipse">
              <a:avLst/>
            </a:prstGeom>
            <a:noFill/>
            <a:ln w="17463" cap="rnd">
              <a:solidFill>
                <a:srgbClr val="000000"/>
              </a:solidFill>
              <a:round/>
              <a:headEnd/>
              <a:tailEn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mj-lt"/>
              </a:endParaRPr>
            </a:p>
          </p:txBody>
        </p:sp>
        <p:sp>
          <p:nvSpPr>
            <p:cNvPr id="96" name="Rectangle 27">
              <a:extLst>
                <a:ext uri="{FF2B5EF4-FFF2-40B4-BE49-F238E27FC236}">
                  <a16:creationId xmlns:a16="http://schemas.microsoft.com/office/drawing/2014/main" id="{67ED86CE-DFB4-4936-A7AC-F366B45E8B8F}"/>
                </a:ext>
              </a:extLst>
            </p:cNvPr>
            <p:cNvSpPr>
              <a:spLocks noChangeArrowheads="1"/>
            </p:cNvSpPr>
            <p:nvPr/>
          </p:nvSpPr>
          <p:spPr bwMode="auto">
            <a:xfrm>
              <a:off x="4505" y="2869"/>
              <a:ext cx="412" cy="223"/>
            </a:xfrm>
            <a:prstGeom prst="rect">
              <a:avLst/>
            </a:prstGeom>
            <a:noFill/>
            <a:ln w="9525">
              <a:noFill/>
              <a:miter lim="800000"/>
              <a:headEnd/>
              <a:tailEnd/>
            </a:ln>
          </p:spPr>
          <p:txBody>
            <a:bodyPr wrap="none" lIns="0" tIns="0" rIns="0" bIns="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300" b="0" i="0" u="none" strike="noStrike" kern="0" cap="none" spc="0" normalizeH="0" baseline="0" noProof="0" dirty="0">
                  <a:ln>
                    <a:noFill/>
                  </a:ln>
                  <a:solidFill>
                    <a:srgbClr val="FF0066"/>
                  </a:solidFill>
                  <a:effectLst/>
                  <a:uLnTx/>
                  <a:uFillTx/>
                  <a:latin typeface="+mj-lt"/>
                </a:rPr>
                <a:t>1</a:t>
              </a:r>
              <a:r>
                <a:rPr kumimoji="0" lang="en-US" altLang="zh-CN" sz="2300" b="0" i="0" u="none" strike="noStrike" kern="0" cap="none" spc="0" normalizeH="0" baseline="0" noProof="0" dirty="0">
                  <a:ln>
                    <a:noFill/>
                  </a:ln>
                  <a:solidFill>
                    <a:srgbClr val="000000"/>
                  </a:solidFill>
                  <a:effectLst/>
                  <a:uLnTx/>
                  <a:uFillTx/>
                  <a:latin typeface="+mj-lt"/>
                </a:rPr>
                <a:t>11</a:t>
              </a:r>
              <a:r>
                <a:rPr kumimoji="0" lang="en-US" altLang="zh-CN" sz="2300" b="0" i="0" u="none" strike="noStrike" kern="0" cap="none" spc="0" normalizeH="0" baseline="0" noProof="0" dirty="0">
                  <a:ln>
                    <a:noFill/>
                  </a:ln>
                  <a:solidFill>
                    <a:srgbClr val="7030A0"/>
                  </a:solidFill>
                  <a:effectLst/>
                  <a:uLnTx/>
                  <a:uFillTx/>
                  <a:latin typeface="+mj-lt"/>
                </a:rPr>
                <a:t>0</a:t>
              </a:r>
              <a:endParaRPr kumimoji="0" lang="en-US" altLang="zh-CN" sz="2800" b="0" i="0" u="none" strike="noStrike" kern="0" cap="none" spc="0" normalizeH="0" baseline="0" noProof="0" dirty="0">
                <a:ln>
                  <a:noFill/>
                </a:ln>
                <a:solidFill>
                  <a:srgbClr val="7030A0"/>
                </a:solidFill>
                <a:effectLst/>
                <a:uLnTx/>
                <a:uFillTx/>
                <a:latin typeface="+mj-lt"/>
              </a:endParaRPr>
            </a:p>
          </p:txBody>
        </p:sp>
        <p:sp>
          <p:nvSpPr>
            <p:cNvPr id="97" name="Oval 28">
              <a:extLst>
                <a:ext uri="{FF2B5EF4-FFF2-40B4-BE49-F238E27FC236}">
                  <a16:creationId xmlns:a16="http://schemas.microsoft.com/office/drawing/2014/main" id="{6A8A70F7-4375-4842-802E-BE91924E462E}"/>
                </a:ext>
              </a:extLst>
            </p:cNvPr>
            <p:cNvSpPr>
              <a:spLocks noChangeArrowheads="1"/>
            </p:cNvSpPr>
            <p:nvPr/>
          </p:nvSpPr>
          <p:spPr bwMode="auto">
            <a:xfrm>
              <a:off x="3870" y="3197"/>
              <a:ext cx="404" cy="437"/>
            </a:xfrm>
            <a:prstGeom prst="ellipse">
              <a:avLst/>
            </a:prstGeom>
            <a:solidFill>
              <a:srgbClr val="FFFFFF"/>
            </a:solidFill>
            <a:ln w="0">
              <a:solidFill>
                <a:srgbClr val="000000"/>
              </a:solidFill>
              <a:round/>
              <a:headEnd/>
              <a:tailEn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mj-lt"/>
              </a:endParaRPr>
            </a:p>
          </p:txBody>
        </p:sp>
        <p:sp>
          <p:nvSpPr>
            <p:cNvPr id="98" name="Oval 29">
              <a:extLst>
                <a:ext uri="{FF2B5EF4-FFF2-40B4-BE49-F238E27FC236}">
                  <a16:creationId xmlns:a16="http://schemas.microsoft.com/office/drawing/2014/main" id="{F7F010B7-8699-4541-9208-3D2708A7649C}"/>
                </a:ext>
              </a:extLst>
            </p:cNvPr>
            <p:cNvSpPr>
              <a:spLocks noChangeArrowheads="1"/>
            </p:cNvSpPr>
            <p:nvPr/>
          </p:nvSpPr>
          <p:spPr bwMode="auto">
            <a:xfrm>
              <a:off x="3870" y="3197"/>
              <a:ext cx="404" cy="437"/>
            </a:xfrm>
            <a:prstGeom prst="ellipse">
              <a:avLst/>
            </a:prstGeom>
            <a:noFill/>
            <a:ln w="17463" cap="rnd">
              <a:solidFill>
                <a:srgbClr val="000000"/>
              </a:solidFill>
              <a:round/>
              <a:headEnd/>
              <a:tailEn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mj-lt"/>
              </a:endParaRPr>
            </a:p>
          </p:txBody>
        </p:sp>
        <p:sp>
          <p:nvSpPr>
            <p:cNvPr id="99" name="Rectangle 30">
              <a:extLst>
                <a:ext uri="{FF2B5EF4-FFF2-40B4-BE49-F238E27FC236}">
                  <a16:creationId xmlns:a16="http://schemas.microsoft.com/office/drawing/2014/main" id="{02FD609F-BB3B-42B7-B420-32AA4BBDC3C1}"/>
                </a:ext>
              </a:extLst>
            </p:cNvPr>
            <p:cNvSpPr>
              <a:spLocks noChangeArrowheads="1"/>
            </p:cNvSpPr>
            <p:nvPr/>
          </p:nvSpPr>
          <p:spPr bwMode="auto">
            <a:xfrm>
              <a:off x="3863" y="3311"/>
              <a:ext cx="412" cy="223"/>
            </a:xfrm>
            <a:prstGeom prst="rect">
              <a:avLst/>
            </a:prstGeom>
            <a:noFill/>
            <a:ln w="9525">
              <a:noFill/>
              <a:miter lim="800000"/>
              <a:headEnd/>
              <a:tailEnd/>
            </a:ln>
          </p:spPr>
          <p:txBody>
            <a:bodyPr wrap="none" lIns="0" tIns="0" rIns="0" bIns="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300" b="0" i="0" u="none" strike="noStrike" kern="0" cap="none" spc="0" normalizeH="0" baseline="0" noProof="0" dirty="0">
                  <a:ln>
                    <a:noFill/>
                  </a:ln>
                  <a:solidFill>
                    <a:srgbClr val="7030A0"/>
                  </a:solidFill>
                  <a:effectLst/>
                  <a:uLnTx/>
                  <a:uFillTx/>
                  <a:latin typeface="+mj-lt"/>
                </a:rPr>
                <a:t>1</a:t>
              </a:r>
              <a:r>
                <a:rPr kumimoji="0" lang="en-US" altLang="zh-CN" sz="2300" b="0" i="0" u="none" strike="noStrike" kern="0" cap="none" spc="0" normalizeH="0" baseline="0" noProof="0" dirty="0">
                  <a:ln>
                    <a:noFill/>
                  </a:ln>
                  <a:solidFill>
                    <a:srgbClr val="000000"/>
                  </a:solidFill>
                  <a:effectLst/>
                  <a:uLnTx/>
                  <a:uFillTx/>
                  <a:latin typeface="+mj-lt"/>
                </a:rPr>
                <a:t>111</a:t>
              </a:r>
              <a:endParaRPr kumimoji="0" lang="en-US" altLang="zh-CN" sz="2800" b="0" i="0" u="none" strike="noStrike" kern="0" cap="none" spc="0" normalizeH="0" baseline="0" noProof="0" dirty="0">
                <a:ln>
                  <a:noFill/>
                </a:ln>
                <a:solidFill>
                  <a:srgbClr val="000000"/>
                </a:solidFill>
                <a:effectLst/>
                <a:uLnTx/>
                <a:uFillTx/>
                <a:latin typeface="+mj-lt"/>
              </a:endParaRPr>
            </a:p>
          </p:txBody>
        </p:sp>
        <p:sp>
          <p:nvSpPr>
            <p:cNvPr id="100" name="Oval 31">
              <a:extLst>
                <a:ext uri="{FF2B5EF4-FFF2-40B4-BE49-F238E27FC236}">
                  <a16:creationId xmlns:a16="http://schemas.microsoft.com/office/drawing/2014/main" id="{E41B3739-EB31-4AF8-A329-139A29273AFA}"/>
                </a:ext>
              </a:extLst>
            </p:cNvPr>
            <p:cNvSpPr>
              <a:spLocks noChangeArrowheads="1"/>
            </p:cNvSpPr>
            <p:nvPr/>
          </p:nvSpPr>
          <p:spPr bwMode="auto">
            <a:xfrm>
              <a:off x="3313" y="2704"/>
              <a:ext cx="404" cy="437"/>
            </a:xfrm>
            <a:prstGeom prst="ellipse">
              <a:avLst/>
            </a:prstGeom>
            <a:solidFill>
              <a:srgbClr val="FFFFFF"/>
            </a:solidFill>
            <a:ln w="0">
              <a:solidFill>
                <a:srgbClr val="000000"/>
              </a:solidFill>
              <a:round/>
              <a:headEnd/>
              <a:tailEn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mj-lt"/>
              </a:endParaRPr>
            </a:p>
          </p:txBody>
        </p:sp>
        <p:sp>
          <p:nvSpPr>
            <p:cNvPr id="101" name="Oval 32">
              <a:extLst>
                <a:ext uri="{FF2B5EF4-FFF2-40B4-BE49-F238E27FC236}">
                  <a16:creationId xmlns:a16="http://schemas.microsoft.com/office/drawing/2014/main" id="{9964999F-4E03-42D0-9B0A-392D730AFF17}"/>
                </a:ext>
              </a:extLst>
            </p:cNvPr>
            <p:cNvSpPr>
              <a:spLocks noChangeArrowheads="1"/>
            </p:cNvSpPr>
            <p:nvPr/>
          </p:nvSpPr>
          <p:spPr bwMode="auto">
            <a:xfrm>
              <a:off x="3313" y="2704"/>
              <a:ext cx="404" cy="437"/>
            </a:xfrm>
            <a:prstGeom prst="ellipse">
              <a:avLst/>
            </a:prstGeom>
            <a:noFill/>
            <a:ln w="17463" cap="rnd">
              <a:solidFill>
                <a:srgbClr val="000000"/>
              </a:solidFill>
              <a:round/>
              <a:headEnd/>
              <a:tailEn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mj-lt"/>
              </a:endParaRPr>
            </a:p>
          </p:txBody>
        </p:sp>
        <p:sp>
          <p:nvSpPr>
            <p:cNvPr id="102" name="Rectangle 33">
              <a:extLst>
                <a:ext uri="{FF2B5EF4-FFF2-40B4-BE49-F238E27FC236}">
                  <a16:creationId xmlns:a16="http://schemas.microsoft.com/office/drawing/2014/main" id="{F59C9EA7-A276-4A75-9A8C-A447792F968B}"/>
                </a:ext>
              </a:extLst>
            </p:cNvPr>
            <p:cNvSpPr>
              <a:spLocks noChangeArrowheads="1"/>
            </p:cNvSpPr>
            <p:nvPr/>
          </p:nvSpPr>
          <p:spPr bwMode="auto">
            <a:xfrm>
              <a:off x="3298" y="2822"/>
              <a:ext cx="412" cy="223"/>
            </a:xfrm>
            <a:prstGeom prst="rect">
              <a:avLst/>
            </a:prstGeom>
            <a:noFill/>
            <a:ln w="9525">
              <a:noFill/>
              <a:miter lim="800000"/>
              <a:headEnd/>
              <a:tailEnd/>
            </a:ln>
          </p:spPr>
          <p:txBody>
            <a:bodyPr wrap="none" lIns="0" tIns="0" rIns="0" bIns="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300" b="0" i="0" u="none" strike="noStrike" kern="0" cap="none" spc="0" normalizeH="0" baseline="0" noProof="0">
                  <a:ln>
                    <a:noFill/>
                  </a:ln>
                  <a:solidFill>
                    <a:srgbClr val="000000"/>
                  </a:solidFill>
                  <a:effectLst/>
                  <a:uLnTx/>
                  <a:uFillTx/>
                  <a:latin typeface="+mj-lt"/>
                </a:rPr>
                <a:t>0111</a:t>
              </a:r>
              <a:endParaRPr kumimoji="0" lang="en-US" altLang="zh-CN" sz="2800" b="0" i="0" u="none" strike="noStrike" kern="0" cap="none" spc="0" normalizeH="0" baseline="0" noProof="0">
                <a:ln>
                  <a:noFill/>
                </a:ln>
                <a:solidFill>
                  <a:srgbClr val="000000"/>
                </a:solidFill>
                <a:effectLst/>
                <a:uLnTx/>
                <a:uFillTx/>
                <a:latin typeface="+mj-lt"/>
              </a:endParaRPr>
            </a:p>
          </p:txBody>
        </p:sp>
        <p:sp>
          <p:nvSpPr>
            <p:cNvPr id="103" name="Oval 34">
              <a:extLst>
                <a:ext uri="{FF2B5EF4-FFF2-40B4-BE49-F238E27FC236}">
                  <a16:creationId xmlns:a16="http://schemas.microsoft.com/office/drawing/2014/main" id="{4EA44054-DCD0-4D6F-9B90-EA3D57D325E9}"/>
                </a:ext>
              </a:extLst>
            </p:cNvPr>
            <p:cNvSpPr>
              <a:spLocks noChangeArrowheads="1"/>
            </p:cNvSpPr>
            <p:nvPr/>
          </p:nvSpPr>
          <p:spPr bwMode="auto">
            <a:xfrm>
              <a:off x="2891" y="2149"/>
              <a:ext cx="404" cy="436"/>
            </a:xfrm>
            <a:prstGeom prst="ellipse">
              <a:avLst/>
            </a:prstGeom>
            <a:solidFill>
              <a:srgbClr val="FFFFFF"/>
            </a:solidFill>
            <a:ln w="0">
              <a:solidFill>
                <a:srgbClr val="000000"/>
              </a:solidFill>
              <a:round/>
              <a:headEnd/>
              <a:tailEn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mj-lt"/>
              </a:endParaRPr>
            </a:p>
          </p:txBody>
        </p:sp>
        <p:sp>
          <p:nvSpPr>
            <p:cNvPr id="104" name="Oval 35">
              <a:extLst>
                <a:ext uri="{FF2B5EF4-FFF2-40B4-BE49-F238E27FC236}">
                  <a16:creationId xmlns:a16="http://schemas.microsoft.com/office/drawing/2014/main" id="{9F87899A-09E0-4FA7-BF78-24F36DED36DA}"/>
                </a:ext>
              </a:extLst>
            </p:cNvPr>
            <p:cNvSpPr>
              <a:spLocks noChangeArrowheads="1"/>
            </p:cNvSpPr>
            <p:nvPr/>
          </p:nvSpPr>
          <p:spPr bwMode="auto">
            <a:xfrm>
              <a:off x="2891" y="2149"/>
              <a:ext cx="404" cy="436"/>
            </a:xfrm>
            <a:prstGeom prst="ellipse">
              <a:avLst/>
            </a:prstGeom>
            <a:noFill/>
            <a:ln w="17463" cap="rnd">
              <a:solidFill>
                <a:srgbClr val="000000"/>
              </a:solidFill>
              <a:round/>
              <a:headEnd/>
              <a:tailEn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mj-lt"/>
              </a:endParaRPr>
            </a:p>
          </p:txBody>
        </p:sp>
        <p:sp>
          <p:nvSpPr>
            <p:cNvPr id="105" name="Rectangle 36">
              <a:extLst>
                <a:ext uri="{FF2B5EF4-FFF2-40B4-BE49-F238E27FC236}">
                  <a16:creationId xmlns:a16="http://schemas.microsoft.com/office/drawing/2014/main" id="{B8ADBE23-F6C4-43F6-A94A-8D5C9EE8D643}"/>
                </a:ext>
              </a:extLst>
            </p:cNvPr>
            <p:cNvSpPr>
              <a:spLocks noChangeArrowheads="1"/>
            </p:cNvSpPr>
            <p:nvPr/>
          </p:nvSpPr>
          <p:spPr bwMode="auto">
            <a:xfrm>
              <a:off x="2880" y="2260"/>
              <a:ext cx="412" cy="223"/>
            </a:xfrm>
            <a:prstGeom prst="rect">
              <a:avLst/>
            </a:prstGeom>
            <a:noFill/>
            <a:ln w="9525">
              <a:noFill/>
              <a:miter lim="800000"/>
              <a:headEnd/>
              <a:tailEnd/>
            </a:ln>
          </p:spPr>
          <p:txBody>
            <a:bodyPr wrap="none" lIns="0" tIns="0" rIns="0" bIns="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300" b="0" i="0" u="none" strike="noStrike" kern="0" cap="none" spc="0" normalizeH="0" baseline="0" noProof="0">
                  <a:ln>
                    <a:noFill/>
                  </a:ln>
                  <a:solidFill>
                    <a:srgbClr val="000000"/>
                  </a:solidFill>
                  <a:effectLst/>
                  <a:uLnTx/>
                  <a:uFillTx/>
                  <a:latin typeface="+mj-lt"/>
                </a:rPr>
                <a:t>0011</a:t>
              </a:r>
              <a:endParaRPr kumimoji="0" lang="en-US" altLang="zh-CN" sz="2800" b="0" i="0" u="none" strike="noStrike" kern="0" cap="none" spc="0" normalizeH="0" baseline="0" noProof="0">
                <a:ln>
                  <a:noFill/>
                </a:ln>
                <a:solidFill>
                  <a:srgbClr val="000000"/>
                </a:solidFill>
                <a:effectLst/>
                <a:uLnTx/>
                <a:uFillTx/>
                <a:latin typeface="+mj-lt"/>
              </a:endParaRPr>
            </a:p>
          </p:txBody>
        </p:sp>
        <p:sp>
          <p:nvSpPr>
            <p:cNvPr id="106" name="Oval 37">
              <a:extLst>
                <a:ext uri="{FF2B5EF4-FFF2-40B4-BE49-F238E27FC236}">
                  <a16:creationId xmlns:a16="http://schemas.microsoft.com/office/drawing/2014/main" id="{15D72494-D934-44A9-8A97-54D46CC8CF16}"/>
                </a:ext>
              </a:extLst>
            </p:cNvPr>
            <p:cNvSpPr>
              <a:spLocks noChangeArrowheads="1"/>
            </p:cNvSpPr>
            <p:nvPr/>
          </p:nvSpPr>
          <p:spPr bwMode="auto">
            <a:xfrm>
              <a:off x="3355" y="1542"/>
              <a:ext cx="405" cy="437"/>
            </a:xfrm>
            <a:prstGeom prst="ellipse">
              <a:avLst/>
            </a:prstGeom>
            <a:solidFill>
              <a:srgbClr val="FFFFFF"/>
            </a:solidFill>
            <a:ln w="0">
              <a:solidFill>
                <a:srgbClr val="000000"/>
              </a:solidFill>
              <a:round/>
              <a:headEnd/>
              <a:tailEn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mj-lt"/>
              </a:endParaRPr>
            </a:p>
          </p:txBody>
        </p:sp>
        <p:sp>
          <p:nvSpPr>
            <p:cNvPr id="107" name="Oval 38">
              <a:extLst>
                <a:ext uri="{FF2B5EF4-FFF2-40B4-BE49-F238E27FC236}">
                  <a16:creationId xmlns:a16="http://schemas.microsoft.com/office/drawing/2014/main" id="{EB38C40B-11CC-4B89-BBF6-7BF165506A43}"/>
                </a:ext>
              </a:extLst>
            </p:cNvPr>
            <p:cNvSpPr>
              <a:spLocks noChangeArrowheads="1"/>
            </p:cNvSpPr>
            <p:nvPr/>
          </p:nvSpPr>
          <p:spPr bwMode="auto">
            <a:xfrm>
              <a:off x="3355" y="1542"/>
              <a:ext cx="405" cy="437"/>
            </a:xfrm>
            <a:prstGeom prst="ellipse">
              <a:avLst/>
            </a:prstGeom>
            <a:noFill/>
            <a:ln w="17463" cap="rnd">
              <a:solidFill>
                <a:srgbClr val="000000"/>
              </a:solidFill>
              <a:round/>
              <a:headEnd/>
              <a:tailEn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mj-lt"/>
              </a:endParaRPr>
            </a:p>
          </p:txBody>
        </p:sp>
        <p:sp>
          <p:nvSpPr>
            <p:cNvPr id="108" name="Rectangle 39">
              <a:extLst>
                <a:ext uri="{FF2B5EF4-FFF2-40B4-BE49-F238E27FC236}">
                  <a16:creationId xmlns:a16="http://schemas.microsoft.com/office/drawing/2014/main" id="{8168991B-516E-4E1B-BC74-F8822D6CAD3C}"/>
                </a:ext>
              </a:extLst>
            </p:cNvPr>
            <p:cNvSpPr>
              <a:spLocks noChangeArrowheads="1"/>
            </p:cNvSpPr>
            <p:nvPr/>
          </p:nvSpPr>
          <p:spPr bwMode="auto">
            <a:xfrm>
              <a:off x="3345" y="1660"/>
              <a:ext cx="412" cy="223"/>
            </a:xfrm>
            <a:prstGeom prst="rect">
              <a:avLst/>
            </a:prstGeom>
            <a:noFill/>
            <a:ln w="9525">
              <a:noFill/>
              <a:miter lim="800000"/>
              <a:headEnd/>
              <a:tailEnd/>
            </a:ln>
          </p:spPr>
          <p:txBody>
            <a:bodyPr wrap="none" lIns="0" tIns="0" rIns="0" bIns="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300" b="0" i="0" u="none" strike="noStrike" kern="0" cap="none" spc="0" normalizeH="0" baseline="0" noProof="0" dirty="0">
                  <a:ln>
                    <a:noFill/>
                  </a:ln>
                  <a:solidFill>
                    <a:srgbClr val="000000"/>
                  </a:solidFill>
                  <a:effectLst/>
                  <a:uLnTx/>
                  <a:uFillTx/>
                  <a:latin typeface="+mj-lt"/>
                </a:rPr>
                <a:t>0001</a:t>
              </a:r>
              <a:endParaRPr kumimoji="0" lang="en-US" altLang="zh-CN" sz="2800" b="0" i="0" u="none" strike="noStrike" kern="0" cap="none" spc="0" normalizeH="0" baseline="0" noProof="0" dirty="0">
                <a:ln>
                  <a:noFill/>
                </a:ln>
                <a:solidFill>
                  <a:srgbClr val="000000"/>
                </a:solidFill>
                <a:effectLst/>
                <a:uLnTx/>
                <a:uFillTx/>
                <a:latin typeface="+mj-lt"/>
              </a:endParaRPr>
            </a:p>
          </p:txBody>
        </p:sp>
        <p:sp>
          <p:nvSpPr>
            <p:cNvPr id="109" name="AutoShape 40">
              <a:extLst>
                <a:ext uri="{FF2B5EF4-FFF2-40B4-BE49-F238E27FC236}">
                  <a16:creationId xmlns:a16="http://schemas.microsoft.com/office/drawing/2014/main" id="{E6F52F40-3A14-4702-B6FD-FEBCE3D02DEA}"/>
                </a:ext>
              </a:extLst>
            </p:cNvPr>
            <p:cNvSpPr>
              <a:spLocks noChangeArrowheads="1"/>
            </p:cNvSpPr>
            <p:nvPr/>
          </p:nvSpPr>
          <p:spPr bwMode="auto">
            <a:xfrm rot="2700000">
              <a:off x="4323" y="1483"/>
              <a:ext cx="272" cy="83"/>
            </a:xfrm>
            <a:prstGeom prst="rightArrow">
              <a:avLst>
                <a:gd name="adj1" fmla="val 50000"/>
                <a:gd name="adj2" fmla="val 81928"/>
              </a:avLst>
            </a:prstGeom>
            <a:solidFill>
              <a:srgbClr val="99CCFF"/>
            </a:solidFill>
            <a:ln w="9525">
              <a:solidFill>
                <a:srgbClr val="000000"/>
              </a:solid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mj-lt"/>
              </a:endParaRPr>
            </a:p>
          </p:txBody>
        </p:sp>
        <p:sp>
          <p:nvSpPr>
            <p:cNvPr id="110" name="AutoShape 41">
              <a:extLst>
                <a:ext uri="{FF2B5EF4-FFF2-40B4-BE49-F238E27FC236}">
                  <a16:creationId xmlns:a16="http://schemas.microsoft.com/office/drawing/2014/main" id="{09E3604E-D438-4B9C-84AE-7FA8BCA2718B}"/>
                </a:ext>
              </a:extLst>
            </p:cNvPr>
            <p:cNvSpPr>
              <a:spLocks noChangeArrowheads="1"/>
            </p:cNvSpPr>
            <p:nvPr/>
          </p:nvSpPr>
          <p:spPr bwMode="auto">
            <a:xfrm rot="2700000">
              <a:off x="4841" y="1982"/>
              <a:ext cx="182" cy="84"/>
            </a:xfrm>
            <a:prstGeom prst="rightArrow">
              <a:avLst>
                <a:gd name="adj1" fmla="val 50000"/>
                <a:gd name="adj2" fmla="val 54167"/>
              </a:avLst>
            </a:prstGeom>
            <a:solidFill>
              <a:srgbClr val="99CCFF"/>
            </a:solidFill>
            <a:ln w="9525">
              <a:solidFill>
                <a:srgbClr val="000000"/>
              </a:solid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mj-lt"/>
              </a:endParaRPr>
            </a:p>
          </p:txBody>
        </p:sp>
        <p:sp>
          <p:nvSpPr>
            <p:cNvPr id="111" name="AutoShape 42">
              <a:extLst>
                <a:ext uri="{FF2B5EF4-FFF2-40B4-BE49-F238E27FC236}">
                  <a16:creationId xmlns:a16="http://schemas.microsoft.com/office/drawing/2014/main" id="{3743A57D-2692-476B-8CE6-ACF318AFCA7A}"/>
                </a:ext>
              </a:extLst>
            </p:cNvPr>
            <p:cNvSpPr>
              <a:spLocks noChangeArrowheads="1"/>
            </p:cNvSpPr>
            <p:nvPr/>
          </p:nvSpPr>
          <p:spPr bwMode="auto">
            <a:xfrm rot="2700000" flipH="1">
              <a:off x="3759" y="3113"/>
              <a:ext cx="168" cy="91"/>
            </a:xfrm>
            <a:prstGeom prst="rightArrow">
              <a:avLst>
                <a:gd name="adj1" fmla="val 50000"/>
                <a:gd name="adj2" fmla="val 46154"/>
              </a:avLst>
            </a:prstGeom>
            <a:solidFill>
              <a:srgbClr val="99CCFF"/>
            </a:solidFill>
            <a:ln w="9525">
              <a:solidFill>
                <a:srgbClr val="000000"/>
              </a:solid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mj-lt"/>
              </a:endParaRPr>
            </a:p>
          </p:txBody>
        </p:sp>
        <p:sp>
          <p:nvSpPr>
            <p:cNvPr id="112" name="AutoShape 43">
              <a:extLst>
                <a:ext uri="{FF2B5EF4-FFF2-40B4-BE49-F238E27FC236}">
                  <a16:creationId xmlns:a16="http://schemas.microsoft.com/office/drawing/2014/main" id="{2000EFC2-C973-4360-ADF4-E44ACF89C3CE}"/>
                </a:ext>
              </a:extLst>
            </p:cNvPr>
            <p:cNvSpPr>
              <a:spLocks noChangeArrowheads="1"/>
            </p:cNvSpPr>
            <p:nvPr/>
          </p:nvSpPr>
          <p:spPr bwMode="auto">
            <a:xfrm rot="-2700000">
              <a:off x="3257" y="2024"/>
              <a:ext cx="168" cy="91"/>
            </a:xfrm>
            <a:prstGeom prst="rightArrow">
              <a:avLst>
                <a:gd name="adj1" fmla="val 50000"/>
                <a:gd name="adj2" fmla="val 46154"/>
              </a:avLst>
            </a:prstGeom>
            <a:solidFill>
              <a:srgbClr val="99CCFF"/>
            </a:solidFill>
            <a:ln w="9525">
              <a:solidFill>
                <a:srgbClr val="000000"/>
              </a:solid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mj-lt"/>
              </a:endParaRPr>
            </a:p>
          </p:txBody>
        </p:sp>
        <p:sp>
          <p:nvSpPr>
            <p:cNvPr id="113" name="AutoShape 44">
              <a:extLst>
                <a:ext uri="{FF2B5EF4-FFF2-40B4-BE49-F238E27FC236}">
                  <a16:creationId xmlns:a16="http://schemas.microsoft.com/office/drawing/2014/main" id="{113B6BEE-3AA0-43E4-AB9B-E2D566D84678}"/>
                </a:ext>
              </a:extLst>
            </p:cNvPr>
            <p:cNvSpPr>
              <a:spLocks noChangeArrowheads="1"/>
            </p:cNvSpPr>
            <p:nvPr/>
          </p:nvSpPr>
          <p:spPr bwMode="auto">
            <a:xfrm rot="-2700000">
              <a:off x="3717" y="1479"/>
              <a:ext cx="168" cy="91"/>
            </a:xfrm>
            <a:prstGeom prst="rightArrow">
              <a:avLst>
                <a:gd name="adj1" fmla="val 50000"/>
                <a:gd name="adj2" fmla="val 46154"/>
              </a:avLst>
            </a:prstGeom>
            <a:solidFill>
              <a:srgbClr val="99CCFF"/>
            </a:solidFill>
            <a:ln w="9525">
              <a:solidFill>
                <a:srgbClr val="000000"/>
              </a:solid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mj-lt"/>
              </a:endParaRPr>
            </a:p>
          </p:txBody>
        </p:sp>
        <p:sp>
          <p:nvSpPr>
            <p:cNvPr id="114" name="AutoShape 45">
              <a:extLst>
                <a:ext uri="{FF2B5EF4-FFF2-40B4-BE49-F238E27FC236}">
                  <a16:creationId xmlns:a16="http://schemas.microsoft.com/office/drawing/2014/main" id="{E2E06A19-7385-450E-A17C-3AB6B77569B9}"/>
                </a:ext>
              </a:extLst>
            </p:cNvPr>
            <p:cNvSpPr>
              <a:spLocks noChangeArrowheads="1"/>
            </p:cNvSpPr>
            <p:nvPr/>
          </p:nvSpPr>
          <p:spPr bwMode="auto">
            <a:xfrm rot="18900000" flipH="1">
              <a:off x="4882" y="2662"/>
              <a:ext cx="182" cy="84"/>
            </a:xfrm>
            <a:prstGeom prst="rightArrow">
              <a:avLst>
                <a:gd name="adj1" fmla="val 50000"/>
                <a:gd name="adj2" fmla="val 54167"/>
              </a:avLst>
            </a:prstGeom>
            <a:solidFill>
              <a:srgbClr val="99CCFF"/>
            </a:solidFill>
            <a:ln w="9525">
              <a:solidFill>
                <a:srgbClr val="000000"/>
              </a:solid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mj-lt"/>
              </a:endParaRPr>
            </a:p>
          </p:txBody>
        </p:sp>
        <p:sp>
          <p:nvSpPr>
            <p:cNvPr id="115" name="AutoShape 46">
              <a:extLst>
                <a:ext uri="{FF2B5EF4-FFF2-40B4-BE49-F238E27FC236}">
                  <a16:creationId xmlns:a16="http://schemas.microsoft.com/office/drawing/2014/main" id="{32E46844-D9E2-463D-BB93-73A7AA123FD2}"/>
                </a:ext>
              </a:extLst>
            </p:cNvPr>
            <p:cNvSpPr>
              <a:spLocks noChangeArrowheads="1"/>
            </p:cNvSpPr>
            <p:nvPr/>
          </p:nvSpPr>
          <p:spPr bwMode="auto">
            <a:xfrm rot="18900000" flipH="1">
              <a:off x="4338" y="3206"/>
              <a:ext cx="182" cy="84"/>
            </a:xfrm>
            <a:prstGeom prst="rightArrow">
              <a:avLst>
                <a:gd name="adj1" fmla="val 50000"/>
                <a:gd name="adj2" fmla="val 54167"/>
              </a:avLst>
            </a:prstGeom>
            <a:solidFill>
              <a:srgbClr val="99CCFF"/>
            </a:solidFill>
            <a:ln w="9525">
              <a:solidFill>
                <a:srgbClr val="000000"/>
              </a:solid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mj-lt"/>
              </a:endParaRPr>
            </a:p>
          </p:txBody>
        </p:sp>
        <p:sp>
          <p:nvSpPr>
            <p:cNvPr id="116" name="AutoShape 47">
              <a:extLst>
                <a:ext uri="{FF2B5EF4-FFF2-40B4-BE49-F238E27FC236}">
                  <a16:creationId xmlns:a16="http://schemas.microsoft.com/office/drawing/2014/main" id="{512677D8-254E-476F-BF97-8FB7C36C2860}"/>
                </a:ext>
              </a:extLst>
            </p:cNvPr>
            <p:cNvSpPr>
              <a:spLocks noChangeArrowheads="1"/>
            </p:cNvSpPr>
            <p:nvPr/>
          </p:nvSpPr>
          <p:spPr bwMode="auto">
            <a:xfrm rot="2700000" flipH="1">
              <a:off x="3215" y="2614"/>
              <a:ext cx="168" cy="91"/>
            </a:xfrm>
            <a:prstGeom prst="rightArrow">
              <a:avLst>
                <a:gd name="adj1" fmla="val 50000"/>
                <a:gd name="adj2" fmla="val 46154"/>
              </a:avLst>
            </a:prstGeom>
            <a:solidFill>
              <a:srgbClr val="99CCFF"/>
            </a:solidFill>
            <a:ln w="9525">
              <a:solidFill>
                <a:srgbClr val="000000"/>
              </a:solid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mj-lt"/>
              </a:endParaRPr>
            </a:p>
          </p:txBody>
        </p:sp>
      </p:grpSp>
      <p:sp>
        <p:nvSpPr>
          <p:cNvPr id="4" name="Title 4">
            <a:extLst>
              <a:ext uri="{FF2B5EF4-FFF2-40B4-BE49-F238E27FC236}">
                <a16:creationId xmlns:a16="http://schemas.microsoft.com/office/drawing/2014/main" id="{65930B72-7077-1DD6-237F-1F8AC0E92302}"/>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t>扭环形计数器的状态图</a:t>
            </a:r>
            <a:endParaRPr lang="en-CN" altLang="zh-CN" sz="4000" dirty="0">
              <a:solidFill>
                <a:srgbClr val="0000FF"/>
              </a:solidFill>
              <a:latin typeface="Arial" panose="020B0604020202020204" pitchFamily="34" charset="0"/>
              <a:cs typeface="Arial" panose="020B0604020202020204" pitchFamily="34" charset="0"/>
            </a:endParaRPr>
          </a:p>
        </p:txBody>
      </p:sp>
      <p:sp>
        <p:nvSpPr>
          <p:cNvPr id="3" name="椭圆 2">
            <a:extLst>
              <a:ext uri="{FF2B5EF4-FFF2-40B4-BE49-F238E27FC236}">
                <a16:creationId xmlns:a16="http://schemas.microsoft.com/office/drawing/2014/main" id="{91A3927F-820F-40CF-925C-ED37FECD9445}"/>
              </a:ext>
            </a:extLst>
          </p:cNvPr>
          <p:cNvSpPr/>
          <p:nvPr/>
        </p:nvSpPr>
        <p:spPr>
          <a:xfrm rot="19891552">
            <a:off x="2668081" y="1677540"/>
            <a:ext cx="399790" cy="1466851"/>
          </a:xfrm>
          <a:prstGeom prst="ellipse">
            <a:avLst/>
          </a:prstGeom>
          <a:noFill/>
          <a:ln w="38100">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椭圆 116">
            <a:extLst>
              <a:ext uri="{FF2B5EF4-FFF2-40B4-BE49-F238E27FC236}">
                <a16:creationId xmlns:a16="http://schemas.microsoft.com/office/drawing/2014/main" id="{37826076-E00E-4243-9E7B-FAC61E1C07E2}"/>
              </a:ext>
            </a:extLst>
          </p:cNvPr>
          <p:cNvSpPr/>
          <p:nvPr/>
        </p:nvSpPr>
        <p:spPr>
          <a:xfrm rot="2757317">
            <a:off x="3423127" y="3210910"/>
            <a:ext cx="502045" cy="1916362"/>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6272600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灯片编号占位符 70"/>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259D7DD-E1BE-4482-9234-29898EB39847}" type="slidenum">
              <a:rPr kumimoji="0" lang="en-US" altLang="zh-CN" sz="1200" b="0" i="0" u="none" strike="noStrike" kern="1200" cap="none" spc="0" normalizeH="0" baseline="0" noProof="0" smtClean="0">
                <a:ln>
                  <a:noFill/>
                </a:ln>
                <a:solidFill>
                  <a:srgbClr val="000000"/>
                </a:solidFill>
                <a:effectLst/>
                <a:uLnTx/>
                <a:uFillTx/>
                <a:latin typeface="Arial Black"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99</a:t>
            </a:fld>
            <a:endParaRPr kumimoji="0" lang="en-US" altLang="zh-CN" sz="1200" b="0" i="0" u="none" strike="noStrike" kern="1200" cap="none" spc="0" normalizeH="0" baseline="0" noProof="0" dirty="0">
              <a:ln>
                <a:noFill/>
              </a:ln>
              <a:solidFill>
                <a:srgbClr val="000000"/>
              </a:solidFill>
              <a:effectLst/>
              <a:uLnTx/>
              <a:uFillTx/>
              <a:latin typeface="Arial Black" pitchFamily="34" charset="0"/>
              <a:ea typeface="宋体" pitchFamily="2" charset="-122"/>
              <a:cs typeface="+mn-cs"/>
            </a:endParaRPr>
          </a:p>
        </p:txBody>
      </p:sp>
      <p:sp>
        <p:nvSpPr>
          <p:cNvPr id="64516" name="Rectangle 3"/>
          <p:cNvSpPr>
            <a:spLocks noGrp="1" noChangeArrowheads="1"/>
          </p:cNvSpPr>
          <p:nvPr>
            <p:ph idx="4294967295"/>
          </p:nvPr>
        </p:nvSpPr>
        <p:spPr>
          <a:xfrm>
            <a:off x="496888" y="1433335"/>
            <a:ext cx="7886700" cy="4351338"/>
          </a:xfrm>
        </p:spPr>
        <p:txBody>
          <a:bodyPr>
            <a:normAutofit/>
          </a:bodyPr>
          <a:lstStyle/>
          <a:p>
            <a:r>
              <a:rPr lang="zh-CN" altLang="en-US" sz="2800" b="0" dirty="0"/>
              <a:t>还有</a:t>
            </a:r>
            <a:r>
              <a:rPr lang="en-US" altLang="zh-CN" sz="2800" b="0" dirty="0"/>
              <a:t>8</a:t>
            </a:r>
            <a:r>
              <a:rPr lang="zh-CN" altLang="en-US" sz="2800" b="0" dirty="0"/>
              <a:t>个状态呢</a:t>
            </a:r>
            <a:r>
              <a:rPr lang="en-US" altLang="zh-CN" sz="2800" b="0" dirty="0"/>
              <a:t>?</a:t>
            </a:r>
            <a:endParaRPr lang="en-US" altLang="zh-CN" sz="2800" b="0" dirty="0">
              <a:latin typeface="+mn-lt"/>
            </a:endParaRPr>
          </a:p>
          <a:p>
            <a:r>
              <a:rPr lang="zh-CN" altLang="en-US" sz="2800" b="0" dirty="0"/>
              <a:t>自启动设计</a:t>
            </a:r>
            <a:endParaRPr lang="en-US" altLang="zh-CN" sz="2800" b="0" dirty="0"/>
          </a:p>
        </p:txBody>
      </p:sp>
      <p:grpSp>
        <p:nvGrpSpPr>
          <p:cNvPr id="138" name="Group 4">
            <a:extLst>
              <a:ext uri="{FF2B5EF4-FFF2-40B4-BE49-F238E27FC236}">
                <a16:creationId xmlns:a16="http://schemas.microsoft.com/office/drawing/2014/main" id="{1E6AF981-6AE6-4842-80B3-CDE1CC314199}"/>
              </a:ext>
            </a:extLst>
          </p:cNvPr>
          <p:cNvGrpSpPr>
            <a:grpSpLocks/>
          </p:cNvGrpSpPr>
          <p:nvPr/>
        </p:nvGrpSpPr>
        <p:grpSpPr bwMode="auto">
          <a:xfrm>
            <a:off x="5130800" y="2861858"/>
            <a:ext cx="3309938" cy="3487738"/>
            <a:chOff x="508" y="1368"/>
            <a:chExt cx="2085" cy="2197"/>
          </a:xfrm>
        </p:grpSpPr>
        <p:sp>
          <p:nvSpPr>
            <p:cNvPr id="139" name="Oval 5">
              <a:extLst>
                <a:ext uri="{FF2B5EF4-FFF2-40B4-BE49-F238E27FC236}">
                  <a16:creationId xmlns:a16="http://schemas.microsoft.com/office/drawing/2014/main" id="{D46B64F5-E486-429B-BE38-317E8D2D4E4A}"/>
                </a:ext>
              </a:extLst>
            </p:cNvPr>
            <p:cNvSpPr>
              <a:spLocks noChangeArrowheads="1"/>
            </p:cNvSpPr>
            <p:nvPr/>
          </p:nvSpPr>
          <p:spPr bwMode="auto">
            <a:xfrm>
              <a:off x="1355" y="1368"/>
              <a:ext cx="351" cy="379"/>
            </a:xfrm>
            <a:prstGeom prst="ellipse">
              <a:avLst/>
            </a:prstGeom>
            <a:solidFill>
              <a:srgbClr val="FFFFFF"/>
            </a:solidFill>
            <a:ln w="0">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300" b="0" i="0" u="none" strike="noStrike" kern="0" cap="none" spc="0" normalizeH="0" baseline="0" noProof="0">
                <a:ln>
                  <a:noFill/>
                </a:ln>
                <a:solidFill>
                  <a:sysClr val="windowText" lastClr="000000"/>
                </a:solidFill>
                <a:effectLst/>
                <a:uLnTx/>
                <a:uFillTx/>
                <a:latin typeface="+mj-lt"/>
              </a:endParaRPr>
            </a:p>
          </p:txBody>
        </p:sp>
        <p:sp>
          <p:nvSpPr>
            <p:cNvPr id="140" name="Freeform 6">
              <a:extLst>
                <a:ext uri="{FF2B5EF4-FFF2-40B4-BE49-F238E27FC236}">
                  <a16:creationId xmlns:a16="http://schemas.microsoft.com/office/drawing/2014/main" id="{2E27939F-D382-47AE-AC6B-EBA272DE40E9}"/>
                </a:ext>
              </a:extLst>
            </p:cNvPr>
            <p:cNvSpPr>
              <a:spLocks/>
            </p:cNvSpPr>
            <p:nvPr/>
          </p:nvSpPr>
          <p:spPr bwMode="auto">
            <a:xfrm>
              <a:off x="1355" y="1368"/>
              <a:ext cx="351" cy="379"/>
            </a:xfrm>
            <a:custGeom>
              <a:avLst/>
              <a:gdLst>
                <a:gd name="T0" fmla="*/ 324 w 380"/>
                <a:gd name="T1" fmla="*/ 190 h 379"/>
                <a:gd name="T2" fmla="*/ 163 w 380"/>
                <a:gd name="T3" fmla="*/ 0 h 379"/>
                <a:gd name="T4" fmla="*/ 0 w 380"/>
                <a:gd name="T5" fmla="*/ 190 h 379"/>
                <a:gd name="T6" fmla="*/ 163 w 380"/>
                <a:gd name="T7" fmla="*/ 379 h 379"/>
                <a:gd name="T8" fmla="*/ 324 w 380"/>
                <a:gd name="T9" fmla="*/ 190 h 379"/>
                <a:gd name="T10" fmla="*/ 0 60000 65536"/>
                <a:gd name="T11" fmla="*/ 0 60000 65536"/>
                <a:gd name="T12" fmla="*/ 0 60000 65536"/>
                <a:gd name="T13" fmla="*/ 0 60000 65536"/>
                <a:gd name="T14" fmla="*/ 0 60000 65536"/>
                <a:gd name="T15" fmla="*/ 0 w 380"/>
                <a:gd name="T16" fmla="*/ 0 h 379"/>
                <a:gd name="T17" fmla="*/ 380 w 380"/>
                <a:gd name="T18" fmla="*/ 379 h 379"/>
              </a:gdLst>
              <a:ahLst/>
              <a:cxnLst>
                <a:cxn ang="T10">
                  <a:pos x="T0" y="T1"/>
                </a:cxn>
                <a:cxn ang="T11">
                  <a:pos x="T2" y="T3"/>
                </a:cxn>
                <a:cxn ang="T12">
                  <a:pos x="T4" y="T5"/>
                </a:cxn>
                <a:cxn ang="T13">
                  <a:pos x="T6" y="T7"/>
                </a:cxn>
                <a:cxn ang="T14">
                  <a:pos x="T8" y="T9"/>
                </a:cxn>
              </a:cxnLst>
              <a:rect l="T15" t="T16" r="T17" b="T18"/>
              <a:pathLst>
                <a:path w="380" h="379">
                  <a:moveTo>
                    <a:pt x="380" y="190"/>
                  </a:moveTo>
                  <a:cubicBezTo>
                    <a:pt x="380" y="84"/>
                    <a:pt x="295" y="0"/>
                    <a:pt x="190" y="0"/>
                  </a:cubicBezTo>
                  <a:cubicBezTo>
                    <a:pt x="85" y="0"/>
                    <a:pt x="0" y="84"/>
                    <a:pt x="0" y="190"/>
                  </a:cubicBezTo>
                  <a:cubicBezTo>
                    <a:pt x="0" y="294"/>
                    <a:pt x="85" y="379"/>
                    <a:pt x="190" y="379"/>
                  </a:cubicBezTo>
                  <a:cubicBezTo>
                    <a:pt x="295" y="379"/>
                    <a:pt x="380" y="294"/>
                    <a:pt x="380" y="190"/>
                  </a:cubicBezTo>
                </a:path>
              </a:pathLst>
            </a:custGeom>
            <a:noFill/>
            <a:ln w="14288" cap="rnd">
              <a:solidFill>
                <a:srgbClr val="000000"/>
              </a:solid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300" b="0" i="0" u="none" strike="noStrike" kern="0" cap="none" spc="0" normalizeH="0" baseline="0" noProof="0">
                <a:ln>
                  <a:noFill/>
                </a:ln>
                <a:solidFill>
                  <a:sysClr val="windowText" lastClr="000000"/>
                </a:solidFill>
                <a:effectLst/>
                <a:uLnTx/>
                <a:uFillTx/>
                <a:latin typeface="+mj-lt"/>
              </a:endParaRPr>
            </a:p>
          </p:txBody>
        </p:sp>
        <p:sp>
          <p:nvSpPr>
            <p:cNvPr id="141" name="Rectangle 7">
              <a:extLst>
                <a:ext uri="{FF2B5EF4-FFF2-40B4-BE49-F238E27FC236}">
                  <a16:creationId xmlns:a16="http://schemas.microsoft.com/office/drawing/2014/main" id="{505053A2-69C1-494F-8A17-5954AF142E57}"/>
                </a:ext>
              </a:extLst>
            </p:cNvPr>
            <p:cNvSpPr>
              <a:spLocks noChangeArrowheads="1"/>
            </p:cNvSpPr>
            <p:nvPr/>
          </p:nvSpPr>
          <p:spPr bwMode="auto">
            <a:xfrm>
              <a:off x="1491" y="1450"/>
              <a:ext cx="103" cy="223"/>
            </a:xfrm>
            <a:prstGeom prst="rect">
              <a:avLst/>
            </a:prstGeom>
            <a:noFill/>
            <a:ln w="9525">
              <a:noFill/>
              <a:miter lim="800000"/>
              <a:headEnd/>
              <a:tailEnd/>
            </a:ln>
          </p:spPr>
          <p:txBody>
            <a:bodyPr wrap="none" lIns="0" tIns="0" rIns="0" bIns="0">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2300" b="0" i="0" u="none" strike="noStrike" kern="0" cap="none" spc="0" normalizeH="0" baseline="0" noProof="0" dirty="0">
                  <a:ln>
                    <a:noFill/>
                  </a:ln>
                  <a:solidFill>
                    <a:srgbClr val="000000"/>
                  </a:solidFill>
                  <a:effectLst/>
                  <a:uLnTx/>
                  <a:uFillTx/>
                  <a:latin typeface="+mj-lt"/>
                </a:rPr>
                <a:t>2</a:t>
              </a:r>
            </a:p>
          </p:txBody>
        </p:sp>
        <p:sp>
          <p:nvSpPr>
            <p:cNvPr id="142" name="Oval 8">
              <a:extLst>
                <a:ext uri="{FF2B5EF4-FFF2-40B4-BE49-F238E27FC236}">
                  <a16:creationId xmlns:a16="http://schemas.microsoft.com/office/drawing/2014/main" id="{F70072E3-09E3-4F36-9129-45325146088A}"/>
                </a:ext>
              </a:extLst>
            </p:cNvPr>
            <p:cNvSpPr>
              <a:spLocks noChangeArrowheads="1"/>
            </p:cNvSpPr>
            <p:nvPr/>
          </p:nvSpPr>
          <p:spPr bwMode="auto">
            <a:xfrm>
              <a:off x="2014" y="1671"/>
              <a:ext cx="351" cy="378"/>
            </a:xfrm>
            <a:prstGeom prst="ellipse">
              <a:avLst/>
            </a:prstGeom>
            <a:solidFill>
              <a:srgbClr val="FFFFFF"/>
            </a:solidFill>
            <a:ln w="0">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300" b="0" i="0" u="none" strike="noStrike" kern="0" cap="none" spc="0" normalizeH="0" baseline="0" noProof="0">
                <a:ln>
                  <a:noFill/>
                </a:ln>
                <a:solidFill>
                  <a:sysClr val="windowText" lastClr="000000"/>
                </a:solidFill>
                <a:effectLst/>
                <a:uLnTx/>
                <a:uFillTx/>
                <a:latin typeface="+mj-lt"/>
              </a:endParaRPr>
            </a:p>
          </p:txBody>
        </p:sp>
        <p:sp>
          <p:nvSpPr>
            <p:cNvPr id="143" name="Oval 9">
              <a:extLst>
                <a:ext uri="{FF2B5EF4-FFF2-40B4-BE49-F238E27FC236}">
                  <a16:creationId xmlns:a16="http://schemas.microsoft.com/office/drawing/2014/main" id="{4D163868-738A-47CD-B894-47EA918434E0}"/>
                </a:ext>
              </a:extLst>
            </p:cNvPr>
            <p:cNvSpPr>
              <a:spLocks noChangeArrowheads="1"/>
            </p:cNvSpPr>
            <p:nvPr/>
          </p:nvSpPr>
          <p:spPr bwMode="auto">
            <a:xfrm>
              <a:off x="2014" y="1671"/>
              <a:ext cx="351" cy="378"/>
            </a:xfrm>
            <a:prstGeom prst="ellipse">
              <a:avLst/>
            </a:prstGeom>
            <a:noFill/>
            <a:ln w="14288" cap="rnd">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300" b="0" i="0" u="none" strike="noStrike" kern="0" cap="none" spc="0" normalizeH="0" baseline="0" noProof="0">
                <a:ln>
                  <a:noFill/>
                </a:ln>
                <a:solidFill>
                  <a:sysClr val="windowText" lastClr="000000"/>
                </a:solidFill>
                <a:effectLst/>
                <a:uLnTx/>
                <a:uFillTx/>
                <a:latin typeface="+mj-lt"/>
              </a:endParaRPr>
            </a:p>
          </p:txBody>
        </p:sp>
        <p:sp>
          <p:nvSpPr>
            <p:cNvPr id="144" name="Rectangle 10">
              <a:extLst>
                <a:ext uri="{FF2B5EF4-FFF2-40B4-BE49-F238E27FC236}">
                  <a16:creationId xmlns:a16="http://schemas.microsoft.com/office/drawing/2014/main" id="{8A8F8078-25B5-4EA3-9CDB-7FE2B810A949}"/>
                </a:ext>
              </a:extLst>
            </p:cNvPr>
            <p:cNvSpPr>
              <a:spLocks noChangeArrowheads="1"/>
            </p:cNvSpPr>
            <p:nvPr/>
          </p:nvSpPr>
          <p:spPr bwMode="auto">
            <a:xfrm>
              <a:off x="2153" y="1751"/>
              <a:ext cx="103" cy="223"/>
            </a:xfrm>
            <a:prstGeom prst="rect">
              <a:avLst/>
            </a:prstGeom>
            <a:noFill/>
            <a:ln w="9525">
              <a:noFill/>
              <a:miter lim="800000"/>
              <a:headEnd/>
              <a:tailEnd/>
            </a:ln>
          </p:spPr>
          <p:txBody>
            <a:bodyPr wrap="none" lIns="0" tIns="0" rIns="0" bIns="0">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2300" b="0" i="0" u="none" strike="noStrike" kern="0" cap="none" spc="0" normalizeH="0" baseline="0" noProof="0" dirty="0">
                  <a:ln>
                    <a:noFill/>
                  </a:ln>
                  <a:solidFill>
                    <a:srgbClr val="000000"/>
                  </a:solidFill>
                  <a:effectLst/>
                  <a:uLnTx/>
                  <a:uFillTx/>
                  <a:latin typeface="+mj-lt"/>
                </a:rPr>
                <a:t>9</a:t>
              </a:r>
            </a:p>
          </p:txBody>
        </p:sp>
        <p:sp>
          <p:nvSpPr>
            <p:cNvPr id="145" name="Oval 11">
              <a:extLst>
                <a:ext uri="{FF2B5EF4-FFF2-40B4-BE49-F238E27FC236}">
                  <a16:creationId xmlns:a16="http://schemas.microsoft.com/office/drawing/2014/main" id="{3964770C-548D-431C-9ACB-7B56B7E4CF80}"/>
                </a:ext>
              </a:extLst>
            </p:cNvPr>
            <p:cNvSpPr>
              <a:spLocks noChangeArrowheads="1"/>
            </p:cNvSpPr>
            <p:nvPr/>
          </p:nvSpPr>
          <p:spPr bwMode="auto">
            <a:xfrm>
              <a:off x="2242" y="2258"/>
              <a:ext cx="351" cy="379"/>
            </a:xfrm>
            <a:prstGeom prst="ellipse">
              <a:avLst/>
            </a:prstGeom>
            <a:solidFill>
              <a:srgbClr val="FFFFFF"/>
            </a:solidFill>
            <a:ln w="0">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300" b="0" i="0" u="none" strike="noStrike" kern="0" cap="none" spc="0" normalizeH="0" baseline="0" noProof="0">
                <a:ln>
                  <a:noFill/>
                </a:ln>
                <a:solidFill>
                  <a:sysClr val="windowText" lastClr="000000"/>
                </a:solidFill>
                <a:effectLst/>
                <a:uLnTx/>
                <a:uFillTx/>
                <a:latin typeface="+mj-lt"/>
              </a:endParaRPr>
            </a:p>
          </p:txBody>
        </p:sp>
        <p:sp>
          <p:nvSpPr>
            <p:cNvPr id="146" name="Oval 12">
              <a:extLst>
                <a:ext uri="{FF2B5EF4-FFF2-40B4-BE49-F238E27FC236}">
                  <a16:creationId xmlns:a16="http://schemas.microsoft.com/office/drawing/2014/main" id="{26464A6B-373C-4F32-8F72-C5CC7B3B0FF2}"/>
                </a:ext>
              </a:extLst>
            </p:cNvPr>
            <p:cNvSpPr>
              <a:spLocks noChangeArrowheads="1"/>
            </p:cNvSpPr>
            <p:nvPr/>
          </p:nvSpPr>
          <p:spPr bwMode="auto">
            <a:xfrm>
              <a:off x="2242" y="2258"/>
              <a:ext cx="351" cy="379"/>
            </a:xfrm>
            <a:prstGeom prst="ellipse">
              <a:avLst/>
            </a:prstGeom>
            <a:noFill/>
            <a:ln w="14288" cap="rnd">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300" b="0" i="0" u="none" strike="noStrike" kern="0" cap="none" spc="0" normalizeH="0" baseline="0" noProof="0">
                <a:ln>
                  <a:noFill/>
                </a:ln>
                <a:solidFill>
                  <a:sysClr val="windowText" lastClr="000000"/>
                </a:solidFill>
                <a:effectLst/>
                <a:uLnTx/>
                <a:uFillTx/>
                <a:latin typeface="+mj-lt"/>
              </a:endParaRPr>
            </a:p>
          </p:txBody>
        </p:sp>
        <p:sp>
          <p:nvSpPr>
            <p:cNvPr id="147" name="Rectangle 13">
              <a:extLst>
                <a:ext uri="{FF2B5EF4-FFF2-40B4-BE49-F238E27FC236}">
                  <a16:creationId xmlns:a16="http://schemas.microsoft.com/office/drawing/2014/main" id="{453691F8-25EB-4B19-9728-F5735B602485}"/>
                </a:ext>
              </a:extLst>
            </p:cNvPr>
            <p:cNvSpPr>
              <a:spLocks noChangeArrowheads="1"/>
            </p:cNvSpPr>
            <p:nvPr/>
          </p:nvSpPr>
          <p:spPr bwMode="auto">
            <a:xfrm>
              <a:off x="2383" y="2330"/>
              <a:ext cx="103" cy="223"/>
            </a:xfrm>
            <a:prstGeom prst="rect">
              <a:avLst/>
            </a:prstGeom>
            <a:noFill/>
            <a:ln w="9525">
              <a:noFill/>
              <a:miter lim="800000"/>
              <a:headEnd/>
              <a:tailEnd/>
            </a:ln>
          </p:spPr>
          <p:txBody>
            <a:bodyPr wrap="none" lIns="0" tIns="0" rIns="0" bIns="0">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2300" b="0" i="0" u="none" strike="noStrike" kern="0" cap="none" spc="0" normalizeH="0" baseline="0" noProof="0" dirty="0">
                  <a:ln>
                    <a:noFill/>
                  </a:ln>
                  <a:solidFill>
                    <a:srgbClr val="000000"/>
                  </a:solidFill>
                  <a:effectLst/>
                  <a:uLnTx/>
                  <a:uFillTx/>
                  <a:latin typeface="+mj-lt"/>
                </a:rPr>
                <a:t>4</a:t>
              </a:r>
            </a:p>
          </p:txBody>
        </p:sp>
        <p:sp>
          <p:nvSpPr>
            <p:cNvPr id="148" name="Oval 14">
              <a:extLst>
                <a:ext uri="{FF2B5EF4-FFF2-40B4-BE49-F238E27FC236}">
                  <a16:creationId xmlns:a16="http://schemas.microsoft.com/office/drawing/2014/main" id="{509ACA12-7868-4A6F-8678-11A774F503CC}"/>
                </a:ext>
              </a:extLst>
            </p:cNvPr>
            <p:cNvSpPr>
              <a:spLocks noChangeArrowheads="1"/>
            </p:cNvSpPr>
            <p:nvPr/>
          </p:nvSpPr>
          <p:spPr bwMode="auto">
            <a:xfrm>
              <a:off x="2010" y="2902"/>
              <a:ext cx="350" cy="379"/>
            </a:xfrm>
            <a:prstGeom prst="ellipse">
              <a:avLst/>
            </a:prstGeom>
            <a:solidFill>
              <a:srgbClr val="FFFFFF"/>
            </a:solidFill>
            <a:ln w="0">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300" b="0" i="0" u="none" strike="noStrike" kern="0" cap="none" spc="0" normalizeH="0" baseline="0" noProof="0">
                <a:ln>
                  <a:noFill/>
                </a:ln>
                <a:solidFill>
                  <a:sysClr val="windowText" lastClr="000000"/>
                </a:solidFill>
                <a:effectLst/>
                <a:uLnTx/>
                <a:uFillTx/>
                <a:latin typeface="+mj-lt"/>
              </a:endParaRPr>
            </a:p>
          </p:txBody>
        </p:sp>
        <p:sp>
          <p:nvSpPr>
            <p:cNvPr id="149" name="Oval 15">
              <a:extLst>
                <a:ext uri="{FF2B5EF4-FFF2-40B4-BE49-F238E27FC236}">
                  <a16:creationId xmlns:a16="http://schemas.microsoft.com/office/drawing/2014/main" id="{221FA447-0E3E-49D8-BA19-1FB11EE14CE7}"/>
                </a:ext>
              </a:extLst>
            </p:cNvPr>
            <p:cNvSpPr>
              <a:spLocks noChangeArrowheads="1"/>
            </p:cNvSpPr>
            <p:nvPr/>
          </p:nvSpPr>
          <p:spPr bwMode="auto">
            <a:xfrm>
              <a:off x="2010" y="2902"/>
              <a:ext cx="350" cy="379"/>
            </a:xfrm>
            <a:prstGeom prst="ellipse">
              <a:avLst/>
            </a:prstGeom>
            <a:noFill/>
            <a:ln w="14288" cap="rnd">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300" b="0" i="0" u="none" strike="noStrike" kern="0" cap="none" spc="0" normalizeH="0" baseline="0" noProof="0">
                <a:ln>
                  <a:noFill/>
                </a:ln>
                <a:solidFill>
                  <a:sysClr val="windowText" lastClr="000000"/>
                </a:solidFill>
                <a:effectLst/>
                <a:uLnTx/>
                <a:uFillTx/>
                <a:latin typeface="+mj-lt"/>
              </a:endParaRPr>
            </a:p>
          </p:txBody>
        </p:sp>
        <p:sp>
          <p:nvSpPr>
            <p:cNvPr id="150" name="Rectangle 16">
              <a:extLst>
                <a:ext uri="{FF2B5EF4-FFF2-40B4-BE49-F238E27FC236}">
                  <a16:creationId xmlns:a16="http://schemas.microsoft.com/office/drawing/2014/main" id="{8EAB4FAB-D753-45A5-9301-0FCAB999BCF5}"/>
                </a:ext>
              </a:extLst>
            </p:cNvPr>
            <p:cNvSpPr>
              <a:spLocks noChangeArrowheads="1"/>
            </p:cNvSpPr>
            <p:nvPr/>
          </p:nvSpPr>
          <p:spPr bwMode="auto">
            <a:xfrm>
              <a:off x="2082" y="2980"/>
              <a:ext cx="206" cy="223"/>
            </a:xfrm>
            <a:prstGeom prst="rect">
              <a:avLst/>
            </a:prstGeom>
            <a:noFill/>
            <a:ln w="9525">
              <a:noFill/>
              <a:miter lim="800000"/>
              <a:headEnd/>
              <a:tailEnd/>
            </a:ln>
          </p:spPr>
          <p:txBody>
            <a:bodyPr wrap="none" lIns="0" tIns="0" rIns="0" bIns="0">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2300" b="0" i="0" u="none" strike="noStrike" kern="0" cap="none" spc="0" normalizeH="0" baseline="0" noProof="0" dirty="0">
                  <a:ln>
                    <a:noFill/>
                  </a:ln>
                  <a:solidFill>
                    <a:srgbClr val="000000"/>
                  </a:solidFill>
                  <a:effectLst/>
                  <a:uLnTx/>
                  <a:uFillTx/>
                  <a:latin typeface="+mj-lt"/>
                </a:rPr>
                <a:t>10</a:t>
              </a:r>
            </a:p>
          </p:txBody>
        </p:sp>
        <p:sp>
          <p:nvSpPr>
            <p:cNvPr id="151" name="Oval 17">
              <a:extLst>
                <a:ext uri="{FF2B5EF4-FFF2-40B4-BE49-F238E27FC236}">
                  <a16:creationId xmlns:a16="http://schemas.microsoft.com/office/drawing/2014/main" id="{571BC344-98F7-47A0-8697-6388E3F0D004}"/>
                </a:ext>
              </a:extLst>
            </p:cNvPr>
            <p:cNvSpPr>
              <a:spLocks noChangeArrowheads="1"/>
            </p:cNvSpPr>
            <p:nvPr/>
          </p:nvSpPr>
          <p:spPr bwMode="auto">
            <a:xfrm>
              <a:off x="1355" y="3186"/>
              <a:ext cx="351" cy="379"/>
            </a:xfrm>
            <a:prstGeom prst="ellipse">
              <a:avLst/>
            </a:prstGeom>
            <a:solidFill>
              <a:srgbClr val="FFFFFF"/>
            </a:solidFill>
            <a:ln w="0">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300" b="0" i="0" u="none" strike="noStrike" kern="0" cap="none" spc="0" normalizeH="0" baseline="0" noProof="0">
                <a:ln>
                  <a:noFill/>
                </a:ln>
                <a:solidFill>
                  <a:sysClr val="windowText" lastClr="000000"/>
                </a:solidFill>
                <a:effectLst/>
                <a:uLnTx/>
                <a:uFillTx/>
                <a:latin typeface="+mj-lt"/>
              </a:endParaRPr>
            </a:p>
          </p:txBody>
        </p:sp>
        <p:sp>
          <p:nvSpPr>
            <p:cNvPr id="152" name="Oval 18">
              <a:extLst>
                <a:ext uri="{FF2B5EF4-FFF2-40B4-BE49-F238E27FC236}">
                  <a16:creationId xmlns:a16="http://schemas.microsoft.com/office/drawing/2014/main" id="{1767A6A3-DD73-4E48-9604-B6DB00F076B2}"/>
                </a:ext>
              </a:extLst>
            </p:cNvPr>
            <p:cNvSpPr>
              <a:spLocks noChangeArrowheads="1"/>
            </p:cNvSpPr>
            <p:nvPr/>
          </p:nvSpPr>
          <p:spPr bwMode="auto">
            <a:xfrm>
              <a:off x="1355" y="3186"/>
              <a:ext cx="351" cy="379"/>
            </a:xfrm>
            <a:prstGeom prst="ellipse">
              <a:avLst/>
            </a:prstGeom>
            <a:noFill/>
            <a:ln w="14288" cap="rnd">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300" b="0" i="0" u="none" strike="noStrike" kern="0" cap="none" spc="0" normalizeH="0" baseline="0" noProof="0">
                <a:ln>
                  <a:noFill/>
                </a:ln>
                <a:solidFill>
                  <a:sysClr val="windowText" lastClr="000000"/>
                </a:solidFill>
                <a:effectLst/>
                <a:uLnTx/>
                <a:uFillTx/>
                <a:latin typeface="+mj-lt"/>
              </a:endParaRPr>
            </a:p>
          </p:txBody>
        </p:sp>
        <p:sp>
          <p:nvSpPr>
            <p:cNvPr id="153" name="Rectangle 19">
              <a:extLst>
                <a:ext uri="{FF2B5EF4-FFF2-40B4-BE49-F238E27FC236}">
                  <a16:creationId xmlns:a16="http://schemas.microsoft.com/office/drawing/2014/main" id="{F3017D30-3226-40DC-A74D-7242CD71E9D5}"/>
                </a:ext>
              </a:extLst>
            </p:cNvPr>
            <p:cNvSpPr>
              <a:spLocks noChangeArrowheads="1"/>
            </p:cNvSpPr>
            <p:nvPr/>
          </p:nvSpPr>
          <p:spPr bwMode="auto">
            <a:xfrm>
              <a:off x="1435" y="3267"/>
              <a:ext cx="206" cy="223"/>
            </a:xfrm>
            <a:prstGeom prst="rect">
              <a:avLst/>
            </a:prstGeom>
            <a:noFill/>
            <a:ln w="9525">
              <a:noFill/>
              <a:miter lim="800000"/>
              <a:headEnd/>
              <a:tailEnd/>
            </a:ln>
          </p:spPr>
          <p:txBody>
            <a:bodyPr wrap="none" lIns="0" tIns="0" rIns="0" bIns="0">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2300" b="0" i="0" u="none" strike="noStrike" kern="0" cap="none" spc="0" normalizeH="0" baseline="0" noProof="0" dirty="0">
                  <a:ln>
                    <a:noFill/>
                  </a:ln>
                  <a:solidFill>
                    <a:srgbClr val="000000"/>
                  </a:solidFill>
                  <a:effectLst/>
                  <a:uLnTx/>
                  <a:uFillTx/>
                  <a:latin typeface="+mj-lt"/>
                </a:rPr>
                <a:t>13</a:t>
              </a:r>
            </a:p>
          </p:txBody>
        </p:sp>
        <p:sp>
          <p:nvSpPr>
            <p:cNvPr id="154" name="Oval 20">
              <a:extLst>
                <a:ext uri="{FF2B5EF4-FFF2-40B4-BE49-F238E27FC236}">
                  <a16:creationId xmlns:a16="http://schemas.microsoft.com/office/drawing/2014/main" id="{6D866C61-FEBE-48DB-9763-BB8F753EBDF2}"/>
                </a:ext>
              </a:extLst>
            </p:cNvPr>
            <p:cNvSpPr>
              <a:spLocks noChangeArrowheads="1"/>
            </p:cNvSpPr>
            <p:nvPr/>
          </p:nvSpPr>
          <p:spPr bwMode="auto">
            <a:xfrm>
              <a:off x="725" y="2883"/>
              <a:ext cx="350" cy="378"/>
            </a:xfrm>
            <a:prstGeom prst="ellipse">
              <a:avLst/>
            </a:prstGeom>
            <a:solidFill>
              <a:srgbClr val="FFFFFF"/>
            </a:solidFill>
            <a:ln w="0">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300" b="0" i="0" u="none" strike="noStrike" kern="0" cap="none" spc="0" normalizeH="0" baseline="0" noProof="0">
                <a:ln>
                  <a:noFill/>
                </a:ln>
                <a:solidFill>
                  <a:sysClr val="windowText" lastClr="000000"/>
                </a:solidFill>
                <a:effectLst/>
                <a:uLnTx/>
                <a:uFillTx/>
                <a:latin typeface="+mj-lt"/>
              </a:endParaRPr>
            </a:p>
          </p:txBody>
        </p:sp>
        <p:sp>
          <p:nvSpPr>
            <p:cNvPr id="155" name="Oval 21">
              <a:extLst>
                <a:ext uri="{FF2B5EF4-FFF2-40B4-BE49-F238E27FC236}">
                  <a16:creationId xmlns:a16="http://schemas.microsoft.com/office/drawing/2014/main" id="{0B11E9B6-200E-4934-96F8-11BADD47668B}"/>
                </a:ext>
              </a:extLst>
            </p:cNvPr>
            <p:cNvSpPr>
              <a:spLocks noChangeArrowheads="1"/>
            </p:cNvSpPr>
            <p:nvPr/>
          </p:nvSpPr>
          <p:spPr bwMode="auto">
            <a:xfrm>
              <a:off x="725" y="2883"/>
              <a:ext cx="350" cy="378"/>
            </a:xfrm>
            <a:prstGeom prst="ellipse">
              <a:avLst/>
            </a:prstGeom>
            <a:noFill/>
            <a:ln w="14288" cap="rnd">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300" b="0" i="0" u="none" strike="noStrike" kern="0" cap="none" spc="0" normalizeH="0" baseline="0" noProof="0">
                <a:ln>
                  <a:noFill/>
                </a:ln>
                <a:solidFill>
                  <a:sysClr val="windowText" lastClr="000000"/>
                </a:solidFill>
                <a:effectLst/>
                <a:uLnTx/>
                <a:uFillTx/>
                <a:latin typeface="+mj-lt"/>
              </a:endParaRPr>
            </a:p>
          </p:txBody>
        </p:sp>
        <p:sp>
          <p:nvSpPr>
            <p:cNvPr id="156" name="Rectangle 22">
              <a:extLst>
                <a:ext uri="{FF2B5EF4-FFF2-40B4-BE49-F238E27FC236}">
                  <a16:creationId xmlns:a16="http://schemas.microsoft.com/office/drawing/2014/main" id="{0734F8B5-BC6F-4F94-B0CC-F082D143CE2B}"/>
                </a:ext>
              </a:extLst>
            </p:cNvPr>
            <p:cNvSpPr>
              <a:spLocks noChangeArrowheads="1"/>
            </p:cNvSpPr>
            <p:nvPr/>
          </p:nvSpPr>
          <p:spPr bwMode="auto">
            <a:xfrm>
              <a:off x="853" y="2973"/>
              <a:ext cx="103" cy="223"/>
            </a:xfrm>
            <a:prstGeom prst="rect">
              <a:avLst/>
            </a:prstGeom>
            <a:noFill/>
            <a:ln w="9525">
              <a:noFill/>
              <a:miter lim="800000"/>
              <a:headEnd/>
              <a:tailEnd/>
            </a:ln>
          </p:spPr>
          <p:txBody>
            <a:bodyPr wrap="none" lIns="0" tIns="0" rIns="0" bIns="0">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2300" b="0" i="0" u="none" strike="noStrike" kern="0" cap="none" spc="0" normalizeH="0" baseline="0" noProof="0" dirty="0">
                  <a:ln>
                    <a:noFill/>
                  </a:ln>
                  <a:solidFill>
                    <a:srgbClr val="000000"/>
                  </a:solidFill>
                  <a:effectLst/>
                  <a:uLnTx/>
                  <a:uFillTx/>
                  <a:latin typeface="+mj-lt"/>
                </a:rPr>
                <a:t>6</a:t>
              </a:r>
            </a:p>
          </p:txBody>
        </p:sp>
        <p:sp>
          <p:nvSpPr>
            <p:cNvPr id="157" name="Oval 23">
              <a:extLst>
                <a:ext uri="{FF2B5EF4-FFF2-40B4-BE49-F238E27FC236}">
                  <a16:creationId xmlns:a16="http://schemas.microsoft.com/office/drawing/2014/main" id="{8C3506F3-7448-4740-ABF2-F2BFDF5CE71D}"/>
                </a:ext>
              </a:extLst>
            </p:cNvPr>
            <p:cNvSpPr>
              <a:spLocks noChangeArrowheads="1"/>
            </p:cNvSpPr>
            <p:nvPr/>
          </p:nvSpPr>
          <p:spPr bwMode="auto">
            <a:xfrm>
              <a:off x="508" y="2277"/>
              <a:ext cx="351" cy="379"/>
            </a:xfrm>
            <a:prstGeom prst="ellipse">
              <a:avLst/>
            </a:prstGeom>
            <a:solidFill>
              <a:srgbClr val="FFFFFF"/>
            </a:solidFill>
            <a:ln w="0">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300" b="0" i="0" u="none" strike="noStrike" kern="0" cap="none" spc="0" normalizeH="0" baseline="0" noProof="0">
                <a:ln>
                  <a:noFill/>
                </a:ln>
                <a:solidFill>
                  <a:sysClr val="windowText" lastClr="000000"/>
                </a:solidFill>
                <a:effectLst/>
                <a:uLnTx/>
                <a:uFillTx/>
                <a:latin typeface="+mj-lt"/>
              </a:endParaRPr>
            </a:p>
          </p:txBody>
        </p:sp>
        <p:sp>
          <p:nvSpPr>
            <p:cNvPr id="158" name="Oval 24">
              <a:extLst>
                <a:ext uri="{FF2B5EF4-FFF2-40B4-BE49-F238E27FC236}">
                  <a16:creationId xmlns:a16="http://schemas.microsoft.com/office/drawing/2014/main" id="{1D0BF481-EB88-4659-A56E-E28C25B89737}"/>
                </a:ext>
              </a:extLst>
            </p:cNvPr>
            <p:cNvSpPr>
              <a:spLocks noChangeArrowheads="1"/>
            </p:cNvSpPr>
            <p:nvPr/>
          </p:nvSpPr>
          <p:spPr bwMode="auto">
            <a:xfrm>
              <a:off x="508" y="2277"/>
              <a:ext cx="351" cy="379"/>
            </a:xfrm>
            <a:prstGeom prst="ellipse">
              <a:avLst/>
            </a:prstGeom>
            <a:noFill/>
            <a:ln w="14288" cap="rnd">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300" b="0" i="0" u="none" strike="noStrike" kern="0" cap="none" spc="0" normalizeH="0" baseline="0" noProof="0">
                <a:ln>
                  <a:noFill/>
                </a:ln>
                <a:solidFill>
                  <a:sysClr val="windowText" lastClr="000000"/>
                </a:solidFill>
                <a:effectLst/>
                <a:uLnTx/>
                <a:uFillTx/>
                <a:latin typeface="+mj-lt"/>
              </a:endParaRPr>
            </a:p>
          </p:txBody>
        </p:sp>
        <p:sp>
          <p:nvSpPr>
            <p:cNvPr id="159" name="Rectangle 25">
              <a:extLst>
                <a:ext uri="{FF2B5EF4-FFF2-40B4-BE49-F238E27FC236}">
                  <a16:creationId xmlns:a16="http://schemas.microsoft.com/office/drawing/2014/main" id="{B4A9300A-D07F-46A0-8FF5-C01ED732206B}"/>
                </a:ext>
              </a:extLst>
            </p:cNvPr>
            <p:cNvSpPr>
              <a:spLocks noChangeArrowheads="1"/>
            </p:cNvSpPr>
            <p:nvPr/>
          </p:nvSpPr>
          <p:spPr bwMode="auto">
            <a:xfrm>
              <a:off x="575" y="2367"/>
              <a:ext cx="206" cy="223"/>
            </a:xfrm>
            <a:prstGeom prst="rect">
              <a:avLst/>
            </a:prstGeom>
            <a:noFill/>
            <a:ln w="9525">
              <a:noFill/>
              <a:miter lim="800000"/>
              <a:headEnd/>
              <a:tailEnd/>
            </a:ln>
          </p:spPr>
          <p:txBody>
            <a:bodyPr wrap="none" lIns="0" tIns="0" rIns="0" bIns="0">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2300" b="0" i="0" u="none" strike="noStrike" kern="0" cap="none" spc="0" normalizeH="0" baseline="0" noProof="0" dirty="0">
                  <a:ln>
                    <a:noFill/>
                  </a:ln>
                  <a:solidFill>
                    <a:srgbClr val="000000"/>
                  </a:solidFill>
                  <a:effectLst/>
                  <a:uLnTx/>
                  <a:uFillTx/>
                  <a:latin typeface="+mj-lt"/>
                </a:rPr>
                <a:t>11</a:t>
              </a:r>
            </a:p>
          </p:txBody>
        </p:sp>
        <p:sp>
          <p:nvSpPr>
            <p:cNvPr id="160" name="Oval 26">
              <a:extLst>
                <a:ext uri="{FF2B5EF4-FFF2-40B4-BE49-F238E27FC236}">
                  <a16:creationId xmlns:a16="http://schemas.microsoft.com/office/drawing/2014/main" id="{7646903F-8755-4CBC-A6FE-036CB00E40EF}"/>
                </a:ext>
              </a:extLst>
            </p:cNvPr>
            <p:cNvSpPr>
              <a:spLocks noChangeArrowheads="1"/>
            </p:cNvSpPr>
            <p:nvPr/>
          </p:nvSpPr>
          <p:spPr bwMode="auto">
            <a:xfrm>
              <a:off x="730" y="1671"/>
              <a:ext cx="351" cy="378"/>
            </a:xfrm>
            <a:prstGeom prst="ellipse">
              <a:avLst/>
            </a:prstGeom>
            <a:solidFill>
              <a:srgbClr val="FFFFFF"/>
            </a:solidFill>
            <a:ln w="0">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300" b="0" i="0" u="none" strike="noStrike" kern="0" cap="none" spc="0" normalizeH="0" baseline="0" noProof="0">
                <a:ln>
                  <a:noFill/>
                </a:ln>
                <a:solidFill>
                  <a:sysClr val="windowText" lastClr="000000"/>
                </a:solidFill>
                <a:effectLst/>
                <a:uLnTx/>
                <a:uFillTx/>
                <a:latin typeface="+mj-lt"/>
              </a:endParaRPr>
            </a:p>
          </p:txBody>
        </p:sp>
        <p:sp>
          <p:nvSpPr>
            <p:cNvPr id="161" name="Freeform 27">
              <a:extLst>
                <a:ext uri="{FF2B5EF4-FFF2-40B4-BE49-F238E27FC236}">
                  <a16:creationId xmlns:a16="http://schemas.microsoft.com/office/drawing/2014/main" id="{E22D541F-A35F-4097-8259-E197381DB5C2}"/>
                </a:ext>
              </a:extLst>
            </p:cNvPr>
            <p:cNvSpPr>
              <a:spLocks/>
            </p:cNvSpPr>
            <p:nvPr/>
          </p:nvSpPr>
          <p:spPr bwMode="auto">
            <a:xfrm>
              <a:off x="730" y="1671"/>
              <a:ext cx="351" cy="378"/>
            </a:xfrm>
            <a:custGeom>
              <a:avLst/>
              <a:gdLst>
                <a:gd name="T0" fmla="*/ 324 w 380"/>
                <a:gd name="T1" fmla="*/ 189 h 378"/>
                <a:gd name="T2" fmla="*/ 162 w 380"/>
                <a:gd name="T3" fmla="*/ 0 h 378"/>
                <a:gd name="T4" fmla="*/ 0 w 380"/>
                <a:gd name="T5" fmla="*/ 189 h 378"/>
                <a:gd name="T6" fmla="*/ 162 w 380"/>
                <a:gd name="T7" fmla="*/ 378 h 378"/>
                <a:gd name="T8" fmla="*/ 324 w 380"/>
                <a:gd name="T9" fmla="*/ 189 h 378"/>
                <a:gd name="T10" fmla="*/ 0 60000 65536"/>
                <a:gd name="T11" fmla="*/ 0 60000 65536"/>
                <a:gd name="T12" fmla="*/ 0 60000 65536"/>
                <a:gd name="T13" fmla="*/ 0 60000 65536"/>
                <a:gd name="T14" fmla="*/ 0 60000 65536"/>
                <a:gd name="T15" fmla="*/ 0 w 380"/>
                <a:gd name="T16" fmla="*/ 0 h 378"/>
                <a:gd name="T17" fmla="*/ 380 w 380"/>
                <a:gd name="T18" fmla="*/ 378 h 378"/>
              </a:gdLst>
              <a:ahLst/>
              <a:cxnLst>
                <a:cxn ang="T10">
                  <a:pos x="T0" y="T1"/>
                </a:cxn>
                <a:cxn ang="T11">
                  <a:pos x="T2" y="T3"/>
                </a:cxn>
                <a:cxn ang="T12">
                  <a:pos x="T4" y="T5"/>
                </a:cxn>
                <a:cxn ang="T13">
                  <a:pos x="T6" y="T7"/>
                </a:cxn>
                <a:cxn ang="T14">
                  <a:pos x="T8" y="T9"/>
                </a:cxn>
              </a:cxnLst>
              <a:rect l="T15" t="T16" r="T17" b="T18"/>
              <a:pathLst>
                <a:path w="380" h="378">
                  <a:moveTo>
                    <a:pt x="380" y="189"/>
                  </a:moveTo>
                  <a:cubicBezTo>
                    <a:pt x="380" y="85"/>
                    <a:pt x="295" y="0"/>
                    <a:pt x="189" y="0"/>
                  </a:cubicBezTo>
                  <a:cubicBezTo>
                    <a:pt x="85" y="0"/>
                    <a:pt x="0" y="85"/>
                    <a:pt x="0" y="189"/>
                  </a:cubicBezTo>
                  <a:cubicBezTo>
                    <a:pt x="0" y="294"/>
                    <a:pt x="85" y="378"/>
                    <a:pt x="189" y="378"/>
                  </a:cubicBezTo>
                  <a:cubicBezTo>
                    <a:pt x="295" y="378"/>
                    <a:pt x="380" y="294"/>
                    <a:pt x="380" y="189"/>
                  </a:cubicBezTo>
                </a:path>
              </a:pathLst>
            </a:custGeom>
            <a:noFill/>
            <a:ln w="14288" cap="rnd">
              <a:solidFill>
                <a:srgbClr val="000000"/>
              </a:solid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300" b="0" i="0" u="none" strike="noStrike" kern="0" cap="none" spc="0" normalizeH="0" baseline="0" noProof="0">
                <a:ln>
                  <a:noFill/>
                </a:ln>
                <a:solidFill>
                  <a:sysClr val="windowText" lastClr="000000"/>
                </a:solidFill>
                <a:effectLst/>
                <a:uLnTx/>
                <a:uFillTx/>
                <a:latin typeface="+mj-lt"/>
              </a:endParaRPr>
            </a:p>
          </p:txBody>
        </p:sp>
        <p:sp>
          <p:nvSpPr>
            <p:cNvPr id="162" name="Rectangle 28">
              <a:extLst>
                <a:ext uri="{FF2B5EF4-FFF2-40B4-BE49-F238E27FC236}">
                  <a16:creationId xmlns:a16="http://schemas.microsoft.com/office/drawing/2014/main" id="{1FA06E7E-A402-42A4-9019-14B83564B82E}"/>
                </a:ext>
              </a:extLst>
            </p:cNvPr>
            <p:cNvSpPr>
              <a:spLocks noChangeArrowheads="1"/>
            </p:cNvSpPr>
            <p:nvPr/>
          </p:nvSpPr>
          <p:spPr bwMode="auto">
            <a:xfrm>
              <a:off x="848" y="1748"/>
              <a:ext cx="103" cy="223"/>
            </a:xfrm>
            <a:prstGeom prst="rect">
              <a:avLst/>
            </a:prstGeom>
            <a:noFill/>
            <a:ln w="9525">
              <a:noFill/>
              <a:miter lim="800000"/>
              <a:headEnd/>
              <a:tailEnd/>
            </a:ln>
          </p:spPr>
          <p:txBody>
            <a:bodyPr wrap="none" lIns="0" tIns="0" rIns="0" bIns="0">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2300" b="0" i="0" u="none" strike="noStrike" kern="0" cap="none" spc="0" normalizeH="0" baseline="0" noProof="0" dirty="0">
                  <a:ln>
                    <a:noFill/>
                  </a:ln>
                  <a:solidFill>
                    <a:srgbClr val="000000"/>
                  </a:solidFill>
                  <a:effectLst/>
                  <a:uLnTx/>
                  <a:uFillTx/>
                  <a:latin typeface="+mj-lt"/>
                </a:rPr>
                <a:t>5</a:t>
              </a:r>
            </a:p>
          </p:txBody>
        </p:sp>
        <p:sp>
          <p:nvSpPr>
            <p:cNvPr id="163" name="AutoShape 29">
              <a:extLst>
                <a:ext uri="{FF2B5EF4-FFF2-40B4-BE49-F238E27FC236}">
                  <a16:creationId xmlns:a16="http://schemas.microsoft.com/office/drawing/2014/main" id="{FE2E116B-1C52-4E34-AC87-41D9E8ED031A}"/>
                </a:ext>
              </a:extLst>
            </p:cNvPr>
            <p:cNvSpPr>
              <a:spLocks noChangeArrowheads="1"/>
            </p:cNvSpPr>
            <p:nvPr/>
          </p:nvSpPr>
          <p:spPr bwMode="auto">
            <a:xfrm rot="2700000">
              <a:off x="1738" y="1574"/>
              <a:ext cx="272" cy="83"/>
            </a:xfrm>
            <a:prstGeom prst="rightArrow">
              <a:avLst>
                <a:gd name="adj1" fmla="val 50000"/>
                <a:gd name="adj2" fmla="val 81928"/>
              </a:avLst>
            </a:prstGeom>
            <a:solidFill>
              <a:srgbClr val="99CCFF"/>
            </a:solidFill>
            <a:ln w="9525">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300" b="0" i="0" u="none" strike="noStrike" kern="0" cap="none" spc="0" normalizeH="0" baseline="0" noProof="0">
                <a:ln>
                  <a:noFill/>
                </a:ln>
                <a:solidFill>
                  <a:sysClr val="windowText" lastClr="000000"/>
                </a:solidFill>
                <a:effectLst/>
                <a:uLnTx/>
                <a:uFillTx/>
                <a:latin typeface="+mj-lt"/>
              </a:endParaRPr>
            </a:p>
          </p:txBody>
        </p:sp>
        <p:sp>
          <p:nvSpPr>
            <p:cNvPr id="164" name="AutoShape 30">
              <a:extLst>
                <a:ext uri="{FF2B5EF4-FFF2-40B4-BE49-F238E27FC236}">
                  <a16:creationId xmlns:a16="http://schemas.microsoft.com/office/drawing/2014/main" id="{F2BAD224-FBE5-4E16-8481-E3056A3F16F7}"/>
                </a:ext>
              </a:extLst>
            </p:cNvPr>
            <p:cNvSpPr>
              <a:spLocks noChangeArrowheads="1"/>
            </p:cNvSpPr>
            <p:nvPr/>
          </p:nvSpPr>
          <p:spPr bwMode="auto">
            <a:xfrm rot="2700000">
              <a:off x="2255" y="2073"/>
              <a:ext cx="182" cy="84"/>
            </a:xfrm>
            <a:prstGeom prst="rightArrow">
              <a:avLst>
                <a:gd name="adj1" fmla="val 50000"/>
                <a:gd name="adj2" fmla="val 54167"/>
              </a:avLst>
            </a:prstGeom>
            <a:solidFill>
              <a:srgbClr val="99CCFF"/>
            </a:solidFill>
            <a:ln w="9525">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300" b="0" i="0" u="none" strike="noStrike" kern="0" cap="none" spc="0" normalizeH="0" baseline="0" noProof="0">
                <a:ln>
                  <a:noFill/>
                </a:ln>
                <a:solidFill>
                  <a:sysClr val="windowText" lastClr="000000"/>
                </a:solidFill>
                <a:effectLst/>
                <a:uLnTx/>
                <a:uFillTx/>
                <a:latin typeface="+mj-lt"/>
              </a:endParaRPr>
            </a:p>
          </p:txBody>
        </p:sp>
        <p:sp>
          <p:nvSpPr>
            <p:cNvPr id="165" name="AutoShape 31">
              <a:extLst>
                <a:ext uri="{FF2B5EF4-FFF2-40B4-BE49-F238E27FC236}">
                  <a16:creationId xmlns:a16="http://schemas.microsoft.com/office/drawing/2014/main" id="{D8000F17-5777-4CE8-A6A9-199D81F807D2}"/>
                </a:ext>
              </a:extLst>
            </p:cNvPr>
            <p:cNvSpPr>
              <a:spLocks noChangeArrowheads="1"/>
            </p:cNvSpPr>
            <p:nvPr/>
          </p:nvSpPr>
          <p:spPr bwMode="auto">
            <a:xfrm rot="2700000" flipH="1">
              <a:off x="1090" y="3203"/>
              <a:ext cx="168" cy="91"/>
            </a:xfrm>
            <a:prstGeom prst="rightArrow">
              <a:avLst>
                <a:gd name="adj1" fmla="val 50000"/>
                <a:gd name="adj2" fmla="val 46154"/>
              </a:avLst>
            </a:prstGeom>
            <a:solidFill>
              <a:srgbClr val="99CCFF"/>
            </a:solidFill>
            <a:ln w="9525">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300" b="0" i="0" u="none" strike="noStrike" kern="0" cap="none" spc="0" normalizeH="0" baseline="0" noProof="0">
                <a:ln>
                  <a:noFill/>
                </a:ln>
                <a:solidFill>
                  <a:sysClr val="windowText" lastClr="000000"/>
                </a:solidFill>
                <a:effectLst/>
                <a:uLnTx/>
                <a:uFillTx/>
                <a:latin typeface="+mj-lt"/>
              </a:endParaRPr>
            </a:p>
          </p:txBody>
        </p:sp>
        <p:sp>
          <p:nvSpPr>
            <p:cNvPr id="166" name="AutoShape 32">
              <a:extLst>
                <a:ext uri="{FF2B5EF4-FFF2-40B4-BE49-F238E27FC236}">
                  <a16:creationId xmlns:a16="http://schemas.microsoft.com/office/drawing/2014/main" id="{77832F0B-0002-4A07-AA4E-5E2498DE1F75}"/>
                </a:ext>
              </a:extLst>
            </p:cNvPr>
            <p:cNvSpPr>
              <a:spLocks noChangeArrowheads="1"/>
            </p:cNvSpPr>
            <p:nvPr/>
          </p:nvSpPr>
          <p:spPr bwMode="auto">
            <a:xfrm rot="-2700000">
              <a:off x="671" y="2115"/>
              <a:ext cx="168" cy="91"/>
            </a:xfrm>
            <a:prstGeom prst="rightArrow">
              <a:avLst>
                <a:gd name="adj1" fmla="val 50000"/>
                <a:gd name="adj2" fmla="val 46154"/>
              </a:avLst>
            </a:prstGeom>
            <a:solidFill>
              <a:srgbClr val="99CCFF"/>
            </a:solidFill>
            <a:ln w="9525">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300" b="0" i="0" u="none" strike="noStrike" kern="0" cap="none" spc="0" normalizeH="0" baseline="0" noProof="0">
                <a:ln>
                  <a:noFill/>
                </a:ln>
                <a:solidFill>
                  <a:sysClr val="windowText" lastClr="000000"/>
                </a:solidFill>
                <a:effectLst/>
                <a:uLnTx/>
                <a:uFillTx/>
                <a:latin typeface="+mj-lt"/>
              </a:endParaRPr>
            </a:p>
          </p:txBody>
        </p:sp>
        <p:sp>
          <p:nvSpPr>
            <p:cNvPr id="167" name="AutoShape 33">
              <a:extLst>
                <a:ext uri="{FF2B5EF4-FFF2-40B4-BE49-F238E27FC236}">
                  <a16:creationId xmlns:a16="http://schemas.microsoft.com/office/drawing/2014/main" id="{BBA88B50-D11C-47F9-A704-4637B05044CE}"/>
                </a:ext>
              </a:extLst>
            </p:cNvPr>
            <p:cNvSpPr>
              <a:spLocks noChangeArrowheads="1"/>
            </p:cNvSpPr>
            <p:nvPr/>
          </p:nvSpPr>
          <p:spPr bwMode="auto">
            <a:xfrm rot="-2700000">
              <a:off x="1132" y="1570"/>
              <a:ext cx="168" cy="91"/>
            </a:xfrm>
            <a:prstGeom prst="rightArrow">
              <a:avLst>
                <a:gd name="adj1" fmla="val 50000"/>
                <a:gd name="adj2" fmla="val 46154"/>
              </a:avLst>
            </a:prstGeom>
            <a:solidFill>
              <a:srgbClr val="99CCFF"/>
            </a:solidFill>
            <a:ln w="9525">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300" b="0" i="0" u="none" strike="noStrike" kern="0" cap="none" spc="0" normalizeH="0" baseline="0" noProof="0">
                <a:ln>
                  <a:noFill/>
                </a:ln>
                <a:solidFill>
                  <a:sysClr val="windowText" lastClr="000000"/>
                </a:solidFill>
                <a:effectLst/>
                <a:uLnTx/>
                <a:uFillTx/>
                <a:latin typeface="+mj-lt"/>
              </a:endParaRPr>
            </a:p>
          </p:txBody>
        </p:sp>
        <p:sp>
          <p:nvSpPr>
            <p:cNvPr id="168" name="AutoShape 34">
              <a:extLst>
                <a:ext uri="{FF2B5EF4-FFF2-40B4-BE49-F238E27FC236}">
                  <a16:creationId xmlns:a16="http://schemas.microsoft.com/office/drawing/2014/main" id="{77F2C64E-6357-435E-9EF4-09B620EDE4F6}"/>
                </a:ext>
              </a:extLst>
            </p:cNvPr>
            <p:cNvSpPr>
              <a:spLocks noChangeArrowheads="1"/>
            </p:cNvSpPr>
            <p:nvPr/>
          </p:nvSpPr>
          <p:spPr bwMode="auto">
            <a:xfrm rot="18900000" flipH="1">
              <a:off x="2297" y="2753"/>
              <a:ext cx="182" cy="84"/>
            </a:xfrm>
            <a:prstGeom prst="rightArrow">
              <a:avLst>
                <a:gd name="adj1" fmla="val 50000"/>
                <a:gd name="adj2" fmla="val 54167"/>
              </a:avLst>
            </a:prstGeom>
            <a:solidFill>
              <a:srgbClr val="99CCFF"/>
            </a:solidFill>
            <a:ln w="9525">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300" b="0" i="0" u="none" strike="noStrike" kern="0" cap="none" spc="0" normalizeH="0" baseline="0" noProof="0">
                <a:ln>
                  <a:noFill/>
                </a:ln>
                <a:solidFill>
                  <a:sysClr val="windowText" lastClr="000000"/>
                </a:solidFill>
                <a:effectLst/>
                <a:uLnTx/>
                <a:uFillTx/>
                <a:latin typeface="+mj-lt"/>
              </a:endParaRPr>
            </a:p>
          </p:txBody>
        </p:sp>
        <p:sp>
          <p:nvSpPr>
            <p:cNvPr id="169" name="AutoShape 35">
              <a:extLst>
                <a:ext uri="{FF2B5EF4-FFF2-40B4-BE49-F238E27FC236}">
                  <a16:creationId xmlns:a16="http://schemas.microsoft.com/office/drawing/2014/main" id="{029C07FD-9AF8-4292-9C14-074E3EC5D3FF}"/>
                </a:ext>
              </a:extLst>
            </p:cNvPr>
            <p:cNvSpPr>
              <a:spLocks noChangeArrowheads="1"/>
            </p:cNvSpPr>
            <p:nvPr/>
          </p:nvSpPr>
          <p:spPr bwMode="auto">
            <a:xfrm rot="18900000" flipH="1">
              <a:off x="1795" y="3207"/>
              <a:ext cx="182" cy="84"/>
            </a:xfrm>
            <a:prstGeom prst="rightArrow">
              <a:avLst>
                <a:gd name="adj1" fmla="val 50000"/>
                <a:gd name="adj2" fmla="val 54167"/>
              </a:avLst>
            </a:prstGeom>
            <a:solidFill>
              <a:srgbClr val="99CCFF"/>
            </a:solidFill>
            <a:ln w="9525">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300" b="0" i="0" u="none" strike="noStrike" kern="0" cap="none" spc="0" normalizeH="0" baseline="0" noProof="0">
                <a:ln>
                  <a:noFill/>
                </a:ln>
                <a:solidFill>
                  <a:sysClr val="windowText" lastClr="000000"/>
                </a:solidFill>
                <a:effectLst/>
                <a:uLnTx/>
                <a:uFillTx/>
                <a:latin typeface="+mj-lt"/>
              </a:endParaRPr>
            </a:p>
          </p:txBody>
        </p:sp>
        <p:sp>
          <p:nvSpPr>
            <p:cNvPr id="170" name="AutoShape 36">
              <a:extLst>
                <a:ext uri="{FF2B5EF4-FFF2-40B4-BE49-F238E27FC236}">
                  <a16:creationId xmlns:a16="http://schemas.microsoft.com/office/drawing/2014/main" id="{9E8FDECA-A3D8-494D-8416-92BDA45C3178}"/>
                </a:ext>
              </a:extLst>
            </p:cNvPr>
            <p:cNvSpPr>
              <a:spLocks noChangeArrowheads="1"/>
            </p:cNvSpPr>
            <p:nvPr/>
          </p:nvSpPr>
          <p:spPr bwMode="auto">
            <a:xfrm rot="2700000" flipH="1">
              <a:off x="671" y="2750"/>
              <a:ext cx="168" cy="91"/>
            </a:xfrm>
            <a:prstGeom prst="rightArrow">
              <a:avLst>
                <a:gd name="adj1" fmla="val 50000"/>
                <a:gd name="adj2" fmla="val 46154"/>
              </a:avLst>
            </a:prstGeom>
            <a:solidFill>
              <a:srgbClr val="99CCFF"/>
            </a:solidFill>
            <a:ln w="9525">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300" b="0" i="0" u="none" strike="noStrike" kern="0" cap="none" spc="0" normalizeH="0" baseline="0" noProof="0">
                <a:ln>
                  <a:noFill/>
                </a:ln>
                <a:solidFill>
                  <a:sysClr val="windowText" lastClr="000000"/>
                </a:solidFill>
                <a:effectLst/>
                <a:uLnTx/>
                <a:uFillTx/>
                <a:latin typeface="+mj-lt"/>
              </a:endParaRPr>
            </a:p>
          </p:txBody>
        </p:sp>
      </p:grpSp>
      <p:grpSp>
        <p:nvGrpSpPr>
          <p:cNvPr id="171" name="Group 37">
            <a:extLst>
              <a:ext uri="{FF2B5EF4-FFF2-40B4-BE49-F238E27FC236}">
                <a16:creationId xmlns:a16="http://schemas.microsoft.com/office/drawing/2014/main" id="{F6A0B833-03C4-4190-BD32-1D5545119D53}"/>
              </a:ext>
            </a:extLst>
          </p:cNvPr>
          <p:cNvGrpSpPr>
            <a:grpSpLocks/>
          </p:cNvGrpSpPr>
          <p:nvPr/>
        </p:nvGrpSpPr>
        <p:grpSpPr bwMode="auto">
          <a:xfrm>
            <a:off x="906462" y="2629290"/>
            <a:ext cx="3838576" cy="4022725"/>
            <a:chOff x="2886" y="1100"/>
            <a:chExt cx="2418" cy="2534"/>
          </a:xfrm>
        </p:grpSpPr>
        <p:sp>
          <p:nvSpPr>
            <p:cNvPr id="172" name="Oval 38">
              <a:extLst>
                <a:ext uri="{FF2B5EF4-FFF2-40B4-BE49-F238E27FC236}">
                  <a16:creationId xmlns:a16="http://schemas.microsoft.com/office/drawing/2014/main" id="{222BE7CB-0E5F-4D24-9BE3-A649D79F736D}"/>
                </a:ext>
              </a:extLst>
            </p:cNvPr>
            <p:cNvSpPr>
              <a:spLocks noChangeArrowheads="1"/>
            </p:cNvSpPr>
            <p:nvPr/>
          </p:nvSpPr>
          <p:spPr bwMode="auto">
            <a:xfrm>
              <a:off x="3870" y="1100"/>
              <a:ext cx="404" cy="437"/>
            </a:xfrm>
            <a:prstGeom prst="ellipse">
              <a:avLst/>
            </a:prstGeom>
            <a:solidFill>
              <a:srgbClr val="FFFFFF"/>
            </a:solidFill>
            <a:ln w="0">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mj-lt"/>
              </a:endParaRPr>
            </a:p>
          </p:txBody>
        </p:sp>
        <p:sp>
          <p:nvSpPr>
            <p:cNvPr id="173" name="Freeform 39">
              <a:extLst>
                <a:ext uri="{FF2B5EF4-FFF2-40B4-BE49-F238E27FC236}">
                  <a16:creationId xmlns:a16="http://schemas.microsoft.com/office/drawing/2014/main" id="{F44467E2-D3B4-4062-B8DD-B6C2A63F8942}"/>
                </a:ext>
              </a:extLst>
            </p:cNvPr>
            <p:cNvSpPr>
              <a:spLocks/>
            </p:cNvSpPr>
            <p:nvPr/>
          </p:nvSpPr>
          <p:spPr bwMode="auto">
            <a:xfrm>
              <a:off x="3870" y="1100"/>
              <a:ext cx="404" cy="437"/>
            </a:xfrm>
            <a:custGeom>
              <a:avLst/>
              <a:gdLst>
                <a:gd name="T0" fmla="*/ 373 w 438"/>
                <a:gd name="T1" fmla="*/ 219 h 437"/>
                <a:gd name="T2" fmla="*/ 186 w 438"/>
                <a:gd name="T3" fmla="*/ 0 h 437"/>
                <a:gd name="T4" fmla="*/ 0 w 438"/>
                <a:gd name="T5" fmla="*/ 219 h 437"/>
                <a:gd name="T6" fmla="*/ 186 w 438"/>
                <a:gd name="T7" fmla="*/ 437 h 437"/>
                <a:gd name="T8" fmla="*/ 373 w 438"/>
                <a:gd name="T9" fmla="*/ 219 h 437"/>
                <a:gd name="T10" fmla="*/ 0 60000 65536"/>
                <a:gd name="T11" fmla="*/ 0 60000 65536"/>
                <a:gd name="T12" fmla="*/ 0 60000 65536"/>
                <a:gd name="T13" fmla="*/ 0 60000 65536"/>
                <a:gd name="T14" fmla="*/ 0 60000 65536"/>
                <a:gd name="T15" fmla="*/ 0 w 438"/>
                <a:gd name="T16" fmla="*/ 0 h 437"/>
                <a:gd name="T17" fmla="*/ 438 w 438"/>
                <a:gd name="T18" fmla="*/ 437 h 437"/>
              </a:gdLst>
              <a:ahLst/>
              <a:cxnLst>
                <a:cxn ang="T10">
                  <a:pos x="T0" y="T1"/>
                </a:cxn>
                <a:cxn ang="T11">
                  <a:pos x="T2" y="T3"/>
                </a:cxn>
                <a:cxn ang="T12">
                  <a:pos x="T4" y="T5"/>
                </a:cxn>
                <a:cxn ang="T13">
                  <a:pos x="T6" y="T7"/>
                </a:cxn>
                <a:cxn ang="T14">
                  <a:pos x="T8" y="T9"/>
                </a:cxn>
              </a:cxnLst>
              <a:rect l="T15" t="T16" r="T17" b="T18"/>
              <a:pathLst>
                <a:path w="438" h="437">
                  <a:moveTo>
                    <a:pt x="438" y="219"/>
                  </a:moveTo>
                  <a:cubicBezTo>
                    <a:pt x="438" y="97"/>
                    <a:pt x="340" y="0"/>
                    <a:pt x="219" y="0"/>
                  </a:cubicBezTo>
                  <a:cubicBezTo>
                    <a:pt x="97" y="0"/>
                    <a:pt x="0" y="97"/>
                    <a:pt x="0" y="219"/>
                  </a:cubicBezTo>
                  <a:cubicBezTo>
                    <a:pt x="0" y="339"/>
                    <a:pt x="97" y="437"/>
                    <a:pt x="219" y="437"/>
                  </a:cubicBezTo>
                  <a:cubicBezTo>
                    <a:pt x="340" y="437"/>
                    <a:pt x="438" y="339"/>
                    <a:pt x="438" y="219"/>
                  </a:cubicBezTo>
                </a:path>
              </a:pathLst>
            </a:custGeom>
            <a:noFill/>
            <a:ln w="17463" cap="rnd">
              <a:solidFill>
                <a:srgbClr val="000000"/>
              </a:solid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mj-lt"/>
              </a:endParaRPr>
            </a:p>
          </p:txBody>
        </p:sp>
        <p:sp>
          <p:nvSpPr>
            <p:cNvPr id="174" name="Rectangle 40">
              <a:extLst>
                <a:ext uri="{FF2B5EF4-FFF2-40B4-BE49-F238E27FC236}">
                  <a16:creationId xmlns:a16="http://schemas.microsoft.com/office/drawing/2014/main" id="{1678FFA0-97C7-4453-972A-147F92A4242B}"/>
                </a:ext>
              </a:extLst>
            </p:cNvPr>
            <p:cNvSpPr>
              <a:spLocks noChangeArrowheads="1"/>
            </p:cNvSpPr>
            <p:nvPr/>
          </p:nvSpPr>
          <p:spPr bwMode="auto">
            <a:xfrm>
              <a:off x="3869" y="1209"/>
              <a:ext cx="412" cy="223"/>
            </a:xfrm>
            <a:prstGeom prst="rect">
              <a:avLst/>
            </a:prstGeom>
            <a:noFill/>
            <a:ln w="9525">
              <a:noFill/>
              <a:miter lim="800000"/>
              <a:headEnd/>
              <a:tailEnd/>
            </a:ln>
          </p:spPr>
          <p:txBody>
            <a:bodyPr wrap="none" lIns="0" tIns="0" rIns="0" bIns="0">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2300" b="0" i="0" u="none" strike="noStrike" kern="0" cap="none" spc="0" normalizeH="0" baseline="0" noProof="0" dirty="0">
                  <a:ln>
                    <a:noFill/>
                  </a:ln>
                  <a:solidFill>
                    <a:srgbClr val="000000"/>
                  </a:solidFill>
                  <a:effectLst/>
                  <a:uLnTx/>
                  <a:uFillTx/>
                  <a:latin typeface="+mj-lt"/>
                </a:rPr>
                <a:t>0010</a:t>
              </a:r>
              <a:endParaRPr kumimoji="0" lang="en-US" altLang="zh-CN" sz="2800" b="0" i="0" u="none" strike="noStrike" kern="0" cap="none" spc="0" normalizeH="0" baseline="0" noProof="0" dirty="0">
                <a:ln>
                  <a:noFill/>
                </a:ln>
                <a:solidFill>
                  <a:srgbClr val="000000"/>
                </a:solidFill>
                <a:effectLst/>
                <a:uLnTx/>
                <a:uFillTx/>
                <a:latin typeface="+mj-lt"/>
              </a:endParaRPr>
            </a:p>
          </p:txBody>
        </p:sp>
        <p:sp>
          <p:nvSpPr>
            <p:cNvPr id="175" name="Oval 41">
              <a:extLst>
                <a:ext uri="{FF2B5EF4-FFF2-40B4-BE49-F238E27FC236}">
                  <a16:creationId xmlns:a16="http://schemas.microsoft.com/office/drawing/2014/main" id="{C168D2E8-6AAE-4A04-AA26-C78AFBB80A75}"/>
                </a:ext>
              </a:extLst>
            </p:cNvPr>
            <p:cNvSpPr>
              <a:spLocks noChangeArrowheads="1"/>
            </p:cNvSpPr>
            <p:nvPr/>
          </p:nvSpPr>
          <p:spPr bwMode="auto">
            <a:xfrm>
              <a:off x="4471" y="1587"/>
              <a:ext cx="405" cy="437"/>
            </a:xfrm>
            <a:prstGeom prst="ellipse">
              <a:avLst/>
            </a:prstGeom>
            <a:solidFill>
              <a:srgbClr val="FFFFFF"/>
            </a:solidFill>
            <a:ln w="0">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mj-lt"/>
              </a:endParaRPr>
            </a:p>
          </p:txBody>
        </p:sp>
        <p:sp>
          <p:nvSpPr>
            <p:cNvPr id="176" name="Oval 42">
              <a:extLst>
                <a:ext uri="{FF2B5EF4-FFF2-40B4-BE49-F238E27FC236}">
                  <a16:creationId xmlns:a16="http://schemas.microsoft.com/office/drawing/2014/main" id="{2023ABB1-B603-4A88-9B2D-2EA072C30161}"/>
                </a:ext>
              </a:extLst>
            </p:cNvPr>
            <p:cNvSpPr>
              <a:spLocks noChangeArrowheads="1"/>
            </p:cNvSpPr>
            <p:nvPr/>
          </p:nvSpPr>
          <p:spPr bwMode="auto">
            <a:xfrm>
              <a:off x="4471" y="1587"/>
              <a:ext cx="405" cy="437"/>
            </a:xfrm>
            <a:prstGeom prst="ellipse">
              <a:avLst/>
            </a:prstGeom>
            <a:noFill/>
            <a:ln w="17463" cap="rnd">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mj-lt"/>
              </a:endParaRPr>
            </a:p>
          </p:txBody>
        </p:sp>
        <p:sp>
          <p:nvSpPr>
            <p:cNvPr id="177" name="Rectangle 43">
              <a:extLst>
                <a:ext uri="{FF2B5EF4-FFF2-40B4-BE49-F238E27FC236}">
                  <a16:creationId xmlns:a16="http://schemas.microsoft.com/office/drawing/2014/main" id="{214C754A-22CB-4DBA-A5D5-7DD4DFF51EF7}"/>
                </a:ext>
              </a:extLst>
            </p:cNvPr>
            <p:cNvSpPr>
              <a:spLocks noChangeArrowheads="1"/>
            </p:cNvSpPr>
            <p:nvPr/>
          </p:nvSpPr>
          <p:spPr bwMode="auto">
            <a:xfrm>
              <a:off x="4467" y="1705"/>
              <a:ext cx="412" cy="223"/>
            </a:xfrm>
            <a:prstGeom prst="rect">
              <a:avLst/>
            </a:prstGeom>
            <a:noFill/>
            <a:ln w="9525">
              <a:noFill/>
              <a:miter lim="800000"/>
              <a:headEnd/>
              <a:tailEnd/>
            </a:ln>
          </p:spPr>
          <p:txBody>
            <a:bodyPr wrap="none" lIns="0" tIns="0" rIns="0" bIns="0">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2300" b="0" i="0" u="none" strike="noStrike" kern="0" cap="none" spc="0" normalizeH="0" baseline="0" noProof="0" dirty="0">
                  <a:ln>
                    <a:noFill/>
                  </a:ln>
                  <a:solidFill>
                    <a:srgbClr val="000000"/>
                  </a:solidFill>
                  <a:effectLst/>
                  <a:uLnTx/>
                  <a:uFillTx/>
                  <a:latin typeface="+mj-lt"/>
                </a:rPr>
                <a:t>1001</a:t>
              </a:r>
              <a:endParaRPr kumimoji="0" lang="en-US" altLang="zh-CN" sz="2800" b="0" i="0" u="none" strike="noStrike" kern="0" cap="none" spc="0" normalizeH="0" baseline="0" noProof="0" dirty="0">
                <a:ln>
                  <a:noFill/>
                </a:ln>
                <a:solidFill>
                  <a:srgbClr val="000000"/>
                </a:solidFill>
                <a:effectLst/>
                <a:uLnTx/>
                <a:uFillTx/>
                <a:latin typeface="+mj-lt"/>
              </a:endParaRPr>
            </a:p>
          </p:txBody>
        </p:sp>
        <p:sp>
          <p:nvSpPr>
            <p:cNvPr id="178" name="Oval 44">
              <a:extLst>
                <a:ext uri="{FF2B5EF4-FFF2-40B4-BE49-F238E27FC236}">
                  <a16:creationId xmlns:a16="http://schemas.microsoft.com/office/drawing/2014/main" id="{3659AC15-7ECE-44F2-A419-83677CE65372}"/>
                </a:ext>
              </a:extLst>
            </p:cNvPr>
            <p:cNvSpPr>
              <a:spLocks noChangeArrowheads="1"/>
            </p:cNvSpPr>
            <p:nvPr/>
          </p:nvSpPr>
          <p:spPr bwMode="auto">
            <a:xfrm>
              <a:off x="4893" y="2126"/>
              <a:ext cx="405" cy="438"/>
            </a:xfrm>
            <a:prstGeom prst="ellipse">
              <a:avLst/>
            </a:prstGeom>
            <a:solidFill>
              <a:srgbClr val="FFFFFF"/>
            </a:solidFill>
            <a:ln w="0">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mj-lt"/>
              </a:endParaRPr>
            </a:p>
          </p:txBody>
        </p:sp>
        <p:sp>
          <p:nvSpPr>
            <p:cNvPr id="179" name="Oval 45">
              <a:extLst>
                <a:ext uri="{FF2B5EF4-FFF2-40B4-BE49-F238E27FC236}">
                  <a16:creationId xmlns:a16="http://schemas.microsoft.com/office/drawing/2014/main" id="{CC72F6CF-B287-48C7-8A28-48FCEC4B544D}"/>
                </a:ext>
              </a:extLst>
            </p:cNvPr>
            <p:cNvSpPr>
              <a:spLocks noChangeArrowheads="1"/>
            </p:cNvSpPr>
            <p:nvPr/>
          </p:nvSpPr>
          <p:spPr bwMode="auto">
            <a:xfrm>
              <a:off x="4893" y="2126"/>
              <a:ext cx="405" cy="438"/>
            </a:xfrm>
            <a:prstGeom prst="ellipse">
              <a:avLst/>
            </a:prstGeom>
            <a:noFill/>
            <a:ln w="17463" cap="rnd">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mj-lt"/>
              </a:endParaRPr>
            </a:p>
          </p:txBody>
        </p:sp>
        <p:sp>
          <p:nvSpPr>
            <p:cNvPr id="180" name="Rectangle 46">
              <a:extLst>
                <a:ext uri="{FF2B5EF4-FFF2-40B4-BE49-F238E27FC236}">
                  <a16:creationId xmlns:a16="http://schemas.microsoft.com/office/drawing/2014/main" id="{4C3DE607-B154-4B4F-8714-AF82DFDEF718}"/>
                </a:ext>
              </a:extLst>
            </p:cNvPr>
            <p:cNvSpPr>
              <a:spLocks noChangeArrowheads="1"/>
            </p:cNvSpPr>
            <p:nvPr/>
          </p:nvSpPr>
          <p:spPr bwMode="auto">
            <a:xfrm>
              <a:off x="4892" y="2237"/>
              <a:ext cx="412" cy="223"/>
            </a:xfrm>
            <a:prstGeom prst="rect">
              <a:avLst/>
            </a:prstGeom>
            <a:noFill/>
            <a:ln w="9525">
              <a:noFill/>
              <a:miter lim="800000"/>
              <a:headEnd/>
              <a:tailEnd/>
            </a:ln>
          </p:spPr>
          <p:txBody>
            <a:bodyPr wrap="none" lIns="0" tIns="0" rIns="0" bIns="0">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2300" b="0" i="0" u="none" strike="noStrike" kern="0" cap="none" spc="0" normalizeH="0" baseline="0" noProof="0" dirty="0">
                  <a:ln>
                    <a:noFill/>
                  </a:ln>
                  <a:solidFill>
                    <a:srgbClr val="000000"/>
                  </a:solidFill>
                  <a:effectLst/>
                  <a:uLnTx/>
                  <a:uFillTx/>
                  <a:latin typeface="+mj-lt"/>
                </a:rPr>
                <a:t>0100</a:t>
              </a:r>
              <a:endParaRPr kumimoji="0" lang="en-US" altLang="zh-CN" sz="2800" b="0" i="0" u="none" strike="noStrike" kern="0" cap="none" spc="0" normalizeH="0" baseline="0" noProof="0" dirty="0">
                <a:ln>
                  <a:noFill/>
                </a:ln>
                <a:solidFill>
                  <a:srgbClr val="000000"/>
                </a:solidFill>
                <a:effectLst/>
                <a:uLnTx/>
                <a:uFillTx/>
                <a:latin typeface="+mj-lt"/>
              </a:endParaRPr>
            </a:p>
          </p:txBody>
        </p:sp>
        <p:sp>
          <p:nvSpPr>
            <p:cNvPr id="181" name="Oval 47">
              <a:extLst>
                <a:ext uri="{FF2B5EF4-FFF2-40B4-BE49-F238E27FC236}">
                  <a16:creationId xmlns:a16="http://schemas.microsoft.com/office/drawing/2014/main" id="{ACF55A5B-CD52-4662-9A8D-597E6E960410}"/>
                </a:ext>
              </a:extLst>
            </p:cNvPr>
            <p:cNvSpPr>
              <a:spLocks noChangeArrowheads="1"/>
            </p:cNvSpPr>
            <p:nvPr/>
          </p:nvSpPr>
          <p:spPr bwMode="auto">
            <a:xfrm>
              <a:off x="4529" y="2750"/>
              <a:ext cx="403" cy="437"/>
            </a:xfrm>
            <a:prstGeom prst="ellipse">
              <a:avLst/>
            </a:prstGeom>
            <a:solidFill>
              <a:srgbClr val="FFFFFF"/>
            </a:solidFill>
            <a:ln w="0">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mj-lt"/>
              </a:endParaRPr>
            </a:p>
          </p:txBody>
        </p:sp>
        <p:sp>
          <p:nvSpPr>
            <p:cNvPr id="182" name="Oval 48">
              <a:extLst>
                <a:ext uri="{FF2B5EF4-FFF2-40B4-BE49-F238E27FC236}">
                  <a16:creationId xmlns:a16="http://schemas.microsoft.com/office/drawing/2014/main" id="{C9347FB5-2542-4A1C-8B94-60476EF5B193}"/>
                </a:ext>
              </a:extLst>
            </p:cNvPr>
            <p:cNvSpPr>
              <a:spLocks noChangeArrowheads="1"/>
            </p:cNvSpPr>
            <p:nvPr/>
          </p:nvSpPr>
          <p:spPr bwMode="auto">
            <a:xfrm>
              <a:off x="4529" y="2750"/>
              <a:ext cx="403" cy="437"/>
            </a:xfrm>
            <a:prstGeom prst="ellipse">
              <a:avLst/>
            </a:prstGeom>
            <a:noFill/>
            <a:ln w="17463" cap="rnd">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mj-lt"/>
              </a:endParaRPr>
            </a:p>
          </p:txBody>
        </p:sp>
        <p:sp>
          <p:nvSpPr>
            <p:cNvPr id="183" name="Rectangle 49">
              <a:extLst>
                <a:ext uri="{FF2B5EF4-FFF2-40B4-BE49-F238E27FC236}">
                  <a16:creationId xmlns:a16="http://schemas.microsoft.com/office/drawing/2014/main" id="{09234E56-928F-4718-9A4F-B1FC55B7C55C}"/>
                </a:ext>
              </a:extLst>
            </p:cNvPr>
            <p:cNvSpPr>
              <a:spLocks noChangeArrowheads="1"/>
            </p:cNvSpPr>
            <p:nvPr/>
          </p:nvSpPr>
          <p:spPr bwMode="auto">
            <a:xfrm>
              <a:off x="4518" y="2869"/>
              <a:ext cx="412" cy="223"/>
            </a:xfrm>
            <a:prstGeom prst="rect">
              <a:avLst/>
            </a:prstGeom>
            <a:noFill/>
            <a:ln w="9525">
              <a:noFill/>
              <a:miter lim="800000"/>
              <a:headEnd/>
              <a:tailEnd/>
            </a:ln>
          </p:spPr>
          <p:txBody>
            <a:bodyPr wrap="none" lIns="0" tIns="0" rIns="0" bIns="0">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2300" b="0" i="0" u="none" strike="noStrike" kern="0" cap="none" spc="0" normalizeH="0" baseline="0" noProof="0">
                  <a:ln>
                    <a:noFill/>
                  </a:ln>
                  <a:solidFill>
                    <a:srgbClr val="000000"/>
                  </a:solidFill>
                  <a:effectLst/>
                  <a:uLnTx/>
                  <a:uFillTx/>
                  <a:latin typeface="+mj-lt"/>
                </a:rPr>
                <a:t>1010</a:t>
              </a:r>
              <a:endParaRPr kumimoji="0" lang="en-US" altLang="zh-CN" sz="2800" b="0" i="0" u="none" strike="noStrike" kern="0" cap="none" spc="0" normalizeH="0" baseline="0" noProof="0">
                <a:ln>
                  <a:noFill/>
                </a:ln>
                <a:solidFill>
                  <a:srgbClr val="000000"/>
                </a:solidFill>
                <a:effectLst/>
                <a:uLnTx/>
                <a:uFillTx/>
                <a:latin typeface="+mj-lt"/>
              </a:endParaRPr>
            </a:p>
          </p:txBody>
        </p:sp>
        <p:sp>
          <p:nvSpPr>
            <p:cNvPr id="184" name="Oval 50">
              <a:extLst>
                <a:ext uri="{FF2B5EF4-FFF2-40B4-BE49-F238E27FC236}">
                  <a16:creationId xmlns:a16="http://schemas.microsoft.com/office/drawing/2014/main" id="{A08D6F37-E90A-4ABC-AF7B-3B26CA164D3B}"/>
                </a:ext>
              </a:extLst>
            </p:cNvPr>
            <p:cNvSpPr>
              <a:spLocks noChangeArrowheads="1"/>
            </p:cNvSpPr>
            <p:nvPr/>
          </p:nvSpPr>
          <p:spPr bwMode="auto">
            <a:xfrm>
              <a:off x="3870" y="3197"/>
              <a:ext cx="404" cy="437"/>
            </a:xfrm>
            <a:prstGeom prst="ellipse">
              <a:avLst/>
            </a:prstGeom>
            <a:solidFill>
              <a:srgbClr val="FFFFFF"/>
            </a:solidFill>
            <a:ln w="0">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mj-lt"/>
              </a:endParaRPr>
            </a:p>
          </p:txBody>
        </p:sp>
        <p:sp>
          <p:nvSpPr>
            <p:cNvPr id="185" name="Oval 51">
              <a:extLst>
                <a:ext uri="{FF2B5EF4-FFF2-40B4-BE49-F238E27FC236}">
                  <a16:creationId xmlns:a16="http://schemas.microsoft.com/office/drawing/2014/main" id="{9DCCD3CE-5EFA-4756-8561-E690C3DF06AB}"/>
                </a:ext>
              </a:extLst>
            </p:cNvPr>
            <p:cNvSpPr>
              <a:spLocks noChangeArrowheads="1"/>
            </p:cNvSpPr>
            <p:nvPr/>
          </p:nvSpPr>
          <p:spPr bwMode="auto">
            <a:xfrm>
              <a:off x="3870" y="3197"/>
              <a:ext cx="404" cy="437"/>
            </a:xfrm>
            <a:prstGeom prst="ellipse">
              <a:avLst/>
            </a:prstGeom>
            <a:noFill/>
            <a:ln w="17463" cap="rnd">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mj-lt"/>
              </a:endParaRPr>
            </a:p>
          </p:txBody>
        </p:sp>
        <p:sp>
          <p:nvSpPr>
            <p:cNvPr id="186" name="Rectangle 52">
              <a:extLst>
                <a:ext uri="{FF2B5EF4-FFF2-40B4-BE49-F238E27FC236}">
                  <a16:creationId xmlns:a16="http://schemas.microsoft.com/office/drawing/2014/main" id="{7FD9E605-5706-49C6-B10C-08EFFC7F64BF}"/>
                </a:ext>
              </a:extLst>
            </p:cNvPr>
            <p:cNvSpPr>
              <a:spLocks noChangeArrowheads="1"/>
            </p:cNvSpPr>
            <p:nvPr/>
          </p:nvSpPr>
          <p:spPr bwMode="auto">
            <a:xfrm>
              <a:off x="3869" y="3311"/>
              <a:ext cx="412" cy="223"/>
            </a:xfrm>
            <a:prstGeom prst="rect">
              <a:avLst/>
            </a:prstGeom>
            <a:noFill/>
            <a:ln w="9525">
              <a:noFill/>
              <a:miter lim="800000"/>
              <a:headEnd/>
              <a:tailEnd/>
            </a:ln>
          </p:spPr>
          <p:txBody>
            <a:bodyPr wrap="none" lIns="0" tIns="0" rIns="0" bIns="0">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2300" b="0" i="0" u="none" strike="noStrike" kern="0" cap="none" spc="0" normalizeH="0" baseline="0" noProof="0">
                  <a:ln>
                    <a:noFill/>
                  </a:ln>
                  <a:solidFill>
                    <a:srgbClr val="000000"/>
                  </a:solidFill>
                  <a:effectLst/>
                  <a:uLnTx/>
                  <a:uFillTx/>
                  <a:latin typeface="+mj-lt"/>
                </a:rPr>
                <a:t>1101</a:t>
              </a:r>
              <a:endParaRPr kumimoji="0" lang="en-US" altLang="zh-CN" sz="2800" b="0" i="0" u="none" strike="noStrike" kern="0" cap="none" spc="0" normalizeH="0" baseline="0" noProof="0">
                <a:ln>
                  <a:noFill/>
                </a:ln>
                <a:solidFill>
                  <a:srgbClr val="000000"/>
                </a:solidFill>
                <a:effectLst/>
                <a:uLnTx/>
                <a:uFillTx/>
                <a:latin typeface="+mj-lt"/>
              </a:endParaRPr>
            </a:p>
          </p:txBody>
        </p:sp>
        <p:sp>
          <p:nvSpPr>
            <p:cNvPr id="187" name="Oval 53">
              <a:extLst>
                <a:ext uri="{FF2B5EF4-FFF2-40B4-BE49-F238E27FC236}">
                  <a16:creationId xmlns:a16="http://schemas.microsoft.com/office/drawing/2014/main" id="{9C157582-5E61-4C8B-A8D8-5478A1ED7E3E}"/>
                </a:ext>
              </a:extLst>
            </p:cNvPr>
            <p:cNvSpPr>
              <a:spLocks noChangeArrowheads="1"/>
            </p:cNvSpPr>
            <p:nvPr/>
          </p:nvSpPr>
          <p:spPr bwMode="auto">
            <a:xfrm>
              <a:off x="3313" y="2704"/>
              <a:ext cx="404" cy="437"/>
            </a:xfrm>
            <a:prstGeom prst="ellipse">
              <a:avLst/>
            </a:prstGeom>
            <a:solidFill>
              <a:srgbClr val="FFFFFF"/>
            </a:solidFill>
            <a:ln w="0">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mj-lt"/>
              </a:endParaRPr>
            </a:p>
          </p:txBody>
        </p:sp>
        <p:sp>
          <p:nvSpPr>
            <p:cNvPr id="188" name="Oval 54">
              <a:extLst>
                <a:ext uri="{FF2B5EF4-FFF2-40B4-BE49-F238E27FC236}">
                  <a16:creationId xmlns:a16="http://schemas.microsoft.com/office/drawing/2014/main" id="{9C5A2BE3-0CC4-473F-BB09-DC913DE1DA90}"/>
                </a:ext>
              </a:extLst>
            </p:cNvPr>
            <p:cNvSpPr>
              <a:spLocks noChangeArrowheads="1"/>
            </p:cNvSpPr>
            <p:nvPr/>
          </p:nvSpPr>
          <p:spPr bwMode="auto">
            <a:xfrm>
              <a:off x="3313" y="2704"/>
              <a:ext cx="404" cy="437"/>
            </a:xfrm>
            <a:prstGeom prst="ellipse">
              <a:avLst/>
            </a:prstGeom>
            <a:noFill/>
            <a:ln w="17463" cap="rnd">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mj-lt"/>
              </a:endParaRPr>
            </a:p>
          </p:txBody>
        </p:sp>
        <p:sp>
          <p:nvSpPr>
            <p:cNvPr id="189" name="Rectangle 55">
              <a:extLst>
                <a:ext uri="{FF2B5EF4-FFF2-40B4-BE49-F238E27FC236}">
                  <a16:creationId xmlns:a16="http://schemas.microsoft.com/office/drawing/2014/main" id="{46AC5ECF-FBF6-4672-A8FB-9DE9EE8271AC}"/>
                </a:ext>
              </a:extLst>
            </p:cNvPr>
            <p:cNvSpPr>
              <a:spLocks noChangeArrowheads="1"/>
            </p:cNvSpPr>
            <p:nvPr/>
          </p:nvSpPr>
          <p:spPr bwMode="auto">
            <a:xfrm>
              <a:off x="3304" y="2822"/>
              <a:ext cx="412" cy="223"/>
            </a:xfrm>
            <a:prstGeom prst="rect">
              <a:avLst/>
            </a:prstGeom>
            <a:noFill/>
            <a:ln w="9525">
              <a:noFill/>
              <a:miter lim="800000"/>
              <a:headEnd/>
              <a:tailEnd/>
            </a:ln>
          </p:spPr>
          <p:txBody>
            <a:bodyPr wrap="none" lIns="0" tIns="0" rIns="0" bIns="0">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2300" b="0" i="0" u="none" strike="noStrike" kern="0" cap="none" spc="0" normalizeH="0" baseline="0" noProof="0">
                  <a:ln>
                    <a:noFill/>
                  </a:ln>
                  <a:solidFill>
                    <a:srgbClr val="000000"/>
                  </a:solidFill>
                  <a:effectLst/>
                  <a:uLnTx/>
                  <a:uFillTx/>
                  <a:latin typeface="+mj-lt"/>
                </a:rPr>
                <a:t>0110</a:t>
              </a:r>
              <a:endParaRPr kumimoji="0" lang="en-US" altLang="zh-CN" sz="2800" b="0" i="0" u="none" strike="noStrike" kern="0" cap="none" spc="0" normalizeH="0" baseline="0" noProof="0">
                <a:ln>
                  <a:noFill/>
                </a:ln>
                <a:solidFill>
                  <a:srgbClr val="000000"/>
                </a:solidFill>
                <a:effectLst/>
                <a:uLnTx/>
                <a:uFillTx/>
                <a:latin typeface="+mj-lt"/>
              </a:endParaRPr>
            </a:p>
          </p:txBody>
        </p:sp>
        <p:sp>
          <p:nvSpPr>
            <p:cNvPr id="190" name="Oval 56">
              <a:extLst>
                <a:ext uri="{FF2B5EF4-FFF2-40B4-BE49-F238E27FC236}">
                  <a16:creationId xmlns:a16="http://schemas.microsoft.com/office/drawing/2014/main" id="{86934AF8-C6CA-4AF4-AD0F-FDCB554F4AAE}"/>
                </a:ext>
              </a:extLst>
            </p:cNvPr>
            <p:cNvSpPr>
              <a:spLocks noChangeArrowheads="1"/>
            </p:cNvSpPr>
            <p:nvPr/>
          </p:nvSpPr>
          <p:spPr bwMode="auto">
            <a:xfrm>
              <a:off x="2891" y="2149"/>
              <a:ext cx="404" cy="436"/>
            </a:xfrm>
            <a:prstGeom prst="ellipse">
              <a:avLst/>
            </a:prstGeom>
            <a:solidFill>
              <a:srgbClr val="FFFFFF"/>
            </a:solidFill>
            <a:ln w="0">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mj-lt"/>
              </a:endParaRPr>
            </a:p>
          </p:txBody>
        </p:sp>
        <p:sp>
          <p:nvSpPr>
            <p:cNvPr id="191" name="Oval 57">
              <a:extLst>
                <a:ext uri="{FF2B5EF4-FFF2-40B4-BE49-F238E27FC236}">
                  <a16:creationId xmlns:a16="http://schemas.microsoft.com/office/drawing/2014/main" id="{94300855-71FC-4BA8-93DD-910D38CED6F0}"/>
                </a:ext>
              </a:extLst>
            </p:cNvPr>
            <p:cNvSpPr>
              <a:spLocks noChangeArrowheads="1"/>
            </p:cNvSpPr>
            <p:nvPr/>
          </p:nvSpPr>
          <p:spPr bwMode="auto">
            <a:xfrm>
              <a:off x="2891" y="2149"/>
              <a:ext cx="404" cy="436"/>
            </a:xfrm>
            <a:prstGeom prst="ellipse">
              <a:avLst/>
            </a:prstGeom>
            <a:noFill/>
            <a:ln w="17463" cap="rnd">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mj-lt"/>
              </a:endParaRPr>
            </a:p>
          </p:txBody>
        </p:sp>
        <p:sp>
          <p:nvSpPr>
            <p:cNvPr id="192" name="Rectangle 58">
              <a:extLst>
                <a:ext uri="{FF2B5EF4-FFF2-40B4-BE49-F238E27FC236}">
                  <a16:creationId xmlns:a16="http://schemas.microsoft.com/office/drawing/2014/main" id="{A4081FFA-52C4-47F4-9CE4-780397BF9B1D}"/>
                </a:ext>
              </a:extLst>
            </p:cNvPr>
            <p:cNvSpPr>
              <a:spLocks noChangeArrowheads="1"/>
            </p:cNvSpPr>
            <p:nvPr/>
          </p:nvSpPr>
          <p:spPr bwMode="auto">
            <a:xfrm>
              <a:off x="2886" y="2260"/>
              <a:ext cx="412" cy="223"/>
            </a:xfrm>
            <a:prstGeom prst="rect">
              <a:avLst/>
            </a:prstGeom>
            <a:noFill/>
            <a:ln w="9525">
              <a:noFill/>
              <a:miter lim="800000"/>
              <a:headEnd/>
              <a:tailEnd/>
            </a:ln>
          </p:spPr>
          <p:txBody>
            <a:bodyPr wrap="none" lIns="0" tIns="0" rIns="0" bIns="0">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2300" b="0" i="0" u="none" strike="noStrike" kern="0" cap="none" spc="0" normalizeH="0" baseline="0" noProof="0">
                  <a:ln>
                    <a:noFill/>
                  </a:ln>
                  <a:solidFill>
                    <a:srgbClr val="000000"/>
                  </a:solidFill>
                  <a:effectLst/>
                  <a:uLnTx/>
                  <a:uFillTx/>
                  <a:latin typeface="+mj-lt"/>
                </a:rPr>
                <a:t>1011</a:t>
              </a:r>
              <a:endParaRPr kumimoji="0" lang="en-US" altLang="zh-CN" sz="2800" b="0" i="0" u="none" strike="noStrike" kern="0" cap="none" spc="0" normalizeH="0" baseline="0" noProof="0">
                <a:ln>
                  <a:noFill/>
                </a:ln>
                <a:solidFill>
                  <a:srgbClr val="000000"/>
                </a:solidFill>
                <a:effectLst/>
                <a:uLnTx/>
                <a:uFillTx/>
                <a:latin typeface="+mj-lt"/>
              </a:endParaRPr>
            </a:p>
          </p:txBody>
        </p:sp>
        <p:sp>
          <p:nvSpPr>
            <p:cNvPr id="193" name="Oval 59">
              <a:extLst>
                <a:ext uri="{FF2B5EF4-FFF2-40B4-BE49-F238E27FC236}">
                  <a16:creationId xmlns:a16="http://schemas.microsoft.com/office/drawing/2014/main" id="{67F47558-DFAE-4F1B-92AE-12AF59F30243}"/>
                </a:ext>
              </a:extLst>
            </p:cNvPr>
            <p:cNvSpPr>
              <a:spLocks noChangeArrowheads="1"/>
            </p:cNvSpPr>
            <p:nvPr/>
          </p:nvSpPr>
          <p:spPr bwMode="auto">
            <a:xfrm>
              <a:off x="3355" y="1542"/>
              <a:ext cx="405" cy="437"/>
            </a:xfrm>
            <a:prstGeom prst="ellipse">
              <a:avLst/>
            </a:prstGeom>
            <a:solidFill>
              <a:srgbClr val="FFFFFF"/>
            </a:solidFill>
            <a:ln w="0">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mj-lt"/>
              </a:endParaRPr>
            </a:p>
          </p:txBody>
        </p:sp>
        <p:sp>
          <p:nvSpPr>
            <p:cNvPr id="194" name="Oval 60">
              <a:extLst>
                <a:ext uri="{FF2B5EF4-FFF2-40B4-BE49-F238E27FC236}">
                  <a16:creationId xmlns:a16="http://schemas.microsoft.com/office/drawing/2014/main" id="{D5D83FA7-D46E-467D-B8AA-6FFC07B281E9}"/>
                </a:ext>
              </a:extLst>
            </p:cNvPr>
            <p:cNvSpPr>
              <a:spLocks noChangeArrowheads="1"/>
            </p:cNvSpPr>
            <p:nvPr/>
          </p:nvSpPr>
          <p:spPr bwMode="auto">
            <a:xfrm>
              <a:off x="3355" y="1542"/>
              <a:ext cx="405" cy="437"/>
            </a:xfrm>
            <a:prstGeom prst="ellipse">
              <a:avLst/>
            </a:prstGeom>
            <a:noFill/>
            <a:ln w="17463" cap="rnd">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mj-lt"/>
              </a:endParaRPr>
            </a:p>
          </p:txBody>
        </p:sp>
        <p:sp>
          <p:nvSpPr>
            <p:cNvPr id="195" name="Rectangle 61">
              <a:extLst>
                <a:ext uri="{FF2B5EF4-FFF2-40B4-BE49-F238E27FC236}">
                  <a16:creationId xmlns:a16="http://schemas.microsoft.com/office/drawing/2014/main" id="{25A6F6B8-8122-446C-A99B-2A9BF53D4237}"/>
                </a:ext>
              </a:extLst>
            </p:cNvPr>
            <p:cNvSpPr>
              <a:spLocks noChangeArrowheads="1"/>
            </p:cNvSpPr>
            <p:nvPr/>
          </p:nvSpPr>
          <p:spPr bwMode="auto">
            <a:xfrm>
              <a:off x="3351" y="1660"/>
              <a:ext cx="412" cy="223"/>
            </a:xfrm>
            <a:prstGeom prst="rect">
              <a:avLst/>
            </a:prstGeom>
            <a:noFill/>
            <a:ln w="9525">
              <a:noFill/>
              <a:miter lim="800000"/>
              <a:headEnd/>
              <a:tailEnd/>
            </a:ln>
          </p:spPr>
          <p:txBody>
            <a:bodyPr wrap="none" lIns="0" tIns="0" rIns="0" bIns="0">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2300" b="0" i="0" u="none" strike="noStrike" kern="0" cap="none" spc="0" normalizeH="0" baseline="0" noProof="0">
                  <a:ln>
                    <a:noFill/>
                  </a:ln>
                  <a:solidFill>
                    <a:srgbClr val="000000"/>
                  </a:solidFill>
                  <a:effectLst/>
                  <a:uLnTx/>
                  <a:uFillTx/>
                  <a:latin typeface="+mj-lt"/>
                </a:rPr>
                <a:t>0101</a:t>
              </a:r>
              <a:endParaRPr kumimoji="0" lang="en-US" altLang="zh-CN" sz="2800" b="0" i="0" u="none" strike="noStrike" kern="0" cap="none" spc="0" normalizeH="0" baseline="0" noProof="0">
                <a:ln>
                  <a:noFill/>
                </a:ln>
                <a:solidFill>
                  <a:srgbClr val="000000"/>
                </a:solidFill>
                <a:effectLst/>
                <a:uLnTx/>
                <a:uFillTx/>
                <a:latin typeface="+mj-lt"/>
              </a:endParaRPr>
            </a:p>
          </p:txBody>
        </p:sp>
        <p:sp>
          <p:nvSpPr>
            <p:cNvPr id="196" name="AutoShape 62">
              <a:extLst>
                <a:ext uri="{FF2B5EF4-FFF2-40B4-BE49-F238E27FC236}">
                  <a16:creationId xmlns:a16="http://schemas.microsoft.com/office/drawing/2014/main" id="{1818ACB4-17D4-4E20-B4B4-A4C789E33B6D}"/>
                </a:ext>
              </a:extLst>
            </p:cNvPr>
            <p:cNvSpPr>
              <a:spLocks noChangeArrowheads="1"/>
            </p:cNvSpPr>
            <p:nvPr/>
          </p:nvSpPr>
          <p:spPr bwMode="auto">
            <a:xfrm rot="2700000">
              <a:off x="4323" y="1483"/>
              <a:ext cx="272" cy="83"/>
            </a:xfrm>
            <a:prstGeom prst="rightArrow">
              <a:avLst>
                <a:gd name="adj1" fmla="val 50000"/>
                <a:gd name="adj2" fmla="val 81928"/>
              </a:avLst>
            </a:prstGeom>
            <a:solidFill>
              <a:srgbClr val="99CCFF"/>
            </a:solidFill>
            <a:ln w="9525">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mj-lt"/>
              </a:endParaRPr>
            </a:p>
          </p:txBody>
        </p:sp>
        <p:sp>
          <p:nvSpPr>
            <p:cNvPr id="197" name="AutoShape 63">
              <a:extLst>
                <a:ext uri="{FF2B5EF4-FFF2-40B4-BE49-F238E27FC236}">
                  <a16:creationId xmlns:a16="http://schemas.microsoft.com/office/drawing/2014/main" id="{89B83E42-EAC0-4E4E-9AD2-23248B3AF4C6}"/>
                </a:ext>
              </a:extLst>
            </p:cNvPr>
            <p:cNvSpPr>
              <a:spLocks noChangeArrowheads="1"/>
            </p:cNvSpPr>
            <p:nvPr/>
          </p:nvSpPr>
          <p:spPr bwMode="auto">
            <a:xfrm rot="2700000">
              <a:off x="4841" y="1982"/>
              <a:ext cx="182" cy="84"/>
            </a:xfrm>
            <a:prstGeom prst="rightArrow">
              <a:avLst>
                <a:gd name="adj1" fmla="val 50000"/>
                <a:gd name="adj2" fmla="val 54167"/>
              </a:avLst>
            </a:prstGeom>
            <a:solidFill>
              <a:srgbClr val="99CCFF"/>
            </a:solidFill>
            <a:ln w="9525">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mj-lt"/>
              </a:endParaRPr>
            </a:p>
          </p:txBody>
        </p:sp>
        <p:sp>
          <p:nvSpPr>
            <p:cNvPr id="198" name="AutoShape 64">
              <a:extLst>
                <a:ext uri="{FF2B5EF4-FFF2-40B4-BE49-F238E27FC236}">
                  <a16:creationId xmlns:a16="http://schemas.microsoft.com/office/drawing/2014/main" id="{9B14D93D-1556-40DF-A807-76D7457599A4}"/>
                </a:ext>
              </a:extLst>
            </p:cNvPr>
            <p:cNvSpPr>
              <a:spLocks noChangeArrowheads="1"/>
            </p:cNvSpPr>
            <p:nvPr/>
          </p:nvSpPr>
          <p:spPr bwMode="auto">
            <a:xfrm rot="2700000" flipH="1">
              <a:off x="3759" y="3113"/>
              <a:ext cx="168" cy="91"/>
            </a:xfrm>
            <a:prstGeom prst="rightArrow">
              <a:avLst>
                <a:gd name="adj1" fmla="val 50000"/>
                <a:gd name="adj2" fmla="val 46154"/>
              </a:avLst>
            </a:prstGeom>
            <a:solidFill>
              <a:srgbClr val="99CCFF"/>
            </a:solidFill>
            <a:ln w="9525">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mj-lt"/>
              </a:endParaRPr>
            </a:p>
          </p:txBody>
        </p:sp>
        <p:sp>
          <p:nvSpPr>
            <p:cNvPr id="199" name="AutoShape 65">
              <a:extLst>
                <a:ext uri="{FF2B5EF4-FFF2-40B4-BE49-F238E27FC236}">
                  <a16:creationId xmlns:a16="http://schemas.microsoft.com/office/drawing/2014/main" id="{D1C93555-CEAD-4EF4-A3C3-D3A6C3B95723}"/>
                </a:ext>
              </a:extLst>
            </p:cNvPr>
            <p:cNvSpPr>
              <a:spLocks noChangeArrowheads="1"/>
            </p:cNvSpPr>
            <p:nvPr/>
          </p:nvSpPr>
          <p:spPr bwMode="auto">
            <a:xfrm rot="-2700000">
              <a:off x="3257" y="2024"/>
              <a:ext cx="168" cy="91"/>
            </a:xfrm>
            <a:prstGeom prst="rightArrow">
              <a:avLst>
                <a:gd name="adj1" fmla="val 50000"/>
                <a:gd name="adj2" fmla="val 46154"/>
              </a:avLst>
            </a:prstGeom>
            <a:solidFill>
              <a:srgbClr val="99CCFF"/>
            </a:solidFill>
            <a:ln w="9525">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mj-lt"/>
              </a:endParaRPr>
            </a:p>
          </p:txBody>
        </p:sp>
        <p:sp>
          <p:nvSpPr>
            <p:cNvPr id="200" name="AutoShape 66">
              <a:extLst>
                <a:ext uri="{FF2B5EF4-FFF2-40B4-BE49-F238E27FC236}">
                  <a16:creationId xmlns:a16="http://schemas.microsoft.com/office/drawing/2014/main" id="{889071A7-25E2-4DB8-A505-1545E38A4F01}"/>
                </a:ext>
              </a:extLst>
            </p:cNvPr>
            <p:cNvSpPr>
              <a:spLocks noChangeArrowheads="1"/>
            </p:cNvSpPr>
            <p:nvPr/>
          </p:nvSpPr>
          <p:spPr bwMode="auto">
            <a:xfrm rot="-2700000">
              <a:off x="3717" y="1479"/>
              <a:ext cx="168" cy="91"/>
            </a:xfrm>
            <a:prstGeom prst="rightArrow">
              <a:avLst>
                <a:gd name="adj1" fmla="val 50000"/>
                <a:gd name="adj2" fmla="val 46154"/>
              </a:avLst>
            </a:prstGeom>
            <a:solidFill>
              <a:srgbClr val="99CCFF"/>
            </a:solidFill>
            <a:ln w="9525">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mj-lt"/>
              </a:endParaRPr>
            </a:p>
          </p:txBody>
        </p:sp>
        <p:sp>
          <p:nvSpPr>
            <p:cNvPr id="201" name="AutoShape 67">
              <a:extLst>
                <a:ext uri="{FF2B5EF4-FFF2-40B4-BE49-F238E27FC236}">
                  <a16:creationId xmlns:a16="http://schemas.microsoft.com/office/drawing/2014/main" id="{034A6F11-196A-4FDF-BAC1-C1EB599D90CF}"/>
                </a:ext>
              </a:extLst>
            </p:cNvPr>
            <p:cNvSpPr>
              <a:spLocks noChangeArrowheads="1"/>
            </p:cNvSpPr>
            <p:nvPr/>
          </p:nvSpPr>
          <p:spPr bwMode="auto">
            <a:xfrm rot="18900000" flipH="1">
              <a:off x="4882" y="2662"/>
              <a:ext cx="182" cy="84"/>
            </a:xfrm>
            <a:prstGeom prst="rightArrow">
              <a:avLst>
                <a:gd name="adj1" fmla="val 50000"/>
                <a:gd name="adj2" fmla="val 54167"/>
              </a:avLst>
            </a:prstGeom>
            <a:solidFill>
              <a:srgbClr val="99CCFF"/>
            </a:solidFill>
            <a:ln w="9525">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mj-lt"/>
              </a:endParaRPr>
            </a:p>
          </p:txBody>
        </p:sp>
        <p:sp>
          <p:nvSpPr>
            <p:cNvPr id="202" name="AutoShape 68">
              <a:extLst>
                <a:ext uri="{FF2B5EF4-FFF2-40B4-BE49-F238E27FC236}">
                  <a16:creationId xmlns:a16="http://schemas.microsoft.com/office/drawing/2014/main" id="{639886E4-6D50-49AA-B971-4D4432FD90F3}"/>
                </a:ext>
              </a:extLst>
            </p:cNvPr>
            <p:cNvSpPr>
              <a:spLocks noChangeArrowheads="1"/>
            </p:cNvSpPr>
            <p:nvPr/>
          </p:nvSpPr>
          <p:spPr bwMode="auto">
            <a:xfrm rot="18900000" flipH="1">
              <a:off x="4338" y="3206"/>
              <a:ext cx="182" cy="84"/>
            </a:xfrm>
            <a:prstGeom prst="rightArrow">
              <a:avLst>
                <a:gd name="adj1" fmla="val 50000"/>
                <a:gd name="adj2" fmla="val 54167"/>
              </a:avLst>
            </a:prstGeom>
            <a:solidFill>
              <a:srgbClr val="99CCFF"/>
            </a:solidFill>
            <a:ln w="9525">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mj-lt"/>
              </a:endParaRPr>
            </a:p>
          </p:txBody>
        </p:sp>
        <p:sp>
          <p:nvSpPr>
            <p:cNvPr id="203" name="AutoShape 69">
              <a:extLst>
                <a:ext uri="{FF2B5EF4-FFF2-40B4-BE49-F238E27FC236}">
                  <a16:creationId xmlns:a16="http://schemas.microsoft.com/office/drawing/2014/main" id="{C755BDD2-FDFA-4C4C-B995-D2DAF36B7E76}"/>
                </a:ext>
              </a:extLst>
            </p:cNvPr>
            <p:cNvSpPr>
              <a:spLocks noChangeArrowheads="1"/>
            </p:cNvSpPr>
            <p:nvPr/>
          </p:nvSpPr>
          <p:spPr bwMode="auto">
            <a:xfrm rot="2700000" flipH="1">
              <a:off x="3215" y="2614"/>
              <a:ext cx="168" cy="91"/>
            </a:xfrm>
            <a:prstGeom prst="rightArrow">
              <a:avLst>
                <a:gd name="adj1" fmla="val 50000"/>
                <a:gd name="adj2" fmla="val 46154"/>
              </a:avLst>
            </a:prstGeom>
            <a:solidFill>
              <a:srgbClr val="99CCFF"/>
            </a:solidFill>
            <a:ln w="9525">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mj-lt"/>
              </a:endParaRPr>
            </a:p>
          </p:txBody>
        </p:sp>
      </p:grpSp>
      <p:sp>
        <p:nvSpPr>
          <p:cNvPr id="2" name="Title 4">
            <a:extLst>
              <a:ext uri="{FF2B5EF4-FFF2-40B4-BE49-F238E27FC236}">
                <a16:creationId xmlns:a16="http://schemas.microsoft.com/office/drawing/2014/main" id="{93299473-3615-0089-ADEF-3C05BE0B87DA}"/>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t>扭环形计数器的自启动</a:t>
            </a:r>
            <a:r>
              <a:rPr lang="en-US" altLang="zh-CN" dirty="0"/>
              <a:t>?</a:t>
            </a:r>
            <a:endParaRPr lang="en-CN" altLang="zh-CN" sz="4000" dirty="0">
              <a:solidFill>
                <a:srgbClr val="0000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7494127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259D7DD-E1BE-4482-9234-29898EB39847}" type="slidenum">
              <a:rPr kumimoji="0" lang="en-US" altLang="zh-CN" sz="1200" b="0" i="0" u="none" strike="noStrike" kern="1200" cap="none" spc="0" normalizeH="0" baseline="0" noProof="0" smtClean="0">
                <a:ln>
                  <a:noFill/>
                </a:ln>
                <a:solidFill>
                  <a:srgbClr val="000000"/>
                </a:solidFill>
                <a:effectLst/>
                <a:uLnTx/>
                <a:uFillTx/>
                <a:latin typeface="Arial Black"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100</a:t>
            </a:fld>
            <a:endParaRPr kumimoji="0" lang="en-US" altLang="zh-CN" sz="1200" b="0" i="0" u="none" strike="noStrike" kern="1200" cap="none" spc="0" normalizeH="0" baseline="0" noProof="0" dirty="0">
              <a:ln>
                <a:noFill/>
              </a:ln>
              <a:solidFill>
                <a:srgbClr val="000000"/>
              </a:solidFill>
              <a:effectLst/>
              <a:uLnTx/>
              <a:uFillTx/>
              <a:latin typeface="Arial Black" pitchFamily="34" charset="0"/>
              <a:ea typeface="宋体" pitchFamily="2" charset="-122"/>
              <a:cs typeface="+mn-cs"/>
            </a:endParaRPr>
          </a:p>
        </p:txBody>
      </p:sp>
      <p:sp>
        <p:nvSpPr>
          <p:cNvPr id="2" name="内容占位符 1">
            <a:extLst>
              <a:ext uri="{FF2B5EF4-FFF2-40B4-BE49-F238E27FC236}">
                <a16:creationId xmlns:a16="http://schemas.microsoft.com/office/drawing/2014/main" id="{5189BD38-BB26-4F26-97A4-21C42C3C8303}"/>
              </a:ext>
            </a:extLst>
          </p:cNvPr>
          <p:cNvSpPr>
            <a:spLocks noGrp="1"/>
          </p:cNvSpPr>
          <p:nvPr>
            <p:ph idx="4294967295"/>
          </p:nvPr>
        </p:nvSpPr>
        <p:spPr>
          <a:xfrm>
            <a:off x="537266" y="1360190"/>
            <a:ext cx="8229600" cy="3286125"/>
          </a:xfrm>
        </p:spPr>
        <p:txBody>
          <a:bodyPr>
            <a:normAutofit/>
          </a:bodyPr>
          <a:lstStyle/>
          <a:p>
            <a:r>
              <a:rPr lang="zh-CN" altLang="en-US" sz="2800" b="0" dirty="0">
                <a:solidFill>
                  <a:srgbClr val="000000"/>
                </a:solidFill>
                <a:latin typeface="Arial" panose="020B0604020202020204" pitchFamily="34" charset="0"/>
                <a:ea typeface="SimHei" panose="02010609060101010101" pitchFamily="49" charset="-122"/>
                <a:cs typeface="Arial" panose="020B0604020202020204" pitchFamily="34" charset="0"/>
              </a:rPr>
              <a:t>模为</a:t>
            </a:r>
            <a:r>
              <a:rPr lang="en-US" altLang="zh-CN" sz="2800" b="0" dirty="0">
                <a:solidFill>
                  <a:srgbClr val="000000"/>
                </a:solidFill>
                <a:latin typeface="Arial" panose="020B0604020202020204" pitchFamily="34" charset="0"/>
                <a:ea typeface="SimHei" panose="02010609060101010101" pitchFamily="49" charset="-122"/>
                <a:cs typeface="Arial" panose="020B0604020202020204" pitchFamily="34" charset="0"/>
              </a:rPr>
              <a:t>2N</a:t>
            </a:r>
            <a:r>
              <a:rPr lang="zh-CN" altLang="en-US" sz="2800" b="0" dirty="0">
                <a:latin typeface="Arial" panose="020B0604020202020204" pitchFamily="34" charset="0"/>
                <a:ea typeface="SimHei" panose="02010609060101010101" pitchFamily="49" charset="-122"/>
                <a:cs typeface="Arial" panose="020B0604020202020204" pitchFamily="34" charset="0"/>
              </a:rPr>
              <a:t>的扭环形计数器</a:t>
            </a:r>
            <a:endParaRPr lang="en-US" altLang="zh-CN" sz="2800" b="0" dirty="0">
              <a:latin typeface="Arial" panose="020B0604020202020204" pitchFamily="34" charset="0"/>
              <a:ea typeface="SimHei" panose="02010609060101010101" pitchFamily="49" charset="-122"/>
              <a:cs typeface="Arial" panose="020B0604020202020204" pitchFamily="34" charset="0"/>
            </a:endParaRPr>
          </a:p>
          <a:p>
            <a:pPr lvl="1"/>
            <a:r>
              <a:rPr lang="en-US" altLang="zh-CN" sz="2400" b="0" dirty="0">
                <a:solidFill>
                  <a:srgbClr val="000000"/>
                </a:solidFill>
                <a:latin typeface="Arial" panose="020B0604020202020204" pitchFamily="34" charset="0"/>
                <a:ea typeface="SimHei" panose="02010609060101010101" pitchFamily="49" charset="-122"/>
                <a:cs typeface="Arial" panose="020B0604020202020204" pitchFamily="34" charset="0"/>
              </a:rPr>
              <a:t>N</a:t>
            </a:r>
            <a:r>
              <a:rPr lang="zh-CN" altLang="en-US" sz="2400" b="0" dirty="0">
                <a:solidFill>
                  <a:srgbClr val="000000"/>
                </a:solidFill>
                <a:latin typeface="Arial" panose="020B0604020202020204" pitchFamily="34" charset="0"/>
                <a:ea typeface="SimHei" panose="02010609060101010101" pitchFamily="49" charset="-122"/>
                <a:cs typeface="Arial" panose="020B0604020202020204" pitchFamily="34" charset="0"/>
              </a:rPr>
              <a:t>个触发器，计数序列中</a:t>
            </a:r>
            <a:r>
              <a:rPr lang="en-US" altLang="zh-CN" sz="2400" b="0" dirty="0">
                <a:solidFill>
                  <a:srgbClr val="000000"/>
                </a:solidFill>
                <a:latin typeface="Arial" panose="020B0604020202020204" pitchFamily="34" charset="0"/>
                <a:ea typeface="SimHei" panose="02010609060101010101" pitchFamily="49" charset="-122"/>
                <a:cs typeface="Arial" panose="020B0604020202020204" pitchFamily="34" charset="0"/>
              </a:rPr>
              <a:t>2N</a:t>
            </a:r>
            <a:r>
              <a:rPr lang="zh-CN" altLang="en-US" sz="2400" b="0" dirty="0">
                <a:solidFill>
                  <a:srgbClr val="000000"/>
                </a:solidFill>
                <a:latin typeface="Arial" panose="020B0604020202020204" pitchFamily="34" charset="0"/>
                <a:ea typeface="SimHei" panose="02010609060101010101" pitchFamily="49" charset="-122"/>
                <a:cs typeface="Arial" panose="020B0604020202020204" pitchFamily="34" charset="0"/>
              </a:rPr>
              <a:t>个不同状态</a:t>
            </a:r>
            <a:endParaRPr lang="en-US" altLang="zh-CN" sz="2400" b="0" dirty="0">
              <a:latin typeface="Arial" panose="020B0604020202020204" pitchFamily="34" charset="0"/>
              <a:ea typeface="SimHei" panose="02010609060101010101" pitchFamily="49" charset="-122"/>
              <a:cs typeface="Arial" panose="020B0604020202020204" pitchFamily="34" charset="0"/>
            </a:endParaRPr>
          </a:p>
          <a:p>
            <a:r>
              <a:rPr lang="zh-CN" altLang="en-US" sz="2800" b="0" dirty="0">
                <a:solidFill>
                  <a:srgbClr val="000000"/>
                </a:solidFill>
                <a:latin typeface="Arial" panose="020B0604020202020204" pitchFamily="34" charset="0"/>
                <a:ea typeface="SimHei" panose="02010609060101010101" pitchFamily="49" charset="-122"/>
                <a:cs typeface="Arial" panose="020B0604020202020204" pitchFamily="34" charset="0"/>
              </a:rPr>
              <a:t>比环形计数器的模增加一倍</a:t>
            </a:r>
            <a:endParaRPr lang="en-US" altLang="zh-CN" sz="2800" b="0" dirty="0">
              <a:solidFill>
                <a:srgbClr val="000000"/>
              </a:solidFill>
              <a:latin typeface="Arial" panose="020B0604020202020204" pitchFamily="34" charset="0"/>
              <a:ea typeface="SimHei" panose="02010609060101010101" pitchFamily="49" charset="-122"/>
              <a:cs typeface="Arial" panose="020B0604020202020204" pitchFamily="34" charset="0"/>
            </a:endParaRPr>
          </a:p>
          <a:p>
            <a:r>
              <a:rPr lang="zh-CN" altLang="en-US" sz="2800" b="0" dirty="0">
                <a:solidFill>
                  <a:srgbClr val="000000"/>
                </a:solidFill>
                <a:latin typeface="Arial" panose="020B0604020202020204" pitchFamily="34" charset="0"/>
                <a:ea typeface="SimHei" panose="02010609060101010101" pitchFamily="49" charset="-122"/>
                <a:cs typeface="Arial" panose="020B0604020202020204" pitchFamily="34" charset="0"/>
              </a:rPr>
              <a:t>触发器的利用效率仍然不高</a:t>
            </a:r>
            <a:endParaRPr lang="en-US" altLang="zh-CN" sz="2800" b="0" dirty="0">
              <a:solidFill>
                <a:srgbClr val="000000"/>
              </a:solidFill>
              <a:latin typeface="Arial" panose="020B0604020202020204" pitchFamily="34" charset="0"/>
              <a:ea typeface="SimHei" panose="02010609060101010101" pitchFamily="49" charset="-122"/>
              <a:cs typeface="Arial" panose="020B0604020202020204" pitchFamily="34" charset="0"/>
            </a:endParaRPr>
          </a:p>
          <a:p>
            <a:pPr lvl="1"/>
            <a:r>
              <a:rPr lang="en-US" altLang="zh-CN" sz="2400" b="0" dirty="0">
                <a:latin typeface="Arial" panose="020B0604020202020204" pitchFamily="34" charset="0"/>
                <a:ea typeface="SimHei" panose="02010609060101010101" pitchFamily="49" charset="-122"/>
                <a:cs typeface="Arial" panose="020B0604020202020204" pitchFamily="34" charset="0"/>
              </a:rPr>
              <a:t>Q: </a:t>
            </a:r>
            <a:r>
              <a:rPr lang="zh-CN" altLang="en-US" sz="2400" b="0" dirty="0">
                <a:latin typeface="Arial" panose="020B0604020202020204" pitchFamily="34" charset="0"/>
                <a:ea typeface="SimHei" panose="02010609060101010101" pitchFamily="49" charset="-122"/>
                <a:cs typeface="Arial" panose="020B0604020202020204" pitchFamily="34" charset="0"/>
              </a:rPr>
              <a:t>如何提升</a:t>
            </a:r>
            <a:r>
              <a:rPr lang="en-US" altLang="zh-CN" sz="2400" b="0" dirty="0">
                <a:latin typeface="Arial" panose="020B0604020202020204" pitchFamily="34" charset="0"/>
                <a:ea typeface="SimHei" panose="02010609060101010101" pitchFamily="49" charset="-122"/>
                <a:cs typeface="Arial" panose="020B0604020202020204" pitchFamily="34" charset="0"/>
              </a:rPr>
              <a:t>?</a:t>
            </a:r>
          </a:p>
          <a:p>
            <a:pPr lvl="1"/>
            <a:r>
              <a:rPr lang="en-US" altLang="zh-CN" sz="2400" b="0" dirty="0">
                <a:latin typeface="Arial" panose="020B0604020202020204" pitchFamily="34" charset="0"/>
                <a:ea typeface="SimHei" panose="02010609060101010101" pitchFamily="49" charset="-122"/>
                <a:cs typeface="Arial" panose="020B0604020202020204" pitchFamily="34" charset="0"/>
              </a:rPr>
              <a:t>A:</a:t>
            </a:r>
            <a:r>
              <a:rPr lang="zh-CN" altLang="en-US" sz="2400" b="0" dirty="0">
                <a:latin typeface="Arial" panose="020B0604020202020204" pitchFamily="34" charset="0"/>
                <a:ea typeface="SimHei" panose="02010609060101010101" pitchFamily="49" charset="-122"/>
                <a:cs typeface="Arial" panose="020B0604020202020204" pitchFamily="34" charset="0"/>
              </a:rPr>
              <a:t>异步</a:t>
            </a:r>
            <a:r>
              <a:rPr lang="en-US" altLang="zh-CN" sz="2400" b="0" dirty="0">
                <a:latin typeface="Arial" panose="020B0604020202020204" pitchFamily="34" charset="0"/>
                <a:ea typeface="SimHei" panose="02010609060101010101" pitchFamily="49" charset="-122"/>
                <a:cs typeface="Arial" panose="020B0604020202020204" pitchFamily="34" charset="0"/>
              </a:rPr>
              <a:t>/</a:t>
            </a:r>
            <a:r>
              <a:rPr lang="zh-CN" altLang="en-US" sz="2400" b="0" dirty="0">
                <a:latin typeface="Arial" panose="020B0604020202020204" pitchFamily="34" charset="0"/>
                <a:ea typeface="SimHei" panose="02010609060101010101" pitchFamily="49" charset="-122"/>
                <a:cs typeface="Arial" panose="020B0604020202020204" pitchFamily="34" charset="0"/>
              </a:rPr>
              <a:t>同步计数器</a:t>
            </a:r>
          </a:p>
        </p:txBody>
      </p:sp>
      <p:grpSp>
        <p:nvGrpSpPr>
          <p:cNvPr id="57" name="组合 56">
            <a:extLst>
              <a:ext uri="{FF2B5EF4-FFF2-40B4-BE49-F238E27FC236}">
                <a16:creationId xmlns:a16="http://schemas.microsoft.com/office/drawing/2014/main" id="{79511E1D-EA1C-01CC-DF14-EE7F09954315}"/>
              </a:ext>
            </a:extLst>
          </p:cNvPr>
          <p:cNvGrpSpPr/>
          <p:nvPr/>
        </p:nvGrpSpPr>
        <p:grpSpPr>
          <a:xfrm>
            <a:off x="967115" y="4233669"/>
            <a:ext cx="7614220" cy="2319531"/>
            <a:chOff x="1612268" y="4233669"/>
            <a:chExt cx="6969066" cy="2122997"/>
          </a:xfrm>
        </p:grpSpPr>
        <p:grpSp>
          <p:nvGrpSpPr>
            <p:cNvPr id="6" name="组合 5">
              <a:extLst>
                <a:ext uri="{FF2B5EF4-FFF2-40B4-BE49-F238E27FC236}">
                  <a16:creationId xmlns:a16="http://schemas.microsoft.com/office/drawing/2014/main" id="{637B3DD6-08B3-44B1-B070-FE33CE1E6689}"/>
                </a:ext>
              </a:extLst>
            </p:cNvPr>
            <p:cNvGrpSpPr/>
            <p:nvPr/>
          </p:nvGrpSpPr>
          <p:grpSpPr>
            <a:xfrm>
              <a:off x="1842994" y="5334000"/>
              <a:ext cx="546332" cy="668834"/>
              <a:chOff x="6488942" y="3958719"/>
              <a:chExt cx="546332" cy="668834"/>
            </a:xfrm>
          </p:grpSpPr>
          <p:sp>
            <p:nvSpPr>
              <p:cNvPr id="7" name="Rectangle 36">
                <a:extLst>
                  <a:ext uri="{FF2B5EF4-FFF2-40B4-BE49-F238E27FC236}">
                    <a16:creationId xmlns:a16="http://schemas.microsoft.com/office/drawing/2014/main" id="{B42DA8F7-B283-4436-A872-88E7B5DD85DE}"/>
                  </a:ext>
                </a:extLst>
              </p:cNvPr>
              <p:cNvSpPr/>
              <p:nvPr/>
            </p:nvSpPr>
            <p:spPr bwMode="auto">
              <a:xfrm>
                <a:off x="6544031" y="3958719"/>
                <a:ext cx="491243" cy="668834"/>
              </a:xfrm>
              <a:prstGeom prst="rect">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200" b="1" u="none" strike="noStrike" kern="1200" cap="none" spc="0" normalizeH="0" baseline="0" noProof="0" dirty="0">
                    <a:ln>
                      <a:noFill/>
                    </a:ln>
                    <a:solidFill>
                      <a:srgbClr val="000000"/>
                    </a:solidFill>
                    <a:effectLst/>
                    <a:uLnTx/>
                    <a:uFillTx/>
                    <a:latin typeface="Arial" panose="020B0604020202020204" pitchFamily="34" charset="0"/>
                    <a:ea typeface="SimHei" panose="02010609060101010101" pitchFamily="49" charset="-122"/>
                    <a:cs typeface="Arial" panose="020B0604020202020204" pitchFamily="34" charset="0"/>
                  </a:rPr>
                  <a:t>DFF</a:t>
                </a:r>
              </a:p>
            </p:txBody>
          </p:sp>
          <p:sp>
            <p:nvSpPr>
              <p:cNvPr id="8" name="等腰三角形 7">
                <a:extLst>
                  <a:ext uri="{FF2B5EF4-FFF2-40B4-BE49-F238E27FC236}">
                    <a16:creationId xmlns:a16="http://schemas.microsoft.com/office/drawing/2014/main" id="{ADCE4457-9C26-4496-9854-DE1718361DE9}"/>
                  </a:ext>
                </a:extLst>
              </p:cNvPr>
              <p:cNvSpPr/>
              <p:nvPr/>
            </p:nvSpPr>
            <p:spPr>
              <a:xfrm rot="5400000">
                <a:off x="6536335" y="4429422"/>
                <a:ext cx="129081" cy="109437"/>
              </a:xfrm>
              <a:prstGeom prst="triangle">
                <a:avLst/>
              </a:prstGeom>
              <a:noFill/>
            </p:spPr>
            <p:style>
              <a:lnRef idx="2">
                <a:schemeClr val="dk1"/>
              </a:lnRef>
              <a:fillRef idx="1">
                <a:schemeClr val="lt1"/>
              </a:fillRef>
              <a:effectRef idx="0">
                <a:schemeClr val="dk1"/>
              </a:effectRef>
              <a:fontRef idx="minor">
                <a:schemeClr val="dk1"/>
              </a:fontRef>
            </p:style>
            <p:txBody>
              <a:bodyPr wrap="square" rtlCol="0" anchor="ctr">
                <a:noAutofit/>
              </a:bodyPr>
              <a:lstStyle/>
              <a:p>
                <a:pPr algn="l"/>
                <a:endParaRPr lang="zh-CN" altLang="en-US" sz="1800" dirty="0">
                  <a:solidFill>
                    <a:schemeClr val="tx1"/>
                  </a:solidFill>
                  <a:latin typeface="Arial" panose="020B0604020202020204" pitchFamily="34" charset="0"/>
                  <a:cs typeface="Arial" panose="020B0604020202020204" pitchFamily="34" charset="0"/>
                </a:endParaRPr>
              </a:p>
            </p:txBody>
          </p:sp>
          <p:sp>
            <p:nvSpPr>
              <p:cNvPr id="9" name="文本框 8">
                <a:extLst>
                  <a:ext uri="{FF2B5EF4-FFF2-40B4-BE49-F238E27FC236}">
                    <a16:creationId xmlns:a16="http://schemas.microsoft.com/office/drawing/2014/main" id="{97130403-DC3F-43A3-A85A-B0CA9D32D19D}"/>
                  </a:ext>
                </a:extLst>
              </p:cNvPr>
              <p:cNvSpPr txBox="1"/>
              <p:nvPr/>
            </p:nvSpPr>
            <p:spPr>
              <a:xfrm>
                <a:off x="6488942" y="3987786"/>
                <a:ext cx="152400" cy="276999"/>
              </a:xfrm>
              <a:prstGeom prst="rect">
                <a:avLst/>
              </a:prstGeom>
              <a:noFill/>
            </p:spPr>
            <p:txBody>
              <a:bodyPr wrap="square" rtlCol="0">
                <a:spAutoFit/>
              </a:bodyPr>
              <a:lstStyle/>
              <a:p>
                <a:r>
                  <a:rPr lang="en-US" altLang="zh-CN" sz="1200" dirty="0">
                    <a:solidFill>
                      <a:schemeClr val="tx1"/>
                    </a:solidFill>
                    <a:latin typeface="+mn-lt"/>
                  </a:rPr>
                  <a:t>D</a:t>
                </a:r>
                <a:endParaRPr lang="zh-CN" altLang="en-US" sz="1200" dirty="0">
                  <a:solidFill>
                    <a:schemeClr val="tx1"/>
                  </a:solidFill>
                  <a:latin typeface="+mn-lt"/>
                </a:endParaRP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0FD9C68A-EE95-4B25-8764-D378E1DB14F6}"/>
                      </a:ext>
                    </a:extLst>
                  </p:cNvPr>
                  <p:cNvSpPr txBox="1"/>
                  <p:nvPr/>
                </p:nvSpPr>
                <p:spPr>
                  <a:xfrm>
                    <a:off x="6837660" y="3976503"/>
                    <a:ext cx="152400"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200" b="1" i="0" smtClean="0">
                              <a:solidFill>
                                <a:schemeClr val="tx1"/>
                              </a:solidFill>
                              <a:latin typeface="Cambria Math" panose="02040503050406030204" pitchFamily="18" charset="0"/>
                            </a:rPr>
                            <m:t>𝐐</m:t>
                          </m:r>
                        </m:oMath>
                      </m:oMathPara>
                    </a14:m>
                    <a:endParaRPr lang="zh-CN" altLang="en-US" sz="1200" dirty="0">
                      <a:solidFill>
                        <a:schemeClr val="tx1"/>
                      </a:solidFill>
                      <a:latin typeface="+mn-lt"/>
                    </a:endParaRPr>
                  </a:p>
                </p:txBody>
              </p:sp>
            </mc:Choice>
            <mc:Fallback xmlns="">
              <p:sp>
                <p:nvSpPr>
                  <p:cNvPr id="10" name="文本框 9">
                    <a:extLst>
                      <a:ext uri="{FF2B5EF4-FFF2-40B4-BE49-F238E27FC236}">
                        <a16:creationId xmlns:a16="http://schemas.microsoft.com/office/drawing/2014/main" id="{0FD9C68A-EE95-4B25-8764-D378E1DB14F6}"/>
                      </a:ext>
                    </a:extLst>
                  </p:cNvPr>
                  <p:cNvSpPr txBox="1">
                    <a:spLocks noRot="1" noChangeAspect="1" noMove="1" noResize="1" noEditPoints="1" noAdjustHandles="1" noChangeArrowheads="1" noChangeShapeType="1" noTextEdit="1"/>
                  </p:cNvSpPr>
                  <p:nvPr/>
                </p:nvSpPr>
                <p:spPr>
                  <a:xfrm>
                    <a:off x="6837660" y="3976503"/>
                    <a:ext cx="152400" cy="276999"/>
                  </a:xfrm>
                  <a:prstGeom prst="rect">
                    <a:avLst/>
                  </a:prstGeom>
                  <a:blipFill>
                    <a:blip r:embed="rId2"/>
                    <a:stretch>
                      <a:fillRect r="-5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1525F9BA-9D30-4423-A903-75C57FFD517B}"/>
                      </a:ext>
                    </a:extLst>
                  </p:cNvPr>
                  <p:cNvSpPr txBox="1"/>
                  <p:nvPr/>
                </p:nvSpPr>
                <p:spPr>
                  <a:xfrm>
                    <a:off x="6837660" y="4339377"/>
                    <a:ext cx="152400" cy="27738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CN" sz="1200" i="1" dirty="0" smtClean="0">
                                  <a:solidFill>
                                    <a:schemeClr val="tx1"/>
                                  </a:solidFill>
                                  <a:latin typeface="Cambria Math" panose="02040503050406030204" pitchFamily="18" charset="0"/>
                                </a:rPr>
                              </m:ctrlPr>
                            </m:accPr>
                            <m:e>
                              <m:r>
                                <a:rPr lang="en-US" altLang="zh-CN" sz="1200" b="1" i="0" dirty="0" smtClean="0">
                                  <a:solidFill>
                                    <a:schemeClr val="tx1"/>
                                  </a:solidFill>
                                  <a:latin typeface="Cambria Math" panose="02040503050406030204" pitchFamily="18" charset="0"/>
                                </a:rPr>
                                <m:t>𝐐</m:t>
                              </m:r>
                            </m:e>
                          </m:acc>
                        </m:oMath>
                      </m:oMathPara>
                    </a14:m>
                    <a:endParaRPr lang="zh-CN" altLang="en-US" sz="1200" dirty="0">
                      <a:solidFill>
                        <a:schemeClr val="tx1"/>
                      </a:solidFill>
                      <a:latin typeface="+mn-lt"/>
                    </a:endParaRPr>
                  </a:p>
                </p:txBody>
              </p:sp>
            </mc:Choice>
            <mc:Fallback xmlns="">
              <p:sp>
                <p:nvSpPr>
                  <p:cNvPr id="11" name="文本框 10">
                    <a:extLst>
                      <a:ext uri="{FF2B5EF4-FFF2-40B4-BE49-F238E27FC236}">
                        <a16:creationId xmlns:a16="http://schemas.microsoft.com/office/drawing/2014/main" id="{1525F9BA-9D30-4423-A903-75C57FFD517B}"/>
                      </a:ext>
                    </a:extLst>
                  </p:cNvPr>
                  <p:cNvSpPr txBox="1">
                    <a:spLocks noRot="1" noChangeAspect="1" noMove="1" noResize="1" noEditPoints="1" noAdjustHandles="1" noChangeArrowheads="1" noChangeShapeType="1" noTextEdit="1"/>
                  </p:cNvSpPr>
                  <p:nvPr/>
                </p:nvSpPr>
                <p:spPr>
                  <a:xfrm>
                    <a:off x="6837660" y="4339377"/>
                    <a:ext cx="152400" cy="277384"/>
                  </a:xfrm>
                  <a:prstGeom prst="rect">
                    <a:avLst/>
                  </a:prstGeom>
                  <a:blipFill>
                    <a:blip r:embed="rId3"/>
                    <a:stretch>
                      <a:fillRect r="-50000"/>
                    </a:stretch>
                  </a:blipFill>
                </p:spPr>
                <p:txBody>
                  <a:bodyPr/>
                  <a:lstStyle/>
                  <a:p>
                    <a:r>
                      <a:rPr lang="zh-CN" altLang="en-US">
                        <a:noFill/>
                      </a:rPr>
                      <a:t> </a:t>
                    </a:r>
                  </a:p>
                </p:txBody>
              </p:sp>
            </mc:Fallback>
          </mc:AlternateContent>
        </p:grpSp>
        <p:cxnSp>
          <p:nvCxnSpPr>
            <p:cNvPr id="12" name="直接连接符 29">
              <a:extLst>
                <a:ext uri="{FF2B5EF4-FFF2-40B4-BE49-F238E27FC236}">
                  <a16:creationId xmlns:a16="http://schemas.microsoft.com/office/drawing/2014/main" id="{E3823EC8-EE75-49CB-8B2A-38D4FA647159}"/>
                </a:ext>
              </a:extLst>
            </p:cNvPr>
            <p:cNvCxnSpPr>
              <a:cxnSpLocks/>
            </p:cNvCxnSpPr>
            <p:nvPr/>
          </p:nvCxnSpPr>
          <p:spPr>
            <a:xfrm>
              <a:off x="1669483" y="5029200"/>
              <a:ext cx="44958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31">
              <a:extLst>
                <a:ext uri="{FF2B5EF4-FFF2-40B4-BE49-F238E27FC236}">
                  <a16:creationId xmlns:a16="http://schemas.microsoft.com/office/drawing/2014/main" id="{B28406A1-3437-4236-AFE1-2CF6EDB636D8}"/>
                </a:ext>
              </a:extLst>
            </p:cNvPr>
            <p:cNvCxnSpPr>
              <a:cxnSpLocks/>
              <a:endCxn id="9" idx="1"/>
            </p:cNvCxnSpPr>
            <p:nvPr/>
          </p:nvCxnSpPr>
          <p:spPr>
            <a:xfrm>
              <a:off x="1612268" y="5490283"/>
              <a:ext cx="230726"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连接符 34">
              <a:extLst>
                <a:ext uri="{FF2B5EF4-FFF2-40B4-BE49-F238E27FC236}">
                  <a16:creationId xmlns:a16="http://schemas.microsoft.com/office/drawing/2014/main" id="{69179E5E-7FD1-45E5-8D8E-354BE7668DBF}"/>
                </a:ext>
              </a:extLst>
            </p:cNvPr>
            <p:cNvCxnSpPr>
              <a:cxnSpLocks/>
            </p:cNvCxnSpPr>
            <p:nvPr/>
          </p:nvCxnSpPr>
          <p:spPr>
            <a:xfrm flipV="1">
              <a:off x="1669483" y="5029200"/>
              <a:ext cx="0" cy="47236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5" name="组合 42">
              <a:extLst>
                <a:ext uri="{FF2B5EF4-FFF2-40B4-BE49-F238E27FC236}">
                  <a16:creationId xmlns:a16="http://schemas.microsoft.com/office/drawing/2014/main" id="{522D5649-78BB-4DCF-AEA4-56661FEB11DA}"/>
                </a:ext>
              </a:extLst>
            </p:cNvPr>
            <p:cNvGrpSpPr/>
            <p:nvPr/>
          </p:nvGrpSpPr>
          <p:grpSpPr>
            <a:xfrm>
              <a:off x="2991602" y="5334000"/>
              <a:ext cx="540725" cy="668834"/>
              <a:chOff x="6494549" y="3958719"/>
              <a:chExt cx="540725" cy="668834"/>
            </a:xfrm>
          </p:grpSpPr>
          <p:sp>
            <p:nvSpPr>
              <p:cNvPr id="16" name="Rectangle 36">
                <a:extLst>
                  <a:ext uri="{FF2B5EF4-FFF2-40B4-BE49-F238E27FC236}">
                    <a16:creationId xmlns:a16="http://schemas.microsoft.com/office/drawing/2014/main" id="{47FB4761-DE49-4F51-BCDF-BE405B1AFC44}"/>
                  </a:ext>
                </a:extLst>
              </p:cNvPr>
              <p:cNvSpPr/>
              <p:nvPr/>
            </p:nvSpPr>
            <p:spPr bwMode="auto">
              <a:xfrm>
                <a:off x="6544031" y="3958719"/>
                <a:ext cx="491243" cy="668834"/>
              </a:xfrm>
              <a:prstGeom prst="rect">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200" b="1" u="none" strike="noStrike" kern="1200" cap="none" spc="0" normalizeH="0" baseline="0" noProof="0" dirty="0">
                    <a:ln>
                      <a:noFill/>
                    </a:ln>
                    <a:solidFill>
                      <a:srgbClr val="000000"/>
                    </a:solidFill>
                    <a:effectLst/>
                    <a:uLnTx/>
                    <a:uFillTx/>
                    <a:latin typeface="Arial" panose="020B0604020202020204" pitchFamily="34" charset="0"/>
                    <a:ea typeface="SimHei" panose="02010609060101010101" pitchFamily="49" charset="-122"/>
                    <a:cs typeface="Arial" panose="020B0604020202020204" pitchFamily="34" charset="0"/>
                  </a:rPr>
                  <a:t>DFF</a:t>
                </a:r>
              </a:p>
            </p:txBody>
          </p:sp>
          <p:sp>
            <p:nvSpPr>
              <p:cNvPr id="17" name="等腰三角形 44">
                <a:extLst>
                  <a:ext uri="{FF2B5EF4-FFF2-40B4-BE49-F238E27FC236}">
                    <a16:creationId xmlns:a16="http://schemas.microsoft.com/office/drawing/2014/main" id="{6C53742E-D6E8-4213-AB9E-9760B63714E2}"/>
                  </a:ext>
                </a:extLst>
              </p:cNvPr>
              <p:cNvSpPr/>
              <p:nvPr/>
            </p:nvSpPr>
            <p:spPr>
              <a:xfrm rot="5400000">
                <a:off x="6536335" y="4429422"/>
                <a:ext cx="129081" cy="109437"/>
              </a:xfrm>
              <a:prstGeom prst="triangle">
                <a:avLst/>
              </a:prstGeom>
              <a:noFill/>
            </p:spPr>
            <p:style>
              <a:lnRef idx="2">
                <a:schemeClr val="dk1"/>
              </a:lnRef>
              <a:fillRef idx="1">
                <a:schemeClr val="lt1"/>
              </a:fillRef>
              <a:effectRef idx="0">
                <a:schemeClr val="dk1"/>
              </a:effectRef>
              <a:fontRef idx="minor">
                <a:schemeClr val="dk1"/>
              </a:fontRef>
            </p:style>
            <p:txBody>
              <a:bodyPr wrap="square" rtlCol="0" anchor="ctr">
                <a:noAutofit/>
              </a:bodyPr>
              <a:lstStyle/>
              <a:p>
                <a:pPr algn="l"/>
                <a:endParaRPr lang="zh-CN" altLang="en-US" sz="1800" dirty="0">
                  <a:solidFill>
                    <a:schemeClr val="tx1"/>
                  </a:solidFill>
                  <a:latin typeface="Arial" panose="020B0604020202020204" pitchFamily="34" charset="0"/>
                  <a:cs typeface="Arial" panose="020B0604020202020204" pitchFamily="34" charset="0"/>
                </a:endParaRPr>
              </a:p>
            </p:txBody>
          </p:sp>
          <p:sp>
            <p:nvSpPr>
              <p:cNvPr id="18" name="文本框 45">
                <a:extLst>
                  <a:ext uri="{FF2B5EF4-FFF2-40B4-BE49-F238E27FC236}">
                    <a16:creationId xmlns:a16="http://schemas.microsoft.com/office/drawing/2014/main" id="{D5718310-7756-4EE1-9D98-324159C198FD}"/>
                  </a:ext>
                </a:extLst>
              </p:cNvPr>
              <p:cNvSpPr txBox="1"/>
              <p:nvPr/>
            </p:nvSpPr>
            <p:spPr>
              <a:xfrm>
                <a:off x="6494549" y="3987786"/>
                <a:ext cx="152400" cy="276999"/>
              </a:xfrm>
              <a:prstGeom prst="rect">
                <a:avLst/>
              </a:prstGeom>
              <a:noFill/>
            </p:spPr>
            <p:txBody>
              <a:bodyPr wrap="square" rtlCol="0">
                <a:spAutoFit/>
              </a:bodyPr>
              <a:lstStyle/>
              <a:p>
                <a:r>
                  <a:rPr lang="en-US" altLang="zh-CN" sz="1200" dirty="0">
                    <a:solidFill>
                      <a:schemeClr val="tx1"/>
                    </a:solidFill>
                    <a:latin typeface="+mn-lt"/>
                  </a:rPr>
                  <a:t>D</a:t>
                </a:r>
                <a:endParaRPr lang="zh-CN" altLang="en-US" sz="1200" dirty="0">
                  <a:solidFill>
                    <a:schemeClr val="tx1"/>
                  </a:solidFill>
                  <a:latin typeface="+mn-lt"/>
                </a:endParaRPr>
              </a:p>
            </p:txBody>
          </p:sp>
          <mc:AlternateContent xmlns:mc="http://schemas.openxmlformats.org/markup-compatibility/2006" xmlns:a14="http://schemas.microsoft.com/office/drawing/2010/main">
            <mc:Choice Requires="a14">
              <p:sp>
                <p:nvSpPr>
                  <p:cNvPr id="19" name="文本框 46">
                    <a:extLst>
                      <a:ext uri="{FF2B5EF4-FFF2-40B4-BE49-F238E27FC236}">
                        <a16:creationId xmlns:a16="http://schemas.microsoft.com/office/drawing/2014/main" id="{CF72867F-D160-46F3-B65B-C7FD9AABA727}"/>
                      </a:ext>
                    </a:extLst>
                  </p:cNvPr>
                  <p:cNvSpPr txBox="1"/>
                  <p:nvPr/>
                </p:nvSpPr>
                <p:spPr>
                  <a:xfrm>
                    <a:off x="6837659" y="3976503"/>
                    <a:ext cx="152400"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200" b="1" i="0" smtClean="0">
                              <a:solidFill>
                                <a:schemeClr val="tx1"/>
                              </a:solidFill>
                              <a:latin typeface="Cambria Math" panose="02040503050406030204" pitchFamily="18" charset="0"/>
                            </a:rPr>
                            <m:t>𝐐</m:t>
                          </m:r>
                        </m:oMath>
                      </m:oMathPara>
                    </a14:m>
                    <a:endParaRPr lang="zh-CN" altLang="en-US" sz="1200" dirty="0">
                      <a:solidFill>
                        <a:schemeClr val="tx1"/>
                      </a:solidFill>
                      <a:latin typeface="+mn-lt"/>
                    </a:endParaRPr>
                  </a:p>
                </p:txBody>
              </p:sp>
            </mc:Choice>
            <mc:Fallback xmlns="">
              <p:sp>
                <p:nvSpPr>
                  <p:cNvPr id="19" name="文本框 46">
                    <a:extLst>
                      <a:ext uri="{FF2B5EF4-FFF2-40B4-BE49-F238E27FC236}">
                        <a16:creationId xmlns:a16="http://schemas.microsoft.com/office/drawing/2014/main" id="{CF72867F-D160-46F3-B65B-C7FD9AABA727}"/>
                      </a:ext>
                    </a:extLst>
                  </p:cNvPr>
                  <p:cNvSpPr txBox="1">
                    <a:spLocks noRot="1" noChangeAspect="1" noMove="1" noResize="1" noEditPoints="1" noAdjustHandles="1" noChangeArrowheads="1" noChangeShapeType="1" noTextEdit="1"/>
                  </p:cNvSpPr>
                  <p:nvPr/>
                </p:nvSpPr>
                <p:spPr>
                  <a:xfrm>
                    <a:off x="6837659" y="3976503"/>
                    <a:ext cx="152400" cy="276999"/>
                  </a:xfrm>
                  <a:prstGeom prst="rect">
                    <a:avLst/>
                  </a:prstGeom>
                  <a:blipFill>
                    <a:blip r:embed="rId4"/>
                    <a:stretch>
                      <a:fillRect r="-5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47">
                    <a:extLst>
                      <a:ext uri="{FF2B5EF4-FFF2-40B4-BE49-F238E27FC236}">
                        <a16:creationId xmlns:a16="http://schemas.microsoft.com/office/drawing/2014/main" id="{4CF77B1C-6F61-499E-BED4-A8E668E13443}"/>
                      </a:ext>
                    </a:extLst>
                  </p:cNvPr>
                  <p:cNvSpPr txBox="1"/>
                  <p:nvPr/>
                </p:nvSpPr>
                <p:spPr>
                  <a:xfrm>
                    <a:off x="6837659" y="4339377"/>
                    <a:ext cx="152400" cy="27738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CN" sz="1200" i="1" dirty="0" smtClean="0">
                                  <a:solidFill>
                                    <a:schemeClr val="tx1"/>
                                  </a:solidFill>
                                  <a:latin typeface="Cambria Math" panose="02040503050406030204" pitchFamily="18" charset="0"/>
                                </a:rPr>
                              </m:ctrlPr>
                            </m:accPr>
                            <m:e>
                              <m:r>
                                <a:rPr lang="en-US" altLang="zh-CN" sz="1200" b="1" i="0" dirty="0" smtClean="0">
                                  <a:solidFill>
                                    <a:schemeClr val="tx1"/>
                                  </a:solidFill>
                                  <a:latin typeface="Cambria Math" panose="02040503050406030204" pitchFamily="18" charset="0"/>
                                </a:rPr>
                                <m:t>𝐐</m:t>
                              </m:r>
                            </m:e>
                          </m:acc>
                        </m:oMath>
                      </m:oMathPara>
                    </a14:m>
                    <a:endParaRPr lang="zh-CN" altLang="en-US" sz="1200" dirty="0">
                      <a:solidFill>
                        <a:schemeClr val="tx1"/>
                      </a:solidFill>
                      <a:latin typeface="+mn-lt"/>
                    </a:endParaRPr>
                  </a:p>
                </p:txBody>
              </p:sp>
            </mc:Choice>
            <mc:Fallback xmlns="">
              <p:sp>
                <p:nvSpPr>
                  <p:cNvPr id="20" name="文本框 47">
                    <a:extLst>
                      <a:ext uri="{FF2B5EF4-FFF2-40B4-BE49-F238E27FC236}">
                        <a16:creationId xmlns:a16="http://schemas.microsoft.com/office/drawing/2014/main" id="{4CF77B1C-6F61-499E-BED4-A8E668E13443}"/>
                      </a:ext>
                    </a:extLst>
                  </p:cNvPr>
                  <p:cNvSpPr txBox="1">
                    <a:spLocks noRot="1" noChangeAspect="1" noMove="1" noResize="1" noEditPoints="1" noAdjustHandles="1" noChangeArrowheads="1" noChangeShapeType="1" noTextEdit="1"/>
                  </p:cNvSpPr>
                  <p:nvPr/>
                </p:nvSpPr>
                <p:spPr>
                  <a:xfrm>
                    <a:off x="6837659" y="4339377"/>
                    <a:ext cx="152400" cy="277384"/>
                  </a:xfrm>
                  <a:prstGeom prst="rect">
                    <a:avLst/>
                  </a:prstGeom>
                  <a:blipFill>
                    <a:blip r:embed="rId5"/>
                    <a:stretch>
                      <a:fillRect r="-50000"/>
                    </a:stretch>
                  </a:blipFill>
                </p:spPr>
                <p:txBody>
                  <a:bodyPr/>
                  <a:lstStyle/>
                  <a:p>
                    <a:r>
                      <a:rPr lang="zh-CN" altLang="en-US">
                        <a:noFill/>
                      </a:rPr>
                      <a:t> </a:t>
                    </a:r>
                  </a:p>
                </p:txBody>
              </p:sp>
            </mc:Fallback>
          </mc:AlternateContent>
        </p:grpSp>
        <p:cxnSp>
          <p:nvCxnSpPr>
            <p:cNvPr id="21" name="直接连接符 48">
              <a:extLst>
                <a:ext uri="{FF2B5EF4-FFF2-40B4-BE49-F238E27FC236}">
                  <a16:creationId xmlns:a16="http://schemas.microsoft.com/office/drawing/2014/main" id="{F00447F6-A6A5-40FA-9858-BB466E91C7C0}"/>
                </a:ext>
              </a:extLst>
            </p:cNvPr>
            <p:cNvCxnSpPr>
              <a:cxnSpLocks/>
              <a:endCxn id="18" idx="1"/>
            </p:cNvCxnSpPr>
            <p:nvPr/>
          </p:nvCxnSpPr>
          <p:spPr>
            <a:xfrm>
              <a:off x="2760876" y="5490283"/>
              <a:ext cx="230726"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连接符 49">
              <a:extLst>
                <a:ext uri="{FF2B5EF4-FFF2-40B4-BE49-F238E27FC236}">
                  <a16:creationId xmlns:a16="http://schemas.microsoft.com/office/drawing/2014/main" id="{F447FC57-56AA-4B59-BA0D-2F50AD8A648A}"/>
                </a:ext>
              </a:extLst>
            </p:cNvPr>
            <p:cNvCxnSpPr>
              <a:cxnSpLocks/>
            </p:cNvCxnSpPr>
            <p:nvPr/>
          </p:nvCxnSpPr>
          <p:spPr>
            <a:xfrm flipV="1">
              <a:off x="2812484" y="5029200"/>
              <a:ext cx="0" cy="47236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3" name="组合 50">
              <a:extLst>
                <a:ext uri="{FF2B5EF4-FFF2-40B4-BE49-F238E27FC236}">
                  <a16:creationId xmlns:a16="http://schemas.microsoft.com/office/drawing/2014/main" id="{C2148A4E-DCF7-4563-A491-69256DC02AAD}"/>
                </a:ext>
              </a:extLst>
            </p:cNvPr>
            <p:cNvGrpSpPr/>
            <p:nvPr/>
          </p:nvGrpSpPr>
          <p:grpSpPr>
            <a:xfrm>
              <a:off x="4174230" y="5334000"/>
              <a:ext cx="540725" cy="668834"/>
              <a:chOff x="6494549" y="3958719"/>
              <a:chExt cx="540725" cy="668834"/>
            </a:xfrm>
          </p:grpSpPr>
          <p:sp>
            <p:nvSpPr>
              <p:cNvPr id="24" name="Rectangle 36">
                <a:extLst>
                  <a:ext uri="{FF2B5EF4-FFF2-40B4-BE49-F238E27FC236}">
                    <a16:creationId xmlns:a16="http://schemas.microsoft.com/office/drawing/2014/main" id="{F02CAAD0-604F-4BE2-9C38-5F636A7903B9}"/>
                  </a:ext>
                </a:extLst>
              </p:cNvPr>
              <p:cNvSpPr/>
              <p:nvPr/>
            </p:nvSpPr>
            <p:spPr bwMode="auto">
              <a:xfrm>
                <a:off x="6544031" y="3958719"/>
                <a:ext cx="491243" cy="668834"/>
              </a:xfrm>
              <a:prstGeom prst="rect">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200" b="1" u="none" strike="noStrike" kern="1200" cap="none" spc="0" normalizeH="0" baseline="0" noProof="0" dirty="0">
                    <a:ln>
                      <a:noFill/>
                    </a:ln>
                    <a:solidFill>
                      <a:srgbClr val="000000"/>
                    </a:solidFill>
                    <a:effectLst/>
                    <a:uLnTx/>
                    <a:uFillTx/>
                    <a:latin typeface="Arial" panose="020B0604020202020204" pitchFamily="34" charset="0"/>
                    <a:ea typeface="SimHei" panose="02010609060101010101" pitchFamily="49" charset="-122"/>
                    <a:cs typeface="Arial" panose="020B0604020202020204" pitchFamily="34" charset="0"/>
                  </a:rPr>
                  <a:t>DFF</a:t>
                </a:r>
              </a:p>
            </p:txBody>
          </p:sp>
          <p:sp>
            <p:nvSpPr>
              <p:cNvPr id="25" name="等腰三角形 52">
                <a:extLst>
                  <a:ext uri="{FF2B5EF4-FFF2-40B4-BE49-F238E27FC236}">
                    <a16:creationId xmlns:a16="http://schemas.microsoft.com/office/drawing/2014/main" id="{4ABD65C1-201C-40CA-8273-87F3EAA14CD9}"/>
                  </a:ext>
                </a:extLst>
              </p:cNvPr>
              <p:cNvSpPr/>
              <p:nvPr/>
            </p:nvSpPr>
            <p:spPr>
              <a:xfrm rot="5400000">
                <a:off x="6536335" y="4429422"/>
                <a:ext cx="129081" cy="109437"/>
              </a:xfrm>
              <a:prstGeom prst="triangle">
                <a:avLst/>
              </a:prstGeom>
              <a:noFill/>
            </p:spPr>
            <p:style>
              <a:lnRef idx="2">
                <a:schemeClr val="dk1"/>
              </a:lnRef>
              <a:fillRef idx="1">
                <a:schemeClr val="lt1"/>
              </a:fillRef>
              <a:effectRef idx="0">
                <a:schemeClr val="dk1"/>
              </a:effectRef>
              <a:fontRef idx="minor">
                <a:schemeClr val="dk1"/>
              </a:fontRef>
            </p:style>
            <p:txBody>
              <a:bodyPr wrap="square" rtlCol="0" anchor="ctr">
                <a:noAutofit/>
              </a:bodyPr>
              <a:lstStyle/>
              <a:p>
                <a:pPr algn="l"/>
                <a:endParaRPr lang="zh-CN" altLang="en-US" sz="1800" dirty="0">
                  <a:solidFill>
                    <a:schemeClr val="tx1"/>
                  </a:solidFill>
                  <a:latin typeface="Arial" panose="020B0604020202020204" pitchFamily="34" charset="0"/>
                  <a:cs typeface="Arial" panose="020B0604020202020204" pitchFamily="34" charset="0"/>
                </a:endParaRPr>
              </a:p>
            </p:txBody>
          </p:sp>
          <p:sp>
            <p:nvSpPr>
              <p:cNvPr id="26" name="文本框 53">
                <a:extLst>
                  <a:ext uri="{FF2B5EF4-FFF2-40B4-BE49-F238E27FC236}">
                    <a16:creationId xmlns:a16="http://schemas.microsoft.com/office/drawing/2014/main" id="{E7D20D4F-BE74-41CB-97D1-BA8EBDC7F4B7}"/>
                  </a:ext>
                </a:extLst>
              </p:cNvPr>
              <p:cNvSpPr txBox="1"/>
              <p:nvPr/>
            </p:nvSpPr>
            <p:spPr>
              <a:xfrm>
                <a:off x="6494549" y="3987786"/>
                <a:ext cx="152400" cy="276999"/>
              </a:xfrm>
              <a:prstGeom prst="rect">
                <a:avLst/>
              </a:prstGeom>
              <a:noFill/>
            </p:spPr>
            <p:txBody>
              <a:bodyPr wrap="square" rtlCol="0">
                <a:spAutoFit/>
              </a:bodyPr>
              <a:lstStyle/>
              <a:p>
                <a:r>
                  <a:rPr lang="en-US" altLang="zh-CN" sz="1200" dirty="0">
                    <a:solidFill>
                      <a:schemeClr val="tx1"/>
                    </a:solidFill>
                    <a:latin typeface="+mn-lt"/>
                  </a:rPr>
                  <a:t>D</a:t>
                </a:r>
                <a:endParaRPr lang="zh-CN" altLang="en-US" sz="1200" dirty="0">
                  <a:solidFill>
                    <a:schemeClr val="tx1"/>
                  </a:solidFill>
                  <a:latin typeface="+mn-lt"/>
                </a:endParaRPr>
              </a:p>
            </p:txBody>
          </p:sp>
          <mc:AlternateContent xmlns:mc="http://schemas.openxmlformats.org/markup-compatibility/2006" xmlns:a14="http://schemas.microsoft.com/office/drawing/2010/main">
            <mc:Choice Requires="a14">
              <p:sp>
                <p:nvSpPr>
                  <p:cNvPr id="27" name="文本框 54">
                    <a:extLst>
                      <a:ext uri="{FF2B5EF4-FFF2-40B4-BE49-F238E27FC236}">
                        <a16:creationId xmlns:a16="http://schemas.microsoft.com/office/drawing/2014/main" id="{307B643C-D61C-4FD5-8433-6FE188DC7F5E}"/>
                      </a:ext>
                    </a:extLst>
                  </p:cNvPr>
                  <p:cNvSpPr txBox="1"/>
                  <p:nvPr/>
                </p:nvSpPr>
                <p:spPr>
                  <a:xfrm>
                    <a:off x="6837660" y="3976503"/>
                    <a:ext cx="152400"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200" b="1" i="0" smtClean="0">
                              <a:solidFill>
                                <a:schemeClr val="tx1"/>
                              </a:solidFill>
                              <a:latin typeface="Cambria Math" panose="02040503050406030204" pitchFamily="18" charset="0"/>
                            </a:rPr>
                            <m:t>𝐐</m:t>
                          </m:r>
                        </m:oMath>
                      </m:oMathPara>
                    </a14:m>
                    <a:endParaRPr lang="zh-CN" altLang="en-US" sz="1200" dirty="0">
                      <a:solidFill>
                        <a:schemeClr val="tx1"/>
                      </a:solidFill>
                      <a:latin typeface="+mn-lt"/>
                    </a:endParaRPr>
                  </a:p>
                </p:txBody>
              </p:sp>
            </mc:Choice>
            <mc:Fallback xmlns="">
              <p:sp>
                <p:nvSpPr>
                  <p:cNvPr id="27" name="文本框 54">
                    <a:extLst>
                      <a:ext uri="{FF2B5EF4-FFF2-40B4-BE49-F238E27FC236}">
                        <a16:creationId xmlns:a16="http://schemas.microsoft.com/office/drawing/2014/main" id="{307B643C-D61C-4FD5-8433-6FE188DC7F5E}"/>
                      </a:ext>
                    </a:extLst>
                  </p:cNvPr>
                  <p:cNvSpPr txBox="1">
                    <a:spLocks noRot="1" noChangeAspect="1" noMove="1" noResize="1" noEditPoints="1" noAdjustHandles="1" noChangeArrowheads="1" noChangeShapeType="1" noTextEdit="1"/>
                  </p:cNvSpPr>
                  <p:nvPr/>
                </p:nvSpPr>
                <p:spPr>
                  <a:xfrm>
                    <a:off x="6837660" y="3976503"/>
                    <a:ext cx="152400" cy="276999"/>
                  </a:xfrm>
                  <a:prstGeom prst="rect">
                    <a:avLst/>
                  </a:prstGeom>
                  <a:blipFill>
                    <a:blip r:embed="rId6"/>
                    <a:stretch>
                      <a:fillRect r="-4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55">
                    <a:extLst>
                      <a:ext uri="{FF2B5EF4-FFF2-40B4-BE49-F238E27FC236}">
                        <a16:creationId xmlns:a16="http://schemas.microsoft.com/office/drawing/2014/main" id="{42EB52C8-C08C-4C22-B0EB-7C7F2A078565}"/>
                      </a:ext>
                    </a:extLst>
                  </p:cNvPr>
                  <p:cNvSpPr txBox="1"/>
                  <p:nvPr/>
                </p:nvSpPr>
                <p:spPr>
                  <a:xfrm>
                    <a:off x="6837660" y="4339377"/>
                    <a:ext cx="152400" cy="27738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CN" sz="1200" i="1" dirty="0" smtClean="0">
                                  <a:solidFill>
                                    <a:schemeClr val="tx1"/>
                                  </a:solidFill>
                                  <a:latin typeface="Cambria Math" panose="02040503050406030204" pitchFamily="18" charset="0"/>
                                </a:rPr>
                              </m:ctrlPr>
                            </m:accPr>
                            <m:e>
                              <m:r>
                                <a:rPr lang="en-US" altLang="zh-CN" sz="1200" b="1" i="0" dirty="0" smtClean="0">
                                  <a:solidFill>
                                    <a:schemeClr val="tx1"/>
                                  </a:solidFill>
                                  <a:latin typeface="Cambria Math" panose="02040503050406030204" pitchFamily="18" charset="0"/>
                                </a:rPr>
                                <m:t>𝐐</m:t>
                              </m:r>
                            </m:e>
                          </m:acc>
                        </m:oMath>
                      </m:oMathPara>
                    </a14:m>
                    <a:endParaRPr lang="zh-CN" altLang="en-US" sz="1200" dirty="0">
                      <a:solidFill>
                        <a:schemeClr val="tx1"/>
                      </a:solidFill>
                      <a:latin typeface="+mn-lt"/>
                    </a:endParaRPr>
                  </a:p>
                </p:txBody>
              </p:sp>
            </mc:Choice>
            <mc:Fallback xmlns="">
              <p:sp>
                <p:nvSpPr>
                  <p:cNvPr id="28" name="文本框 55">
                    <a:extLst>
                      <a:ext uri="{FF2B5EF4-FFF2-40B4-BE49-F238E27FC236}">
                        <a16:creationId xmlns:a16="http://schemas.microsoft.com/office/drawing/2014/main" id="{42EB52C8-C08C-4C22-B0EB-7C7F2A078565}"/>
                      </a:ext>
                    </a:extLst>
                  </p:cNvPr>
                  <p:cNvSpPr txBox="1">
                    <a:spLocks noRot="1" noChangeAspect="1" noMove="1" noResize="1" noEditPoints="1" noAdjustHandles="1" noChangeArrowheads="1" noChangeShapeType="1" noTextEdit="1"/>
                  </p:cNvSpPr>
                  <p:nvPr/>
                </p:nvSpPr>
                <p:spPr>
                  <a:xfrm>
                    <a:off x="6837660" y="4339377"/>
                    <a:ext cx="152400" cy="277384"/>
                  </a:xfrm>
                  <a:prstGeom prst="rect">
                    <a:avLst/>
                  </a:prstGeom>
                  <a:blipFill>
                    <a:blip r:embed="rId7"/>
                    <a:stretch>
                      <a:fillRect r="-46667"/>
                    </a:stretch>
                  </a:blipFill>
                </p:spPr>
                <p:txBody>
                  <a:bodyPr/>
                  <a:lstStyle/>
                  <a:p>
                    <a:r>
                      <a:rPr lang="zh-CN" altLang="en-US">
                        <a:noFill/>
                      </a:rPr>
                      <a:t> </a:t>
                    </a:r>
                  </a:p>
                </p:txBody>
              </p:sp>
            </mc:Fallback>
          </mc:AlternateContent>
        </p:grpSp>
        <p:cxnSp>
          <p:nvCxnSpPr>
            <p:cNvPr id="29" name="直接连接符 56">
              <a:extLst>
                <a:ext uri="{FF2B5EF4-FFF2-40B4-BE49-F238E27FC236}">
                  <a16:creationId xmlns:a16="http://schemas.microsoft.com/office/drawing/2014/main" id="{E14C55ED-48AB-4953-B483-3E505267317D}"/>
                </a:ext>
              </a:extLst>
            </p:cNvPr>
            <p:cNvCxnSpPr>
              <a:cxnSpLocks/>
              <a:endCxn id="26" idx="1"/>
            </p:cNvCxnSpPr>
            <p:nvPr/>
          </p:nvCxnSpPr>
          <p:spPr>
            <a:xfrm>
              <a:off x="3943505" y="5490283"/>
              <a:ext cx="230726"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接连接符 57">
              <a:extLst>
                <a:ext uri="{FF2B5EF4-FFF2-40B4-BE49-F238E27FC236}">
                  <a16:creationId xmlns:a16="http://schemas.microsoft.com/office/drawing/2014/main" id="{28756EB7-C7FF-4360-9049-7DF69B96FE02}"/>
                </a:ext>
              </a:extLst>
            </p:cNvPr>
            <p:cNvCxnSpPr>
              <a:cxnSpLocks/>
            </p:cNvCxnSpPr>
            <p:nvPr/>
          </p:nvCxnSpPr>
          <p:spPr>
            <a:xfrm flipV="1">
              <a:off x="3995112" y="5029200"/>
              <a:ext cx="0" cy="47236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1" name="组合 58">
              <a:extLst>
                <a:ext uri="{FF2B5EF4-FFF2-40B4-BE49-F238E27FC236}">
                  <a16:creationId xmlns:a16="http://schemas.microsoft.com/office/drawing/2014/main" id="{69D7B75F-066E-46E3-A7BD-F5B246BBEEA8}"/>
                </a:ext>
              </a:extLst>
            </p:cNvPr>
            <p:cNvGrpSpPr/>
            <p:nvPr/>
          </p:nvGrpSpPr>
          <p:grpSpPr>
            <a:xfrm>
              <a:off x="5275861" y="5334000"/>
              <a:ext cx="540725" cy="668834"/>
              <a:chOff x="6494549" y="3958719"/>
              <a:chExt cx="540725" cy="668834"/>
            </a:xfrm>
          </p:grpSpPr>
          <p:sp>
            <p:nvSpPr>
              <p:cNvPr id="32" name="Rectangle 36">
                <a:extLst>
                  <a:ext uri="{FF2B5EF4-FFF2-40B4-BE49-F238E27FC236}">
                    <a16:creationId xmlns:a16="http://schemas.microsoft.com/office/drawing/2014/main" id="{EF5BD111-7D0C-41A9-875E-5ED3F40D0825}"/>
                  </a:ext>
                </a:extLst>
              </p:cNvPr>
              <p:cNvSpPr/>
              <p:nvPr/>
            </p:nvSpPr>
            <p:spPr bwMode="auto">
              <a:xfrm>
                <a:off x="6544031" y="3958719"/>
                <a:ext cx="491243" cy="668834"/>
              </a:xfrm>
              <a:prstGeom prst="rect">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200" b="1" u="none" strike="noStrike" kern="1200" cap="none" spc="0" normalizeH="0" baseline="0" noProof="0" dirty="0">
                    <a:ln>
                      <a:noFill/>
                    </a:ln>
                    <a:solidFill>
                      <a:srgbClr val="000000"/>
                    </a:solidFill>
                    <a:effectLst/>
                    <a:uLnTx/>
                    <a:uFillTx/>
                    <a:latin typeface="Arial" panose="020B0604020202020204" pitchFamily="34" charset="0"/>
                    <a:ea typeface="SimHei" panose="02010609060101010101" pitchFamily="49" charset="-122"/>
                    <a:cs typeface="Arial" panose="020B0604020202020204" pitchFamily="34" charset="0"/>
                  </a:rPr>
                  <a:t>DFF</a:t>
                </a:r>
              </a:p>
            </p:txBody>
          </p:sp>
          <p:sp>
            <p:nvSpPr>
              <p:cNvPr id="33" name="等腰三角形 60">
                <a:extLst>
                  <a:ext uri="{FF2B5EF4-FFF2-40B4-BE49-F238E27FC236}">
                    <a16:creationId xmlns:a16="http://schemas.microsoft.com/office/drawing/2014/main" id="{61F7278B-CF1C-4925-842C-0B596E077870}"/>
                  </a:ext>
                </a:extLst>
              </p:cNvPr>
              <p:cNvSpPr/>
              <p:nvPr/>
            </p:nvSpPr>
            <p:spPr>
              <a:xfrm rot="5400000">
                <a:off x="6536335" y="4429422"/>
                <a:ext cx="129081" cy="109437"/>
              </a:xfrm>
              <a:prstGeom prst="triangle">
                <a:avLst/>
              </a:prstGeom>
              <a:noFill/>
            </p:spPr>
            <p:style>
              <a:lnRef idx="2">
                <a:schemeClr val="dk1"/>
              </a:lnRef>
              <a:fillRef idx="1">
                <a:schemeClr val="lt1"/>
              </a:fillRef>
              <a:effectRef idx="0">
                <a:schemeClr val="dk1"/>
              </a:effectRef>
              <a:fontRef idx="minor">
                <a:schemeClr val="dk1"/>
              </a:fontRef>
            </p:style>
            <p:txBody>
              <a:bodyPr wrap="square" rtlCol="0" anchor="ctr">
                <a:noAutofit/>
              </a:bodyPr>
              <a:lstStyle/>
              <a:p>
                <a:pPr algn="l"/>
                <a:endParaRPr lang="zh-CN" altLang="en-US" sz="1800" dirty="0">
                  <a:solidFill>
                    <a:schemeClr val="tx1"/>
                  </a:solidFill>
                  <a:latin typeface="Arial" panose="020B0604020202020204" pitchFamily="34" charset="0"/>
                  <a:cs typeface="Arial" panose="020B0604020202020204" pitchFamily="34" charset="0"/>
                </a:endParaRPr>
              </a:p>
            </p:txBody>
          </p:sp>
          <p:sp>
            <p:nvSpPr>
              <p:cNvPr id="34" name="文本框 61">
                <a:extLst>
                  <a:ext uri="{FF2B5EF4-FFF2-40B4-BE49-F238E27FC236}">
                    <a16:creationId xmlns:a16="http://schemas.microsoft.com/office/drawing/2014/main" id="{EB20CAE7-8168-46B5-B902-663C148894B6}"/>
                  </a:ext>
                </a:extLst>
              </p:cNvPr>
              <p:cNvSpPr txBox="1"/>
              <p:nvPr/>
            </p:nvSpPr>
            <p:spPr>
              <a:xfrm>
                <a:off x="6494549" y="3987786"/>
                <a:ext cx="152400" cy="276999"/>
              </a:xfrm>
              <a:prstGeom prst="rect">
                <a:avLst/>
              </a:prstGeom>
              <a:noFill/>
            </p:spPr>
            <p:txBody>
              <a:bodyPr wrap="square" rtlCol="0">
                <a:spAutoFit/>
              </a:bodyPr>
              <a:lstStyle/>
              <a:p>
                <a:r>
                  <a:rPr lang="en-US" altLang="zh-CN" sz="1200" dirty="0">
                    <a:solidFill>
                      <a:schemeClr val="tx1"/>
                    </a:solidFill>
                    <a:latin typeface="+mn-lt"/>
                  </a:rPr>
                  <a:t>D</a:t>
                </a:r>
                <a:endParaRPr lang="zh-CN" altLang="en-US" sz="1200" dirty="0">
                  <a:solidFill>
                    <a:schemeClr val="tx1"/>
                  </a:solidFill>
                  <a:latin typeface="+mn-lt"/>
                </a:endParaRPr>
              </a:p>
            </p:txBody>
          </p:sp>
          <mc:AlternateContent xmlns:mc="http://schemas.openxmlformats.org/markup-compatibility/2006" xmlns:a14="http://schemas.microsoft.com/office/drawing/2010/main">
            <mc:Choice Requires="a14">
              <p:sp>
                <p:nvSpPr>
                  <p:cNvPr id="35" name="文本框 62">
                    <a:extLst>
                      <a:ext uri="{FF2B5EF4-FFF2-40B4-BE49-F238E27FC236}">
                        <a16:creationId xmlns:a16="http://schemas.microsoft.com/office/drawing/2014/main" id="{4808CA8F-5FC4-4D91-8EA4-9B2E28CC4A7B}"/>
                      </a:ext>
                    </a:extLst>
                  </p:cNvPr>
                  <p:cNvSpPr txBox="1"/>
                  <p:nvPr/>
                </p:nvSpPr>
                <p:spPr>
                  <a:xfrm>
                    <a:off x="6837660" y="3976503"/>
                    <a:ext cx="152400"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200" b="1" i="0" smtClean="0">
                              <a:solidFill>
                                <a:schemeClr val="tx1"/>
                              </a:solidFill>
                              <a:latin typeface="Cambria Math" panose="02040503050406030204" pitchFamily="18" charset="0"/>
                            </a:rPr>
                            <m:t>𝐐</m:t>
                          </m:r>
                        </m:oMath>
                      </m:oMathPara>
                    </a14:m>
                    <a:endParaRPr lang="zh-CN" altLang="en-US" sz="1200" dirty="0">
                      <a:solidFill>
                        <a:schemeClr val="tx1"/>
                      </a:solidFill>
                      <a:latin typeface="+mn-lt"/>
                    </a:endParaRPr>
                  </a:p>
                </p:txBody>
              </p:sp>
            </mc:Choice>
            <mc:Fallback xmlns="">
              <p:sp>
                <p:nvSpPr>
                  <p:cNvPr id="35" name="文本框 62">
                    <a:extLst>
                      <a:ext uri="{FF2B5EF4-FFF2-40B4-BE49-F238E27FC236}">
                        <a16:creationId xmlns:a16="http://schemas.microsoft.com/office/drawing/2014/main" id="{4808CA8F-5FC4-4D91-8EA4-9B2E28CC4A7B}"/>
                      </a:ext>
                    </a:extLst>
                  </p:cNvPr>
                  <p:cNvSpPr txBox="1">
                    <a:spLocks noRot="1" noChangeAspect="1" noMove="1" noResize="1" noEditPoints="1" noAdjustHandles="1" noChangeArrowheads="1" noChangeShapeType="1" noTextEdit="1"/>
                  </p:cNvSpPr>
                  <p:nvPr/>
                </p:nvSpPr>
                <p:spPr>
                  <a:xfrm>
                    <a:off x="6837660" y="3976503"/>
                    <a:ext cx="152400" cy="276999"/>
                  </a:xfrm>
                  <a:prstGeom prst="rect">
                    <a:avLst/>
                  </a:prstGeom>
                  <a:blipFill>
                    <a:blip r:embed="rId8"/>
                    <a:stretch>
                      <a:fillRect r="-5714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文本框 63">
                    <a:extLst>
                      <a:ext uri="{FF2B5EF4-FFF2-40B4-BE49-F238E27FC236}">
                        <a16:creationId xmlns:a16="http://schemas.microsoft.com/office/drawing/2014/main" id="{3C4D6F89-0441-40DD-B063-B423689879DD}"/>
                      </a:ext>
                    </a:extLst>
                  </p:cNvPr>
                  <p:cNvSpPr txBox="1"/>
                  <p:nvPr/>
                </p:nvSpPr>
                <p:spPr>
                  <a:xfrm>
                    <a:off x="6837660" y="4339377"/>
                    <a:ext cx="152400" cy="27738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CN" sz="1200" i="1" dirty="0" smtClean="0">
                                  <a:solidFill>
                                    <a:schemeClr val="tx1"/>
                                  </a:solidFill>
                                  <a:latin typeface="Cambria Math" panose="02040503050406030204" pitchFamily="18" charset="0"/>
                                </a:rPr>
                              </m:ctrlPr>
                            </m:accPr>
                            <m:e>
                              <m:r>
                                <a:rPr lang="en-US" altLang="zh-CN" sz="1200" b="1" i="0" dirty="0" smtClean="0">
                                  <a:solidFill>
                                    <a:schemeClr val="tx1"/>
                                  </a:solidFill>
                                  <a:latin typeface="Cambria Math" panose="02040503050406030204" pitchFamily="18" charset="0"/>
                                </a:rPr>
                                <m:t>𝐐</m:t>
                              </m:r>
                            </m:e>
                          </m:acc>
                        </m:oMath>
                      </m:oMathPara>
                    </a14:m>
                    <a:endParaRPr lang="zh-CN" altLang="en-US" sz="1200" dirty="0">
                      <a:solidFill>
                        <a:schemeClr val="tx1"/>
                      </a:solidFill>
                      <a:latin typeface="+mn-lt"/>
                    </a:endParaRPr>
                  </a:p>
                </p:txBody>
              </p:sp>
            </mc:Choice>
            <mc:Fallback xmlns="">
              <p:sp>
                <p:nvSpPr>
                  <p:cNvPr id="36" name="文本框 63">
                    <a:extLst>
                      <a:ext uri="{FF2B5EF4-FFF2-40B4-BE49-F238E27FC236}">
                        <a16:creationId xmlns:a16="http://schemas.microsoft.com/office/drawing/2014/main" id="{3C4D6F89-0441-40DD-B063-B423689879DD}"/>
                      </a:ext>
                    </a:extLst>
                  </p:cNvPr>
                  <p:cNvSpPr txBox="1">
                    <a:spLocks noRot="1" noChangeAspect="1" noMove="1" noResize="1" noEditPoints="1" noAdjustHandles="1" noChangeArrowheads="1" noChangeShapeType="1" noTextEdit="1"/>
                  </p:cNvSpPr>
                  <p:nvPr/>
                </p:nvSpPr>
                <p:spPr>
                  <a:xfrm>
                    <a:off x="6837660" y="4339377"/>
                    <a:ext cx="152400" cy="277384"/>
                  </a:xfrm>
                  <a:prstGeom prst="rect">
                    <a:avLst/>
                  </a:prstGeom>
                  <a:blipFill>
                    <a:blip r:embed="rId9"/>
                    <a:stretch>
                      <a:fillRect r="-57143"/>
                    </a:stretch>
                  </a:blipFill>
                </p:spPr>
                <p:txBody>
                  <a:bodyPr/>
                  <a:lstStyle/>
                  <a:p>
                    <a:r>
                      <a:rPr lang="zh-CN" altLang="en-US">
                        <a:noFill/>
                      </a:rPr>
                      <a:t> </a:t>
                    </a:r>
                  </a:p>
                </p:txBody>
              </p:sp>
            </mc:Fallback>
          </mc:AlternateContent>
        </p:grpSp>
        <p:cxnSp>
          <p:nvCxnSpPr>
            <p:cNvPr id="37" name="直接连接符 64">
              <a:extLst>
                <a:ext uri="{FF2B5EF4-FFF2-40B4-BE49-F238E27FC236}">
                  <a16:creationId xmlns:a16="http://schemas.microsoft.com/office/drawing/2014/main" id="{24982052-1F8A-4AEF-BCD5-882F0194CEB1}"/>
                </a:ext>
              </a:extLst>
            </p:cNvPr>
            <p:cNvCxnSpPr>
              <a:cxnSpLocks/>
              <a:endCxn id="34" idx="1"/>
            </p:cNvCxnSpPr>
            <p:nvPr/>
          </p:nvCxnSpPr>
          <p:spPr>
            <a:xfrm>
              <a:off x="5045135" y="5490283"/>
              <a:ext cx="230726"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接连接符 65">
              <a:extLst>
                <a:ext uri="{FF2B5EF4-FFF2-40B4-BE49-F238E27FC236}">
                  <a16:creationId xmlns:a16="http://schemas.microsoft.com/office/drawing/2014/main" id="{8BFB01FE-1162-429A-AE36-ED3870E08759}"/>
                </a:ext>
              </a:extLst>
            </p:cNvPr>
            <p:cNvCxnSpPr>
              <a:cxnSpLocks/>
            </p:cNvCxnSpPr>
            <p:nvPr/>
          </p:nvCxnSpPr>
          <p:spPr>
            <a:xfrm flipV="1">
              <a:off x="5096743" y="5029200"/>
              <a:ext cx="0" cy="47236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矩形 67">
              <a:extLst>
                <a:ext uri="{FF2B5EF4-FFF2-40B4-BE49-F238E27FC236}">
                  <a16:creationId xmlns:a16="http://schemas.microsoft.com/office/drawing/2014/main" id="{928B2D05-3F84-4B22-AD75-56A96D1A99A3}"/>
                </a:ext>
              </a:extLst>
            </p:cNvPr>
            <p:cNvSpPr/>
            <p:nvPr/>
          </p:nvSpPr>
          <p:spPr>
            <a:xfrm>
              <a:off x="6165283" y="4793017"/>
              <a:ext cx="914400" cy="472366"/>
            </a:xfrm>
            <a:prstGeom prst="rect">
              <a:avLst/>
            </a:prstGeom>
            <a:noFill/>
          </p:spPr>
          <p:style>
            <a:lnRef idx="2">
              <a:schemeClr val="dk1"/>
            </a:lnRef>
            <a:fillRef idx="1">
              <a:schemeClr val="lt1"/>
            </a:fillRef>
            <a:effectRef idx="0">
              <a:schemeClr val="dk1"/>
            </a:effectRef>
            <a:fontRef idx="minor">
              <a:schemeClr val="dk1"/>
            </a:fontRef>
          </p:style>
          <p:txBody>
            <a:bodyPr wrap="square" rtlCol="0" anchor="ctr">
              <a:noAutofit/>
            </a:bodyPr>
            <a:lstStyle/>
            <a:p>
              <a:pPr algn="l"/>
              <a:endParaRPr lang="zh-CN" altLang="en-US" sz="1800" dirty="0">
                <a:solidFill>
                  <a:schemeClr val="tx1"/>
                </a:solidFill>
                <a:latin typeface="Arial" panose="020B0604020202020204" pitchFamily="34" charset="0"/>
                <a:cs typeface="Arial" panose="020B0604020202020204" pitchFamily="34" charset="0"/>
              </a:endParaRPr>
            </a:p>
          </p:txBody>
        </p:sp>
        <p:sp>
          <p:nvSpPr>
            <p:cNvPr id="40" name="矩形 70">
              <a:extLst>
                <a:ext uri="{FF2B5EF4-FFF2-40B4-BE49-F238E27FC236}">
                  <a16:creationId xmlns:a16="http://schemas.microsoft.com/office/drawing/2014/main" id="{1E8B1707-E660-4987-B132-E73339FD58C1}"/>
                </a:ext>
              </a:extLst>
            </p:cNvPr>
            <p:cNvSpPr/>
            <p:nvPr/>
          </p:nvSpPr>
          <p:spPr>
            <a:xfrm>
              <a:off x="6219585" y="4844534"/>
              <a:ext cx="851515" cy="369332"/>
            </a:xfrm>
            <a:prstGeom prst="rect">
              <a:avLst/>
            </a:prstGeom>
          </p:spPr>
          <p:txBody>
            <a:bodyPr wrap="none">
              <a:spAutoFit/>
            </a:bodyPr>
            <a:lstStyle/>
            <a:p>
              <a:r>
                <a:rPr lang="en-US" altLang="zh-CN" sz="1800" dirty="0">
                  <a:solidFill>
                    <a:srgbClr val="000000"/>
                  </a:solidFill>
                  <a:latin typeface="Arial" panose="020B0604020202020204"/>
                  <a:ea typeface="Microsoft YaHei" charset="0"/>
                </a:rPr>
                <a:t>Adder</a:t>
              </a:r>
              <a:endParaRPr lang="zh-CN" altLang="en-US" sz="4000" dirty="0"/>
            </a:p>
          </p:txBody>
        </p:sp>
        <p:cxnSp>
          <p:nvCxnSpPr>
            <p:cNvPr id="41" name="直接连接符 72">
              <a:extLst>
                <a:ext uri="{FF2B5EF4-FFF2-40B4-BE49-F238E27FC236}">
                  <a16:creationId xmlns:a16="http://schemas.microsoft.com/office/drawing/2014/main" id="{C63954BC-262E-4ECD-9289-19C914E5B49E}"/>
                </a:ext>
              </a:extLst>
            </p:cNvPr>
            <p:cNvCxnSpPr>
              <a:cxnSpLocks/>
            </p:cNvCxnSpPr>
            <p:nvPr/>
          </p:nvCxnSpPr>
          <p:spPr>
            <a:xfrm>
              <a:off x="2618826" y="6343992"/>
              <a:ext cx="400365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直接连接符 74">
              <a:extLst>
                <a:ext uri="{FF2B5EF4-FFF2-40B4-BE49-F238E27FC236}">
                  <a16:creationId xmlns:a16="http://schemas.microsoft.com/office/drawing/2014/main" id="{95CBA1D9-17E8-47A0-8A87-F14C7ABD6129}"/>
                </a:ext>
              </a:extLst>
            </p:cNvPr>
            <p:cNvCxnSpPr>
              <a:cxnSpLocks/>
              <a:endCxn id="39" idx="2"/>
            </p:cNvCxnSpPr>
            <p:nvPr/>
          </p:nvCxnSpPr>
          <p:spPr>
            <a:xfrm flipH="1" flipV="1">
              <a:off x="6622483" y="5265383"/>
              <a:ext cx="0" cy="1091283"/>
            </a:xfrm>
            <a:prstGeom prst="line">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3" name="直接连接符 80">
              <a:extLst>
                <a:ext uri="{FF2B5EF4-FFF2-40B4-BE49-F238E27FC236}">
                  <a16:creationId xmlns:a16="http://schemas.microsoft.com/office/drawing/2014/main" id="{149000B3-21E6-436E-B316-3C4CADBB1771}"/>
                </a:ext>
              </a:extLst>
            </p:cNvPr>
            <p:cNvCxnSpPr>
              <a:cxnSpLocks/>
            </p:cNvCxnSpPr>
            <p:nvPr/>
          </p:nvCxnSpPr>
          <p:spPr>
            <a:xfrm flipH="1">
              <a:off x="5730295" y="4968749"/>
              <a:ext cx="95822" cy="11534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接连接符 83">
              <a:extLst>
                <a:ext uri="{FF2B5EF4-FFF2-40B4-BE49-F238E27FC236}">
                  <a16:creationId xmlns:a16="http://schemas.microsoft.com/office/drawing/2014/main" id="{7BFF8588-5A61-4399-91CC-E013D41F0452}"/>
                </a:ext>
              </a:extLst>
            </p:cNvPr>
            <p:cNvCxnSpPr>
              <a:cxnSpLocks/>
            </p:cNvCxnSpPr>
            <p:nvPr/>
          </p:nvCxnSpPr>
          <p:spPr>
            <a:xfrm flipH="1">
              <a:off x="6574572" y="5787907"/>
              <a:ext cx="95822" cy="11534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连接符 84">
              <a:extLst>
                <a:ext uri="{FF2B5EF4-FFF2-40B4-BE49-F238E27FC236}">
                  <a16:creationId xmlns:a16="http://schemas.microsoft.com/office/drawing/2014/main" id="{708AB9E3-705D-49F6-B893-5D3C86890422}"/>
                </a:ext>
              </a:extLst>
            </p:cNvPr>
            <p:cNvCxnSpPr>
              <a:cxnSpLocks/>
            </p:cNvCxnSpPr>
            <p:nvPr/>
          </p:nvCxnSpPr>
          <p:spPr>
            <a:xfrm>
              <a:off x="2395720" y="5490283"/>
              <a:ext cx="230726"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6" name="直接连接符 85">
              <a:extLst>
                <a:ext uri="{FF2B5EF4-FFF2-40B4-BE49-F238E27FC236}">
                  <a16:creationId xmlns:a16="http://schemas.microsoft.com/office/drawing/2014/main" id="{E54DDED3-2986-4AC4-89C3-6F8E10928F80}"/>
                </a:ext>
              </a:extLst>
            </p:cNvPr>
            <p:cNvCxnSpPr>
              <a:cxnSpLocks/>
            </p:cNvCxnSpPr>
            <p:nvPr/>
          </p:nvCxnSpPr>
          <p:spPr>
            <a:xfrm flipV="1">
              <a:off x="2618826" y="5478853"/>
              <a:ext cx="0" cy="865139"/>
            </a:xfrm>
            <a:prstGeom prst="line">
              <a:avLst/>
            </a:prstGeom>
            <a:ln w="25400">
              <a:solidFill>
                <a:schemeClr val="tx1"/>
              </a:solidFill>
              <a:headEnd type="triangle"/>
            </a:ln>
          </p:spPr>
          <p:style>
            <a:lnRef idx="1">
              <a:schemeClr val="accent1"/>
            </a:lnRef>
            <a:fillRef idx="0">
              <a:schemeClr val="accent1"/>
            </a:fillRef>
            <a:effectRef idx="0">
              <a:schemeClr val="accent1"/>
            </a:effectRef>
            <a:fontRef idx="minor">
              <a:schemeClr val="tx1"/>
            </a:fontRef>
          </p:style>
        </p:cxnSp>
        <p:cxnSp>
          <p:nvCxnSpPr>
            <p:cNvPr id="47" name="直接连接符 88">
              <a:extLst>
                <a:ext uri="{FF2B5EF4-FFF2-40B4-BE49-F238E27FC236}">
                  <a16:creationId xmlns:a16="http://schemas.microsoft.com/office/drawing/2014/main" id="{2990EE83-5733-4810-BD1D-2641950D8327}"/>
                </a:ext>
              </a:extLst>
            </p:cNvPr>
            <p:cNvCxnSpPr>
              <a:cxnSpLocks/>
            </p:cNvCxnSpPr>
            <p:nvPr/>
          </p:nvCxnSpPr>
          <p:spPr>
            <a:xfrm>
              <a:off x="3530447" y="5490283"/>
              <a:ext cx="230726"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8" name="直接连接符 89">
              <a:extLst>
                <a:ext uri="{FF2B5EF4-FFF2-40B4-BE49-F238E27FC236}">
                  <a16:creationId xmlns:a16="http://schemas.microsoft.com/office/drawing/2014/main" id="{12D558AF-B861-46C5-9676-D5E1529FFDDB}"/>
                </a:ext>
              </a:extLst>
            </p:cNvPr>
            <p:cNvCxnSpPr>
              <a:cxnSpLocks/>
            </p:cNvCxnSpPr>
            <p:nvPr/>
          </p:nvCxnSpPr>
          <p:spPr>
            <a:xfrm flipV="1">
              <a:off x="3753553" y="5478853"/>
              <a:ext cx="0" cy="865139"/>
            </a:xfrm>
            <a:prstGeom prst="line">
              <a:avLst/>
            </a:prstGeom>
            <a:ln w="25400">
              <a:solidFill>
                <a:schemeClr val="tx1"/>
              </a:solidFill>
              <a:headEnd type="triangle"/>
            </a:ln>
          </p:spPr>
          <p:style>
            <a:lnRef idx="1">
              <a:schemeClr val="accent1"/>
            </a:lnRef>
            <a:fillRef idx="0">
              <a:schemeClr val="accent1"/>
            </a:fillRef>
            <a:effectRef idx="0">
              <a:schemeClr val="accent1"/>
            </a:effectRef>
            <a:fontRef idx="minor">
              <a:schemeClr val="tx1"/>
            </a:fontRef>
          </p:style>
        </p:cxnSp>
        <p:cxnSp>
          <p:nvCxnSpPr>
            <p:cNvPr id="49" name="直接连接符 90">
              <a:extLst>
                <a:ext uri="{FF2B5EF4-FFF2-40B4-BE49-F238E27FC236}">
                  <a16:creationId xmlns:a16="http://schemas.microsoft.com/office/drawing/2014/main" id="{7D02B656-CC4D-42FD-8F32-64E0D02DF954}"/>
                </a:ext>
              </a:extLst>
            </p:cNvPr>
            <p:cNvCxnSpPr>
              <a:cxnSpLocks/>
            </p:cNvCxnSpPr>
            <p:nvPr/>
          </p:nvCxnSpPr>
          <p:spPr>
            <a:xfrm>
              <a:off x="4722977" y="5490283"/>
              <a:ext cx="230726"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0" name="直接连接符 91">
              <a:extLst>
                <a:ext uri="{FF2B5EF4-FFF2-40B4-BE49-F238E27FC236}">
                  <a16:creationId xmlns:a16="http://schemas.microsoft.com/office/drawing/2014/main" id="{E644793E-0FF0-4CD4-A630-38E4CE7FC32E}"/>
                </a:ext>
              </a:extLst>
            </p:cNvPr>
            <p:cNvCxnSpPr>
              <a:cxnSpLocks/>
            </p:cNvCxnSpPr>
            <p:nvPr/>
          </p:nvCxnSpPr>
          <p:spPr>
            <a:xfrm flipV="1">
              <a:off x="4946083" y="5478853"/>
              <a:ext cx="0" cy="865139"/>
            </a:xfrm>
            <a:prstGeom prst="line">
              <a:avLst/>
            </a:prstGeom>
            <a:ln w="25400">
              <a:solidFill>
                <a:schemeClr val="tx1"/>
              </a:solidFill>
              <a:headEnd type="triangle"/>
            </a:ln>
          </p:spPr>
          <p:style>
            <a:lnRef idx="1">
              <a:schemeClr val="accent1"/>
            </a:lnRef>
            <a:fillRef idx="0">
              <a:schemeClr val="accent1"/>
            </a:fillRef>
            <a:effectRef idx="0">
              <a:schemeClr val="accent1"/>
            </a:effectRef>
            <a:fontRef idx="minor">
              <a:schemeClr val="tx1"/>
            </a:fontRef>
          </p:style>
        </p:cxnSp>
        <p:cxnSp>
          <p:nvCxnSpPr>
            <p:cNvPr id="51" name="直接连接符 92">
              <a:extLst>
                <a:ext uri="{FF2B5EF4-FFF2-40B4-BE49-F238E27FC236}">
                  <a16:creationId xmlns:a16="http://schemas.microsoft.com/office/drawing/2014/main" id="{9ABA934D-776C-4124-83BD-DBC1E8F3DE65}"/>
                </a:ext>
              </a:extLst>
            </p:cNvPr>
            <p:cNvCxnSpPr>
              <a:cxnSpLocks/>
            </p:cNvCxnSpPr>
            <p:nvPr/>
          </p:nvCxnSpPr>
          <p:spPr>
            <a:xfrm>
              <a:off x="5824067" y="5490283"/>
              <a:ext cx="230726"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2" name="直接连接符 93">
              <a:extLst>
                <a:ext uri="{FF2B5EF4-FFF2-40B4-BE49-F238E27FC236}">
                  <a16:creationId xmlns:a16="http://schemas.microsoft.com/office/drawing/2014/main" id="{93339DE6-A363-4F33-8017-8B28C6A7FC4D}"/>
                </a:ext>
              </a:extLst>
            </p:cNvPr>
            <p:cNvCxnSpPr>
              <a:cxnSpLocks/>
            </p:cNvCxnSpPr>
            <p:nvPr/>
          </p:nvCxnSpPr>
          <p:spPr>
            <a:xfrm flipV="1">
              <a:off x="6047173" y="5478853"/>
              <a:ext cx="0" cy="865139"/>
            </a:xfrm>
            <a:prstGeom prst="line">
              <a:avLst/>
            </a:prstGeom>
            <a:ln w="25400">
              <a:solidFill>
                <a:schemeClr val="tx1"/>
              </a:solidFill>
              <a:headEnd type="triangle"/>
            </a:ln>
          </p:spPr>
          <p:style>
            <a:lnRef idx="1">
              <a:schemeClr val="accent1"/>
            </a:lnRef>
            <a:fillRef idx="0">
              <a:schemeClr val="accent1"/>
            </a:fillRef>
            <a:effectRef idx="0">
              <a:schemeClr val="accent1"/>
            </a:effectRef>
            <a:fontRef idx="minor">
              <a:schemeClr val="tx1"/>
            </a:fontRef>
          </p:style>
        </p:cxnSp>
        <p:sp>
          <p:nvSpPr>
            <p:cNvPr id="53" name="矩形 94">
              <a:extLst>
                <a:ext uri="{FF2B5EF4-FFF2-40B4-BE49-F238E27FC236}">
                  <a16:creationId xmlns:a16="http://schemas.microsoft.com/office/drawing/2014/main" id="{AB1FE66A-5225-4A76-A3F3-861FF0A9B9FD}"/>
                </a:ext>
              </a:extLst>
            </p:cNvPr>
            <p:cNvSpPr/>
            <p:nvPr/>
          </p:nvSpPr>
          <p:spPr>
            <a:xfrm>
              <a:off x="3763850" y="4233669"/>
              <a:ext cx="1410964" cy="461665"/>
            </a:xfrm>
            <a:prstGeom prst="rect">
              <a:avLst/>
            </a:prstGeom>
          </p:spPr>
          <p:txBody>
            <a:bodyPr wrap="none">
              <a:spAutoFit/>
            </a:bodyPr>
            <a:lstStyle/>
            <a:p>
              <a:r>
                <a:rPr lang="en-US" altLang="zh-CN" sz="2400" dirty="0">
                  <a:solidFill>
                    <a:srgbClr val="000000"/>
                  </a:solidFill>
                  <a:latin typeface="Arial" panose="020B0604020202020204"/>
                  <a:ea typeface="Microsoft YaHei" charset="0"/>
                </a:rPr>
                <a:t>2</a:t>
              </a:r>
              <a:r>
                <a:rPr lang="en-US" altLang="zh-CN" sz="2400" baseline="30000" dirty="0">
                  <a:solidFill>
                    <a:srgbClr val="000000"/>
                  </a:solidFill>
                  <a:latin typeface="Arial" panose="020B0604020202020204"/>
                  <a:ea typeface="Microsoft YaHei" charset="0"/>
                </a:rPr>
                <a:t>N</a:t>
              </a:r>
              <a:r>
                <a:rPr lang="en-US" altLang="zh-CN" sz="2400" dirty="0">
                  <a:solidFill>
                    <a:srgbClr val="000000"/>
                  </a:solidFill>
                  <a:latin typeface="Arial" panose="020B0604020202020204"/>
                  <a:ea typeface="Microsoft YaHei" charset="0"/>
                </a:rPr>
                <a:t> vs 2N</a:t>
              </a:r>
              <a:endParaRPr lang="zh-CN" altLang="en-US" sz="4800" dirty="0"/>
            </a:p>
          </p:txBody>
        </p:sp>
        <p:cxnSp>
          <p:nvCxnSpPr>
            <p:cNvPr id="54" name="直接连接符 95">
              <a:extLst>
                <a:ext uri="{FF2B5EF4-FFF2-40B4-BE49-F238E27FC236}">
                  <a16:creationId xmlns:a16="http://schemas.microsoft.com/office/drawing/2014/main" id="{3FA11F65-E879-47F7-B368-B22E949D8710}"/>
                </a:ext>
              </a:extLst>
            </p:cNvPr>
            <p:cNvCxnSpPr>
              <a:cxnSpLocks/>
              <a:stCxn id="40" idx="3"/>
            </p:cNvCxnSpPr>
            <p:nvPr/>
          </p:nvCxnSpPr>
          <p:spPr>
            <a:xfrm>
              <a:off x="7071100" y="5029200"/>
              <a:ext cx="541983" cy="0"/>
            </a:xfrm>
            <a:prstGeom prst="line">
              <a:avLst/>
            </a:prstGeom>
            <a:ln w="25400">
              <a:solidFill>
                <a:schemeClr val="tx1"/>
              </a:solidFill>
              <a:headEnd type="triangle"/>
            </a:ln>
          </p:spPr>
          <p:style>
            <a:lnRef idx="1">
              <a:schemeClr val="accent1"/>
            </a:lnRef>
            <a:fillRef idx="0">
              <a:schemeClr val="accent1"/>
            </a:fillRef>
            <a:effectRef idx="0">
              <a:schemeClr val="accent1"/>
            </a:effectRef>
            <a:fontRef idx="minor">
              <a:schemeClr val="tx1"/>
            </a:fontRef>
          </p:style>
        </p:cxnSp>
        <p:cxnSp>
          <p:nvCxnSpPr>
            <p:cNvPr id="55" name="直接连接符 96">
              <a:extLst>
                <a:ext uri="{FF2B5EF4-FFF2-40B4-BE49-F238E27FC236}">
                  <a16:creationId xmlns:a16="http://schemas.microsoft.com/office/drawing/2014/main" id="{3217718A-78DB-4D1D-A6C0-404523B4C445}"/>
                </a:ext>
              </a:extLst>
            </p:cNvPr>
            <p:cNvCxnSpPr>
              <a:cxnSpLocks/>
            </p:cNvCxnSpPr>
            <p:nvPr/>
          </p:nvCxnSpPr>
          <p:spPr>
            <a:xfrm flipH="1">
              <a:off x="7323027" y="4966945"/>
              <a:ext cx="95822" cy="11534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6" name="矩形 101">
              <a:extLst>
                <a:ext uri="{FF2B5EF4-FFF2-40B4-BE49-F238E27FC236}">
                  <a16:creationId xmlns:a16="http://schemas.microsoft.com/office/drawing/2014/main" id="{9F570779-9547-4A6E-8756-0C0244F11B9F}"/>
                </a:ext>
              </a:extLst>
            </p:cNvPr>
            <p:cNvSpPr/>
            <p:nvPr/>
          </p:nvSpPr>
          <p:spPr>
            <a:xfrm>
              <a:off x="7422041" y="4844534"/>
              <a:ext cx="1159293" cy="369332"/>
            </a:xfrm>
            <a:prstGeom prst="rect">
              <a:avLst/>
            </a:prstGeom>
          </p:spPr>
          <p:txBody>
            <a:bodyPr wrap="none">
              <a:spAutoFit/>
            </a:bodyPr>
            <a:lstStyle/>
            <a:p>
              <a:r>
                <a:rPr lang="zh-CN" altLang="en-US" sz="1800" dirty="0">
                  <a:solidFill>
                    <a:srgbClr val="000000"/>
                  </a:solidFill>
                  <a:latin typeface="Arial" panose="020B0604020202020204"/>
                  <a:ea typeface="Microsoft YaHei" charset="0"/>
                </a:rPr>
                <a:t>‘</a:t>
              </a:r>
              <a:r>
                <a:rPr lang="en-US" altLang="zh-CN" sz="1800" dirty="0">
                  <a:solidFill>
                    <a:srgbClr val="000000"/>
                  </a:solidFill>
                  <a:latin typeface="Arial" panose="020B0604020202020204"/>
                  <a:ea typeface="Microsoft YaHei" charset="0"/>
                </a:rPr>
                <a:t>0001</a:t>
              </a:r>
              <a:r>
                <a:rPr lang="zh-CN" altLang="en-US" sz="1800" dirty="0">
                  <a:solidFill>
                    <a:srgbClr val="000000"/>
                  </a:solidFill>
                  <a:latin typeface="Arial" panose="020B0604020202020204"/>
                  <a:ea typeface="Microsoft YaHei" charset="0"/>
                </a:rPr>
                <a:t>’</a:t>
              </a:r>
              <a:endParaRPr lang="zh-CN" altLang="en-US" sz="4000" dirty="0"/>
            </a:p>
          </p:txBody>
        </p:sp>
      </p:grpSp>
      <p:sp>
        <p:nvSpPr>
          <p:cNvPr id="4" name="Title 4">
            <a:extLst>
              <a:ext uri="{FF2B5EF4-FFF2-40B4-BE49-F238E27FC236}">
                <a16:creationId xmlns:a16="http://schemas.microsoft.com/office/drawing/2014/main" id="{406D29E0-BAC4-12E2-449F-518BD8BA8C7C}"/>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t>扭环形计数器的特点</a:t>
            </a:r>
            <a:endParaRPr lang="en-CN" altLang="zh-CN" sz="4000" dirty="0">
              <a:solidFill>
                <a:srgbClr val="0000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2323879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259D7DD-E1BE-4482-9234-29898EB39847}" type="slidenum">
              <a:rPr kumimoji="0" lang="en-US" altLang="zh-CN" sz="1200" b="0" i="0" u="none" strike="noStrike" kern="1200" cap="none" spc="0" normalizeH="0" baseline="0" noProof="0" smtClean="0">
                <a:ln>
                  <a:noFill/>
                </a:ln>
                <a:solidFill>
                  <a:srgbClr val="000000"/>
                </a:solidFill>
                <a:effectLst/>
                <a:uLnTx/>
                <a:uFillTx/>
                <a:latin typeface="Arial Black"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101</a:t>
            </a:fld>
            <a:endParaRPr kumimoji="0" lang="en-US" altLang="zh-CN" sz="1200" b="0" i="0" u="none" strike="noStrike" kern="1200" cap="none" spc="0" normalizeH="0" baseline="0" noProof="0" dirty="0">
              <a:ln>
                <a:noFill/>
              </a:ln>
              <a:solidFill>
                <a:srgbClr val="000000"/>
              </a:solidFill>
              <a:effectLst/>
              <a:uLnTx/>
              <a:uFillTx/>
              <a:latin typeface="Arial Black" pitchFamily="34" charset="0"/>
              <a:ea typeface="宋体" pitchFamily="2" charset="-122"/>
              <a:cs typeface="+mn-cs"/>
            </a:endParaRPr>
          </a:p>
        </p:txBody>
      </p:sp>
      <p:sp>
        <p:nvSpPr>
          <p:cNvPr id="3" name="内容占位符 2"/>
          <p:cNvSpPr>
            <a:spLocks noGrp="1"/>
          </p:cNvSpPr>
          <p:nvPr>
            <p:ph idx="4294967295"/>
          </p:nvPr>
        </p:nvSpPr>
        <p:spPr>
          <a:xfrm>
            <a:off x="628650" y="1587606"/>
            <a:ext cx="7886700" cy="4351338"/>
          </a:xfrm>
        </p:spPr>
        <p:txBody>
          <a:bodyPr>
            <a:normAutofit/>
          </a:bodyPr>
          <a:lstStyle/>
          <a:p>
            <a:r>
              <a:rPr lang="zh-CN" altLang="en-US" b="0" dirty="0">
                <a:latin typeface="+mn-lt"/>
              </a:rPr>
              <a:t>加法</a:t>
            </a:r>
            <a:r>
              <a:rPr lang="en-US" altLang="zh-CN" b="0" dirty="0">
                <a:latin typeface="+mn-lt"/>
              </a:rPr>
              <a:t>/</a:t>
            </a:r>
            <a:r>
              <a:rPr lang="zh-CN" altLang="en-US" b="0" dirty="0">
                <a:latin typeface="+mn-lt"/>
              </a:rPr>
              <a:t>减法计数器</a:t>
            </a:r>
          </a:p>
          <a:p>
            <a:r>
              <a:rPr lang="zh-CN" altLang="en-US" b="0" dirty="0"/>
              <a:t>特殊进制计数器</a:t>
            </a:r>
            <a:endParaRPr lang="en-US" altLang="zh-CN" b="0" dirty="0"/>
          </a:p>
          <a:p>
            <a:r>
              <a:rPr lang="zh-CN" altLang="en-US" b="0" dirty="0"/>
              <a:t>环形</a:t>
            </a:r>
            <a:r>
              <a:rPr lang="en-US" altLang="zh-CN" b="0" dirty="0"/>
              <a:t>/</a:t>
            </a:r>
            <a:r>
              <a:rPr lang="zh-CN" altLang="en-US" b="0" dirty="0"/>
              <a:t>扭环形计数器</a:t>
            </a:r>
            <a:endParaRPr lang="en-US" altLang="zh-CN" b="0" dirty="0"/>
          </a:p>
          <a:p>
            <a:r>
              <a:rPr lang="zh-CN" altLang="en-US" b="0" dirty="0">
                <a:solidFill>
                  <a:srgbClr val="3333FF"/>
                </a:solidFill>
              </a:rPr>
              <a:t>异步</a:t>
            </a:r>
            <a:r>
              <a:rPr lang="en-US" altLang="zh-CN" b="0" dirty="0">
                <a:solidFill>
                  <a:srgbClr val="3333FF"/>
                </a:solidFill>
              </a:rPr>
              <a:t>/</a:t>
            </a:r>
            <a:r>
              <a:rPr lang="zh-CN" altLang="en-US" b="0" dirty="0">
                <a:solidFill>
                  <a:srgbClr val="3333FF"/>
                </a:solidFill>
              </a:rPr>
              <a:t>同步计数器</a:t>
            </a:r>
          </a:p>
        </p:txBody>
      </p:sp>
      <p:sp>
        <p:nvSpPr>
          <p:cNvPr id="5" name="Title 4">
            <a:extLst>
              <a:ext uri="{FF2B5EF4-FFF2-40B4-BE49-F238E27FC236}">
                <a16:creationId xmlns:a16="http://schemas.microsoft.com/office/drawing/2014/main" id="{D28983F6-C89D-C5D2-76BE-D399FA476E6B}"/>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t>典型的计数器</a:t>
            </a:r>
            <a:endParaRPr lang="en-CN" altLang="zh-CN" sz="4000" dirty="0">
              <a:solidFill>
                <a:srgbClr val="0000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5135585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灯片编号占位符 110"/>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13123CC-A5CC-40BF-912E-9416D5179362}" type="slidenum">
              <a:rPr kumimoji="0" lang="en-US" altLang="zh-CN" sz="1200" b="0" i="0" u="none" strike="noStrike" kern="1200" cap="none" spc="0" normalizeH="0" baseline="0" noProof="0" smtClean="0">
                <a:ln>
                  <a:noFill/>
                </a:ln>
                <a:solidFill>
                  <a:srgbClr val="000000"/>
                </a:solidFill>
                <a:effectLst/>
                <a:uLnTx/>
                <a:uFillTx/>
                <a:latin typeface="Arial Black"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102</a:t>
            </a:fld>
            <a:endParaRPr kumimoji="0" lang="en-US" altLang="zh-CN" sz="1200" b="0" i="0" u="none" strike="noStrike" kern="1200" cap="none" spc="0" normalizeH="0" baseline="0" noProof="0" dirty="0">
              <a:ln>
                <a:noFill/>
              </a:ln>
              <a:solidFill>
                <a:srgbClr val="000000"/>
              </a:solidFill>
              <a:effectLst/>
              <a:uLnTx/>
              <a:uFillTx/>
              <a:latin typeface="Arial Black" pitchFamily="34" charset="0"/>
              <a:ea typeface="宋体" pitchFamily="2" charset="-122"/>
              <a:cs typeface="+mn-cs"/>
            </a:endParaRPr>
          </a:p>
        </p:txBody>
      </p:sp>
      <p:sp>
        <p:nvSpPr>
          <p:cNvPr id="116" name="Rectangle 44">
            <a:extLst>
              <a:ext uri="{FF2B5EF4-FFF2-40B4-BE49-F238E27FC236}">
                <a16:creationId xmlns:a16="http://schemas.microsoft.com/office/drawing/2014/main" id="{64D954E9-8C9F-45AA-963D-87BBE5370F02}"/>
              </a:ext>
            </a:extLst>
          </p:cNvPr>
          <p:cNvSpPr>
            <a:spLocks noChangeArrowheads="1"/>
          </p:cNvSpPr>
          <p:nvPr/>
        </p:nvSpPr>
        <p:spPr bwMode="auto">
          <a:xfrm>
            <a:off x="1193489" y="5906169"/>
            <a:ext cx="6814171" cy="430887"/>
          </a:xfrm>
          <a:prstGeom prst="rect">
            <a:avLst/>
          </a:prstGeom>
          <a:noFill/>
          <a:ln w="9525">
            <a:noFill/>
            <a:miter lim="800000"/>
            <a:headEnd/>
            <a:tailEnd/>
          </a:ln>
        </p:spPr>
        <p:txBody>
          <a:bodyPr wrap="square" lIns="0" tIns="0" rIns="0" bIns="0">
            <a:spAutoFit/>
          </a:bodyPr>
          <a:lstStyle/>
          <a:p>
            <a:pPr>
              <a:defRPr/>
            </a:pPr>
            <a:r>
              <a:rPr lang="en-US" altLang="zh-CN" sz="2800" b="0" dirty="0">
                <a:solidFill>
                  <a:srgbClr val="000000"/>
                </a:solidFill>
                <a:latin typeface="黑体" panose="02010609060101010101" pitchFamily="49" charset="-122"/>
                <a:ea typeface="黑体" panose="02010609060101010101" pitchFamily="49" charset="-122"/>
              </a:rPr>
              <a:t>Q:</a:t>
            </a:r>
            <a:r>
              <a:rPr lang="zh-CN" altLang="en-US" sz="2800" b="0" dirty="0">
                <a:solidFill>
                  <a:srgbClr val="000000"/>
                </a:solidFill>
                <a:latin typeface="黑体" panose="02010609060101010101" pitchFamily="49" charset="-122"/>
                <a:ea typeface="黑体" panose="02010609060101010101" pitchFamily="49" charset="-122"/>
              </a:rPr>
              <a:t>计数脉冲上升沿到来会使计数器如何变化？</a:t>
            </a:r>
            <a:endParaRPr lang="en-US" altLang="zh-CN" sz="2800" b="0" dirty="0">
              <a:solidFill>
                <a:srgbClr val="000000"/>
              </a:solidFill>
              <a:latin typeface="黑体" panose="02010609060101010101" pitchFamily="49" charset="-122"/>
              <a:ea typeface="黑体" panose="02010609060101010101" pitchFamily="49" charset="-122"/>
            </a:endParaRPr>
          </a:p>
        </p:txBody>
      </p:sp>
      <p:sp>
        <p:nvSpPr>
          <p:cNvPr id="4" name="Title 4">
            <a:extLst>
              <a:ext uri="{FF2B5EF4-FFF2-40B4-BE49-F238E27FC236}">
                <a16:creationId xmlns:a16="http://schemas.microsoft.com/office/drawing/2014/main" id="{34405436-7B5E-AE47-B64E-55DE0855B4AE}"/>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t>异步计数器</a:t>
            </a:r>
            <a:endParaRPr lang="en-CN" altLang="zh-CN" sz="4000" dirty="0">
              <a:solidFill>
                <a:srgbClr val="0000FF"/>
              </a:solidFill>
              <a:latin typeface="Arial" panose="020B0604020202020204" pitchFamily="34" charset="0"/>
              <a:cs typeface="Arial" panose="020B0604020202020204" pitchFamily="34" charset="0"/>
            </a:endParaRPr>
          </a:p>
        </p:txBody>
      </p:sp>
      <p:sp>
        <p:nvSpPr>
          <p:cNvPr id="87" name="内容占位符 2">
            <a:extLst>
              <a:ext uri="{FF2B5EF4-FFF2-40B4-BE49-F238E27FC236}">
                <a16:creationId xmlns:a16="http://schemas.microsoft.com/office/drawing/2014/main" id="{6A062170-622B-4087-92BA-231C1C4F9B57}"/>
              </a:ext>
            </a:extLst>
          </p:cNvPr>
          <p:cNvSpPr txBox="1">
            <a:spLocks/>
          </p:cNvSpPr>
          <p:nvPr/>
        </p:nvSpPr>
        <p:spPr bwMode="auto">
          <a:xfrm>
            <a:off x="536031" y="1393031"/>
            <a:ext cx="7886700" cy="109750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b="1">
                <a:solidFill>
                  <a:schemeClr val="tx1"/>
                </a:solidFill>
                <a:latin typeface="+mn-lt"/>
                <a:ea typeface="黑体" panose="02010609060101010101" pitchFamily="49" charset="-122"/>
                <a:cs typeface="+mn-cs"/>
              </a:defRPr>
            </a:lvl1pPr>
            <a:lvl2pPr marL="742950" indent="-285750" algn="l" rtl="0" eaLnBrk="1" fontAlgn="base" hangingPunct="1">
              <a:spcBef>
                <a:spcPct val="20000"/>
              </a:spcBef>
              <a:spcAft>
                <a:spcPct val="0"/>
              </a:spcAft>
              <a:buChar char="–"/>
              <a:defRPr sz="2800" b="1">
                <a:solidFill>
                  <a:schemeClr val="tx1"/>
                </a:solidFill>
                <a:latin typeface="+mn-lt"/>
                <a:ea typeface="黑体" panose="02010609060101010101" pitchFamily="49" charset="-122"/>
              </a:defRPr>
            </a:lvl2pPr>
            <a:lvl3pPr marL="1143000" indent="-228600" algn="l" rtl="0" eaLnBrk="1" fontAlgn="base" hangingPunct="1">
              <a:spcBef>
                <a:spcPct val="20000"/>
              </a:spcBef>
              <a:spcAft>
                <a:spcPct val="0"/>
              </a:spcAft>
              <a:buChar char="•"/>
              <a:defRPr sz="2400" b="1">
                <a:solidFill>
                  <a:schemeClr val="tx1"/>
                </a:solidFill>
                <a:latin typeface="+mn-lt"/>
                <a:ea typeface="黑体" panose="02010609060101010101" pitchFamily="49" charset="-122"/>
              </a:defRPr>
            </a:lvl3pPr>
            <a:lvl4pPr marL="1600200" indent="-228600" algn="l" rtl="0" eaLnBrk="1" fontAlgn="base" hangingPunct="1">
              <a:spcBef>
                <a:spcPct val="20000"/>
              </a:spcBef>
              <a:spcAft>
                <a:spcPct val="0"/>
              </a:spcAft>
              <a:buChar char="–"/>
              <a:defRPr sz="2000" b="1">
                <a:solidFill>
                  <a:schemeClr val="tx1"/>
                </a:solidFill>
                <a:latin typeface="+mn-lt"/>
                <a:ea typeface="黑体" panose="02010609060101010101" pitchFamily="49" charset="-122"/>
              </a:defRPr>
            </a:lvl4pPr>
            <a:lvl5pPr marL="2057400" indent="-228600" algn="l" rtl="0" eaLnBrk="1" fontAlgn="base" hangingPunct="1">
              <a:spcBef>
                <a:spcPct val="20000"/>
              </a:spcBef>
              <a:spcAft>
                <a:spcPct val="0"/>
              </a:spcAft>
              <a:buChar char="»"/>
              <a:defRPr sz="2000" b="1">
                <a:solidFill>
                  <a:schemeClr val="tx1"/>
                </a:solidFill>
                <a:latin typeface="+mn-lt"/>
                <a:ea typeface="黑体" panose="02010609060101010101" pitchFamily="49" charset="-122"/>
              </a:defRPr>
            </a:lvl5pPr>
            <a:lvl6pPr marL="2514600" indent="-228600" algn="l" rtl="0" eaLnBrk="1" fontAlgn="base" hangingPunct="1">
              <a:spcBef>
                <a:spcPct val="20000"/>
              </a:spcBef>
              <a:spcAft>
                <a:spcPct val="0"/>
              </a:spcAft>
              <a:buChar char="»"/>
              <a:defRPr sz="2000" b="1">
                <a:solidFill>
                  <a:schemeClr val="tx1"/>
                </a:solidFill>
                <a:latin typeface="+mn-lt"/>
                <a:ea typeface="+mn-ea"/>
              </a:defRPr>
            </a:lvl6pPr>
            <a:lvl7pPr marL="2971800" indent="-228600" algn="l" rtl="0" eaLnBrk="1" fontAlgn="base" hangingPunct="1">
              <a:spcBef>
                <a:spcPct val="20000"/>
              </a:spcBef>
              <a:spcAft>
                <a:spcPct val="0"/>
              </a:spcAft>
              <a:buChar char="»"/>
              <a:defRPr sz="2000" b="1">
                <a:solidFill>
                  <a:schemeClr val="tx1"/>
                </a:solidFill>
                <a:latin typeface="+mn-lt"/>
                <a:ea typeface="+mn-ea"/>
              </a:defRPr>
            </a:lvl7pPr>
            <a:lvl8pPr marL="3429000" indent="-228600" algn="l" rtl="0" eaLnBrk="1" fontAlgn="base" hangingPunct="1">
              <a:spcBef>
                <a:spcPct val="20000"/>
              </a:spcBef>
              <a:spcAft>
                <a:spcPct val="0"/>
              </a:spcAft>
              <a:buChar char="»"/>
              <a:defRPr sz="2000" b="1">
                <a:solidFill>
                  <a:schemeClr val="tx1"/>
                </a:solidFill>
                <a:latin typeface="+mn-lt"/>
                <a:ea typeface="+mn-ea"/>
              </a:defRPr>
            </a:lvl8pPr>
            <a:lvl9pPr marL="3886200" indent="-228600" algn="l" rtl="0" eaLnBrk="1" fontAlgn="base" hangingPunct="1">
              <a:spcBef>
                <a:spcPct val="20000"/>
              </a:spcBef>
              <a:spcAft>
                <a:spcPct val="0"/>
              </a:spcAft>
              <a:buChar char="»"/>
              <a:defRPr sz="2000" b="1">
                <a:solidFill>
                  <a:schemeClr val="tx1"/>
                </a:solidFill>
                <a:latin typeface="+mn-lt"/>
                <a:ea typeface="+mn-ea"/>
              </a:defRPr>
            </a:lvl9pPr>
          </a:lstStyle>
          <a:p>
            <a:r>
              <a:rPr lang="zh-CN" altLang="en-US" sz="2800" b="0" kern="0" dirty="0">
                <a:solidFill>
                  <a:srgbClr val="000000"/>
                </a:solidFill>
                <a:ea typeface="黑体"/>
              </a:rPr>
              <a:t>异步</a:t>
            </a:r>
            <a:endParaRPr lang="en-US" altLang="zh-CN" sz="2800" b="0" kern="0" dirty="0">
              <a:solidFill>
                <a:srgbClr val="000000"/>
              </a:solidFill>
              <a:ea typeface="黑体"/>
            </a:endParaRPr>
          </a:p>
          <a:p>
            <a:pPr lvl="1"/>
            <a:r>
              <a:rPr lang="zh-CN" altLang="en-US" sz="2400" b="0" kern="0" dirty="0">
                <a:solidFill>
                  <a:srgbClr val="000000"/>
                </a:solidFill>
                <a:latin typeface="Calibri"/>
                <a:ea typeface="黑体"/>
              </a:rPr>
              <a:t>各个触发器没有使用同一个时钟信号</a:t>
            </a:r>
            <a:endParaRPr lang="zh-CN" altLang="en-US" sz="2400" b="0" kern="0" dirty="0"/>
          </a:p>
          <a:p>
            <a:pPr lvl="1"/>
            <a:endParaRPr lang="en-US" altLang="zh-CN" sz="2000" b="0" kern="0" dirty="0">
              <a:solidFill>
                <a:srgbClr val="C00000"/>
              </a:solidFill>
              <a:ea typeface="黑体"/>
            </a:endParaRPr>
          </a:p>
        </p:txBody>
      </p:sp>
      <p:grpSp>
        <p:nvGrpSpPr>
          <p:cNvPr id="7" name="组合 6">
            <a:extLst>
              <a:ext uri="{FF2B5EF4-FFF2-40B4-BE49-F238E27FC236}">
                <a16:creationId xmlns:a16="http://schemas.microsoft.com/office/drawing/2014/main" id="{DE0BBD2D-D210-4B7C-9A6D-117F33294714}"/>
              </a:ext>
            </a:extLst>
          </p:cNvPr>
          <p:cNvGrpSpPr>
            <a:grpSpLocks noChangeAspect="1"/>
          </p:cNvGrpSpPr>
          <p:nvPr/>
        </p:nvGrpSpPr>
        <p:grpSpPr>
          <a:xfrm>
            <a:off x="248744" y="3114267"/>
            <a:ext cx="8742856" cy="2052338"/>
            <a:chOff x="870138" y="3081337"/>
            <a:chExt cx="7223769" cy="1695739"/>
          </a:xfrm>
        </p:grpSpPr>
        <p:sp>
          <p:nvSpPr>
            <p:cNvPr id="173" name="Rectangle 5">
              <a:extLst>
                <a:ext uri="{FF2B5EF4-FFF2-40B4-BE49-F238E27FC236}">
                  <a16:creationId xmlns:a16="http://schemas.microsoft.com/office/drawing/2014/main" id="{78AA773E-844A-4DFB-93BA-A7F4E6EFECB3}"/>
                </a:ext>
              </a:extLst>
            </p:cNvPr>
            <p:cNvSpPr>
              <a:spLocks noChangeArrowheads="1"/>
            </p:cNvSpPr>
            <p:nvPr/>
          </p:nvSpPr>
          <p:spPr bwMode="auto">
            <a:xfrm>
              <a:off x="2235310" y="3634880"/>
              <a:ext cx="588001" cy="953570"/>
            </a:xfrm>
            <a:prstGeom prst="rect">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74" name="Rectangle 6">
              <a:extLst>
                <a:ext uri="{FF2B5EF4-FFF2-40B4-BE49-F238E27FC236}">
                  <a16:creationId xmlns:a16="http://schemas.microsoft.com/office/drawing/2014/main" id="{E12FC95D-82D8-49D4-80CC-D5368A6E6E62}"/>
                </a:ext>
              </a:extLst>
            </p:cNvPr>
            <p:cNvSpPr>
              <a:spLocks noChangeArrowheads="1"/>
            </p:cNvSpPr>
            <p:nvPr/>
          </p:nvSpPr>
          <p:spPr bwMode="auto">
            <a:xfrm>
              <a:off x="2283171" y="3724682"/>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CN" sz="1500" i="1" dirty="0">
                  <a:solidFill>
                    <a:srgbClr val="000000"/>
                  </a:solidFill>
                  <a:latin typeface="Times New Roman" pitchFamily="18" charset="0"/>
                </a:rPr>
                <a:t>D</a:t>
              </a:r>
              <a:endParaRPr kumimoji="0" lang="en-US" altLang="zh-CN" sz="1500" b="0" i="0" u="none" strike="noStrike" kern="1200" cap="none" spc="0" normalizeH="0" baseline="0" noProof="0" dirty="0">
                <a:ln>
                  <a:noFill/>
                </a:ln>
                <a:solidFill>
                  <a:srgbClr val="000000"/>
                </a:solidFill>
                <a:effectLst/>
                <a:uLnTx/>
                <a:uFillTx/>
              </a:endParaRPr>
            </a:p>
          </p:txBody>
        </p:sp>
        <p:sp>
          <p:nvSpPr>
            <p:cNvPr id="175" name="Rectangle 7">
              <a:extLst>
                <a:ext uri="{FF2B5EF4-FFF2-40B4-BE49-F238E27FC236}">
                  <a16:creationId xmlns:a16="http://schemas.microsoft.com/office/drawing/2014/main" id="{304F5788-BB0E-44F3-B1DD-EBBC4302CB9A}"/>
                </a:ext>
              </a:extLst>
            </p:cNvPr>
            <p:cNvSpPr>
              <a:spLocks noChangeArrowheads="1"/>
            </p:cNvSpPr>
            <p:nvPr/>
          </p:nvSpPr>
          <p:spPr bwMode="auto">
            <a:xfrm>
              <a:off x="2631869" y="3710795"/>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a:ln>
                  <a:noFill/>
                </a:ln>
                <a:solidFill>
                  <a:srgbClr val="000000"/>
                </a:solidFill>
                <a:effectLst/>
                <a:uLnTx/>
                <a:uFillTx/>
                <a:ea typeface="宋体" pitchFamily="2" charset="-122"/>
                <a:cs typeface="+mn-cs"/>
              </a:endParaRPr>
            </a:p>
          </p:txBody>
        </p:sp>
        <p:sp>
          <p:nvSpPr>
            <p:cNvPr id="176" name="Rectangle 8">
              <a:extLst>
                <a:ext uri="{FF2B5EF4-FFF2-40B4-BE49-F238E27FC236}">
                  <a16:creationId xmlns:a16="http://schemas.microsoft.com/office/drawing/2014/main" id="{A7B5A43D-B1B4-4925-B258-4947B65B2197}"/>
                </a:ext>
              </a:extLst>
            </p:cNvPr>
            <p:cNvSpPr>
              <a:spLocks noChangeArrowheads="1"/>
            </p:cNvSpPr>
            <p:nvPr/>
          </p:nvSpPr>
          <p:spPr bwMode="auto">
            <a:xfrm>
              <a:off x="2644689" y="4214428"/>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77" name="Oval 9">
              <a:extLst>
                <a:ext uri="{FF2B5EF4-FFF2-40B4-BE49-F238E27FC236}">
                  <a16:creationId xmlns:a16="http://schemas.microsoft.com/office/drawing/2014/main" id="{4D89D0C5-C2CB-42EC-9C3F-0D4FE07F832E}"/>
                </a:ext>
              </a:extLst>
            </p:cNvPr>
            <p:cNvSpPr>
              <a:spLocks noChangeArrowheads="1"/>
            </p:cNvSpPr>
            <p:nvPr/>
          </p:nvSpPr>
          <p:spPr bwMode="auto">
            <a:xfrm>
              <a:off x="2823311" y="4323672"/>
              <a:ext cx="109728" cy="105541"/>
            </a:xfrm>
            <a:prstGeom prst="ellipse">
              <a:avLst/>
            </a:prstGeom>
            <a:solidFill>
              <a:srgbClr val="FFFFFF"/>
            </a:solidFill>
            <a:ln w="1905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78" name="Oval 10">
              <a:extLst>
                <a:ext uri="{FF2B5EF4-FFF2-40B4-BE49-F238E27FC236}">
                  <a16:creationId xmlns:a16="http://schemas.microsoft.com/office/drawing/2014/main" id="{AD7853E5-E1FF-4197-A639-F1E3EC808139}"/>
                </a:ext>
              </a:extLst>
            </p:cNvPr>
            <p:cNvSpPr>
              <a:spLocks noChangeArrowheads="1"/>
            </p:cNvSpPr>
            <p:nvPr/>
          </p:nvSpPr>
          <p:spPr bwMode="auto">
            <a:xfrm>
              <a:off x="2823311" y="4323672"/>
              <a:ext cx="109728" cy="105541"/>
            </a:xfrm>
            <a:prstGeom prst="ellips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79" name="Rectangle 11">
              <a:extLst>
                <a:ext uri="{FF2B5EF4-FFF2-40B4-BE49-F238E27FC236}">
                  <a16:creationId xmlns:a16="http://schemas.microsoft.com/office/drawing/2014/main" id="{9432BFDB-7426-45FC-A05D-E954D45B69EB}"/>
                </a:ext>
              </a:extLst>
            </p:cNvPr>
            <p:cNvSpPr>
              <a:spLocks noChangeArrowheads="1"/>
            </p:cNvSpPr>
            <p:nvPr/>
          </p:nvSpPr>
          <p:spPr bwMode="auto">
            <a:xfrm>
              <a:off x="2399404" y="4032972"/>
              <a:ext cx="12819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80" name="Freeform 12">
              <a:extLst>
                <a:ext uri="{FF2B5EF4-FFF2-40B4-BE49-F238E27FC236}">
                  <a16:creationId xmlns:a16="http://schemas.microsoft.com/office/drawing/2014/main" id="{985E5011-5A4F-4194-86D9-87028479F637}"/>
                </a:ext>
              </a:extLst>
            </p:cNvPr>
            <p:cNvSpPr>
              <a:spLocks/>
            </p:cNvSpPr>
            <p:nvPr/>
          </p:nvSpPr>
          <p:spPr bwMode="auto">
            <a:xfrm>
              <a:off x="2235310" y="4058894"/>
              <a:ext cx="147000" cy="212007"/>
            </a:xfrm>
            <a:custGeom>
              <a:avLst/>
              <a:gdLst>
                <a:gd name="T0" fmla="*/ 0 w 172"/>
                <a:gd name="T1" fmla="*/ 229 h 229"/>
                <a:gd name="T2" fmla="*/ 172 w 172"/>
                <a:gd name="T3" fmla="*/ 115 h 229"/>
                <a:gd name="T4" fmla="*/ 0 w 172"/>
                <a:gd name="T5" fmla="*/ 0 h 229"/>
                <a:gd name="T6" fmla="*/ 0 60000 65536"/>
                <a:gd name="T7" fmla="*/ 0 60000 65536"/>
                <a:gd name="T8" fmla="*/ 0 60000 65536"/>
                <a:gd name="T9" fmla="*/ 0 w 172"/>
                <a:gd name="T10" fmla="*/ 0 h 229"/>
                <a:gd name="T11" fmla="*/ 172 w 172"/>
                <a:gd name="T12" fmla="*/ 229 h 229"/>
              </a:gdLst>
              <a:ahLst/>
              <a:cxnLst>
                <a:cxn ang="T6">
                  <a:pos x="T0" y="T1"/>
                </a:cxn>
                <a:cxn ang="T7">
                  <a:pos x="T2" y="T3"/>
                </a:cxn>
                <a:cxn ang="T8">
                  <a:pos x="T4" y="T5"/>
                </a:cxn>
              </a:cxnLst>
              <a:rect l="T9" t="T10" r="T11" b="T12"/>
              <a:pathLst>
                <a:path w="172" h="229">
                  <a:moveTo>
                    <a:pt x="0" y="229"/>
                  </a:moveTo>
                  <a:lnTo>
                    <a:pt x="172" y="115"/>
                  </a:lnTo>
                  <a:lnTo>
                    <a:pt x="0" y="0"/>
                  </a:lnTo>
                </a:path>
              </a:pathLst>
            </a:custGeom>
            <a:noFill/>
            <a:ln w="19050"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205" name="Line 37">
              <a:extLst>
                <a:ext uri="{FF2B5EF4-FFF2-40B4-BE49-F238E27FC236}">
                  <a16:creationId xmlns:a16="http://schemas.microsoft.com/office/drawing/2014/main" id="{4EA97B28-9053-48CD-8C62-0B24413681FC}"/>
                </a:ext>
              </a:extLst>
            </p:cNvPr>
            <p:cNvSpPr>
              <a:spLocks noChangeShapeType="1"/>
            </p:cNvSpPr>
            <p:nvPr/>
          </p:nvSpPr>
          <p:spPr bwMode="auto">
            <a:xfrm>
              <a:off x="2823312" y="3847813"/>
              <a:ext cx="147000" cy="926"/>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210" name="Line 42">
              <a:extLst>
                <a:ext uri="{FF2B5EF4-FFF2-40B4-BE49-F238E27FC236}">
                  <a16:creationId xmlns:a16="http://schemas.microsoft.com/office/drawing/2014/main" id="{A3F8F253-45E3-4F6C-A156-18EB2A888A2A}"/>
                </a:ext>
              </a:extLst>
            </p:cNvPr>
            <p:cNvSpPr>
              <a:spLocks noChangeShapeType="1"/>
            </p:cNvSpPr>
            <p:nvPr/>
          </p:nvSpPr>
          <p:spPr bwMode="auto">
            <a:xfrm flipH="1">
              <a:off x="1745594" y="4165361"/>
              <a:ext cx="489716" cy="926"/>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211" name="Rectangle 43">
              <a:extLst>
                <a:ext uri="{FF2B5EF4-FFF2-40B4-BE49-F238E27FC236}">
                  <a16:creationId xmlns:a16="http://schemas.microsoft.com/office/drawing/2014/main" id="{5923486D-FE4B-4410-A1DC-52A139C5543B}"/>
                </a:ext>
              </a:extLst>
            </p:cNvPr>
            <p:cNvSpPr>
              <a:spLocks noChangeArrowheads="1"/>
            </p:cNvSpPr>
            <p:nvPr/>
          </p:nvSpPr>
          <p:spPr bwMode="auto">
            <a:xfrm>
              <a:off x="1069556" y="4039807"/>
              <a:ext cx="613234" cy="508599"/>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mn-lt"/>
                </a:rPr>
                <a:t>Count</a:t>
              </a:r>
            </a:p>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CN" sz="2000" b="0" dirty="0">
                  <a:solidFill>
                    <a:srgbClr val="000000"/>
                  </a:solidFill>
                  <a:latin typeface="+mn-lt"/>
                </a:rPr>
                <a:t>pulses</a:t>
              </a:r>
              <a:endParaRPr kumimoji="0" lang="en-US" altLang="zh-CN" sz="2000" b="0" i="0" u="none" strike="noStrike" kern="1200" cap="none" spc="0" normalizeH="0" baseline="0" noProof="0" dirty="0">
                <a:ln>
                  <a:noFill/>
                </a:ln>
                <a:solidFill>
                  <a:srgbClr val="000000"/>
                </a:solidFill>
                <a:effectLst/>
                <a:uLnTx/>
                <a:uFillTx/>
                <a:latin typeface="+mn-lt"/>
              </a:endParaRPr>
            </a:p>
          </p:txBody>
        </p:sp>
        <p:sp>
          <p:nvSpPr>
            <p:cNvPr id="212" name="Line 45">
              <a:extLst>
                <a:ext uri="{FF2B5EF4-FFF2-40B4-BE49-F238E27FC236}">
                  <a16:creationId xmlns:a16="http://schemas.microsoft.com/office/drawing/2014/main" id="{112E5F49-B568-4C98-9D42-3B7C15A21549}"/>
                </a:ext>
              </a:extLst>
            </p:cNvPr>
            <p:cNvSpPr>
              <a:spLocks noChangeShapeType="1"/>
            </p:cNvSpPr>
            <p:nvPr/>
          </p:nvSpPr>
          <p:spPr bwMode="auto">
            <a:xfrm flipV="1">
              <a:off x="2970313" y="3337924"/>
              <a:ext cx="0" cy="509889"/>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221" name="Rectangle 54">
              <a:extLst>
                <a:ext uri="{FF2B5EF4-FFF2-40B4-BE49-F238E27FC236}">
                  <a16:creationId xmlns:a16="http://schemas.microsoft.com/office/drawing/2014/main" id="{D629FF81-0251-4F86-A8B7-B83DB4719483}"/>
                </a:ext>
              </a:extLst>
            </p:cNvPr>
            <p:cNvSpPr>
              <a:spLocks noChangeArrowheads="1"/>
            </p:cNvSpPr>
            <p:nvPr/>
          </p:nvSpPr>
          <p:spPr bwMode="auto">
            <a:xfrm>
              <a:off x="2709643" y="3346957"/>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222" name="Rectangle 55">
              <a:extLst>
                <a:ext uri="{FF2B5EF4-FFF2-40B4-BE49-F238E27FC236}">
                  <a16:creationId xmlns:a16="http://schemas.microsoft.com/office/drawing/2014/main" id="{1BD30F74-242F-4683-9DAD-BB94B3ABF44B}"/>
                </a:ext>
              </a:extLst>
            </p:cNvPr>
            <p:cNvSpPr>
              <a:spLocks noChangeArrowheads="1"/>
            </p:cNvSpPr>
            <p:nvPr/>
          </p:nvSpPr>
          <p:spPr bwMode="auto">
            <a:xfrm>
              <a:off x="2839696" y="3473791"/>
              <a:ext cx="96576"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0</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225" name="Freeform 58">
              <a:extLst>
                <a:ext uri="{FF2B5EF4-FFF2-40B4-BE49-F238E27FC236}">
                  <a16:creationId xmlns:a16="http://schemas.microsoft.com/office/drawing/2014/main" id="{F1E7D431-C84B-4CC6-94A1-4D8EE7A62BE9}"/>
                </a:ext>
              </a:extLst>
            </p:cNvPr>
            <p:cNvSpPr>
              <a:spLocks/>
            </p:cNvSpPr>
            <p:nvPr/>
          </p:nvSpPr>
          <p:spPr bwMode="auto">
            <a:xfrm>
              <a:off x="1240163" y="3854673"/>
              <a:ext cx="73152" cy="73152"/>
            </a:xfrm>
            <a:custGeom>
              <a:avLst/>
              <a:gdLst>
                <a:gd name="T0" fmla="*/ 48 w 104"/>
                <a:gd name="T1" fmla="*/ 0 h 104"/>
                <a:gd name="T2" fmla="*/ 94 w 104"/>
                <a:gd name="T3" fmla="*/ 46 h 104"/>
                <a:gd name="T4" fmla="*/ 48 w 104"/>
                <a:gd name="T5" fmla="*/ 92 h 104"/>
                <a:gd name="T6" fmla="*/ 48 w 104"/>
                <a:gd name="T7" fmla="*/ 92 h 104"/>
                <a:gd name="T8" fmla="*/ 0 w 104"/>
                <a:gd name="T9" fmla="*/ 46 h 104"/>
                <a:gd name="T10" fmla="*/ 48 w 104"/>
                <a:gd name="T11" fmla="*/ 0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52" y="0"/>
                  </a:moveTo>
                  <a:cubicBezTo>
                    <a:pt x="81" y="0"/>
                    <a:pt x="104" y="24"/>
                    <a:pt x="104" y="52"/>
                  </a:cubicBezTo>
                  <a:cubicBezTo>
                    <a:pt x="104" y="81"/>
                    <a:pt x="81" y="104"/>
                    <a:pt x="52" y="104"/>
                  </a:cubicBezTo>
                  <a:cubicBezTo>
                    <a:pt x="52" y="104"/>
                    <a:pt x="52" y="104"/>
                    <a:pt x="52" y="104"/>
                  </a:cubicBezTo>
                  <a:cubicBezTo>
                    <a:pt x="23" y="104"/>
                    <a:pt x="0" y="81"/>
                    <a:pt x="0" y="52"/>
                  </a:cubicBezTo>
                  <a:cubicBezTo>
                    <a:pt x="0" y="24"/>
                    <a:pt x="23" y="0"/>
                    <a:pt x="52" y="0"/>
                  </a:cubicBezTo>
                </a:path>
              </a:pathLst>
            </a:custGeom>
            <a:solidFill>
              <a:srgbClr val="000000"/>
            </a:solidFill>
            <a:ln w="1905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230" name="Rectangle 63">
              <a:extLst>
                <a:ext uri="{FF2B5EF4-FFF2-40B4-BE49-F238E27FC236}">
                  <a16:creationId xmlns:a16="http://schemas.microsoft.com/office/drawing/2014/main" id="{A9F392CE-718F-4A68-8B0D-F6D8A25F1933}"/>
                </a:ext>
              </a:extLst>
            </p:cNvPr>
            <p:cNvSpPr>
              <a:spLocks noChangeArrowheads="1"/>
            </p:cNvSpPr>
            <p:nvPr/>
          </p:nvSpPr>
          <p:spPr bwMode="auto">
            <a:xfrm>
              <a:off x="916454" y="3593226"/>
              <a:ext cx="141720" cy="305160"/>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mn-lt"/>
                  <a:ea typeface="宋体" pitchFamily="2" charset="-122"/>
                  <a:cs typeface="+mn-cs"/>
                </a:rPr>
                <a:t>1</a:t>
              </a:r>
            </a:p>
          </p:txBody>
        </p:sp>
        <p:sp>
          <p:nvSpPr>
            <p:cNvPr id="160" name="Text Box 67">
              <a:extLst>
                <a:ext uri="{FF2B5EF4-FFF2-40B4-BE49-F238E27FC236}">
                  <a16:creationId xmlns:a16="http://schemas.microsoft.com/office/drawing/2014/main" id="{7C8E6C2C-48F1-4B32-82AB-234B0D474849}"/>
                </a:ext>
              </a:extLst>
            </p:cNvPr>
            <p:cNvSpPr txBox="1">
              <a:spLocks noChangeArrowheads="1"/>
            </p:cNvSpPr>
            <p:nvPr/>
          </p:nvSpPr>
          <p:spPr bwMode="auto">
            <a:xfrm>
              <a:off x="2783289" y="3629406"/>
              <a:ext cx="266629" cy="432309"/>
            </a:xfrm>
            <a:prstGeom prst="rect">
              <a:avLst/>
            </a:prstGeom>
            <a:noFill/>
            <a:ln w="19050"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70C0"/>
                  </a:solidFill>
                  <a:effectLst/>
                  <a:uLnTx/>
                  <a:uFillTx/>
                  <a:latin typeface="+mn-lt"/>
                  <a:ea typeface="宋体" pitchFamily="2" charset="-122"/>
                  <a:cs typeface="+mn-cs"/>
                </a:rPr>
                <a:t>0</a:t>
              </a:r>
            </a:p>
          </p:txBody>
        </p:sp>
        <p:sp>
          <p:nvSpPr>
            <p:cNvPr id="161" name="Text Box 80">
              <a:extLst>
                <a:ext uri="{FF2B5EF4-FFF2-40B4-BE49-F238E27FC236}">
                  <a16:creationId xmlns:a16="http://schemas.microsoft.com/office/drawing/2014/main" id="{2A956669-46D9-4231-B245-B1A630144047}"/>
                </a:ext>
              </a:extLst>
            </p:cNvPr>
            <p:cNvSpPr txBox="1">
              <a:spLocks noChangeArrowheads="1"/>
            </p:cNvSpPr>
            <p:nvPr/>
          </p:nvSpPr>
          <p:spPr bwMode="auto">
            <a:xfrm>
              <a:off x="2838279" y="4319043"/>
              <a:ext cx="266629" cy="432309"/>
            </a:xfrm>
            <a:prstGeom prst="rect">
              <a:avLst/>
            </a:prstGeom>
            <a:noFill/>
            <a:ln w="19050"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70C0"/>
                  </a:solidFill>
                  <a:effectLst/>
                  <a:uLnTx/>
                  <a:uFillTx/>
                  <a:latin typeface="+mn-lt"/>
                  <a:ea typeface="宋体" pitchFamily="2" charset="-122"/>
                  <a:cs typeface="+mn-cs"/>
                </a:rPr>
                <a:t>1</a:t>
              </a:r>
            </a:p>
          </p:txBody>
        </p:sp>
        <p:grpSp>
          <p:nvGrpSpPr>
            <p:cNvPr id="162" name="Group 75">
              <a:extLst>
                <a:ext uri="{FF2B5EF4-FFF2-40B4-BE49-F238E27FC236}">
                  <a16:creationId xmlns:a16="http://schemas.microsoft.com/office/drawing/2014/main" id="{16E071C1-4AB1-4F8F-91EB-19307EF56E02}"/>
                </a:ext>
              </a:extLst>
            </p:cNvPr>
            <p:cNvGrpSpPr>
              <a:grpSpLocks/>
            </p:cNvGrpSpPr>
            <p:nvPr/>
          </p:nvGrpSpPr>
          <p:grpSpPr bwMode="auto">
            <a:xfrm>
              <a:off x="1749895" y="4317179"/>
              <a:ext cx="355506" cy="311067"/>
              <a:chOff x="384" y="3600"/>
              <a:chExt cx="384" cy="336"/>
            </a:xfrm>
          </p:grpSpPr>
          <p:sp>
            <p:nvSpPr>
              <p:cNvPr id="169" name="Line 76">
                <a:extLst>
                  <a:ext uri="{FF2B5EF4-FFF2-40B4-BE49-F238E27FC236}">
                    <a16:creationId xmlns:a16="http://schemas.microsoft.com/office/drawing/2014/main" id="{9222740E-351B-4B7C-89D9-D54102713624}"/>
                  </a:ext>
                </a:extLst>
              </p:cNvPr>
              <p:cNvSpPr>
                <a:spLocks noChangeShapeType="1"/>
              </p:cNvSpPr>
              <p:nvPr/>
            </p:nvSpPr>
            <p:spPr bwMode="auto">
              <a:xfrm>
                <a:off x="384" y="3936"/>
                <a:ext cx="192" cy="0"/>
              </a:xfrm>
              <a:prstGeom prst="line">
                <a:avLst/>
              </a:prstGeom>
              <a:noFill/>
              <a:ln w="38100">
                <a:solidFill>
                  <a:srgbClr val="FF0066"/>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70" name="Line 77">
                <a:extLst>
                  <a:ext uri="{FF2B5EF4-FFF2-40B4-BE49-F238E27FC236}">
                    <a16:creationId xmlns:a16="http://schemas.microsoft.com/office/drawing/2014/main" id="{2AB3759C-59BC-435D-AAD1-3555113957E7}"/>
                  </a:ext>
                </a:extLst>
              </p:cNvPr>
              <p:cNvSpPr>
                <a:spLocks noChangeShapeType="1"/>
              </p:cNvSpPr>
              <p:nvPr/>
            </p:nvSpPr>
            <p:spPr bwMode="auto">
              <a:xfrm>
                <a:off x="576" y="3600"/>
                <a:ext cx="192" cy="0"/>
              </a:xfrm>
              <a:prstGeom prst="line">
                <a:avLst/>
              </a:prstGeom>
              <a:noFill/>
              <a:ln w="38100">
                <a:solidFill>
                  <a:srgbClr val="FF0066"/>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71" name="Line 78">
                <a:extLst>
                  <a:ext uri="{FF2B5EF4-FFF2-40B4-BE49-F238E27FC236}">
                    <a16:creationId xmlns:a16="http://schemas.microsoft.com/office/drawing/2014/main" id="{17CCBFA2-2010-4DB6-BF47-05C48ED10892}"/>
                  </a:ext>
                </a:extLst>
              </p:cNvPr>
              <p:cNvSpPr>
                <a:spLocks noChangeShapeType="1"/>
              </p:cNvSpPr>
              <p:nvPr/>
            </p:nvSpPr>
            <p:spPr bwMode="auto">
              <a:xfrm flipV="1">
                <a:off x="576" y="3600"/>
                <a:ext cx="0" cy="336"/>
              </a:xfrm>
              <a:prstGeom prst="line">
                <a:avLst/>
              </a:prstGeom>
              <a:noFill/>
              <a:ln w="38100">
                <a:solidFill>
                  <a:srgbClr val="FF0066"/>
                </a:solidFill>
                <a:round/>
                <a:headEnd/>
                <a:tailEnd type="triangle" w="med" len="me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grpSp>
        <p:pic>
          <p:nvPicPr>
            <p:cNvPr id="6" name="图片 5">
              <a:extLst>
                <a:ext uri="{FF2B5EF4-FFF2-40B4-BE49-F238E27FC236}">
                  <a16:creationId xmlns:a16="http://schemas.microsoft.com/office/drawing/2014/main" id="{43320053-D9F6-4381-97E7-9A2F25DF93D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0812" y="3638059"/>
              <a:ext cx="751985" cy="375993"/>
            </a:xfrm>
            <a:prstGeom prst="rect">
              <a:avLst/>
            </a:prstGeom>
            <a:ln w="19050">
              <a:noFill/>
            </a:ln>
          </p:spPr>
        </p:pic>
        <p:sp>
          <p:nvSpPr>
            <p:cNvPr id="234" name="Line 42">
              <a:extLst>
                <a:ext uri="{FF2B5EF4-FFF2-40B4-BE49-F238E27FC236}">
                  <a16:creationId xmlns:a16="http://schemas.microsoft.com/office/drawing/2014/main" id="{5D901285-C315-4D4A-B070-6BF834078B32}"/>
                </a:ext>
              </a:extLst>
            </p:cNvPr>
            <p:cNvSpPr>
              <a:spLocks noChangeShapeType="1"/>
            </p:cNvSpPr>
            <p:nvPr/>
          </p:nvSpPr>
          <p:spPr bwMode="auto">
            <a:xfrm flipH="1">
              <a:off x="870138" y="3899914"/>
              <a:ext cx="730159"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235" name="Line 45">
              <a:extLst>
                <a:ext uri="{FF2B5EF4-FFF2-40B4-BE49-F238E27FC236}">
                  <a16:creationId xmlns:a16="http://schemas.microsoft.com/office/drawing/2014/main" id="{B9C26298-B088-459B-A4B9-8E76A8FD8F62}"/>
                </a:ext>
              </a:extLst>
            </p:cNvPr>
            <p:cNvSpPr>
              <a:spLocks noChangeShapeType="1"/>
            </p:cNvSpPr>
            <p:nvPr/>
          </p:nvSpPr>
          <p:spPr bwMode="auto">
            <a:xfrm flipV="1">
              <a:off x="1563837" y="3322849"/>
              <a:ext cx="855" cy="425866"/>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236" name="Line 45">
              <a:extLst>
                <a:ext uri="{FF2B5EF4-FFF2-40B4-BE49-F238E27FC236}">
                  <a16:creationId xmlns:a16="http://schemas.microsoft.com/office/drawing/2014/main" id="{028D915F-A484-4686-AE2B-38E12F0D1E18}"/>
                </a:ext>
              </a:extLst>
            </p:cNvPr>
            <p:cNvSpPr>
              <a:spLocks noChangeShapeType="1"/>
            </p:cNvSpPr>
            <p:nvPr/>
          </p:nvSpPr>
          <p:spPr bwMode="auto">
            <a:xfrm flipH="1" flipV="1">
              <a:off x="1566443" y="3322849"/>
              <a:ext cx="1403011" cy="7443"/>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237" name="Line 45">
              <a:extLst>
                <a:ext uri="{FF2B5EF4-FFF2-40B4-BE49-F238E27FC236}">
                  <a16:creationId xmlns:a16="http://schemas.microsoft.com/office/drawing/2014/main" id="{D6C7AA5E-B1EF-48C6-9C05-0E573BD901D5}"/>
                </a:ext>
              </a:extLst>
            </p:cNvPr>
            <p:cNvSpPr>
              <a:spLocks noChangeShapeType="1"/>
            </p:cNvSpPr>
            <p:nvPr/>
          </p:nvSpPr>
          <p:spPr bwMode="auto">
            <a:xfrm flipV="1">
              <a:off x="1274884" y="3118496"/>
              <a:ext cx="0" cy="77059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238" name="Line 45">
              <a:extLst>
                <a:ext uri="{FF2B5EF4-FFF2-40B4-BE49-F238E27FC236}">
                  <a16:creationId xmlns:a16="http://schemas.microsoft.com/office/drawing/2014/main" id="{D86E5BEB-94D5-4A72-9D6C-15930F50C5D5}"/>
                </a:ext>
              </a:extLst>
            </p:cNvPr>
            <p:cNvSpPr>
              <a:spLocks noChangeShapeType="1"/>
            </p:cNvSpPr>
            <p:nvPr/>
          </p:nvSpPr>
          <p:spPr bwMode="auto">
            <a:xfrm flipH="1" flipV="1">
              <a:off x="1274883" y="3108358"/>
              <a:ext cx="2118597" cy="11361"/>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239" name="Line 37">
              <a:extLst>
                <a:ext uri="{FF2B5EF4-FFF2-40B4-BE49-F238E27FC236}">
                  <a16:creationId xmlns:a16="http://schemas.microsoft.com/office/drawing/2014/main" id="{06E4AFCD-5AE7-4894-8B80-7D11BE2E6B1B}"/>
                </a:ext>
              </a:extLst>
            </p:cNvPr>
            <p:cNvSpPr>
              <a:spLocks noChangeShapeType="1"/>
            </p:cNvSpPr>
            <p:nvPr/>
          </p:nvSpPr>
          <p:spPr bwMode="auto">
            <a:xfrm>
              <a:off x="2929529" y="4374071"/>
              <a:ext cx="315803"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269" name="Rectangle 5">
              <a:extLst>
                <a:ext uri="{FF2B5EF4-FFF2-40B4-BE49-F238E27FC236}">
                  <a16:creationId xmlns:a16="http://schemas.microsoft.com/office/drawing/2014/main" id="{85B0B04B-62B3-454F-B7D4-3A85F24807EF}"/>
                </a:ext>
              </a:extLst>
            </p:cNvPr>
            <p:cNvSpPr>
              <a:spLocks noChangeArrowheads="1"/>
            </p:cNvSpPr>
            <p:nvPr/>
          </p:nvSpPr>
          <p:spPr bwMode="auto">
            <a:xfrm>
              <a:off x="3911557" y="3649197"/>
              <a:ext cx="588001" cy="953570"/>
            </a:xfrm>
            <a:prstGeom prst="rect">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270" name="Rectangle 6">
              <a:extLst>
                <a:ext uri="{FF2B5EF4-FFF2-40B4-BE49-F238E27FC236}">
                  <a16:creationId xmlns:a16="http://schemas.microsoft.com/office/drawing/2014/main" id="{A8A48F42-EAD7-4F5A-AFA1-4DA8D63786B9}"/>
                </a:ext>
              </a:extLst>
            </p:cNvPr>
            <p:cNvSpPr>
              <a:spLocks noChangeArrowheads="1"/>
            </p:cNvSpPr>
            <p:nvPr/>
          </p:nvSpPr>
          <p:spPr bwMode="auto">
            <a:xfrm>
              <a:off x="3959418" y="3738999"/>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CN" sz="1500" i="1" dirty="0">
                  <a:solidFill>
                    <a:srgbClr val="000000"/>
                  </a:solidFill>
                  <a:latin typeface="Times New Roman" pitchFamily="18" charset="0"/>
                </a:rPr>
                <a:t>D</a:t>
              </a:r>
              <a:endParaRPr kumimoji="0" lang="en-US" altLang="zh-CN" sz="1500" b="0" i="0" u="none" strike="noStrike" kern="1200" cap="none" spc="0" normalizeH="0" baseline="0" noProof="0" dirty="0">
                <a:ln>
                  <a:noFill/>
                </a:ln>
                <a:solidFill>
                  <a:srgbClr val="000000"/>
                </a:solidFill>
                <a:effectLst/>
                <a:uLnTx/>
                <a:uFillTx/>
              </a:endParaRPr>
            </a:p>
          </p:txBody>
        </p:sp>
        <p:sp>
          <p:nvSpPr>
            <p:cNvPr id="271" name="Rectangle 7">
              <a:extLst>
                <a:ext uri="{FF2B5EF4-FFF2-40B4-BE49-F238E27FC236}">
                  <a16:creationId xmlns:a16="http://schemas.microsoft.com/office/drawing/2014/main" id="{1534ACE5-ADDA-4A3A-B1FE-9A7C6C9A59D3}"/>
                </a:ext>
              </a:extLst>
            </p:cNvPr>
            <p:cNvSpPr>
              <a:spLocks noChangeArrowheads="1"/>
            </p:cNvSpPr>
            <p:nvPr/>
          </p:nvSpPr>
          <p:spPr bwMode="auto">
            <a:xfrm>
              <a:off x="4308116" y="3725112"/>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a:ln>
                  <a:noFill/>
                </a:ln>
                <a:solidFill>
                  <a:srgbClr val="000000"/>
                </a:solidFill>
                <a:effectLst/>
                <a:uLnTx/>
                <a:uFillTx/>
                <a:ea typeface="宋体" pitchFamily="2" charset="-122"/>
                <a:cs typeface="+mn-cs"/>
              </a:endParaRPr>
            </a:p>
          </p:txBody>
        </p:sp>
        <p:sp>
          <p:nvSpPr>
            <p:cNvPr id="272" name="Rectangle 8">
              <a:extLst>
                <a:ext uri="{FF2B5EF4-FFF2-40B4-BE49-F238E27FC236}">
                  <a16:creationId xmlns:a16="http://schemas.microsoft.com/office/drawing/2014/main" id="{0D9FA05B-C592-42D5-9756-3DE0611F627E}"/>
                </a:ext>
              </a:extLst>
            </p:cNvPr>
            <p:cNvSpPr>
              <a:spLocks noChangeArrowheads="1"/>
            </p:cNvSpPr>
            <p:nvPr/>
          </p:nvSpPr>
          <p:spPr bwMode="auto">
            <a:xfrm>
              <a:off x="4320936" y="4228745"/>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a:ln>
                  <a:noFill/>
                </a:ln>
                <a:solidFill>
                  <a:srgbClr val="000000"/>
                </a:solidFill>
                <a:effectLst/>
                <a:uLnTx/>
                <a:uFillTx/>
                <a:ea typeface="宋体" pitchFamily="2" charset="-122"/>
                <a:cs typeface="+mn-cs"/>
              </a:endParaRPr>
            </a:p>
          </p:txBody>
        </p:sp>
        <p:sp>
          <p:nvSpPr>
            <p:cNvPr id="273" name="Oval 9">
              <a:extLst>
                <a:ext uri="{FF2B5EF4-FFF2-40B4-BE49-F238E27FC236}">
                  <a16:creationId xmlns:a16="http://schemas.microsoft.com/office/drawing/2014/main" id="{5185F409-539F-4D12-81E2-B378BED7B699}"/>
                </a:ext>
              </a:extLst>
            </p:cNvPr>
            <p:cNvSpPr>
              <a:spLocks noChangeArrowheads="1"/>
            </p:cNvSpPr>
            <p:nvPr/>
          </p:nvSpPr>
          <p:spPr bwMode="auto">
            <a:xfrm>
              <a:off x="4499558" y="4337989"/>
              <a:ext cx="109728" cy="105541"/>
            </a:xfrm>
            <a:prstGeom prst="ellipse">
              <a:avLst/>
            </a:prstGeom>
            <a:solidFill>
              <a:srgbClr val="FFFFFF"/>
            </a:solidFill>
            <a:ln w="1905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274" name="Oval 10">
              <a:extLst>
                <a:ext uri="{FF2B5EF4-FFF2-40B4-BE49-F238E27FC236}">
                  <a16:creationId xmlns:a16="http://schemas.microsoft.com/office/drawing/2014/main" id="{1D2315C6-DCA3-4014-9139-0E2AC218D958}"/>
                </a:ext>
              </a:extLst>
            </p:cNvPr>
            <p:cNvSpPr>
              <a:spLocks noChangeArrowheads="1"/>
            </p:cNvSpPr>
            <p:nvPr/>
          </p:nvSpPr>
          <p:spPr bwMode="auto">
            <a:xfrm>
              <a:off x="4499558" y="4337989"/>
              <a:ext cx="109728" cy="105541"/>
            </a:xfrm>
            <a:prstGeom prst="ellips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275" name="Rectangle 11">
              <a:extLst>
                <a:ext uri="{FF2B5EF4-FFF2-40B4-BE49-F238E27FC236}">
                  <a16:creationId xmlns:a16="http://schemas.microsoft.com/office/drawing/2014/main" id="{AED8803D-B7B4-4F78-A0F0-AA00D8F829F3}"/>
                </a:ext>
              </a:extLst>
            </p:cNvPr>
            <p:cNvSpPr>
              <a:spLocks noChangeArrowheads="1"/>
            </p:cNvSpPr>
            <p:nvPr/>
          </p:nvSpPr>
          <p:spPr bwMode="auto">
            <a:xfrm>
              <a:off x="4075651" y="4047289"/>
              <a:ext cx="12819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276" name="Freeform 12">
              <a:extLst>
                <a:ext uri="{FF2B5EF4-FFF2-40B4-BE49-F238E27FC236}">
                  <a16:creationId xmlns:a16="http://schemas.microsoft.com/office/drawing/2014/main" id="{3383222D-C76B-4A9D-8AA2-8082D6BE0FB9}"/>
                </a:ext>
              </a:extLst>
            </p:cNvPr>
            <p:cNvSpPr>
              <a:spLocks/>
            </p:cNvSpPr>
            <p:nvPr/>
          </p:nvSpPr>
          <p:spPr bwMode="auto">
            <a:xfrm>
              <a:off x="3911557" y="4073211"/>
              <a:ext cx="147000" cy="212007"/>
            </a:xfrm>
            <a:custGeom>
              <a:avLst/>
              <a:gdLst>
                <a:gd name="T0" fmla="*/ 0 w 172"/>
                <a:gd name="T1" fmla="*/ 229 h 229"/>
                <a:gd name="T2" fmla="*/ 172 w 172"/>
                <a:gd name="T3" fmla="*/ 115 h 229"/>
                <a:gd name="T4" fmla="*/ 0 w 172"/>
                <a:gd name="T5" fmla="*/ 0 h 229"/>
                <a:gd name="T6" fmla="*/ 0 60000 65536"/>
                <a:gd name="T7" fmla="*/ 0 60000 65536"/>
                <a:gd name="T8" fmla="*/ 0 60000 65536"/>
                <a:gd name="T9" fmla="*/ 0 w 172"/>
                <a:gd name="T10" fmla="*/ 0 h 229"/>
                <a:gd name="T11" fmla="*/ 172 w 172"/>
                <a:gd name="T12" fmla="*/ 229 h 229"/>
              </a:gdLst>
              <a:ahLst/>
              <a:cxnLst>
                <a:cxn ang="T6">
                  <a:pos x="T0" y="T1"/>
                </a:cxn>
                <a:cxn ang="T7">
                  <a:pos x="T2" y="T3"/>
                </a:cxn>
                <a:cxn ang="T8">
                  <a:pos x="T4" y="T5"/>
                </a:cxn>
              </a:cxnLst>
              <a:rect l="T9" t="T10" r="T11" b="T12"/>
              <a:pathLst>
                <a:path w="172" h="229">
                  <a:moveTo>
                    <a:pt x="0" y="229"/>
                  </a:moveTo>
                  <a:lnTo>
                    <a:pt x="172" y="115"/>
                  </a:lnTo>
                  <a:lnTo>
                    <a:pt x="0" y="0"/>
                  </a:lnTo>
                </a:path>
              </a:pathLst>
            </a:custGeom>
            <a:noFill/>
            <a:ln w="19050"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277" name="Line 37">
              <a:extLst>
                <a:ext uri="{FF2B5EF4-FFF2-40B4-BE49-F238E27FC236}">
                  <a16:creationId xmlns:a16="http://schemas.microsoft.com/office/drawing/2014/main" id="{927DCABA-EC34-40E2-B523-293907A9F34B}"/>
                </a:ext>
              </a:extLst>
            </p:cNvPr>
            <p:cNvSpPr>
              <a:spLocks noChangeShapeType="1"/>
            </p:cNvSpPr>
            <p:nvPr/>
          </p:nvSpPr>
          <p:spPr bwMode="auto">
            <a:xfrm>
              <a:off x="4499559" y="3862130"/>
              <a:ext cx="147000" cy="926"/>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278" name="Line 42">
              <a:extLst>
                <a:ext uri="{FF2B5EF4-FFF2-40B4-BE49-F238E27FC236}">
                  <a16:creationId xmlns:a16="http://schemas.microsoft.com/office/drawing/2014/main" id="{18C885D7-53D0-4886-8119-2378DBD92DA8}"/>
                </a:ext>
              </a:extLst>
            </p:cNvPr>
            <p:cNvSpPr>
              <a:spLocks noChangeShapeType="1"/>
            </p:cNvSpPr>
            <p:nvPr/>
          </p:nvSpPr>
          <p:spPr bwMode="auto">
            <a:xfrm flipH="1">
              <a:off x="3242690" y="4179678"/>
              <a:ext cx="668867"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280" name="Line 45">
              <a:extLst>
                <a:ext uri="{FF2B5EF4-FFF2-40B4-BE49-F238E27FC236}">
                  <a16:creationId xmlns:a16="http://schemas.microsoft.com/office/drawing/2014/main" id="{70BF65BB-B9D9-44BC-94D1-B8BAC2B3759C}"/>
                </a:ext>
              </a:extLst>
            </p:cNvPr>
            <p:cNvSpPr>
              <a:spLocks noChangeShapeType="1"/>
            </p:cNvSpPr>
            <p:nvPr/>
          </p:nvSpPr>
          <p:spPr bwMode="auto">
            <a:xfrm flipV="1">
              <a:off x="4646560" y="3352241"/>
              <a:ext cx="0" cy="509889"/>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281" name="Rectangle 54">
              <a:extLst>
                <a:ext uri="{FF2B5EF4-FFF2-40B4-BE49-F238E27FC236}">
                  <a16:creationId xmlns:a16="http://schemas.microsoft.com/office/drawing/2014/main" id="{EABD9E70-0D8C-484A-ACAB-E5E85CF91907}"/>
                </a:ext>
              </a:extLst>
            </p:cNvPr>
            <p:cNvSpPr>
              <a:spLocks noChangeArrowheads="1"/>
            </p:cNvSpPr>
            <p:nvPr/>
          </p:nvSpPr>
          <p:spPr bwMode="auto">
            <a:xfrm>
              <a:off x="4385890" y="3361274"/>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282" name="Rectangle 55">
              <a:extLst>
                <a:ext uri="{FF2B5EF4-FFF2-40B4-BE49-F238E27FC236}">
                  <a16:creationId xmlns:a16="http://schemas.microsoft.com/office/drawing/2014/main" id="{BE583FDB-DE66-45B3-A661-29504C1B122F}"/>
                </a:ext>
              </a:extLst>
            </p:cNvPr>
            <p:cNvSpPr>
              <a:spLocks noChangeArrowheads="1"/>
            </p:cNvSpPr>
            <p:nvPr/>
          </p:nvSpPr>
          <p:spPr bwMode="auto">
            <a:xfrm>
              <a:off x="4515943" y="3488108"/>
              <a:ext cx="79469" cy="190724"/>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1</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285" name="Text Box 67">
              <a:extLst>
                <a:ext uri="{FF2B5EF4-FFF2-40B4-BE49-F238E27FC236}">
                  <a16:creationId xmlns:a16="http://schemas.microsoft.com/office/drawing/2014/main" id="{8B0CE4D3-997E-4F7D-AA6C-745772B50335}"/>
                </a:ext>
              </a:extLst>
            </p:cNvPr>
            <p:cNvSpPr txBox="1">
              <a:spLocks noChangeArrowheads="1"/>
            </p:cNvSpPr>
            <p:nvPr/>
          </p:nvSpPr>
          <p:spPr bwMode="auto">
            <a:xfrm>
              <a:off x="4459534" y="3643723"/>
              <a:ext cx="266629" cy="432309"/>
            </a:xfrm>
            <a:prstGeom prst="rect">
              <a:avLst/>
            </a:prstGeom>
            <a:noFill/>
            <a:ln w="19050"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70C0"/>
                  </a:solidFill>
                  <a:effectLst/>
                  <a:uLnTx/>
                  <a:uFillTx/>
                  <a:latin typeface="+mn-lt"/>
                  <a:ea typeface="宋体" pitchFamily="2" charset="-122"/>
                  <a:cs typeface="+mn-cs"/>
                </a:rPr>
                <a:t>0</a:t>
              </a:r>
            </a:p>
          </p:txBody>
        </p:sp>
        <p:sp>
          <p:nvSpPr>
            <p:cNvPr id="286" name="Text Box 80">
              <a:extLst>
                <a:ext uri="{FF2B5EF4-FFF2-40B4-BE49-F238E27FC236}">
                  <a16:creationId xmlns:a16="http://schemas.microsoft.com/office/drawing/2014/main" id="{7E1AE3C1-903E-4CF2-91FC-24FE2510D5C1}"/>
                </a:ext>
              </a:extLst>
            </p:cNvPr>
            <p:cNvSpPr txBox="1">
              <a:spLocks noChangeArrowheads="1"/>
            </p:cNvSpPr>
            <p:nvPr/>
          </p:nvSpPr>
          <p:spPr bwMode="auto">
            <a:xfrm>
              <a:off x="4514526" y="4333360"/>
              <a:ext cx="266629" cy="432309"/>
            </a:xfrm>
            <a:prstGeom prst="rect">
              <a:avLst/>
            </a:prstGeom>
            <a:noFill/>
            <a:ln w="19050"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70C0"/>
                  </a:solidFill>
                  <a:effectLst/>
                  <a:uLnTx/>
                  <a:uFillTx/>
                  <a:latin typeface="+mn-lt"/>
                  <a:ea typeface="宋体" pitchFamily="2" charset="-122"/>
                  <a:cs typeface="+mn-cs"/>
                </a:rPr>
                <a:t>1</a:t>
              </a:r>
            </a:p>
          </p:txBody>
        </p:sp>
        <p:pic>
          <p:nvPicPr>
            <p:cNvPr id="291" name="图片 290">
              <a:extLst>
                <a:ext uri="{FF2B5EF4-FFF2-40B4-BE49-F238E27FC236}">
                  <a16:creationId xmlns:a16="http://schemas.microsoft.com/office/drawing/2014/main" id="{74CB21D4-0903-4C39-8C09-72985FC6765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97059" y="3652376"/>
              <a:ext cx="751985" cy="375993"/>
            </a:xfrm>
            <a:prstGeom prst="rect">
              <a:avLst/>
            </a:prstGeom>
            <a:ln w="19050">
              <a:noFill/>
            </a:ln>
          </p:spPr>
        </p:pic>
        <p:sp>
          <p:nvSpPr>
            <p:cNvPr id="292" name="Line 45">
              <a:extLst>
                <a:ext uri="{FF2B5EF4-FFF2-40B4-BE49-F238E27FC236}">
                  <a16:creationId xmlns:a16="http://schemas.microsoft.com/office/drawing/2014/main" id="{DB3A82FE-B520-418D-86E8-5A19BBD2D8B7}"/>
                </a:ext>
              </a:extLst>
            </p:cNvPr>
            <p:cNvSpPr>
              <a:spLocks noChangeShapeType="1"/>
            </p:cNvSpPr>
            <p:nvPr/>
          </p:nvSpPr>
          <p:spPr bwMode="auto">
            <a:xfrm flipV="1">
              <a:off x="3240084" y="3337166"/>
              <a:ext cx="855" cy="425866"/>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293" name="Line 45">
              <a:extLst>
                <a:ext uri="{FF2B5EF4-FFF2-40B4-BE49-F238E27FC236}">
                  <a16:creationId xmlns:a16="http://schemas.microsoft.com/office/drawing/2014/main" id="{06D788A4-AEE8-44AB-8A90-83B4ED743013}"/>
                </a:ext>
              </a:extLst>
            </p:cNvPr>
            <p:cNvSpPr>
              <a:spLocks noChangeShapeType="1"/>
            </p:cNvSpPr>
            <p:nvPr/>
          </p:nvSpPr>
          <p:spPr bwMode="auto">
            <a:xfrm flipH="1" flipV="1">
              <a:off x="3242690" y="3337166"/>
              <a:ext cx="1403011" cy="7443"/>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295" name="Line 45">
              <a:extLst>
                <a:ext uri="{FF2B5EF4-FFF2-40B4-BE49-F238E27FC236}">
                  <a16:creationId xmlns:a16="http://schemas.microsoft.com/office/drawing/2014/main" id="{E08DEABB-93BE-4391-A935-80D8138488A4}"/>
                </a:ext>
              </a:extLst>
            </p:cNvPr>
            <p:cNvSpPr>
              <a:spLocks noChangeShapeType="1"/>
            </p:cNvSpPr>
            <p:nvPr/>
          </p:nvSpPr>
          <p:spPr bwMode="auto">
            <a:xfrm flipH="1" flipV="1">
              <a:off x="2984471" y="3117913"/>
              <a:ext cx="2118597" cy="11361"/>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297" name="Line 45">
              <a:extLst>
                <a:ext uri="{FF2B5EF4-FFF2-40B4-BE49-F238E27FC236}">
                  <a16:creationId xmlns:a16="http://schemas.microsoft.com/office/drawing/2014/main" id="{1A617C41-9610-4E98-B09D-71DEFA829155}"/>
                </a:ext>
              </a:extLst>
            </p:cNvPr>
            <p:cNvSpPr>
              <a:spLocks noChangeShapeType="1"/>
            </p:cNvSpPr>
            <p:nvPr/>
          </p:nvSpPr>
          <p:spPr bwMode="auto">
            <a:xfrm flipV="1">
              <a:off x="3104908" y="3133216"/>
              <a:ext cx="0" cy="766697"/>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298" name="Line 42">
              <a:extLst>
                <a:ext uri="{FF2B5EF4-FFF2-40B4-BE49-F238E27FC236}">
                  <a16:creationId xmlns:a16="http://schemas.microsoft.com/office/drawing/2014/main" id="{D7003790-DC5A-4661-A40D-FAA9510AD6C3}"/>
                </a:ext>
              </a:extLst>
            </p:cNvPr>
            <p:cNvSpPr>
              <a:spLocks noChangeShapeType="1"/>
            </p:cNvSpPr>
            <p:nvPr/>
          </p:nvSpPr>
          <p:spPr bwMode="auto">
            <a:xfrm flipH="1">
              <a:off x="3104834" y="3915646"/>
              <a:ext cx="261322"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300" name="Freeform 58">
              <a:extLst>
                <a:ext uri="{FF2B5EF4-FFF2-40B4-BE49-F238E27FC236}">
                  <a16:creationId xmlns:a16="http://schemas.microsoft.com/office/drawing/2014/main" id="{9FA2A46B-573F-42AA-9704-85E8271273DE}"/>
                </a:ext>
              </a:extLst>
            </p:cNvPr>
            <p:cNvSpPr>
              <a:spLocks/>
            </p:cNvSpPr>
            <p:nvPr/>
          </p:nvSpPr>
          <p:spPr bwMode="auto">
            <a:xfrm>
              <a:off x="3068016" y="3081337"/>
              <a:ext cx="73152" cy="73152"/>
            </a:xfrm>
            <a:custGeom>
              <a:avLst/>
              <a:gdLst>
                <a:gd name="T0" fmla="*/ 48 w 104"/>
                <a:gd name="T1" fmla="*/ 0 h 104"/>
                <a:gd name="T2" fmla="*/ 94 w 104"/>
                <a:gd name="T3" fmla="*/ 46 h 104"/>
                <a:gd name="T4" fmla="*/ 48 w 104"/>
                <a:gd name="T5" fmla="*/ 92 h 104"/>
                <a:gd name="T6" fmla="*/ 48 w 104"/>
                <a:gd name="T7" fmla="*/ 92 h 104"/>
                <a:gd name="T8" fmla="*/ 0 w 104"/>
                <a:gd name="T9" fmla="*/ 46 h 104"/>
                <a:gd name="T10" fmla="*/ 48 w 104"/>
                <a:gd name="T11" fmla="*/ 0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52" y="0"/>
                  </a:moveTo>
                  <a:cubicBezTo>
                    <a:pt x="81" y="0"/>
                    <a:pt x="104" y="24"/>
                    <a:pt x="104" y="52"/>
                  </a:cubicBezTo>
                  <a:cubicBezTo>
                    <a:pt x="104" y="81"/>
                    <a:pt x="81" y="104"/>
                    <a:pt x="52" y="104"/>
                  </a:cubicBezTo>
                  <a:cubicBezTo>
                    <a:pt x="52" y="104"/>
                    <a:pt x="52" y="104"/>
                    <a:pt x="52" y="104"/>
                  </a:cubicBezTo>
                  <a:cubicBezTo>
                    <a:pt x="23" y="104"/>
                    <a:pt x="0" y="81"/>
                    <a:pt x="0" y="52"/>
                  </a:cubicBezTo>
                  <a:cubicBezTo>
                    <a:pt x="0" y="24"/>
                    <a:pt x="23" y="0"/>
                    <a:pt x="52" y="0"/>
                  </a:cubicBezTo>
                </a:path>
              </a:pathLst>
            </a:custGeom>
            <a:solidFill>
              <a:srgbClr val="000000"/>
            </a:solidFill>
            <a:ln w="1905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301" name="Line 45">
              <a:extLst>
                <a:ext uri="{FF2B5EF4-FFF2-40B4-BE49-F238E27FC236}">
                  <a16:creationId xmlns:a16="http://schemas.microsoft.com/office/drawing/2014/main" id="{93516B72-C0C7-495F-92CC-ADF4EDCFCDD9}"/>
                </a:ext>
              </a:extLst>
            </p:cNvPr>
            <p:cNvSpPr>
              <a:spLocks noChangeShapeType="1"/>
            </p:cNvSpPr>
            <p:nvPr/>
          </p:nvSpPr>
          <p:spPr bwMode="auto">
            <a:xfrm flipV="1">
              <a:off x="3243359" y="4179213"/>
              <a:ext cx="0" cy="195783"/>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302" name="Line 37">
              <a:extLst>
                <a:ext uri="{FF2B5EF4-FFF2-40B4-BE49-F238E27FC236}">
                  <a16:creationId xmlns:a16="http://schemas.microsoft.com/office/drawing/2014/main" id="{3EDB5D02-1542-487F-842B-927869AAF3BC}"/>
                </a:ext>
              </a:extLst>
            </p:cNvPr>
            <p:cNvSpPr>
              <a:spLocks noChangeShapeType="1"/>
            </p:cNvSpPr>
            <p:nvPr/>
          </p:nvSpPr>
          <p:spPr bwMode="auto">
            <a:xfrm>
              <a:off x="4614875" y="4385478"/>
              <a:ext cx="315803"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303" name="Rectangle 5">
              <a:extLst>
                <a:ext uri="{FF2B5EF4-FFF2-40B4-BE49-F238E27FC236}">
                  <a16:creationId xmlns:a16="http://schemas.microsoft.com/office/drawing/2014/main" id="{A38BC480-BB7C-4CDD-B6FE-3656AC6D69EE}"/>
                </a:ext>
              </a:extLst>
            </p:cNvPr>
            <p:cNvSpPr>
              <a:spLocks noChangeArrowheads="1"/>
            </p:cNvSpPr>
            <p:nvPr/>
          </p:nvSpPr>
          <p:spPr bwMode="auto">
            <a:xfrm>
              <a:off x="5596903" y="3660604"/>
              <a:ext cx="588001" cy="953570"/>
            </a:xfrm>
            <a:prstGeom prst="rect">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304" name="Rectangle 6">
              <a:extLst>
                <a:ext uri="{FF2B5EF4-FFF2-40B4-BE49-F238E27FC236}">
                  <a16:creationId xmlns:a16="http://schemas.microsoft.com/office/drawing/2014/main" id="{451A6AD6-998F-4EA9-8E55-0A7B874E922E}"/>
                </a:ext>
              </a:extLst>
            </p:cNvPr>
            <p:cNvSpPr>
              <a:spLocks noChangeArrowheads="1"/>
            </p:cNvSpPr>
            <p:nvPr/>
          </p:nvSpPr>
          <p:spPr bwMode="auto">
            <a:xfrm>
              <a:off x="5644764" y="3750406"/>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CN" sz="1500" i="1" dirty="0">
                  <a:solidFill>
                    <a:srgbClr val="000000"/>
                  </a:solidFill>
                  <a:latin typeface="Times New Roman" pitchFamily="18" charset="0"/>
                </a:rPr>
                <a:t>D</a:t>
              </a:r>
              <a:endParaRPr kumimoji="0" lang="en-US" altLang="zh-CN" sz="1500" b="0" i="0" u="none" strike="noStrike" kern="1200" cap="none" spc="0" normalizeH="0" baseline="0" noProof="0" dirty="0">
                <a:ln>
                  <a:noFill/>
                </a:ln>
                <a:solidFill>
                  <a:srgbClr val="000000"/>
                </a:solidFill>
                <a:effectLst/>
                <a:uLnTx/>
                <a:uFillTx/>
              </a:endParaRPr>
            </a:p>
          </p:txBody>
        </p:sp>
        <p:sp>
          <p:nvSpPr>
            <p:cNvPr id="305" name="Rectangle 7">
              <a:extLst>
                <a:ext uri="{FF2B5EF4-FFF2-40B4-BE49-F238E27FC236}">
                  <a16:creationId xmlns:a16="http://schemas.microsoft.com/office/drawing/2014/main" id="{9B7AAF9C-C30A-4432-A675-9AD083E51217}"/>
                </a:ext>
              </a:extLst>
            </p:cNvPr>
            <p:cNvSpPr>
              <a:spLocks noChangeArrowheads="1"/>
            </p:cNvSpPr>
            <p:nvPr/>
          </p:nvSpPr>
          <p:spPr bwMode="auto">
            <a:xfrm>
              <a:off x="5993462" y="3736519"/>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a:ln>
                  <a:noFill/>
                </a:ln>
                <a:solidFill>
                  <a:srgbClr val="000000"/>
                </a:solidFill>
                <a:effectLst/>
                <a:uLnTx/>
                <a:uFillTx/>
                <a:ea typeface="宋体" pitchFamily="2" charset="-122"/>
                <a:cs typeface="+mn-cs"/>
              </a:endParaRPr>
            </a:p>
          </p:txBody>
        </p:sp>
        <p:sp>
          <p:nvSpPr>
            <p:cNvPr id="306" name="Rectangle 8">
              <a:extLst>
                <a:ext uri="{FF2B5EF4-FFF2-40B4-BE49-F238E27FC236}">
                  <a16:creationId xmlns:a16="http://schemas.microsoft.com/office/drawing/2014/main" id="{7D8FD978-7C59-4B2E-AADD-9DC4C696301F}"/>
                </a:ext>
              </a:extLst>
            </p:cNvPr>
            <p:cNvSpPr>
              <a:spLocks noChangeArrowheads="1"/>
            </p:cNvSpPr>
            <p:nvPr/>
          </p:nvSpPr>
          <p:spPr bwMode="auto">
            <a:xfrm>
              <a:off x="6006282" y="4240152"/>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a:ln>
                  <a:noFill/>
                </a:ln>
                <a:solidFill>
                  <a:srgbClr val="000000"/>
                </a:solidFill>
                <a:effectLst/>
                <a:uLnTx/>
                <a:uFillTx/>
                <a:ea typeface="宋体" pitchFamily="2" charset="-122"/>
                <a:cs typeface="+mn-cs"/>
              </a:endParaRPr>
            </a:p>
          </p:txBody>
        </p:sp>
        <p:sp>
          <p:nvSpPr>
            <p:cNvPr id="307" name="Oval 9">
              <a:extLst>
                <a:ext uri="{FF2B5EF4-FFF2-40B4-BE49-F238E27FC236}">
                  <a16:creationId xmlns:a16="http://schemas.microsoft.com/office/drawing/2014/main" id="{E31AD402-183A-421F-83EB-4BF2FD0E0703}"/>
                </a:ext>
              </a:extLst>
            </p:cNvPr>
            <p:cNvSpPr>
              <a:spLocks noChangeArrowheads="1"/>
            </p:cNvSpPr>
            <p:nvPr/>
          </p:nvSpPr>
          <p:spPr bwMode="auto">
            <a:xfrm>
              <a:off x="6184904" y="4349396"/>
              <a:ext cx="109728" cy="105541"/>
            </a:xfrm>
            <a:prstGeom prst="ellipse">
              <a:avLst/>
            </a:prstGeom>
            <a:solidFill>
              <a:srgbClr val="FFFFFF"/>
            </a:solidFill>
            <a:ln w="1905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308" name="Oval 10">
              <a:extLst>
                <a:ext uri="{FF2B5EF4-FFF2-40B4-BE49-F238E27FC236}">
                  <a16:creationId xmlns:a16="http://schemas.microsoft.com/office/drawing/2014/main" id="{FC0A3B88-FE61-4043-824F-87A66A718B2B}"/>
                </a:ext>
              </a:extLst>
            </p:cNvPr>
            <p:cNvSpPr>
              <a:spLocks noChangeArrowheads="1"/>
            </p:cNvSpPr>
            <p:nvPr/>
          </p:nvSpPr>
          <p:spPr bwMode="auto">
            <a:xfrm>
              <a:off x="6184904" y="4349396"/>
              <a:ext cx="109728" cy="105541"/>
            </a:xfrm>
            <a:prstGeom prst="ellips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309" name="Rectangle 11">
              <a:extLst>
                <a:ext uri="{FF2B5EF4-FFF2-40B4-BE49-F238E27FC236}">
                  <a16:creationId xmlns:a16="http://schemas.microsoft.com/office/drawing/2014/main" id="{891BBAE0-272F-44C5-AF26-8CA0A2577FFE}"/>
                </a:ext>
              </a:extLst>
            </p:cNvPr>
            <p:cNvSpPr>
              <a:spLocks noChangeArrowheads="1"/>
            </p:cNvSpPr>
            <p:nvPr/>
          </p:nvSpPr>
          <p:spPr bwMode="auto">
            <a:xfrm>
              <a:off x="5760997" y="4058696"/>
              <a:ext cx="12819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310" name="Freeform 12">
              <a:extLst>
                <a:ext uri="{FF2B5EF4-FFF2-40B4-BE49-F238E27FC236}">
                  <a16:creationId xmlns:a16="http://schemas.microsoft.com/office/drawing/2014/main" id="{AD36A146-3634-4F87-80DB-8554433467F7}"/>
                </a:ext>
              </a:extLst>
            </p:cNvPr>
            <p:cNvSpPr>
              <a:spLocks/>
            </p:cNvSpPr>
            <p:nvPr/>
          </p:nvSpPr>
          <p:spPr bwMode="auto">
            <a:xfrm>
              <a:off x="5596903" y="4084618"/>
              <a:ext cx="147000" cy="212007"/>
            </a:xfrm>
            <a:custGeom>
              <a:avLst/>
              <a:gdLst>
                <a:gd name="T0" fmla="*/ 0 w 172"/>
                <a:gd name="T1" fmla="*/ 229 h 229"/>
                <a:gd name="T2" fmla="*/ 172 w 172"/>
                <a:gd name="T3" fmla="*/ 115 h 229"/>
                <a:gd name="T4" fmla="*/ 0 w 172"/>
                <a:gd name="T5" fmla="*/ 0 h 229"/>
                <a:gd name="T6" fmla="*/ 0 60000 65536"/>
                <a:gd name="T7" fmla="*/ 0 60000 65536"/>
                <a:gd name="T8" fmla="*/ 0 60000 65536"/>
                <a:gd name="T9" fmla="*/ 0 w 172"/>
                <a:gd name="T10" fmla="*/ 0 h 229"/>
                <a:gd name="T11" fmla="*/ 172 w 172"/>
                <a:gd name="T12" fmla="*/ 229 h 229"/>
              </a:gdLst>
              <a:ahLst/>
              <a:cxnLst>
                <a:cxn ang="T6">
                  <a:pos x="T0" y="T1"/>
                </a:cxn>
                <a:cxn ang="T7">
                  <a:pos x="T2" y="T3"/>
                </a:cxn>
                <a:cxn ang="T8">
                  <a:pos x="T4" y="T5"/>
                </a:cxn>
              </a:cxnLst>
              <a:rect l="T9" t="T10" r="T11" b="T12"/>
              <a:pathLst>
                <a:path w="172" h="229">
                  <a:moveTo>
                    <a:pt x="0" y="229"/>
                  </a:moveTo>
                  <a:lnTo>
                    <a:pt x="172" y="115"/>
                  </a:lnTo>
                  <a:lnTo>
                    <a:pt x="0" y="0"/>
                  </a:lnTo>
                </a:path>
              </a:pathLst>
            </a:custGeom>
            <a:noFill/>
            <a:ln w="19050"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311" name="Line 37">
              <a:extLst>
                <a:ext uri="{FF2B5EF4-FFF2-40B4-BE49-F238E27FC236}">
                  <a16:creationId xmlns:a16="http://schemas.microsoft.com/office/drawing/2014/main" id="{3E6BC3A9-982B-4AD6-B30E-6F622A7746BB}"/>
                </a:ext>
              </a:extLst>
            </p:cNvPr>
            <p:cNvSpPr>
              <a:spLocks noChangeShapeType="1"/>
            </p:cNvSpPr>
            <p:nvPr/>
          </p:nvSpPr>
          <p:spPr bwMode="auto">
            <a:xfrm>
              <a:off x="6184905" y="3873537"/>
              <a:ext cx="147000" cy="926"/>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312" name="Line 42">
              <a:extLst>
                <a:ext uri="{FF2B5EF4-FFF2-40B4-BE49-F238E27FC236}">
                  <a16:creationId xmlns:a16="http://schemas.microsoft.com/office/drawing/2014/main" id="{CD54CFEB-593B-4D39-B385-2F75901FF495}"/>
                </a:ext>
              </a:extLst>
            </p:cNvPr>
            <p:cNvSpPr>
              <a:spLocks noChangeShapeType="1"/>
            </p:cNvSpPr>
            <p:nvPr/>
          </p:nvSpPr>
          <p:spPr bwMode="auto">
            <a:xfrm flipH="1">
              <a:off x="4928036" y="4191085"/>
              <a:ext cx="668867"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313" name="Line 45">
              <a:extLst>
                <a:ext uri="{FF2B5EF4-FFF2-40B4-BE49-F238E27FC236}">
                  <a16:creationId xmlns:a16="http://schemas.microsoft.com/office/drawing/2014/main" id="{AD2688E8-84B3-4248-88E4-419EA8110627}"/>
                </a:ext>
              </a:extLst>
            </p:cNvPr>
            <p:cNvSpPr>
              <a:spLocks noChangeShapeType="1"/>
            </p:cNvSpPr>
            <p:nvPr/>
          </p:nvSpPr>
          <p:spPr bwMode="auto">
            <a:xfrm flipV="1">
              <a:off x="6331906" y="3363648"/>
              <a:ext cx="0" cy="509889"/>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314" name="Rectangle 54">
              <a:extLst>
                <a:ext uri="{FF2B5EF4-FFF2-40B4-BE49-F238E27FC236}">
                  <a16:creationId xmlns:a16="http://schemas.microsoft.com/office/drawing/2014/main" id="{6F14F7C6-08E7-4CED-9DD8-35247F5F6D0F}"/>
                </a:ext>
              </a:extLst>
            </p:cNvPr>
            <p:cNvSpPr>
              <a:spLocks noChangeArrowheads="1"/>
            </p:cNvSpPr>
            <p:nvPr/>
          </p:nvSpPr>
          <p:spPr bwMode="auto">
            <a:xfrm>
              <a:off x="6071236" y="3372681"/>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315" name="Rectangle 55">
              <a:extLst>
                <a:ext uri="{FF2B5EF4-FFF2-40B4-BE49-F238E27FC236}">
                  <a16:creationId xmlns:a16="http://schemas.microsoft.com/office/drawing/2014/main" id="{04807955-7B97-4FF5-A14D-AB1076D50F7D}"/>
                </a:ext>
              </a:extLst>
            </p:cNvPr>
            <p:cNvSpPr>
              <a:spLocks noChangeArrowheads="1"/>
            </p:cNvSpPr>
            <p:nvPr/>
          </p:nvSpPr>
          <p:spPr bwMode="auto">
            <a:xfrm>
              <a:off x="6201289" y="3499515"/>
              <a:ext cx="79469" cy="190724"/>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2</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316" name="Text Box 67">
              <a:extLst>
                <a:ext uri="{FF2B5EF4-FFF2-40B4-BE49-F238E27FC236}">
                  <a16:creationId xmlns:a16="http://schemas.microsoft.com/office/drawing/2014/main" id="{60326AAE-2EA2-4B28-A13C-1258881F4CB4}"/>
                </a:ext>
              </a:extLst>
            </p:cNvPr>
            <p:cNvSpPr txBox="1">
              <a:spLocks noChangeArrowheads="1"/>
            </p:cNvSpPr>
            <p:nvPr/>
          </p:nvSpPr>
          <p:spPr bwMode="auto">
            <a:xfrm>
              <a:off x="6144881" y="3655130"/>
              <a:ext cx="266629" cy="432309"/>
            </a:xfrm>
            <a:prstGeom prst="rect">
              <a:avLst/>
            </a:prstGeom>
            <a:noFill/>
            <a:ln w="19050"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70C0"/>
                  </a:solidFill>
                  <a:effectLst/>
                  <a:uLnTx/>
                  <a:uFillTx/>
                  <a:latin typeface="+mn-lt"/>
                  <a:ea typeface="宋体" pitchFamily="2" charset="-122"/>
                  <a:cs typeface="+mn-cs"/>
                </a:rPr>
                <a:t>0</a:t>
              </a:r>
            </a:p>
          </p:txBody>
        </p:sp>
        <p:sp>
          <p:nvSpPr>
            <p:cNvPr id="317" name="Text Box 80">
              <a:extLst>
                <a:ext uri="{FF2B5EF4-FFF2-40B4-BE49-F238E27FC236}">
                  <a16:creationId xmlns:a16="http://schemas.microsoft.com/office/drawing/2014/main" id="{71EBD7B2-6A77-4B5F-8A74-2F5DB430ABEA}"/>
                </a:ext>
              </a:extLst>
            </p:cNvPr>
            <p:cNvSpPr txBox="1">
              <a:spLocks noChangeArrowheads="1"/>
            </p:cNvSpPr>
            <p:nvPr/>
          </p:nvSpPr>
          <p:spPr bwMode="auto">
            <a:xfrm>
              <a:off x="6199872" y="4344767"/>
              <a:ext cx="266629" cy="432309"/>
            </a:xfrm>
            <a:prstGeom prst="rect">
              <a:avLst/>
            </a:prstGeom>
            <a:noFill/>
            <a:ln w="19050"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70C0"/>
                  </a:solidFill>
                  <a:effectLst/>
                  <a:uLnTx/>
                  <a:uFillTx/>
                  <a:latin typeface="+mn-lt"/>
                  <a:ea typeface="宋体" pitchFamily="2" charset="-122"/>
                  <a:cs typeface="+mn-cs"/>
                </a:rPr>
                <a:t>1</a:t>
              </a:r>
            </a:p>
          </p:txBody>
        </p:sp>
        <p:pic>
          <p:nvPicPr>
            <p:cNvPr id="318" name="图片 317">
              <a:extLst>
                <a:ext uri="{FF2B5EF4-FFF2-40B4-BE49-F238E27FC236}">
                  <a16:creationId xmlns:a16="http://schemas.microsoft.com/office/drawing/2014/main" id="{3DB8B132-7BC7-42F2-A089-17C2D154FC7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82405" y="3663783"/>
              <a:ext cx="751985" cy="375993"/>
            </a:xfrm>
            <a:prstGeom prst="rect">
              <a:avLst/>
            </a:prstGeom>
            <a:ln w="19050">
              <a:noFill/>
            </a:ln>
          </p:spPr>
        </p:pic>
        <p:sp>
          <p:nvSpPr>
            <p:cNvPr id="319" name="Line 45">
              <a:extLst>
                <a:ext uri="{FF2B5EF4-FFF2-40B4-BE49-F238E27FC236}">
                  <a16:creationId xmlns:a16="http://schemas.microsoft.com/office/drawing/2014/main" id="{57AE5362-C024-42B2-8DFE-EE0FF7D19568}"/>
                </a:ext>
              </a:extLst>
            </p:cNvPr>
            <p:cNvSpPr>
              <a:spLocks noChangeShapeType="1"/>
            </p:cNvSpPr>
            <p:nvPr/>
          </p:nvSpPr>
          <p:spPr bwMode="auto">
            <a:xfrm flipV="1">
              <a:off x="4925430" y="3348573"/>
              <a:ext cx="855" cy="425866"/>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320" name="Line 45">
              <a:extLst>
                <a:ext uri="{FF2B5EF4-FFF2-40B4-BE49-F238E27FC236}">
                  <a16:creationId xmlns:a16="http://schemas.microsoft.com/office/drawing/2014/main" id="{78914A77-5B89-40EC-AD41-ADF956F69D9A}"/>
                </a:ext>
              </a:extLst>
            </p:cNvPr>
            <p:cNvSpPr>
              <a:spLocks noChangeShapeType="1"/>
            </p:cNvSpPr>
            <p:nvPr/>
          </p:nvSpPr>
          <p:spPr bwMode="auto">
            <a:xfrm flipH="1" flipV="1">
              <a:off x="4928036" y="3348573"/>
              <a:ext cx="1403011" cy="7443"/>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321" name="Line 45">
              <a:extLst>
                <a:ext uri="{FF2B5EF4-FFF2-40B4-BE49-F238E27FC236}">
                  <a16:creationId xmlns:a16="http://schemas.microsoft.com/office/drawing/2014/main" id="{D2A9AE48-688A-467C-A746-BC66BCB4FA3F}"/>
                </a:ext>
              </a:extLst>
            </p:cNvPr>
            <p:cNvSpPr>
              <a:spLocks noChangeShapeType="1"/>
            </p:cNvSpPr>
            <p:nvPr/>
          </p:nvSpPr>
          <p:spPr bwMode="auto">
            <a:xfrm flipH="1" flipV="1">
              <a:off x="4669816" y="3129320"/>
              <a:ext cx="1802833" cy="9668"/>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322" name="Line 45">
              <a:extLst>
                <a:ext uri="{FF2B5EF4-FFF2-40B4-BE49-F238E27FC236}">
                  <a16:creationId xmlns:a16="http://schemas.microsoft.com/office/drawing/2014/main" id="{36F1D471-DCC3-48D5-AC13-ABDEC18799BE}"/>
                </a:ext>
              </a:extLst>
            </p:cNvPr>
            <p:cNvSpPr>
              <a:spLocks noChangeShapeType="1"/>
            </p:cNvSpPr>
            <p:nvPr/>
          </p:nvSpPr>
          <p:spPr bwMode="auto">
            <a:xfrm flipV="1">
              <a:off x="4790254" y="3144623"/>
              <a:ext cx="0" cy="766697"/>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323" name="Line 42">
              <a:extLst>
                <a:ext uri="{FF2B5EF4-FFF2-40B4-BE49-F238E27FC236}">
                  <a16:creationId xmlns:a16="http://schemas.microsoft.com/office/drawing/2014/main" id="{66B25650-240D-49DE-9424-AFD06E379410}"/>
                </a:ext>
              </a:extLst>
            </p:cNvPr>
            <p:cNvSpPr>
              <a:spLocks noChangeShapeType="1"/>
            </p:cNvSpPr>
            <p:nvPr/>
          </p:nvSpPr>
          <p:spPr bwMode="auto">
            <a:xfrm flipH="1">
              <a:off x="4787557" y="3927052"/>
              <a:ext cx="261322"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324" name="Freeform 58">
              <a:extLst>
                <a:ext uri="{FF2B5EF4-FFF2-40B4-BE49-F238E27FC236}">
                  <a16:creationId xmlns:a16="http://schemas.microsoft.com/office/drawing/2014/main" id="{C1B3D211-5160-4EF0-A35C-3A56A263A2D0}"/>
                </a:ext>
              </a:extLst>
            </p:cNvPr>
            <p:cNvSpPr>
              <a:spLocks/>
            </p:cNvSpPr>
            <p:nvPr/>
          </p:nvSpPr>
          <p:spPr bwMode="auto">
            <a:xfrm>
              <a:off x="4753362" y="3092744"/>
              <a:ext cx="73152" cy="73152"/>
            </a:xfrm>
            <a:custGeom>
              <a:avLst/>
              <a:gdLst>
                <a:gd name="T0" fmla="*/ 48 w 104"/>
                <a:gd name="T1" fmla="*/ 0 h 104"/>
                <a:gd name="T2" fmla="*/ 94 w 104"/>
                <a:gd name="T3" fmla="*/ 46 h 104"/>
                <a:gd name="T4" fmla="*/ 48 w 104"/>
                <a:gd name="T5" fmla="*/ 92 h 104"/>
                <a:gd name="T6" fmla="*/ 48 w 104"/>
                <a:gd name="T7" fmla="*/ 92 h 104"/>
                <a:gd name="T8" fmla="*/ 0 w 104"/>
                <a:gd name="T9" fmla="*/ 46 h 104"/>
                <a:gd name="T10" fmla="*/ 48 w 104"/>
                <a:gd name="T11" fmla="*/ 0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52" y="0"/>
                  </a:moveTo>
                  <a:cubicBezTo>
                    <a:pt x="81" y="0"/>
                    <a:pt x="104" y="24"/>
                    <a:pt x="104" y="52"/>
                  </a:cubicBezTo>
                  <a:cubicBezTo>
                    <a:pt x="104" y="81"/>
                    <a:pt x="81" y="104"/>
                    <a:pt x="52" y="104"/>
                  </a:cubicBezTo>
                  <a:cubicBezTo>
                    <a:pt x="52" y="104"/>
                    <a:pt x="52" y="104"/>
                    <a:pt x="52" y="104"/>
                  </a:cubicBezTo>
                  <a:cubicBezTo>
                    <a:pt x="23" y="104"/>
                    <a:pt x="0" y="81"/>
                    <a:pt x="0" y="52"/>
                  </a:cubicBezTo>
                  <a:cubicBezTo>
                    <a:pt x="0" y="24"/>
                    <a:pt x="23" y="0"/>
                    <a:pt x="52" y="0"/>
                  </a:cubicBezTo>
                </a:path>
              </a:pathLst>
            </a:custGeom>
            <a:solidFill>
              <a:srgbClr val="000000"/>
            </a:solidFill>
            <a:ln w="1905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325" name="Line 45">
              <a:extLst>
                <a:ext uri="{FF2B5EF4-FFF2-40B4-BE49-F238E27FC236}">
                  <a16:creationId xmlns:a16="http://schemas.microsoft.com/office/drawing/2014/main" id="{C3A63C29-D660-4C64-82DC-702751CB3583}"/>
                </a:ext>
              </a:extLst>
            </p:cNvPr>
            <p:cNvSpPr>
              <a:spLocks noChangeShapeType="1"/>
            </p:cNvSpPr>
            <p:nvPr/>
          </p:nvSpPr>
          <p:spPr bwMode="auto">
            <a:xfrm flipV="1">
              <a:off x="4928705" y="4190620"/>
              <a:ext cx="0" cy="195783"/>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326" name="Line 37">
              <a:extLst>
                <a:ext uri="{FF2B5EF4-FFF2-40B4-BE49-F238E27FC236}">
                  <a16:creationId xmlns:a16="http://schemas.microsoft.com/office/drawing/2014/main" id="{D27C57F4-ADDB-40C4-96B2-13E0D0A47D70}"/>
                </a:ext>
              </a:extLst>
            </p:cNvPr>
            <p:cNvSpPr>
              <a:spLocks noChangeShapeType="1"/>
            </p:cNvSpPr>
            <p:nvPr/>
          </p:nvSpPr>
          <p:spPr bwMode="auto">
            <a:xfrm>
              <a:off x="6297271" y="4393200"/>
              <a:ext cx="315803"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327" name="Rectangle 5">
              <a:extLst>
                <a:ext uri="{FF2B5EF4-FFF2-40B4-BE49-F238E27FC236}">
                  <a16:creationId xmlns:a16="http://schemas.microsoft.com/office/drawing/2014/main" id="{04E67268-F4D7-4259-B4A8-EC79BFF76C6E}"/>
                </a:ext>
              </a:extLst>
            </p:cNvPr>
            <p:cNvSpPr>
              <a:spLocks noChangeArrowheads="1"/>
            </p:cNvSpPr>
            <p:nvPr/>
          </p:nvSpPr>
          <p:spPr bwMode="auto">
            <a:xfrm>
              <a:off x="7279299" y="3668326"/>
              <a:ext cx="588001" cy="953570"/>
            </a:xfrm>
            <a:prstGeom prst="rect">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328" name="Rectangle 6">
              <a:extLst>
                <a:ext uri="{FF2B5EF4-FFF2-40B4-BE49-F238E27FC236}">
                  <a16:creationId xmlns:a16="http://schemas.microsoft.com/office/drawing/2014/main" id="{3668E933-1830-418A-ABE0-29431823856C}"/>
                </a:ext>
              </a:extLst>
            </p:cNvPr>
            <p:cNvSpPr>
              <a:spLocks noChangeArrowheads="1"/>
            </p:cNvSpPr>
            <p:nvPr/>
          </p:nvSpPr>
          <p:spPr bwMode="auto">
            <a:xfrm>
              <a:off x="7327160" y="3758128"/>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CN" sz="1500" i="1" dirty="0">
                  <a:solidFill>
                    <a:srgbClr val="000000"/>
                  </a:solidFill>
                  <a:latin typeface="Times New Roman" pitchFamily="18" charset="0"/>
                </a:rPr>
                <a:t>D</a:t>
              </a:r>
              <a:endParaRPr kumimoji="0" lang="en-US" altLang="zh-CN" sz="1500" b="0" i="0" u="none" strike="noStrike" kern="1200" cap="none" spc="0" normalizeH="0" baseline="0" noProof="0" dirty="0">
                <a:ln>
                  <a:noFill/>
                </a:ln>
                <a:solidFill>
                  <a:srgbClr val="000000"/>
                </a:solidFill>
                <a:effectLst/>
                <a:uLnTx/>
                <a:uFillTx/>
              </a:endParaRPr>
            </a:p>
          </p:txBody>
        </p:sp>
        <p:sp>
          <p:nvSpPr>
            <p:cNvPr id="329" name="Rectangle 7">
              <a:extLst>
                <a:ext uri="{FF2B5EF4-FFF2-40B4-BE49-F238E27FC236}">
                  <a16:creationId xmlns:a16="http://schemas.microsoft.com/office/drawing/2014/main" id="{78228965-B288-4FEC-A218-B0DE61C63D96}"/>
                </a:ext>
              </a:extLst>
            </p:cNvPr>
            <p:cNvSpPr>
              <a:spLocks noChangeArrowheads="1"/>
            </p:cNvSpPr>
            <p:nvPr/>
          </p:nvSpPr>
          <p:spPr bwMode="auto">
            <a:xfrm>
              <a:off x="7675858" y="3744241"/>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a:ln>
                  <a:noFill/>
                </a:ln>
                <a:solidFill>
                  <a:srgbClr val="000000"/>
                </a:solidFill>
                <a:effectLst/>
                <a:uLnTx/>
                <a:uFillTx/>
                <a:ea typeface="宋体" pitchFamily="2" charset="-122"/>
                <a:cs typeface="+mn-cs"/>
              </a:endParaRPr>
            </a:p>
          </p:txBody>
        </p:sp>
        <p:sp>
          <p:nvSpPr>
            <p:cNvPr id="330" name="Rectangle 8">
              <a:extLst>
                <a:ext uri="{FF2B5EF4-FFF2-40B4-BE49-F238E27FC236}">
                  <a16:creationId xmlns:a16="http://schemas.microsoft.com/office/drawing/2014/main" id="{CD1F32AE-3A1A-4CEB-B060-A95E2B395B58}"/>
                </a:ext>
              </a:extLst>
            </p:cNvPr>
            <p:cNvSpPr>
              <a:spLocks noChangeArrowheads="1"/>
            </p:cNvSpPr>
            <p:nvPr/>
          </p:nvSpPr>
          <p:spPr bwMode="auto">
            <a:xfrm>
              <a:off x="7688678" y="4247874"/>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a:ln>
                  <a:noFill/>
                </a:ln>
                <a:solidFill>
                  <a:srgbClr val="000000"/>
                </a:solidFill>
                <a:effectLst/>
                <a:uLnTx/>
                <a:uFillTx/>
                <a:ea typeface="宋体" pitchFamily="2" charset="-122"/>
                <a:cs typeface="+mn-cs"/>
              </a:endParaRPr>
            </a:p>
          </p:txBody>
        </p:sp>
        <p:sp>
          <p:nvSpPr>
            <p:cNvPr id="331" name="Oval 9">
              <a:extLst>
                <a:ext uri="{FF2B5EF4-FFF2-40B4-BE49-F238E27FC236}">
                  <a16:creationId xmlns:a16="http://schemas.microsoft.com/office/drawing/2014/main" id="{6D83E7FB-BDC7-46D8-B520-710767D52086}"/>
                </a:ext>
              </a:extLst>
            </p:cNvPr>
            <p:cNvSpPr>
              <a:spLocks noChangeArrowheads="1"/>
            </p:cNvSpPr>
            <p:nvPr/>
          </p:nvSpPr>
          <p:spPr bwMode="auto">
            <a:xfrm>
              <a:off x="7867300" y="4357118"/>
              <a:ext cx="109728" cy="105541"/>
            </a:xfrm>
            <a:prstGeom prst="ellipse">
              <a:avLst/>
            </a:prstGeom>
            <a:solidFill>
              <a:srgbClr val="FFFFFF"/>
            </a:solidFill>
            <a:ln w="1905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332" name="Oval 10">
              <a:extLst>
                <a:ext uri="{FF2B5EF4-FFF2-40B4-BE49-F238E27FC236}">
                  <a16:creationId xmlns:a16="http://schemas.microsoft.com/office/drawing/2014/main" id="{459F49CA-2223-4882-A2A3-93C9B89E39C0}"/>
                </a:ext>
              </a:extLst>
            </p:cNvPr>
            <p:cNvSpPr>
              <a:spLocks noChangeArrowheads="1"/>
            </p:cNvSpPr>
            <p:nvPr/>
          </p:nvSpPr>
          <p:spPr bwMode="auto">
            <a:xfrm>
              <a:off x="7867300" y="4357118"/>
              <a:ext cx="109728" cy="105541"/>
            </a:xfrm>
            <a:prstGeom prst="ellips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333" name="Rectangle 11">
              <a:extLst>
                <a:ext uri="{FF2B5EF4-FFF2-40B4-BE49-F238E27FC236}">
                  <a16:creationId xmlns:a16="http://schemas.microsoft.com/office/drawing/2014/main" id="{8A1606B3-E17B-4B02-BE6F-32D7D583F95D}"/>
                </a:ext>
              </a:extLst>
            </p:cNvPr>
            <p:cNvSpPr>
              <a:spLocks noChangeArrowheads="1"/>
            </p:cNvSpPr>
            <p:nvPr/>
          </p:nvSpPr>
          <p:spPr bwMode="auto">
            <a:xfrm>
              <a:off x="7443393" y="4066418"/>
              <a:ext cx="12819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334" name="Freeform 12">
              <a:extLst>
                <a:ext uri="{FF2B5EF4-FFF2-40B4-BE49-F238E27FC236}">
                  <a16:creationId xmlns:a16="http://schemas.microsoft.com/office/drawing/2014/main" id="{0C8BB978-51CC-47C9-969C-5A8274BF7423}"/>
                </a:ext>
              </a:extLst>
            </p:cNvPr>
            <p:cNvSpPr>
              <a:spLocks/>
            </p:cNvSpPr>
            <p:nvPr/>
          </p:nvSpPr>
          <p:spPr bwMode="auto">
            <a:xfrm>
              <a:off x="7279299" y="4092340"/>
              <a:ext cx="147000" cy="212007"/>
            </a:xfrm>
            <a:custGeom>
              <a:avLst/>
              <a:gdLst>
                <a:gd name="T0" fmla="*/ 0 w 172"/>
                <a:gd name="T1" fmla="*/ 229 h 229"/>
                <a:gd name="T2" fmla="*/ 172 w 172"/>
                <a:gd name="T3" fmla="*/ 115 h 229"/>
                <a:gd name="T4" fmla="*/ 0 w 172"/>
                <a:gd name="T5" fmla="*/ 0 h 229"/>
                <a:gd name="T6" fmla="*/ 0 60000 65536"/>
                <a:gd name="T7" fmla="*/ 0 60000 65536"/>
                <a:gd name="T8" fmla="*/ 0 60000 65536"/>
                <a:gd name="T9" fmla="*/ 0 w 172"/>
                <a:gd name="T10" fmla="*/ 0 h 229"/>
                <a:gd name="T11" fmla="*/ 172 w 172"/>
                <a:gd name="T12" fmla="*/ 229 h 229"/>
              </a:gdLst>
              <a:ahLst/>
              <a:cxnLst>
                <a:cxn ang="T6">
                  <a:pos x="T0" y="T1"/>
                </a:cxn>
                <a:cxn ang="T7">
                  <a:pos x="T2" y="T3"/>
                </a:cxn>
                <a:cxn ang="T8">
                  <a:pos x="T4" y="T5"/>
                </a:cxn>
              </a:cxnLst>
              <a:rect l="T9" t="T10" r="T11" b="T12"/>
              <a:pathLst>
                <a:path w="172" h="229">
                  <a:moveTo>
                    <a:pt x="0" y="229"/>
                  </a:moveTo>
                  <a:lnTo>
                    <a:pt x="172" y="115"/>
                  </a:lnTo>
                  <a:lnTo>
                    <a:pt x="0" y="0"/>
                  </a:lnTo>
                </a:path>
              </a:pathLst>
            </a:custGeom>
            <a:noFill/>
            <a:ln w="19050"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335" name="Line 37">
              <a:extLst>
                <a:ext uri="{FF2B5EF4-FFF2-40B4-BE49-F238E27FC236}">
                  <a16:creationId xmlns:a16="http://schemas.microsoft.com/office/drawing/2014/main" id="{B5BF8FCE-4ED2-4718-A394-04B9F1A27AB3}"/>
                </a:ext>
              </a:extLst>
            </p:cNvPr>
            <p:cNvSpPr>
              <a:spLocks noChangeShapeType="1"/>
            </p:cNvSpPr>
            <p:nvPr/>
          </p:nvSpPr>
          <p:spPr bwMode="auto">
            <a:xfrm>
              <a:off x="7867301" y="3881259"/>
              <a:ext cx="147000" cy="926"/>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336" name="Line 42">
              <a:extLst>
                <a:ext uri="{FF2B5EF4-FFF2-40B4-BE49-F238E27FC236}">
                  <a16:creationId xmlns:a16="http://schemas.microsoft.com/office/drawing/2014/main" id="{39749003-6C53-4E69-9E8E-0E7438EB1231}"/>
                </a:ext>
              </a:extLst>
            </p:cNvPr>
            <p:cNvSpPr>
              <a:spLocks noChangeShapeType="1"/>
            </p:cNvSpPr>
            <p:nvPr/>
          </p:nvSpPr>
          <p:spPr bwMode="auto">
            <a:xfrm flipH="1">
              <a:off x="6610432" y="4198807"/>
              <a:ext cx="668867"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337" name="Line 45">
              <a:extLst>
                <a:ext uri="{FF2B5EF4-FFF2-40B4-BE49-F238E27FC236}">
                  <a16:creationId xmlns:a16="http://schemas.microsoft.com/office/drawing/2014/main" id="{AB16D422-C57A-4921-B0A4-952A23B0B3C7}"/>
                </a:ext>
              </a:extLst>
            </p:cNvPr>
            <p:cNvSpPr>
              <a:spLocks noChangeShapeType="1"/>
            </p:cNvSpPr>
            <p:nvPr/>
          </p:nvSpPr>
          <p:spPr bwMode="auto">
            <a:xfrm flipV="1">
              <a:off x="8014302" y="3371370"/>
              <a:ext cx="0" cy="509889"/>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338" name="Rectangle 54">
              <a:extLst>
                <a:ext uri="{FF2B5EF4-FFF2-40B4-BE49-F238E27FC236}">
                  <a16:creationId xmlns:a16="http://schemas.microsoft.com/office/drawing/2014/main" id="{F8A46DDB-6F1D-4056-B06D-76F70392D3D8}"/>
                </a:ext>
              </a:extLst>
            </p:cNvPr>
            <p:cNvSpPr>
              <a:spLocks noChangeArrowheads="1"/>
            </p:cNvSpPr>
            <p:nvPr/>
          </p:nvSpPr>
          <p:spPr bwMode="auto">
            <a:xfrm>
              <a:off x="7753632" y="3380403"/>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339" name="Rectangle 55">
              <a:extLst>
                <a:ext uri="{FF2B5EF4-FFF2-40B4-BE49-F238E27FC236}">
                  <a16:creationId xmlns:a16="http://schemas.microsoft.com/office/drawing/2014/main" id="{9C747803-9148-4DC7-8C7E-4E62C28D21FA}"/>
                </a:ext>
              </a:extLst>
            </p:cNvPr>
            <p:cNvSpPr>
              <a:spLocks noChangeArrowheads="1"/>
            </p:cNvSpPr>
            <p:nvPr/>
          </p:nvSpPr>
          <p:spPr bwMode="auto">
            <a:xfrm>
              <a:off x="7883685" y="3507237"/>
              <a:ext cx="79469" cy="190724"/>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3</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340" name="Text Box 67">
              <a:extLst>
                <a:ext uri="{FF2B5EF4-FFF2-40B4-BE49-F238E27FC236}">
                  <a16:creationId xmlns:a16="http://schemas.microsoft.com/office/drawing/2014/main" id="{B2587748-0F29-44B8-84E9-D7C7104955FA}"/>
                </a:ext>
              </a:extLst>
            </p:cNvPr>
            <p:cNvSpPr txBox="1">
              <a:spLocks noChangeArrowheads="1"/>
            </p:cNvSpPr>
            <p:nvPr/>
          </p:nvSpPr>
          <p:spPr bwMode="auto">
            <a:xfrm>
              <a:off x="7827278" y="3662852"/>
              <a:ext cx="266629" cy="432309"/>
            </a:xfrm>
            <a:prstGeom prst="rect">
              <a:avLst/>
            </a:prstGeom>
            <a:noFill/>
            <a:ln w="19050"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70C0"/>
                  </a:solidFill>
                  <a:effectLst/>
                  <a:uLnTx/>
                  <a:uFillTx/>
                  <a:latin typeface="+mn-lt"/>
                  <a:ea typeface="宋体" pitchFamily="2" charset="-122"/>
                  <a:cs typeface="+mn-cs"/>
                </a:rPr>
                <a:t>0</a:t>
              </a:r>
            </a:p>
          </p:txBody>
        </p:sp>
        <p:pic>
          <p:nvPicPr>
            <p:cNvPr id="342" name="图片 341">
              <a:extLst>
                <a:ext uri="{FF2B5EF4-FFF2-40B4-BE49-F238E27FC236}">
                  <a16:creationId xmlns:a16="http://schemas.microsoft.com/office/drawing/2014/main" id="{63AC5D5B-7653-4960-81B7-1A0D68AB737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64801" y="3671505"/>
              <a:ext cx="751985" cy="375993"/>
            </a:xfrm>
            <a:prstGeom prst="rect">
              <a:avLst/>
            </a:prstGeom>
            <a:ln w="19050">
              <a:noFill/>
            </a:ln>
          </p:spPr>
        </p:pic>
        <p:sp>
          <p:nvSpPr>
            <p:cNvPr id="343" name="Line 45">
              <a:extLst>
                <a:ext uri="{FF2B5EF4-FFF2-40B4-BE49-F238E27FC236}">
                  <a16:creationId xmlns:a16="http://schemas.microsoft.com/office/drawing/2014/main" id="{E7698916-0446-4B43-A2E9-2AAD3F669060}"/>
                </a:ext>
              </a:extLst>
            </p:cNvPr>
            <p:cNvSpPr>
              <a:spLocks noChangeShapeType="1"/>
            </p:cNvSpPr>
            <p:nvPr/>
          </p:nvSpPr>
          <p:spPr bwMode="auto">
            <a:xfrm flipV="1">
              <a:off x="6607826" y="3356295"/>
              <a:ext cx="855" cy="425866"/>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344" name="Line 45">
              <a:extLst>
                <a:ext uri="{FF2B5EF4-FFF2-40B4-BE49-F238E27FC236}">
                  <a16:creationId xmlns:a16="http://schemas.microsoft.com/office/drawing/2014/main" id="{FA5A7D89-C9FB-431A-A836-382844B08F98}"/>
                </a:ext>
              </a:extLst>
            </p:cNvPr>
            <p:cNvSpPr>
              <a:spLocks noChangeShapeType="1"/>
            </p:cNvSpPr>
            <p:nvPr/>
          </p:nvSpPr>
          <p:spPr bwMode="auto">
            <a:xfrm flipH="1" flipV="1">
              <a:off x="6610432" y="3356295"/>
              <a:ext cx="1403011" cy="7443"/>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346" name="Line 45">
              <a:extLst>
                <a:ext uri="{FF2B5EF4-FFF2-40B4-BE49-F238E27FC236}">
                  <a16:creationId xmlns:a16="http://schemas.microsoft.com/office/drawing/2014/main" id="{A0A23A6C-38BD-43BC-BA0B-15362F454FD6}"/>
                </a:ext>
              </a:extLst>
            </p:cNvPr>
            <p:cNvSpPr>
              <a:spLocks noChangeShapeType="1"/>
            </p:cNvSpPr>
            <p:nvPr/>
          </p:nvSpPr>
          <p:spPr bwMode="auto">
            <a:xfrm flipV="1">
              <a:off x="6472650" y="3152345"/>
              <a:ext cx="0" cy="766697"/>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347" name="Line 42">
              <a:extLst>
                <a:ext uri="{FF2B5EF4-FFF2-40B4-BE49-F238E27FC236}">
                  <a16:creationId xmlns:a16="http://schemas.microsoft.com/office/drawing/2014/main" id="{04D0F8BB-CE41-41FC-ACDF-25C10254471F}"/>
                </a:ext>
              </a:extLst>
            </p:cNvPr>
            <p:cNvSpPr>
              <a:spLocks noChangeShapeType="1"/>
            </p:cNvSpPr>
            <p:nvPr/>
          </p:nvSpPr>
          <p:spPr bwMode="auto">
            <a:xfrm flipH="1">
              <a:off x="6472577" y="3934774"/>
              <a:ext cx="261322"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349" name="Line 45">
              <a:extLst>
                <a:ext uri="{FF2B5EF4-FFF2-40B4-BE49-F238E27FC236}">
                  <a16:creationId xmlns:a16="http://schemas.microsoft.com/office/drawing/2014/main" id="{46C0451C-94C3-4162-8E28-FBAF7D8866AF}"/>
                </a:ext>
              </a:extLst>
            </p:cNvPr>
            <p:cNvSpPr>
              <a:spLocks noChangeShapeType="1"/>
            </p:cNvSpPr>
            <p:nvPr/>
          </p:nvSpPr>
          <p:spPr bwMode="auto">
            <a:xfrm flipV="1">
              <a:off x="6611101" y="4198342"/>
              <a:ext cx="0" cy="195783"/>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grpSp>
      <mc:AlternateContent xmlns:mc="http://schemas.openxmlformats.org/markup-compatibility/2006" xmlns:a14="http://schemas.microsoft.com/office/drawing/2010/main">
        <mc:Choice Requires="a14">
          <p:sp>
            <p:nvSpPr>
              <p:cNvPr id="502" name="文本框 501">
                <a:extLst>
                  <a:ext uri="{FF2B5EF4-FFF2-40B4-BE49-F238E27FC236}">
                    <a16:creationId xmlns:a16="http://schemas.microsoft.com/office/drawing/2014/main" id="{1EA6C48B-D227-42AD-8104-D6955B604C7B}"/>
                  </a:ext>
                </a:extLst>
              </p:cNvPr>
              <p:cNvSpPr txBox="1"/>
              <p:nvPr/>
            </p:nvSpPr>
            <p:spPr>
              <a:xfrm>
                <a:off x="3141902" y="5313459"/>
                <a:ext cx="3030573" cy="369332"/>
              </a:xfrm>
              <a:prstGeom prst="rect">
                <a:avLst/>
              </a:prstGeom>
              <a:noFill/>
            </p:spPr>
            <p:txBody>
              <a:bodyPr wrap="none" lIns="0" tIns="0" rIns="0" bIns="0" rtlCol="0">
                <a:spAutoFit/>
              </a:bodyPr>
              <a:lstStyle/>
              <a:p>
                <a:r>
                  <a:rPr lang="zh-CN" altLang="en-US" sz="2400" dirty="0">
                    <a:latin typeface="+mn-lt"/>
                    <a:ea typeface="SimHei" panose="02010609060101010101" pitchFamily="49" charset="-122"/>
                    <a:cs typeface="Times New Roman" panose="02020603050405020304" pitchFamily="18" charset="0"/>
                  </a:rPr>
                  <a:t>次态方程</a:t>
                </a:r>
                <a:r>
                  <a:rPr lang="en-US" altLang="zh-CN" sz="2400" b="0" dirty="0">
                    <a:solidFill>
                      <a:schemeClr val="tx1"/>
                    </a:solidFill>
                    <a:latin typeface="+mn-lt"/>
                  </a:rPr>
                  <a:t>:</a:t>
                </a:r>
                <a:r>
                  <a:rPr lang="zh-CN" altLang="en-US" sz="2400" b="0" dirty="0">
                    <a:solidFill>
                      <a:schemeClr val="tx1"/>
                    </a:solidFill>
                    <a:latin typeface="+mn-lt"/>
                  </a:rPr>
                  <a:t> </a:t>
                </a:r>
                <a14:m>
                  <m:oMath xmlns:m="http://schemas.openxmlformats.org/officeDocument/2006/math">
                    <m:sSup>
                      <m:sSupPr>
                        <m:ctrlPr>
                          <a:rPr lang="en-US" altLang="zh-CN" sz="2400" b="0" i="1" smtClean="0">
                            <a:solidFill>
                              <a:schemeClr val="tx1"/>
                            </a:solidFill>
                            <a:latin typeface="Cambria Math" panose="02040503050406030204" pitchFamily="18" charset="0"/>
                          </a:rPr>
                        </m:ctrlPr>
                      </m:sSupPr>
                      <m:e>
                        <m:r>
                          <a:rPr lang="en-US" altLang="zh-CN" sz="2400" b="0" i="1" smtClean="0">
                            <a:solidFill>
                              <a:schemeClr val="tx1"/>
                            </a:solidFill>
                            <a:latin typeface="Cambria Math" panose="02040503050406030204" pitchFamily="18" charset="0"/>
                          </a:rPr>
                          <m:t>𝑄</m:t>
                        </m:r>
                      </m:e>
                      <m:sup>
                        <m:r>
                          <a:rPr lang="en-US" altLang="zh-CN" sz="2400" b="0" i="1" smtClean="0">
                            <a:solidFill>
                              <a:schemeClr val="tx1"/>
                            </a:solidFill>
                            <a:latin typeface="Cambria Math" panose="02040503050406030204" pitchFamily="18" charset="0"/>
                          </a:rPr>
                          <m:t>+</m:t>
                        </m:r>
                      </m:sup>
                    </m:sSup>
                    <m:r>
                      <a:rPr lang="en-US" altLang="zh-CN" sz="2400" b="0" i="1" smtClean="0">
                        <a:solidFill>
                          <a:schemeClr val="tx1"/>
                        </a:solidFill>
                        <a:latin typeface="Cambria Math" panose="02040503050406030204" pitchFamily="18" charset="0"/>
                      </a:rPr>
                      <m:t>=</m:t>
                    </m:r>
                    <m:r>
                      <a:rPr lang="en-US" altLang="zh-CN" sz="2400" b="0" i="1" smtClean="0">
                        <a:solidFill>
                          <a:schemeClr val="tx1"/>
                        </a:solidFill>
                        <a:latin typeface="Cambria Math" panose="02040503050406030204" pitchFamily="18" charset="0"/>
                      </a:rPr>
                      <m:t>𝐼𝑁</m:t>
                    </m:r>
                    <m:r>
                      <a:rPr lang="en-US" altLang="zh-CN" sz="2400" b="0" i="1" smtClean="0">
                        <a:solidFill>
                          <a:schemeClr val="tx1"/>
                        </a:solidFill>
                        <a:latin typeface="Cambria Math" panose="02040503050406030204" pitchFamily="18" charset="0"/>
                        <a:ea typeface="Cambria Math" panose="02040503050406030204" pitchFamily="18" charset="0"/>
                      </a:rPr>
                      <m:t>⨁</m:t>
                    </m:r>
                    <m:r>
                      <a:rPr lang="en-US" altLang="zh-CN" sz="2400" b="0" i="1" smtClean="0">
                        <a:solidFill>
                          <a:schemeClr val="tx1"/>
                        </a:solidFill>
                        <a:latin typeface="Cambria Math" panose="02040503050406030204" pitchFamily="18" charset="0"/>
                        <a:ea typeface="Cambria Math" panose="02040503050406030204" pitchFamily="18" charset="0"/>
                      </a:rPr>
                      <m:t>𝑄</m:t>
                    </m:r>
                  </m:oMath>
                </a14:m>
                <a:endParaRPr lang="zh-CN" altLang="en-US" sz="2400" b="0" i="1" dirty="0">
                  <a:solidFill>
                    <a:srgbClr val="C00000"/>
                  </a:solidFill>
                  <a:latin typeface="+mn-lt"/>
                </a:endParaRPr>
              </a:p>
            </p:txBody>
          </p:sp>
        </mc:Choice>
        <mc:Fallback xmlns="">
          <p:sp>
            <p:nvSpPr>
              <p:cNvPr id="502" name="文本框 501">
                <a:extLst>
                  <a:ext uri="{FF2B5EF4-FFF2-40B4-BE49-F238E27FC236}">
                    <a16:creationId xmlns:a16="http://schemas.microsoft.com/office/drawing/2014/main" id="{1EA6C48B-D227-42AD-8104-D6955B604C7B}"/>
                  </a:ext>
                </a:extLst>
              </p:cNvPr>
              <p:cNvSpPr txBox="1">
                <a:spLocks noRot="1" noChangeAspect="1" noMove="1" noResize="1" noEditPoints="1" noAdjustHandles="1" noChangeArrowheads="1" noChangeShapeType="1" noTextEdit="1"/>
              </p:cNvSpPr>
              <p:nvPr/>
            </p:nvSpPr>
            <p:spPr>
              <a:xfrm>
                <a:off x="3141902" y="5313459"/>
                <a:ext cx="3030573" cy="369332"/>
              </a:xfrm>
              <a:prstGeom prst="rect">
                <a:avLst/>
              </a:prstGeom>
              <a:blipFill>
                <a:blip r:embed="rId4"/>
                <a:stretch>
                  <a:fillRect l="-6024" t="-31667" r="-3213" b="-516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8881911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灯片编号占位符 110"/>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13123CC-A5CC-40BF-912E-9416D5179362}" type="slidenum">
              <a:rPr kumimoji="0" lang="en-US" altLang="zh-CN" sz="1200" b="0" i="0" u="none" strike="noStrike" kern="1200" cap="none" spc="0" normalizeH="0" baseline="0" noProof="0" smtClean="0">
                <a:ln>
                  <a:noFill/>
                </a:ln>
                <a:solidFill>
                  <a:srgbClr val="000000"/>
                </a:solidFill>
                <a:effectLst/>
                <a:uLnTx/>
                <a:uFillTx/>
                <a:latin typeface="Arial Black"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103</a:t>
            </a:fld>
            <a:endParaRPr kumimoji="0" lang="en-US" altLang="zh-CN" sz="1200" b="0" i="0" u="none" strike="noStrike" kern="1200" cap="none" spc="0" normalizeH="0" baseline="0" noProof="0" dirty="0">
              <a:ln>
                <a:noFill/>
              </a:ln>
              <a:solidFill>
                <a:srgbClr val="000000"/>
              </a:solidFill>
              <a:effectLst/>
              <a:uLnTx/>
              <a:uFillTx/>
              <a:latin typeface="Arial Black" pitchFamily="34" charset="0"/>
              <a:ea typeface="宋体" pitchFamily="2" charset="-122"/>
              <a:cs typeface="+mn-cs"/>
            </a:endParaRPr>
          </a:p>
        </p:txBody>
      </p:sp>
      <p:sp>
        <p:nvSpPr>
          <p:cNvPr id="3" name="内容占位符 2">
            <a:extLst>
              <a:ext uri="{FF2B5EF4-FFF2-40B4-BE49-F238E27FC236}">
                <a16:creationId xmlns:a16="http://schemas.microsoft.com/office/drawing/2014/main" id="{BD6A9010-6FAD-4C0F-925A-7BA86438DD03}"/>
              </a:ext>
            </a:extLst>
          </p:cNvPr>
          <p:cNvSpPr>
            <a:spLocks noGrp="1"/>
          </p:cNvSpPr>
          <p:nvPr>
            <p:ph idx="4294967295"/>
          </p:nvPr>
        </p:nvSpPr>
        <p:spPr>
          <a:xfrm>
            <a:off x="536031" y="1393031"/>
            <a:ext cx="7886700" cy="4351338"/>
          </a:xfrm>
        </p:spPr>
        <p:txBody>
          <a:bodyPr/>
          <a:lstStyle/>
          <a:p>
            <a:r>
              <a:rPr lang="zh-CN" altLang="en-US" sz="2800" b="0" kern="0" dirty="0">
                <a:solidFill>
                  <a:srgbClr val="000000"/>
                </a:solidFill>
                <a:ea typeface="黑体"/>
              </a:rPr>
              <a:t>异步</a:t>
            </a:r>
            <a:endParaRPr lang="en-US" altLang="zh-CN" sz="2800" b="0" kern="0" dirty="0">
              <a:solidFill>
                <a:srgbClr val="000000"/>
              </a:solidFill>
              <a:ea typeface="黑体"/>
            </a:endParaRPr>
          </a:p>
          <a:p>
            <a:pPr lvl="1"/>
            <a:r>
              <a:rPr lang="zh-CN" altLang="en-US" sz="2400" b="0" kern="0" dirty="0">
                <a:solidFill>
                  <a:srgbClr val="000000"/>
                </a:solidFill>
                <a:latin typeface="Calibri"/>
                <a:ea typeface="黑体"/>
              </a:rPr>
              <a:t>各个触发器没有使用同一个时钟信号</a:t>
            </a:r>
            <a:endParaRPr lang="zh-CN" altLang="en-US" sz="2400" b="0" dirty="0"/>
          </a:p>
          <a:p>
            <a:pPr lvl="1"/>
            <a:endParaRPr lang="en-US" altLang="zh-CN" sz="2000" b="0" kern="0" dirty="0">
              <a:solidFill>
                <a:srgbClr val="C00000"/>
              </a:solidFill>
              <a:ea typeface="黑体"/>
            </a:endParaRPr>
          </a:p>
        </p:txBody>
      </p:sp>
      <p:sp>
        <p:nvSpPr>
          <p:cNvPr id="87" name="Text Box 100">
            <a:extLst>
              <a:ext uri="{FF2B5EF4-FFF2-40B4-BE49-F238E27FC236}">
                <a16:creationId xmlns:a16="http://schemas.microsoft.com/office/drawing/2014/main" id="{E4BF27FB-D033-054A-8611-9DB8243229F9}"/>
              </a:ext>
            </a:extLst>
          </p:cNvPr>
          <p:cNvSpPr txBox="1">
            <a:spLocks noChangeArrowheads="1"/>
          </p:cNvSpPr>
          <p:nvPr/>
        </p:nvSpPr>
        <p:spPr bwMode="auto">
          <a:xfrm>
            <a:off x="2158431" y="3992217"/>
            <a:ext cx="1295400" cy="523220"/>
          </a:xfrm>
          <a:prstGeom prst="rect">
            <a:avLst/>
          </a:prstGeom>
          <a:noFill/>
          <a:ln w="9525"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70C0"/>
                </a:solidFill>
                <a:effectLst/>
                <a:uLnTx/>
                <a:uFillTx/>
                <a:latin typeface="+mn-lt"/>
                <a:ea typeface="宋体" pitchFamily="2" charset="-122"/>
                <a:cs typeface="+mn-cs"/>
                <a:sym typeface="Symbol" pitchFamily="18" charset="2"/>
              </a:rPr>
              <a:t></a:t>
            </a:r>
            <a:r>
              <a:rPr lang="en-US" altLang="zh-CN" sz="2800" b="0" noProof="0" dirty="0">
                <a:solidFill>
                  <a:srgbClr val="0070C0"/>
                </a:solidFill>
                <a:latin typeface="+mn-lt"/>
                <a:sym typeface="Symbol" pitchFamily="18" charset="2"/>
              </a:rPr>
              <a:t>1</a:t>
            </a:r>
            <a:endParaRPr kumimoji="0" lang="en-US" altLang="zh-CN" sz="2800" b="0" i="0" u="none" strike="noStrike" kern="1200" cap="none" spc="0" normalizeH="0" baseline="0" noProof="0" dirty="0">
              <a:ln>
                <a:noFill/>
              </a:ln>
              <a:solidFill>
                <a:srgbClr val="0070C0"/>
              </a:solidFill>
              <a:effectLst/>
              <a:uLnTx/>
              <a:uFillTx/>
              <a:latin typeface="+mn-lt"/>
            </a:endParaRPr>
          </a:p>
        </p:txBody>
      </p:sp>
      <p:sp>
        <p:nvSpPr>
          <p:cNvPr id="4" name="Title 4">
            <a:extLst>
              <a:ext uri="{FF2B5EF4-FFF2-40B4-BE49-F238E27FC236}">
                <a16:creationId xmlns:a16="http://schemas.microsoft.com/office/drawing/2014/main" id="{BFC99036-DE3A-3B8C-84A5-1087F48C8296}"/>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t>异步计数器</a:t>
            </a:r>
            <a:endParaRPr lang="en-CN" altLang="zh-CN" sz="4000" dirty="0">
              <a:solidFill>
                <a:srgbClr val="0000FF"/>
              </a:solidFill>
              <a:latin typeface="Arial" panose="020B0604020202020204" pitchFamily="34" charset="0"/>
              <a:cs typeface="Arial" panose="020B0604020202020204" pitchFamily="34" charset="0"/>
            </a:endParaRPr>
          </a:p>
        </p:txBody>
      </p:sp>
      <p:grpSp>
        <p:nvGrpSpPr>
          <p:cNvPr id="86" name="组合 85">
            <a:extLst>
              <a:ext uri="{FF2B5EF4-FFF2-40B4-BE49-F238E27FC236}">
                <a16:creationId xmlns:a16="http://schemas.microsoft.com/office/drawing/2014/main" id="{A66788C6-E098-43A7-A6EC-88BAB40A97FD}"/>
              </a:ext>
            </a:extLst>
          </p:cNvPr>
          <p:cNvGrpSpPr>
            <a:grpSpLocks noChangeAspect="1"/>
          </p:cNvGrpSpPr>
          <p:nvPr/>
        </p:nvGrpSpPr>
        <p:grpSpPr>
          <a:xfrm>
            <a:off x="248744" y="3114267"/>
            <a:ext cx="8742856" cy="2052338"/>
            <a:chOff x="870138" y="3081337"/>
            <a:chExt cx="7223769" cy="1695739"/>
          </a:xfrm>
        </p:grpSpPr>
        <p:sp>
          <p:nvSpPr>
            <p:cNvPr id="88" name="Rectangle 5">
              <a:extLst>
                <a:ext uri="{FF2B5EF4-FFF2-40B4-BE49-F238E27FC236}">
                  <a16:creationId xmlns:a16="http://schemas.microsoft.com/office/drawing/2014/main" id="{1C02E964-6E39-430B-A36D-E421FD442476}"/>
                </a:ext>
              </a:extLst>
            </p:cNvPr>
            <p:cNvSpPr>
              <a:spLocks noChangeArrowheads="1"/>
            </p:cNvSpPr>
            <p:nvPr/>
          </p:nvSpPr>
          <p:spPr bwMode="auto">
            <a:xfrm>
              <a:off x="2235310" y="3634880"/>
              <a:ext cx="588001" cy="953570"/>
            </a:xfrm>
            <a:prstGeom prst="rect">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89" name="Rectangle 6">
              <a:extLst>
                <a:ext uri="{FF2B5EF4-FFF2-40B4-BE49-F238E27FC236}">
                  <a16:creationId xmlns:a16="http://schemas.microsoft.com/office/drawing/2014/main" id="{0BF33C54-CF75-4939-B681-0ED201F70032}"/>
                </a:ext>
              </a:extLst>
            </p:cNvPr>
            <p:cNvSpPr>
              <a:spLocks noChangeArrowheads="1"/>
            </p:cNvSpPr>
            <p:nvPr/>
          </p:nvSpPr>
          <p:spPr bwMode="auto">
            <a:xfrm>
              <a:off x="2283171" y="3724682"/>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CN" sz="1500" i="1" dirty="0">
                  <a:solidFill>
                    <a:srgbClr val="000000"/>
                  </a:solidFill>
                  <a:latin typeface="Times New Roman" pitchFamily="18" charset="0"/>
                </a:rPr>
                <a:t>D</a:t>
              </a:r>
              <a:endParaRPr kumimoji="0" lang="en-US" altLang="zh-CN" sz="1500" b="0" i="0" u="none" strike="noStrike" kern="1200" cap="none" spc="0" normalizeH="0" baseline="0" noProof="0" dirty="0">
                <a:ln>
                  <a:noFill/>
                </a:ln>
                <a:solidFill>
                  <a:srgbClr val="000000"/>
                </a:solidFill>
                <a:effectLst/>
                <a:uLnTx/>
                <a:uFillTx/>
              </a:endParaRPr>
            </a:p>
          </p:txBody>
        </p:sp>
        <p:sp>
          <p:nvSpPr>
            <p:cNvPr id="90" name="Rectangle 7">
              <a:extLst>
                <a:ext uri="{FF2B5EF4-FFF2-40B4-BE49-F238E27FC236}">
                  <a16:creationId xmlns:a16="http://schemas.microsoft.com/office/drawing/2014/main" id="{8EC5B7DC-7510-49CA-AC0F-6FE9C8A79D15}"/>
                </a:ext>
              </a:extLst>
            </p:cNvPr>
            <p:cNvSpPr>
              <a:spLocks noChangeArrowheads="1"/>
            </p:cNvSpPr>
            <p:nvPr/>
          </p:nvSpPr>
          <p:spPr bwMode="auto">
            <a:xfrm>
              <a:off x="2631869" y="3710795"/>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a:ln>
                  <a:noFill/>
                </a:ln>
                <a:solidFill>
                  <a:srgbClr val="000000"/>
                </a:solidFill>
                <a:effectLst/>
                <a:uLnTx/>
                <a:uFillTx/>
                <a:ea typeface="宋体" pitchFamily="2" charset="-122"/>
                <a:cs typeface="+mn-cs"/>
              </a:endParaRPr>
            </a:p>
          </p:txBody>
        </p:sp>
        <p:sp>
          <p:nvSpPr>
            <p:cNvPr id="91" name="Rectangle 8">
              <a:extLst>
                <a:ext uri="{FF2B5EF4-FFF2-40B4-BE49-F238E27FC236}">
                  <a16:creationId xmlns:a16="http://schemas.microsoft.com/office/drawing/2014/main" id="{945B44D4-55F2-465E-A4B4-AEE0C0C6D249}"/>
                </a:ext>
              </a:extLst>
            </p:cNvPr>
            <p:cNvSpPr>
              <a:spLocks noChangeArrowheads="1"/>
            </p:cNvSpPr>
            <p:nvPr/>
          </p:nvSpPr>
          <p:spPr bwMode="auto">
            <a:xfrm>
              <a:off x="2644689" y="4214428"/>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92" name="Oval 9">
              <a:extLst>
                <a:ext uri="{FF2B5EF4-FFF2-40B4-BE49-F238E27FC236}">
                  <a16:creationId xmlns:a16="http://schemas.microsoft.com/office/drawing/2014/main" id="{3AD18902-E15D-4CC4-B290-E8774979B1EC}"/>
                </a:ext>
              </a:extLst>
            </p:cNvPr>
            <p:cNvSpPr>
              <a:spLocks noChangeArrowheads="1"/>
            </p:cNvSpPr>
            <p:nvPr/>
          </p:nvSpPr>
          <p:spPr bwMode="auto">
            <a:xfrm>
              <a:off x="2823311" y="4323672"/>
              <a:ext cx="109728" cy="105541"/>
            </a:xfrm>
            <a:prstGeom prst="ellipse">
              <a:avLst/>
            </a:prstGeom>
            <a:solidFill>
              <a:srgbClr val="FFFFFF"/>
            </a:solidFill>
            <a:ln w="1905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93" name="Oval 10">
              <a:extLst>
                <a:ext uri="{FF2B5EF4-FFF2-40B4-BE49-F238E27FC236}">
                  <a16:creationId xmlns:a16="http://schemas.microsoft.com/office/drawing/2014/main" id="{9D189713-F592-4C33-9CF2-6FC11B6370E5}"/>
                </a:ext>
              </a:extLst>
            </p:cNvPr>
            <p:cNvSpPr>
              <a:spLocks noChangeArrowheads="1"/>
            </p:cNvSpPr>
            <p:nvPr/>
          </p:nvSpPr>
          <p:spPr bwMode="auto">
            <a:xfrm>
              <a:off x="2823311" y="4323672"/>
              <a:ext cx="109728" cy="105541"/>
            </a:xfrm>
            <a:prstGeom prst="ellips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94" name="Rectangle 11">
              <a:extLst>
                <a:ext uri="{FF2B5EF4-FFF2-40B4-BE49-F238E27FC236}">
                  <a16:creationId xmlns:a16="http://schemas.microsoft.com/office/drawing/2014/main" id="{C81D5FDE-79B8-4718-BC21-943127924CC7}"/>
                </a:ext>
              </a:extLst>
            </p:cNvPr>
            <p:cNvSpPr>
              <a:spLocks noChangeArrowheads="1"/>
            </p:cNvSpPr>
            <p:nvPr/>
          </p:nvSpPr>
          <p:spPr bwMode="auto">
            <a:xfrm>
              <a:off x="2399404" y="4032972"/>
              <a:ext cx="12819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95" name="Freeform 12">
              <a:extLst>
                <a:ext uri="{FF2B5EF4-FFF2-40B4-BE49-F238E27FC236}">
                  <a16:creationId xmlns:a16="http://schemas.microsoft.com/office/drawing/2014/main" id="{E73BEE1E-ED6E-4BD9-8847-26EFFE6371CA}"/>
                </a:ext>
              </a:extLst>
            </p:cNvPr>
            <p:cNvSpPr>
              <a:spLocks/>
            </p:cNvSpPr>
            <p:nvPr/>
          </p:nvSpPr>
          <p:spPr bwMode="auto">
            <a:xfrm>
              <a:off x="2235310" y="4058894"/>
              <a:ext cx="147000" cy="212007"/>
            </a:xfrm>
            <a:custGeom>
              <a:avLst/>
              <a:gdLst>
                <a:gd name="T0" fmla="*/ 0 w 172"/>
                <a:gd name="T1" fmla="*/ 229 h 229"/>
                <a:gd name="T2" fmla="*/ 172 w 172"/>
                <a:gd name="T3" fmla="*/ 115 h 229"/>
                <a:gd name="T4" fmla="*/ 0 w 172"/>
                <a:gd name="T5" fmla="*/ 0 h 229"/>
                <a:gd name="T6" fmla="*/ 0 60000 65536"/>
                <a:gd name="T7" fmla="*/ 0 60000 65536"/>
                <a:gd name="T8" fmla="*/ 0 60000 65536"/>
                <a:gd name="T9" fmla="*/ 0 w 172"/>
                <a:gd name="T10" fmla="*/ 0 h 229"/>
                <a:gd name="T11" fmla="*/ 172 w 172"/>
                <a:gd name="T12" fmla="*/ 229 h 229"/>
              </a:gdLst>
              <a:ahLst/>
              <a:cxnLst>
                <a:cxn ang="T6">
                  <a:pos x="T0" y="T1"/>
                </a:cxn>
                <a:cxn ang="T7">
                  <a:pos x="T2" y="T3"/>
                </a:cxn>
                <a:cxn ang="T8">
                  <a:pos x="T4" y="T5"/>
                </a:cxn>
              </a:cxnLst>
              <a:rect l="T9" t="T10" r="T11" b="T12"/>
              <a:pathLst>
                <a:path w="172" h="229">
                  <a:moveTo>
                    <a:pt x="0" y="229"/>
                  </a:moveTo>
                  <a:lnTo>
                    <a:pt x="172" y="115"/>
                  </a:lnTo>
                  <a:lnTo>
                    <a:pt x="0" y="0"/>
                  </a:lnTo>
                </a:path>
              </a:pathLst>
            </a:custGeom>
            <a:noFill/>
            <a:ln w="19050"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96" name="Line 37">
              <a:extLst>
                <a:ext uri="{FF2B5EF4-FFF2-40B4-BE49-F238E27FC236}">
                  <a16:creationId xmlns:a16="http://schemas.microsoft.com/office/drawing/2014/main" id="{DD306CFC-3279-4E7C-9C5A-A71D51CC6D3D}"/>
                </a:ext>
              </a:extLst>
            </p:cNvPr>
            <p:cNvSpPr>
              <a:spLocks noChangeShapeType="1"/>
            </p:cNvSpPr>
            <p:nvPr/>
          </p:nvSpPr>
          <p:spPr bwMode="auto">
            <a:xfrm>
              <a:off x="2823312" y="3847813"/>
              <a:ext cx="147000" cy="926"/>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97" name="Line 42">
              <a:extLst>
                <a:ext uri="{FF2B5EF4-FFF2-40B4-BE49-F238E27FC236}">
                  <a16:creationId xmlns:a16="http://schemas.microsoft.com/office/drawing/2014/main" id="{2C3144AB-3AB2-46E3-BFD3-8C078BF5BCC0}"/>
                </a:ext>
              </a:extLst>
            </p:cNvPr>
            <p:cNvSpPr>
              <a:spLocks noChangeShapeType="1"/>
            </p:cNvSpPr>
            <p:nvPr/>
          </p:nvSpPr>
          <p:spPr bwMode="auto">
            <a:xfrm flipH="1">
              <a:off x="1745594" y="4165361"/>
              <a:ext cx="489716" cy="926"/>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98" name="Rectangle 43">
              <a:extLst>
                <a:ext uri="{FF2B5EF4-FFF2-40B4-BE49-F238E27FC236}">
                  <a16:creationId xmlns:a16="http://schemas.microsoft.com/office/drawing/2014/main" id="{2A5A7EA6-1FB6-4946-98EE-4D3291C5D383}"/>
                </a:ext>
              </a:extLst>
            </p:cNvPr>
            <p:cNvSpPr>
              <a:spLocks noChangeArrowheads="1"/>
            </p:cNvSpPr>
            <p:nvPr/>
          </p:nvSpPr>
          <p:spPr bwMode="auto">
            <a:xfrm>
              <a:off x="1069556" y="4039807"/>
              <a:ext cx="613234" cy="508599"/>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mn-lt"/>
                </a:rPr>
                <a:t>Count</a:t>
              </a:r>
            </a:p>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CN" sz="2000" b="0" dirty="0">
                  <a:solidFill>
                    <a:srgbClr val="000000"/>
                  </a:solidFill>
                  <a:latin typeface="+mn-lt"/>
                </a:rPr>
                <a:t>pulses</a:t>
              </a:r>
              <a:endParaRPr kumimoji="0" lang="en-US" altLang="zh-CN" sz="2000" b="0" i="0" u="none" strike="noStrike" kern="1200" cap="none" spc="0" normalizeH="0" baseline="0" noProof="0" dirty="0">
                <a:ln>
                  <a:noFill/>
                </a:ln>
                <a:solidFill>
                  <a:srgbClr val="000000"/>
                </a:solidFill>
                <a:effectLst/>
                <a:uLnTx/>
                <a:uFillTx/>
                <a:latin typeface="+mn-lt"/>
              </a:endParaRPr>
            </a:p>
          </p:txBody>
        </p:sp>
        <p:sp>
          <p:nvSpPr>
            <p:cNvPr id="99" name="Line 45">
              <a:extLst>
                <a:ext uri="{FF2B5EF4-FFF2-40B4-BE49-F238E27FC236}">
                  <a16:creationId xmlns:a16="http://schemas.microsoft.com/office/drawing/2014/main" id="{CE2EB5A3-2CCF-4E84-BB27-E0981767A1B9}"/>
                </a:ext>
              </a:extLst>
            </p:cNvPr>
            <p:cNvSpPr>
              <a:spLocks noChangeShapeType="1"/>
            </p:cNvSpPr>
            <p:nvPr/>
          </p:nvSpPr>
          <p:spPr bwMode="auto">
            <a:xfrm flipV="1">
              <a:off x="2970313" y="3337924"/>
              <a:ext cx="0" cy="509889"/>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00" name="Rectangle 54">
              <a:extLst>
                <a:ext uri="{FF2B5EF4-FFF2-40B4-BE49-F238E27FC236}">
                  <a16:creationId xmlns:a16="http://schemas.microsoft.com/office/drawing/2014/main" id="{2243BD8A-DD84-425B-B306-7E23ECB15E00}"/>
                </a:ext>
              </a:extLst>
            </p:cNvPr>
            <p:cNvSpPr>
              <a:spLocks noChangeArrowheads="1"/>
            </p:cNvSpPr>
            <p:nvPr/>
          </p:nvSpPr>
          <p:spPr bwMode="auto">
            <a:xfrm>
              <a:off x="2709643" y="3346957"/>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01" name="Rectangle 55">
              <a:extLst>
                <a:ext uri="{FF2B5EF4-FFF2-40B4-BE49-F238E27FC236}">
                  <a16:creationId xmlns:a16="http://schemas.microsoft.com/office/drawing/2014/main" id="{BC23D67D-77F8-40E2-811A-C1A3B7C198C3}"/>
                </a:ext>
              </a:extLst>
            </p:cNvPr>
            <p:cNvSpPr>
              <a:spLocks noChangeArrowheads="1"/>
            </p:cNvSpPr>
            <p:nvPr/>
          </p:nvSpPr>
          <p:spPr bwMode="auto">
            <a:xfrm>
              <a:off x="2839696" y="3473791"/>
              <a:ext cx="96576"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0</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02" name="Freeform 58">
              <a:extLst>
                <a:ext uri="{FF2B5EF4-FFF2-40B4-BE49-F238E27FC236}">
                  <a16:creationId xmlns:a16="http://schemas.microsoft.com/office/drawing/2014/main" id="{6F5AE12C-17DA-4BCE-8018-7FB82A0D54E0}"/>
                </a:ext>
              </a:extLst>
            </p:cNvPr>
            <p:cNvSpPr>
              <a:spLocks/>
            </p:cNvSpPr>
            <p:nvPr/>
          </p:nvSpPr>
          <p:spPr bwMode="auto">
            <a:xfrm>
              <a:off x="1240163" y="3854673"/>
              <a:ext cx="73152" cy="73152"/>
            </a:xfrm>
            <a:custGeom>
              <a:avLst/>
              <a:gdLst>
                <a:gd name="T0" fmla="*/ 48 w 104"/>
                <a:gd name="T1" fmla="*/ 0 h 104"/>
                <a:gd name="T2" fmla="*/ 94 w 104"/>
                <a:gd name="T3" fmla="*/ 46 h 104"/>
                <a:gd name="T4" fmla="*/ 48 w 104"/>
                <a:gd name="T5" fmla="*/ 92 h 104"/>
                <a:gd name="T6" fmla="*/ 48 w 104"/>
                <a:gd name="T7" fmla="*/ 92 h 104"/>
                <a:gd name="T8" fmla="*/ 0 w 104"/>
                <a:gd name="T9" fmla="*/ 46 h 104"/>
                <a:gd name="T10" fmla="*/ 48 w 104"/>
                <a:gd name="T11" fmla="*/ 0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52" y="0"/>
                  </a:moveTo>
                  <a:cubicBezTo>
                    <a:pt x="81" y="0"/>
                    <a:pt x="104" y="24"/>
                    <a:pt x="104" y="52"/>
                  </a:cubicBezTo>
                  <a:cubicBezTo>
                    <a:pt x="104" y="81"/>
                    <a:pt x="81" y="104"/>
                    <a:pt x="52" y="104"/>
                  </a:cubicBezTo>
                  <a:cubicBezTo>
                    <a:pt x="52" y="104"/>
                    <a:pt x="52" y="104"/>
                    <a:pt x="52" y="104"/>
                  </a:cubicBezTo>
                  <a:cubicBezTo>
                    <a:pt x="23" y="104"/>
                    <a:pt x="0" y="81"/>
                    <a:pt x="0" y="52"/>
                  </a:cubicBezTo>
                  <a:cubicBezTo>
                    <a:pt x="0" y="24"/>
                    <a:pt x="23" y="0"/>
                    <a:pt x="52" y="0"/>
                  </a:cubicBezTo>
                </a:path>
              </a:pathLst>
            </a:custGeom>
            <a:solidFill>
              <a:srgbClr val="000000"/>
            </a:solidFill>
            <a:ln w="1905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03" name="Rectangle 63">
              <a:extLst>
                <a:ext uri="{FF2B5EF4-FFF2-40B4-BE49-F238E27FC236}">
                  <a16:creationId xmlns:a16="http://schemas.microsoft.com/office/drawing/2014/main" id="{E449AA9B-2250-4798-9379-755FFFA813B8}"/>
                </a:ext>
              </a:extLst>
            </p:cNvPr>
            <p:cNvSpPr>
              <a:spLocks noChangeArrowheads="1"/>
            </p:cNvSpPr>
            <p:nvPr/>
          </p:nvSpPr>
          <p:spPr bwMode="auto">
            <a:xfrm>
              <a:off x="916454" y="3593226"/>
              <a:ext cx="141720" cy="305160"/>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mn-lt"/>
                  <a:ea typeface="宋体" pitchFamily="2" charset="-122"/>
                  <a:cs typeface="+mn-cs"/>
                </a:rPr>
                <a:t>1</a:t>
              </a:r>
            </a:p>
          </p:txBody>
        </p:sp>
        <p:sp>
          <p:nvSpPr>
            <p:cNvPr id="104" name="Text Box 67">
              <a:extLst>
                <a:ext uri="{FF2B5EF4-FFF2-40B4-BE49-F238E27FC236}">
                  <a16:creationId xmlns:a16="http://schemas.microsoft.com/office/drawing/2014/main" id="{C4A882ED-DECA-4BAE-B0B0-42F64D93BA15}"/>
                </a:ext>
              </a:extLst>
            </p:cNvPr>
            <p:cNvSpPr txBox="1">
              <a:spLocks noChangeArrowheads="1"/>
            </p:cNvSpPr>
            <p:nvPr/>
          </p:nvSpPr>
          <p:spPr bwMode="auto">
            <a:xfrm>
              <a:off x="2781557" y="3646508"/>
              <a:ext cx="266629" cy="432309"/>
            </a:xfrm>
            <a:prstGeom prst="rect">
              <a:avLst/>
            </a:prstGeom>
            <a:noFill/>
            <a:ln w="19050"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70C0"/>
                  </a:solidFill>
                  <a:effectLst/>
                  <a:uLnTx/>
                  <a:uFillTx/>
                  <a:latin typeface="+mn-lt"/>
                  <a:ea typeface="宋体" pitchFamily="2" charset="-122"/>
                  <a:cs typeface="+mn-cs"/>
                </a:rPr>
                <a:t>0</a:t>
              </a:r>
            </a:p>
          </p:txBody>
        </p:sp>
        <p:sp>
          <p:nvSpPr>
            <p:cNvPr id="105" name="Text Box 80">
              <a:extLst>
                <a:ext uri="{FF2B5EF4-FFF2-40B4-BE49-F238E27FC236}">
                  <a16:creationId xmlns:a16="http://schemas.microsoft.com/office/drawing/2014/main" id="{9F3384E8-57D6-438A-8C2C-BA7CA4FBF24D}"/>
                </a:ext>
              </a:extLst>
            </p:cNvPr>
            <p:cNvSpPr txBox="1">
              <a:spLocks noChangeArrowheads="1"/>
            </p:cNvSpPr>
            <p:nvPr/>
          </p:nvSpPr>
          <p:spPr bwMode="auto">
            <a:xfrm>
              <a:off x="2838279" y="4319043"/>
              <a:ext cx="266629" cy="432309"/>
            </a:xfrm>
            <a:prstGeom prst="rect">
              <a:avLst/>
            </a:prstGeom>
            <a:noFill/>
            <a:ln w="19050"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70C0"/>
                  </a:solidFill>
                  <a:effectLst/>
                  <a:uLnTx/>
                  <a:uFillTx/>
                  <a:latin typeface="+mn-lt"/>
                  <a:ea typeface="宋体" pitchFamily="2" charset="-122"/>
                  <a:cs typeface="+mn-cs"/>
                </a:rPr>
                <a:t>1</a:t>
              </a:r>
            </a:p>
          </p:txBody>
        </p:sp>
        <p:grpSp>
          <p:nvGrpSpPr>
            <p:cNvPr id="106" name="Group 75">
              <a:extLst>
                <a:ext uri="{FF2B5EF4-FFF2-40B4-BE49-F238E27FC236}">
                  <a16:creationId xmlns:a16="http://schemas.microsoft.com/office/drawing/2014/main" id="{A9AB6784-B9B0-4353-B9E8-B8912AD58556}"/>
                </a:ext>
              </a:extLst>
            </p:cNvPr>
            <p:cNvGrpSpPr>
              <a:grpSpLocks/>
            </p:cNvGrpSpPr>
            <p:nvPr/>
          </p:nvGrpSpPr>
          <p:grpSpPr bwMode="auto">
            <a:xfrm>
              <a:off x="1749895" y="4317179"/>
              <a:ext cx="355506" cy="311067"/>
              <a:chOff x="384" y="3600"/>
              <a:chExt cx="384" cy="336"/>
            </a:xfrm>
          </p:grpSpPr>
          <p:sp>
            <p:nvSpPr>
              <p:cNvPr id="183" name="Line 76">
                <a:extLst>
                  <a:ext uri="{FF2B5EF4-FFF2-40B4-BE49-F238E27FC236}">
                    <a16:creationId xmlns:a16="http://schemas.microsoft.com/office/drawing/2014/main" id="{025F1F9C-A62F-47DB-8FE3-B2A2D0617CA2}"/>
                  </a:ext>
                </a:extLst>
              </p:cNvPr>
              <p:cNvSpPr>
                <a:spLocks noChangeShapeType="1"/>
              </p:cNvSpPr>
              <p:nvPr/>
            </p:nvSpPr>
            <p:spPr bwMode="auto">
              <a:xfrm>
                <a:off x="384" y="3936"/>
                <a:ext cx="192" cy="0"/>
              </a:xfrm>
              <a:prstGeom prst="line">
                <a:avLst/>
              </a:prstGeom>
              <a:noFill/>
              <a:ln w="38100">
                <a:solidFill>
                  <a:srgbClr val="FF0066"/>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84" name="Line 77">
                <a:extLst>
                  <a:ext uri="{FF2B5EF4-FFF2-40B4-BE49-F238E27FC236}">
                    <a16:creationId xmlns:a16="http://schemas.microsoft.com/office/drawing/2014/main" id="{125C5FEE-B444-48D6-A600-145D28BAC2E0}"/>
                  </a:ext>
                </a:extLst>
              </p:cNvPr>
              <p:cNvSpPr>
                <a:spLocks noChangeShapeType="1"/>
              </p:cNvSpPr>
              <p:nvPr/>
            </p:nvSpPr>
            <p:spPr bwMode="auto">
              <a:xfrm>
                <a:off x="576" y="3600"/>
                <a:ext cx="192" cy="0"/>
              </a:xfrm>
              <a:prstGeom prst="line">
                <a:avLst/>
              </a:prstGeom>
              <a:noFill/>
              <a:ln w="38100">
                <a:solidFill>
                  <a:srgbClr val="FF0066"/>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85" name="Line 78">
                <a:extLst>
                  <a:ext uri="{FF2B5EF4-FFF2-40B4-BE49-F238E27FC236}">
                    <a16:creationId xmlns:a16="http://schemas.microsoft.com/office/drawing/2014/main" id="{17F214EE-F300-4C78-AEEE-E43E787C8AB4}"/>
                  </a:ext>
                </a:extLst>
              </p:cNvPr>
              <p:cNvSpPr>
                <a:spLocks noChangeShapeType="1"/>
              </p:cNvSpPr>
              <p:nvPr/>
            </p:nvSpPr>
            <p:spPr bwMode="auto">
              <a:xfrm flipV="1">
                <a:off x="576" y="3600"/>
                <a:ext cx="0" cy="336"/>
              </a:xfrm>
              <a:prstGeom prst="line">
                <a:avLst/>
              </a:prstGeom>
              <a:noFill/>
              <a:ln w="38100">
                <a:solidFill>
                  <a:srgbClr val="FF0066"/>
                </a:solidFill>
                <a:round/>
                <a:headEnd/>
                <a:tailEnd type="triangle" w="med" len="me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grpSp>
        <p:pic>
          <p:nvPicPr>
            <p:cNvPr id="107" name="图片 106">
              <a:extLst>
                <a:ext uri="{FF2B5EF4-FFF2-40B4-BE49-F238E27FC236}">
                  <a16:creationId xmlns:a16="http://schemas.microsoft.com/office/drawing/2014/main" id="{DF252F60-604C-407C-94E1-7CFAF9516F5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0812" y="3638059"/>
              <a:ext cx="751985" cy="375993"/>
            </a:xfrm>
            <a:prstGeom prst="rect">
              <a:avLst/>
            </a:prstGeom>
            <a:ln w="19050">
              <a:noFill/>
            </a:ln>
          </p:spPr>
        </p:pic>
        <p:sp>
          <p:nvSpPr>
            <p:cNvPr id="108" name="Line 42">
              <a:extLst>
                <a:ext uri="{FF2B5EF4-FFF2-40B4-BE49-F238E27FC236}">
                  <a16:creationId xmlns:a16="http://schemas.microsoft.com/office/drawing/2014/main" id="{B06E7247-930B-4AAE-9A2E-1C0F98ED1037}"/>
                </a:ext>
              </a:extLst>
            </p:cNvPr>
            <p:cNvSpPr>
              <a:spLocks noChangeShapeType="1"/>
            </p:cNvSpPr>
            <p:nvPr/>
          </p:nvSpPr>
          <p:spPr bwMode="auto">
            <a:xfrm flipH="1">
              <a:off x="870138" y="3899914"/>
              <a:ext cx="730159"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09" name="Line 45">
              <a:extLst>
                <a:ext uri="{FF2B5EF4-FFF2-40B4-BE49-F238E27FC236}">
                  <a16:creationId xmlns:a16="http://schemas.microsoft.com/office/drawing/2014/main" id="{91D3A393-6ADC-4F82-81A9-514BB298CCEB}"/>
                </a:ext>
              </a:extLst>
            </p:cNvPr>
            <p:cNvSpPr>
              <a:spLocks noChangeShapeType="1"/>
            </p:cNvSpPr>
            <p:nvPr/>
          </p:nvSpPr>
          <p:spPr bwMode="auto">
            <a:xfrm flipV="1">
              <a:off x="1563837" y="3322849"/>
              <a:ext cx="855" cy="425866"/>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0" name="Line 45">
              <a:extLst>
                <a:ext uri="{FF2B5EF4-FFF2-40B4-BE49-F238E27FC236}">
                  <a16:creationId xmlns:a16="http://schemas.microsoft.com/office/drawing/2014/main" id="{F5DC718D-F855-4CC2-BCEB-2E6E852D280A}"/>
                </a:ext>
              </a:extLst>
            </p:cNvPr>
            <p:cNvSpPr>
              <a:spLocks noChangeShapeType="1"/>
            </p:cNvSpPr>
            <p:nvPr/>
          </p:nvSpPr>
          <p:spPr bwMode="auto">
            <a:xfrm flipH="1" flipV="1">
              <a:off x="1566443" y="3322849"/>
              <a:ext cx="1403011" cy="7443"/>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2" name="Line 45">
              <a:extLst>
                <a:ext uri="{FF2B5EF4-FFF2-40B4-BE49-F238E27FC236}">
                  <a16:creationId xmlns:a16="http://schemas.microsoft.com/office/drawing/2014/main" id="{9A7E11A6-F189-4CDF-AB7F-44B00AF40587}"/>
                </a:ext>
              </a:extLst>
            </p:cNvPr>
            <p:cNvSpPr>
              <a:spLocks noChangeShapeType="1"/>
            </p:cNvSpPr>
            <p:nvPr/>
          </p:nvSpPr>
          <p:spPr bwMode="auto">
            <a:xfrm flipV="1">
              <a:off x="1274884" y="3118496"/>
              <a:ext cx="0" cy="77059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3" name="Line 45">
              <a:extLst>
                <a:ext uri="{FF2B5EF4-FFF2-40B4-BE49-F238E27FC236}">
                  <a16:creationId xmlns:a16="http://schemas.microsoft.com/office/drawing/2014/main" id="{BFBB3F1B-C627-45D8-A727-B85CB43B8F92}"/>
                </a:ext>
              </a:extLst>
            </p:cNvPr>
            <p:cNvSpPr>
              <a:spLocks noChangeShapeType="1"/>
            </p:cNvSpPr>
            <p:nvPr/>
          </p:nvSpPr>
          <p:spPr bwMode="auto">
            <a:xfrm flipH="1" flipV="1">
              <a:off x="1274883" y="3108358"/>
              <a:ext cx="2118597" cy="11361"/>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4" name="Line 37">
              <a:extLst>
                <a:ext uri="{FF2B5EF4-FFF2-40B4-BE49-F238E27FC236}">
                  <a16:creationId xmlns:a16="http://schemas.microsoft.com/office/drawing/2014/main" id="{98B916CD-281A-499D-A311-536ADC4A7623}"/>
                </a:ext>
              </a:extLst>
            </p:cNvPr>
            <p:cNvSpPr>
              <a:spLocks noChangeShapeType="1"/>
            </p:cNvSpPr>
            <p:nvPr/>
          </p:nvSpPr>
          <p:spPr bwMode="auto">
            <a:xfrm>
              <a:off x="2929529" y="4374071"/>
              <a:ext cx="315803"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5" name="Rectangle 5">
              <a:extLst>
                <a:ext uri="{FF2B5EF4-FFF2-40B4-BE49-F238E27FC236}">
                  <a16:creationId xmlns:a16="http://schemas.microsoft.com/office/drawing/2014/main" id="{13CDF8FA-80DF-41E6-A674-1258A0C5412B}"/>
                </a:ext>
              </a:extLst>
            </p:cNvPr>
            <p:cNvSpPr>
              <a:spLocks noChangeArrowheads="1"/>
            </p:cNvSpPr>
            <p:nvPr/>
          </p:nvSpPr>
          <p:spPr bwMode="auto">
            <a:xfrm>
              <a:off x="3911557" y="3649197"/>
              <a:ext cx="588001" cy="953570"/>
            </a:xfrm>
            <a:prstGeom prst="rect">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6" name="Rectangle 6">
              <a:extLst>
                <a:ext uri="{FF2B5EF4-FFF2-40B4-BE49-F238E27FC236}">
                  <a16:creationId xmlns:a16="http://schemas.microsoft.com/office/drawing/2014/main" id="{5C2A65B0-89B7-4A63-957A-3CD590498294}"/>
                </a:ext>
              </a:extLst>
            </p:cNvPr>
            <p:cNvSpPr>
              <a:spLocks noChangeArrowheads="1"/>
            </p:cNvSpPr>
            <p:nvPr/>
          </p:nvSpPr>
          <p:spPr bwMode="auto">
            <a:xfrm>
              <a:off x="3959418" y="3738999"/>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CN" sz="1500" i="1" dirty="0">
                  <a:solidFill>
                    <a:srgbClr val="000000"/>
                  </a:solidFill>
                  <a:latin typeface="Times New Roman" pitchFamily="18" charset="0"/>
                </a:rPr>
                <a:t>D</a:t>
              </a:r>
              <a:endParaRPr kumimoji="0" lang="en-US" altLang="zh-CN" sz="1500" b="0" i="0" u="none" strike="noStrike" kern="1200" cap="none" spc="0" normalizeH="0" baseline="0" noProof="0" dirty="0">
                <a:ln>
                  <a:noFill/>
                </a:ln>
                <a:solidFill>
                  <a:srgbClr val="000000"/>
                </a:solidFill>
                <a:effectLst/>
                <a:uLnTx/>
                <a:uFillTx/>
              </a:endParaRPr>
            </a:p>
          </p:txBody>
        </p:sp>
        <p:sp>
          <p:nvSpPr>
            <p:cNvPr id="117" name="Rectangle 7">
              <a:extLst>
                <a:ext uri="{FF2B5EF4-FFF2-40B4-BE49-F238E27FC236}">
                  <a16:creationId xmlns:a16="http://schemas.microsoft.com/office/drawing/2014/main" id="{152F8165-B8B6-4165-AA2D-CCEC2BEE93D8}"/>
                </a:ext>
              </a:extLst>
            </p:cNvPr>
            <p:cNvSpPr>
              <a:spLocks noChangeArrowheads="1"/>
            </p:cNvSpPr>
            <p:nvPr/>
          </p:nvSpPr>
          <p:spPr bwMode="auto">
            <a:xfrm>
              <a:off x="4308116" y="3725112"/>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a:ln>
                  <a:noFill/>
                </a:ln>
                <a:solidFill>
                  <a:srgbClr val="000000"/>
                </a:solidFill>
                <a:effectLst/>
                <a:uLnTx/>
                <a:uFillTx/>
                <a:ea typeface="宋体" pitchFamily="2" charset="-122"/>
                <a:cs typeface="+mn-cs"/>
              </a:endParaRPr>
            </a:p>
          </p:txBody>
        </p:sp>
        <p:sp>
          <p:nvSpPr>
            <p:cNvPr id="118" name="Rectangle 8">
              <a:extLst>
                <a:ext uri="{FF2B5EF4-FFF2-40B4-BE49-F238E27FC236}">
                  <a16:creationId xmlns:a16="http://schemas.microsoft.com/office/drawing/2014/main" id="{D3EBFBB2-EADC-40C0-9145-B76BC9748CB7}"/>
                </a:ext>
              </a:extLst>
            </p:cNvPr>
            <p:cNvSpPr>
              <a:spLocks noChangeArrowheads="1"/>
            </p:cNvSpPr>
            <p:nvPr/>
          </p:nvSpPr>
          <p:spPr bwMode="auto">
            <a:xfrm>
              <a:off x="4320936" y="4228745"/>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a:ln>
                  <a:noFill/>
                </a:ln>
                <a:solidFill>
                  <a:srgbClr val="000000"/>
                </a:solidFill>
                <a:effectLst/>
                <a:uLnTx/>
                <a:uFillTx/>
                <a:ea typeface="宋体" pitchFamily="2" charset="-122"/>
                <a:cs typeface="+mn-cs"/>
              </a:endParaRPr>
            </a:p>
          </p:txBody>
        </p:sp>
        <p:sp>
          <p:nvSpPr>
            <p:cNvPr id="119" name="Oval 9">
              <a:extLst>
                <a:ext uri="{FF2B5EF4-FFF2-40B4-BE49-F238E27FC236}">
                  <a16:creationId xmlns:a16="http://schemas.microsoft.com/office/drawing/2014/main" id="{43B27611-F922-443B-8353-171F435F5ECC}"/>
                </a:ext>
              </a:extLst>
            </p:cNvPr>
            <p:cNvSpPr>
              <a:spLocks noChangeArrowheads="1"/>
            </p:cNvSpPr>
            <p:nvPr/>
          </p:nvSpPr>
          <p:spPr bwMode="auto">
            <a:xfrm>
              <a:off x="4499558" y="4337989"/>
              <a:ext cx="109728" cy="105541"/>
            </a:xfrm>
            <a:prstGeom prst="ellipse">
              <a:avLst/>
            </a:prstGeom>
            <a:solidFill>
              <a:srgbClr val="FFFFFF"/>
            </a:solidFill>
            <a:ln w="1905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20" name="Oval 10">
              <a:extLst>
                <a:ext uri="{FF2B5EF4-FFF2-40B4-BE49-F238E27FC236}">
                  <a16:creationId xmlns:a16="http://schemas.microsoft.com/office/drawing/2014/main" id="{56C4AC54-0700-4F7F-90E1-C0A8CD7B0638}"/>
                </a:ext>
              </a:extLst>
            </p:cNvPr>
            <p:cNvSpPr>
              <a:spLocks noChangeArrowheads="1"/>
            </p:cNvSpPr>
            <p:nvPr/>
          </p:nvSpPr>
          <p:spPr bwMode="auto">
            <a:xfrm>
              <a:off x="4499558" y="4337989"/>
              <a:ext cx="109728" cy="105541"/>
            </a:xfrm>
            <a:prstGeom prst="ellips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21" name="Rectangle 11">
              <a:extLst>
                <a:ext uri="{FF2B5EF4-FFF2-40B4-BE49-F238E27FC236}">
                  <a16:creationId xmlns:a16="http://schemas.microsoft.com/office/drawing/2014/main" id="{DC8CFECC-43FF-4E68-A37C-CD25CE5E3EAD}"/>
                </a:ext>
              </a:extLst>
            </p:cNvPr>
            <p:cNvSpPr>
              <a:spLocks noChangeArrowheads="1"/>
            </p:cNvSpPr>
            <p:nvPr/>
          </p:nvSpPr>
          <p:spPr bwMode="auto">
            <a:xfrm>
              <a:off x="4075651" y="4047289"/>
              <a:ext cx="12819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22" name="Freeform 12">
              <a:extLst>
                <a:ext uri="{FF2B5EF4-FFF2-40B4-BE49-F238E27FC236}">
                  <a16:creationId xmlns:a16="http://schemas.microsoft.com/office/drawing/2014/main" id="{9FCF74D5-4565-4CA6-84FB-81DA2B0C0A20}"/>
                </a:ext>
              </a:extLst>
            </p:cNvPr>
            <p:cNvSpPr>
              <a:spLocks/>
            </p:cNvSpPr>
            <p:nvPr/>
          </p:nvSpPr>
          <p:spPr bwMode="auto">
            <a:xfrm>
              <a:off x="3911557" y="4073211"/>
              <a:ext cx="147000" cy="212007"/>
            </a:xfrm>
            <a:custGeom>
              <a:avLst/>
              <a:gdLst>
                <a:gd name="T0" fmla="*/ 0 w 172"/>
                <a:gd name="T1" fmla="*/ 229 h 229"/>
                <a:gd name="T2" fmla="*/ 172 w 172"/>
                <a:gd name="T3" fmla="*/ 115 h 229"/>
                <a:gd name="T4" fmla="*/ 0 w 172"/>
                <a:gd name="T5" fmla="*/ 0 h 229"/>
                <a:gd name="T6" fmla="*/ 0 60000 65536"/>
                <a:gd name="T7" fmla="*/ 0 60000 65536"/>
                <a:gd name="T8" fmla="*/ 0 60000 65536"/>
                <a:gd name="T9" fmla="*/ 0 w 172"/>
                <a:gd name="T10" fmla="*/ 0 h 229"/>
                <a:gd name="T11" fmla="*/ 172 w 172"/>
                <a:gd name="T12" fmla="*/ 229 h 229"/>
              </a:gdLst>
              <a:ahLst/>
              <a:cxnLst>
                <a:cxn ang="T6">
                  <a:pos x="T0" y="T1"/>
                </a:cxn>
                <a:cxn ang="T7">
                  <a:pos x="T2" y="T3"/>
                </a:cxn>
                <a:cxn ang="T8">
                  <a:pos x="T4" y="T5"/>
                </a:cxn>
              </a:cxnLst>
              <a:rect l="T9" t="T10" r="T11" b="T12"/>
              <a:pathLst>
                <a:path w="172" h="229">
                  <a:moveTo>
                    <a:pt x="0" y="229"/>
                  </a:moveTo>
                  <a:lnTo>
                    <a:pt x="172" y="115"/>
                  </a:lnTo>
                  <a:lnTo>
                    <a:pt x="0" y="0"/>
                  </a:lnTo>
                </a:path>
              </a:pathLst>
            </a:custGeom>
            <a:noFill/>
            <a:ln w="19050"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23" name="Line 37">
              <a:extLst>
                <a:ext uri="{FF2B5EF4-FFF2-40B4-BE49-F238E27FC236}">
                  <a16:creationId xmlns:a16="http://schemas.microsoft.com/office/drawing/2014/main" id="{8BC9F1C5-C0F0-452A-B094-78116A243BA4}"/>
                </a:ext>
              </a:extLst>
            </p:cNvPr>
            <p:cNvSpPr>
              <a:spLocks noChangeShapeType="1"/>
            </p:cNvSpPr>
            <p:nvPr/>
          </p:nvSpPr>
          <p:spPr bwMode="auto">
            <a:xfrm>
              <a:off x="4499559" y="3862130"/>
              <a:ext cx="147000" cy="926"/>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24" name="Line 42">
              <a:extLst>
                <a:ext uri="{FF2B5EF4-FFF2-40B4-BE49-F238E27FC236}">
                  <a16:creationId xmlns:a16="http://schemas.microsoft.com/office/drawing/2014/main" id="{F398419B-2B3E-4E65-870B-B8D8E8EC2E04}"/>
                </a:ext>
              </a:extLst>
            </p:cNvPr>
            <p:cNvSpPr>
              <a:spLocks noChangeShapeType="1"/>
            </p:cNvSpPr>
            <p:nvPr/>
          </p:nvSpPr>
          <p:spPr bwMode="auto">
            <a:xfrm flipH="1">
              <a:off x="3242690" y="4179678"/>
              <a:ext cx="668867"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25" name="Line 45">
              <a:extLst>
                <a:ext uri="{FF2B5EF4-FFF2-40B4-BE49-F238E27FC236}">
                  <a16:creationId xmlns:a16="http://schemas.microsoft.com/office/drawing/2014/main" id="{39F0748B-9619-4ACE-9E0D-D8FFD4EB3C94}"/>
                </a:ext>
              </a:extLst>
            </p:cNvPr>
            <p:cNvSpPr>
              <a:spLocks noChangeShapeType="1"/>
            </p:cNvSpPr>
            <p:nvPr/>
          </p:nvSpPr>
          <p:spPr bwMode="auto">
            <a:xfrm flipV="1">
              <a:off x="4646560" y="3352241"/>
              <a:ext cx="0" cy="509889"/>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26" name="Rectangle 54">
              <a:extLst>
                <a:ext uri="{FF2B5EF4-FFF2-40B4-BE49-F238E27FC236}">
                  <a16:creationId xmlns:a16="http://schemas.microsoft.com/office/drawing/2014/main" id="{6F0656A8-32F2-4F82-A7A9-132199A3B985}"/>
                </a:ext>
              </a:extLst>
            </p:cNvPr>
            <p:cNvSpPr>
              <a:spLocks noChangeArrowheads="1"/>
            </p:cNvSpPr>
            <p:nvPr/>
          </p:nvSpPr>
          <p:spPr bwMode="auto">
            <a:xfrm>
              <a:off x="4385890" y="3361274"/>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27" name="Rectangle 55">
              <a:extLst>
                <a:ext uri="{FF2B5EF4-FFF2-40B4-BE49-F238E27FC236}">
                  <a16:creationId xmlns:a16="http://schemas.microsoft.com/office/drawing/2014/main" id="{B9E65EFF-4668-454D-9960-C414991EC6CF}"/>
                </a:ext>
              </a:extLst>
            </p:cNvPr>
            <p:cNvSpPr>
              <a:spLocks noChangeArrowheads="1"/>
            </p:cNvSpPr>
            <p:nvPr/>
          </p:nvSpPr>
          <p:spPr bwMode="auto">
            <a:xfrm>
              <a:off x="4515943" y="3488108"/>
              <a:ext cx="79469" cy="190724"/>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1</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28" name="Text Box 67">
              <a:extLst>
                <a:ext uri="{FF2B5EF4-FFF2-40B4-BE49-F238E27FC236}">
                  <a16:creationId xmlns:a16="http://schemas.microsoft.com/office/drawing/2014/main" id="{EFB2494D-7851-488E-8734-133DADF65492}"/>
                </a:ext>
              </a:extLst>
            </p:cNvPr>
            <p:cNvSpPr txBox="1">
              <a:spLocks noChangeArrowheads="1"/>
            </p:cNvSpPr>
            <p:nvPr/>
          </p:nvSpPr>
          <p:spPr bwMode="auto">
            <a:xfrm>
              <a:off x="4459534" y="3643723"/>
              <a:ext cx="266629" cy="432309"/>
            </a:xfrm>
            <a:prstGeom prst="rect">
              <a:avLst/>
            </a:prstGeom>
            <a:noFill/>
            <a:ln w="19050"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70C0"/>
                  </a:solidFill>
                  <a:effectLst/>
                  <a:uLnTx/>
                  <a:uFillTx/>
                  <a:latin typeface="+mn-lt"/>
                  <a:ea typeface="宋体" pitchFamily="2" charset="-122"/>
                  <a:cs typeface="+mn-cs"/>
                </a:rPr>
                <a:t>0</a:t>
              </a:r>
            </a:p>
          </p:txBody>
        </p:sp>
        <p:sp>
          <p:nvSpPr>
            <p:cNvPr id="129" name="Text Box 80">
              <a:extLst>
                <a:ext uri="{FF2B5EF4-FFF2-40B4-BE49-F238E27FC236}">
                  <a16:creationId xmlns:a16="http://schemas.microsoft.com/office/drawing/2014/main" id="{69D67D62-D60B-4700-8131-E06CFE653393}"/>
                </a:ext>
              </a:extLst>
            </p:cNvPr>
            <p:cNvSpPr txBox="1">
              <a:spLocks noChangeArrowheads="1"/>
            </p:cNvSpPr>
            <p:nvPr/>
          </p:nvSpPr>
          <p:spPr bwMode="auto">
            <a:xfrm>
              <a:off x="4514526" y="4333360"/>
              <a:ext cx="266629" cy="432309"/>
            </a:xfrm>
            <a:prstGeom prst="rect">
              <a:avLst/>
            </a:prstGeom>
            <a:noFill/>
            <a:ln w="19050"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70C0"/>
                  </a:solidFill>
                  <a:effectLst/>
                  <a:uLnTx/>
                  <a:uFillTx/>
                  <a:latin typeface="+mn-lt"/>
                  <a:ea typeface="宋体" pitchFamily="2" charset="-122"/>
                  <a:cs typeface="+mn-cs"/>
                </a:rPr>
                <a:t>1</a:t>
              </a:r>
            </a:p>
          </p:txBody>
        </p:sp>
        <p:pic>
          <p:nvPicPr>
            <p:cNvPr id="130" name="图片 129">
              <a:extLst>
                <a:ext uri="{FF2B5EF4-FFF2-40B4-BE49-F238E27FC236}">
                  <a16:creationId xmlns:a16="http://schemas.microsoft.com/office/drawing/2014/main" id="{A4609737-A6BB-487F-80D2-61726094C11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97059" y="3652376"/>
              <a:ext cx="751985" cy="375993"/>
            </a:xfrm>
            <a:prstGeom prst="rect">
              <a:avLst/>
            </a:prstGeom>
            <a:ln w="19050">
              <a:noFill/>
            </a:ln>
          </p:spPr>
        </p:pic>
        <p:sp>
          <p:nvSpPr>
            <p:cNvPr id="131" name="Line 45">
              <a:extLst>
                <a:ext uri="{FF2B5EF4-FFF2-40B4-BE49-F238E27FC236}">
                  <a16:creationId xmlns:a16="http://schemas.microsoft.com/office/drawing/2014/main" id="{C377B77D-8477-4A54-97ED-9C4024B3ACBE}"/>
                </a:ext>
              </a:extLst>
            </p:cNvPr>
            <p:cNvSpPr>
              <a:spLocks noChangeShapeType="1"/>
            </p:cNvSpPr>
            <p:nvPr/>
          </p:nvSpPr>
          <p:spPr bwMode="auto">
            <a:xfrm flipV="1">
              <a:off x="3240084" y="3337166"/>
              <a:ext cx="855" cy="425866"/>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32" name="Line 45">
              <a:extLst>
                <a:ext uri="{FF2B5EF4-FFF2-40B4-BE49-F238E27FC236}">
                  <a16:creationId xmlns:a16="http://schemas.microsoft.com/office/drawing/2014/main" id="{96728E8C-1104-4EFB-B6B6-73921D69B9E9}"/>
                </a:ext>
              </a:extLst>
            </p:cNvPr>
            <p:cNvSpPr>
              <a:spLocks noChangeShapeType="1"/>
            </p:cNvSpPr>
            <p:nvPr/>
          </p:nvSpPr>
          <p:spPr bwMode="auto">
            <a:xfrm flipH="1" flipV="1">
              <a:off x="3242690" y="3337166"/>
              <a:ext cx="1403011" cy="7443"/>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33" name="Line 45">
              <a:extLst>
                <a:ext uri="{FF2B5EF4-FFF2-40B4-BE49-F238E27FC236}">
                  <a16:creationId xmlns:a16="http://schemas.microsoft.com/office/drawing/2014/main" id="{DCABDFC1-E05F-4476-9778-33E7E02E7C88}"/>
                </a:ext>
              </a:extLst>
            </p:cNvPr>
            <p:cNvSpPr>
              <a:spLocks noChangeShapeType="1"/>
            </p:cNvSpPr>
            <p:nvPr/>
          </p:nvSpPr>
          <p:spPr bwMode="auto">
            <a:xfrm flipH="1" flipV="1">
              <a:off x="2984471" y="3117913"/>
              <a:ext cx="2118597" cy="11361"/>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34" name="Line 45">
              <a:extLst>
                <a:ext uri="{FF2B5EF4-FFF2-40B4-BE49-F238E27FC236}">
                  <a16:creationId xmlns:a16="http://schemas.microsoft.com/office/drawing/2014/main" id="{9A4CD4BF-4C5C-480A-90F7-226F237BB800}"/>
                </a:ext>
              </a:extLst>
            </p:cNvPr>
            <p:cNvSpPr>
              <a:spLocks noChangeShapeType="1"/>
            </p:cNvSpPr>
            <p:nvPr/>
          </p:nvSpPr>
          <p:spPr bwMode="auto">
            <a:xfrm flipV="1">
              <a:off x="3104908" y="3133216"/>
              <a:ext cx="0" cy="766697"/>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35" name="Line 42">
              <a:extLst>
                <a:ext uri="{FF2B5EF4-FFF2-40B4-BE49-F238E27FC236}">
                  <a16:creationId xmlns:a16="http://schemas.microsoft.com/office/drawing/2014/main" id="{8A798546-AAD3-4552-BD83-920696DA9C5F}"/>
                </a:ext>
              </a:extLst>
            </p:cNvPr>
            <p:cNvSpPr>
              <a:spLocks noChangeShapeType="1"/>
            </p:cNvSpPr>
            <p:nvPr/>
          </p:nvSpPr>
          <p:spPr bwMode="auto">
            <a:xfrm flipH="1">
              <a:off x="3104834" y="3915646"/>
              <a:ext cx="261322"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36" name="Freeform 58">
              <a:extLst>
                <a:ext uri="{FF2B5EF4-FFF2-40B4-BE49-F238E27FC236}">
                  <a16:creationId xmlns:a16="http://schemas.microsoft.com/office/drawing/2014/main" id="{C3490961-B014-47F3-96A1-F66D3769FBCC}"/>
                </a:ext>
              </a:extLst>
            </p:cNvPr>
            <p:cNvSpPr>
              <a:spLocks/>
            </p:cNvSpPr>
            <p:nvPr/>
          </p:nvSpPr>
          <p:spPr bwMode="auto">
            <a:xfrm>
              <a:off x="3068016" y="3081337"/>
              <a:ext cx="73152" cy="73152"/>
            </a:xfrm>
            <a:custGeom>
              <a:avLst/>
              <a:gdLst>
                <a:gd name="T0" fmla="*/ 48 w 104"/>
                <a:gd name="T1" fmla="*/ 0 h 104"/>
                <a:gd name="T2" fmla="*/ 94 w 104"/>
                <a:gd name="T3" fmla="*/ 46 h 104"/>
                <a:gd name="T4" fmla="*/ 48 w 104"/>
                <a:gd name="T5" fmla="*/ 92 h 104"/>
                <a:gd name="T6" fmla="*/ 48 w 104"/>
                <a:gd name="T7" fmla="*/ 92 h 104"/>
                <a:gd name="T8" fmla="*/ 0 w 104"/>
                <a:gd name="T9" fmla="*/ 46 h 104"/>
                <a:gd name="T10" fmla="*/ 48 w 104"/>
                <a:gd name="T11" fmla="*/ 0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52" y="0"/>
                  </a:moveTo>
                  <a:cubicBezTo>
                    <a:pt x="81" y="0"/>
                    <a:pt x="104" y="24"/>
                    <a:pt x="104" y="52"/>
                  </a:cubicBezTo>
                  <a:cubicBezTo>
                    <a:pt x="104" y="81"/>
                    <a:pt x="81" y="104"/>
                    <a:pt x="52" y="104"/>
                  </a:cubicBezTo>
                  <a:cubicBezTo>
                    <a:pt x="52" y="104"/>
                    <a:pt x="52" y="104"/>
                    <a:pt x="52" y="104"/>
                  </a:cubicBezTo>
                  <a:cubicBezTo>
                    <a:pt x="23" y="104"/>
                    <a:pt x="0" y="81"/>
                    <a:pt x="0" y="52"/>
                  </a:cubicBezTo>
                  <a:cubicBezTo>
                    <a:pt x="0" y="24"/>
                    <a:pt x="23" y="0"/>
                    <a:pt x="52" y="0"/>
                  </a:cubicBezTo>
                </a:path>
              </a:pathLst>
            </a:custGeom>
            <a:solidFill>
              <a:srgbClr val="000000"/>
            </a:solidFill>
            <a:ln w="1905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37" name="Line 45">
              <a:extLst>
                <a:ext uri="{FF2B5EF4-FFF2-40B4-BE49-F238E27FC236}">
                  <a16:creationId xmlns:a16="http://schemas.microsoft.com/office/drawing/2014/main" id="{19375E09-E432-4BCA-A1B1-5010E3112E59}"/>
                </a:ext>
              </a:extLst>
            </p:cNvPr>
            <p:cNvSpPr>
              <a:spLocks noChangeShapeType="1"/>
            </p:cNvSpPr>
            <p:nvPr/>
          </p:nvSpPr>
          <p:spPr bwMode="auto">
            <a:xfrm flipV="1">
              <a:off x="3243359" y="4179213"/>
              <a:ext cx="0" cy="195783"/>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38" name="Line 37">
              <a:extLst>
                <a:ext uri="{FF2B5EF4-FFF2-40B4-BE49-F238E27FC236}">
                  <a16:creationId xmlns:a16="http://schemas.microsoft.com/office/drawing/2014/main" id="{16F177DC-4FC1-4AD9-8271-EDA3180323F5}"/>
                </a:ext>
              </a:extLst>
            </p:cNvPr>
            <p:cNvSpPr>
              <a:spLocks noChangeShapeType="1"/>
            </p:cNvSpPr>
            <p:nvPr/>
          </p:nvSpPr>
          <p:spPr bwMode="auto">
            <a:xfrm>
              <a:off x="4614875" y="4385478"/>
              <a:ext cx="315803"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39" name="Rectangle 5">
              <a:extLst>
                <a:ext uri="{FF2B5EF4-FFF2-40B4-BE49-F238E27FC236}">
                  <a16:creationId xmlns:a16="http://schemas.microsoft.com/office/drawing/2014/main" id="{75FC79E4-E31B-4B47-851C-A2A1117865BB}"/>
                </a:ext>
              </a:extLst>
            </p:cNvPr>
            <p:cNvSpPr>
              <a:spLocks noChangeArrowheads="1"/>
            </p:cNvSpPr>
            <p:nvPr/>
          </p:nvSpPr>
          <p:spPr bwMode="auto">
            <a:xfrm>
              <a:off x="5596903" y="3660604"/>
              <a:ext cx="588001" cy="953570"/>
            </a:xfrm>
            <a:prstGeom prst="rect">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0" name="Rectangle 6">
              <a:extLst>
                <a:ext uri="{FF2B5EF4-FFF2-40B4-BE49-F238E27FC236}">
                  <a16:creationId xmlns:a16="http://schemas.microsoft.com/office/drawing/2014/main" id="{A9FF1206-856F-4A89-976E-E5579E48E4C5}"/>
                </a:ext>
              </a:extLst>
            </p:cNvPr>
            <p:cNvSpPr>
              <a:spLocks noChangeArrowheads="1"/>
            </p:cNvSpPr>
            <p:nvPr/>
          </p:nvSpPr>
          <p:spPr bwMode="auto">
            <a:xfrm>
              <a:off x="5644764" y="3750406"/>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CN" sz="1500" i="1" dirty="0">
                  <a:solidFill>
                    <a:srgbClr val="000000"/>
                  </a:solidFill>
                  <a:latin typeface="Times New Roman" pitchFamily="18" charset="0"/>
                </a:rPr>
                <a:t>D</a:t>
              </a:r>
              <a:endParaRPr kumimoji="0" lang="en-US" altLang="zh-CN" sz="1500" b="0" i="0" u="none" strike="noStrike" kern="1200" cap="none" spc="0" normalizeH="0" baseline="0" noProof="0" dirty="0">
                <a:ln>
                  <a:noFill/>
                </a:ln>
                <a:solidFill>
                  <a:srgbClr val="000000"/>
                </a:solidFill>
                <a:effectLst/>
                <a:uLnTx/>
                <a:uFillTx/>
              </a:endParaRPr>
            </a:p>
          </p:txBody>
        </p:sp>
        <p:sp>
          <p:nvSpPr>
            <p:cNvPr id="141" name="Rectangle 7">
              <a:extLst>
                <a:ext uri="{FF2B5EF4-FFF2-40B4-BE49-F238E27FC236}">
                  <a16:creationId xmlns:a16="http://schemas.microsoft.com/office/drawing/2014/main" id="{385EBAA3-2001-43D3-8ADF-6D74D5D549EE}"/>
                </a:ext>
              </a:extLst>
            </p:cNvPr>
            <p:cNvSpPr>
              <a:spLocks noChangeArrowheads="1"/>
            </p:cNvSpPr>
            <p:nvPr/>
          </p:nvSpPr>
          <p:spPr bwMode="auto">
            <a:xfrm>
              <a:off x="5993462" y="3736519"/>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a:ln>
                  <a:noFill/>
                </a:ln>
                <a:solidFill>
                  <a:srgbClr val="000000"/>
                </a:solidFill>
                <a:effectLst/>
                <a:uLnTx/>
                <a:uFillTx/>
                <a:ea typeface="宋体" pitchFamily="2" charset="-122"/>
                <a:cs typeface="+mn-cs"/>
              </a:endParaRPr>
            </a:p>
          </p:txBody>
        </p:sp>
        <p:sp>
          <p:nvSpPr>
            <p:cNvPr id="142" name="Rectangle 8">
              <a:extLst>
                <a:ext uri="{FF2B5EF4-FFF2-40B4-BE49-F238E27FC236}">
                  <a16:creationId xmlns:a16="http://schemas.microsoft.com/office/drawing/2014/main" id="{0B2E79E2-A54E-41D1-BC26-E9F0F914FE27}"/>
                </a:ext>
              </a:extLst>
            </p:cNvPr>
            <p:cNvSpPr>
              <a:spLocks noChangeArrowheads="1"/>
            </p:cNvSpPr>
            <p:nvPr/>
          </p:nvSpPr>
          <p:spPr bwMode="auto">
            <a:xfrm>
              <a:off x="6006282" y="4240152"/>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a:ln>
                  <a:noFill/>
                </a:ln>
                <a:solidFill>
                  <a:srgbClr val="000000"/>
                </a:solidFill>
                <a:effectLst/>
                <a:uLnTx/>
                <a:uFillTx/>
                <a:ea typeface="宋体" pitchFamily="2" charset="-122"/>
                <a:cs typeface="+mn-cs"/>
              </a:endParaRPr>
            </a:p>
          </p:txBody>
        </p:sp>
        <p:sp>
          <p:nvSpPr>
            <p:cNvPr id="143" name="Oval 9">
              <a:extLst>
                <a:ext uri="{FF2B5EF4-FFF2-40B4-BE49-F238E27FC236}">
                  <a16:creationId xmlns:a16="http://schemas.microsoft.com/office/drawing/2014/main" id="{C880FE1F-53F4-4346-9416-9F985FF6450F}"/>
                </a:ext>
              </a:extLst>
            </p:cNvPr>
            <p:cNvSpPr>
              <a:spLocks noChangeArrowheads="1"/>
            </p:cNvSpPr>
            <p:nvPr/>
          </p:nvSpPr>
          <p:spPr bwMode="auto">
            <a:xfrm>
              <a:off x="6184904" y="4349396"/>
              <a:ext cx="109728" cy="105541"/>
            </a:xfrm>
            <a:prstGeom prst="ellipse">
              <a:avLst/>
            </a:prstGeom>
            <a:solidFill>
              <a:srgbClr val="FFFFFF"/>
            </a:solidFill>
            <a:ln w="1905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4" name="Oval 10">
              <a:extLst>
                <a:ext uri="{FF2B5EF4-FFF2-40B4-BE49-F238E27FC236}">
                  <a16:creationId xmlns:a16="http://schemas.microsoft.com/office/drawing/2014/main" id="{6C7D5B26-57FB-48EB-86B7-1CD9503D53F7}"/>
                </a:ext>
              </a:extLst>
            </p:cNvPr>
            <p:cNvSpPr>
              <a:spLocks noChangeArrowheads="1"/>
            </p:cNvSpPr>
            <p:nvPr/>
          </p:nvSpPr>
          <p:spPr bwMode="auto">
            <a:xfrm>
              <a:off x="6184904" y="4349396"/>
              <a:ext cx="109728" cy="105541"/>
            </a:xfrm>
            <a:prstGeom prst="ellips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5" name="Rectangle 11">
              <a:extLst>
                <a:ext uri="{FF2B5EF4-FFF2-40B4-BE49-F238E27FC236}">
                  <a16:creationId xmlns:a16="http://schemas.microsoft.com/office/drawing/2014/main" id="{170A0698-662A-434E-827E-60AA1C67FFD6}"/>
                </a:ext>
              </a:extLst>
            </p:cNvPr>
            <p:cNvSpPr>
              <a:spLocks noChangeArrowheads="1"/>
            </p:cNvSpPr>
            <p:nvPr/>
          </p:nvSpPr>
          <p:spPr bwMode="auto">
            <a:xfrm>
              <a:off x="5760997" y="4058696"/>
              <a:ext cx="12819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46" name="Freeform 12">
              <a:extLst>
                <a:ext uri="{FF2B5EF4-FFF2-40B4-BE49-F238E27FC236}">
                  <a16:creationId xmlns:a16="http://schemas.microsoft.com/office/drawing/2014/main" id="{ADC1B45A-1451-495B-96A0-7C8E19A62BDE}"/>
                </a:ext>
              </a:extLst>
            </p:cNvPr>
            <p:cNvSpPr>
              <a:spLocks/>
            </p:cNvSpPr>
            <p:nvPr/>
          </p:nvSpPr>
          <p:spPr bwMode="auto">
            <a:xfrm>
              <a:off x="5596903" y="4084618"/>
              <a:ext cx="147000" cy="212007"/>
            </a:xfrm>
            <a:custGeom>
              <a:avLst/>
              <a:gdLst>
                <a:gd name="T0" fmla="*/ 0 w 172"/>
                <a:gd name="T1" fmla="*/ 229 h 229"/>
                <a:gd name="T2" fmla="*/ 172 w 172"/>
                <a:gd name="T3" fmla="*/ 115 h 229"/>
                <a:gd name="T4" fmla="*/ 0 w 172"/>
                <a:gd name="T5" fmla="*/ 0 h 229"/>
                <a:gd name="T6" fmla="*/ 0 60000 65536"/>
                <a:gd name="T7" fmla="*/ 0 60000 65536"/>
                <a:gd name="T8" fmla="*/ 0 60000 65536"/>
                <a:gd name="T9" fmla="*/ 0 w 172"/>
                <a:gd name="T10" fmla="*/ 0 h 229"/>
                <a:gd name="T11" fmla="*/ 172 w 172"/>
                <a:gd name="T12" fmla="*/ 229 h 229"/>
              </a:gdLst>
              <a:ahLst/>
              <a:cxnLst>
                <a:cxn ang="T6">
                  <a:pos x="T0" y="T1"/>
                </a:cxn>
                <a:cxn ang="T7">
                  <a:pos x="T2" y="T3"/>
                </a:cxn>
                <a:cxn ang="T8">
                  <a:pos x="T4" y="T5"/>
                </a:cxn>
              </a:cxnLst>
              <a:rect l="T9" t="T10" r="T11" b="T12"/>
              <a:pathLst>
                <a:path w="172" h="229">
                  <a:moveTo>
                    <a:pt x="0" y="229"/>
                  </a:moveTo>
                  <a:lnTo>
                    <a:pt x="172" y="115"/>
                  </a:lnTo>
                  <a:lnTo>
                    <a:pt x="0" y="0"/>
                  </a:lnTo>
                </a:path>
              </a:pathLst>
            </a:custGeom>
            <a:noFill/>
            <a:ln w="19050"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7" name="Line 37">
              <a:extLst>
                <a:ext uri="{FF2B5EF4-FFF2-40B4-BE49-F238E27FC236}">
                  <a16:creationId xmlns:a16="http://schemas.microsoft.com/office/drawing/2014/main" id="{A19B38EB-976A-4871-9211-E121D0DA2BC7}"/>
                </a:ext>
              </a:extLst>
            </p:cNvPr>
            <p:cNvSpPr>
              <a:spLocks noChangeShapeType="1"/>
            </p:cNvSpPr>
            <p:nvPr/>
          </p:nvSpPr>
          <p:spPr bwMode="auto">
            <a:xfrm>
              <a:off x="6184905" y="3873537"/>
              <a:ext cx="147000" cy="926"/>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8" name="Line 42">
              <a:extLst>
                <a:ext uri="{FF2B5EF4-FFF2-40B4-BE49-F238E27FC236}">
                  <a16:creationId xmlns:a16="http://schemas.microsoft.com/office/drawing/2014/main" id="{B1907C70-FFE0-4A25-A364-35C1E0395D12}"/>
                </a:ext>
              </a:extLst>
            </p:cNvPr>
            <p:cNvSpPr>
              <a:spLocks noChangeShapeType="1"/>
            </p:cNvSpPr>
            <p:nvPr/>
          </p:nvSpPr>
          <p:spPr bwMode="auto">
            <a:xfrm flipH="1">
              <a:off x="4928036" y="4191085"/>
              <a:ext cx="668867"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9" name="Line 45">
              <a:extLst>
                <a:ext uri="{FF2B5EF4-FFF2-40B4-BE49-F238E27FC236}">
                  <a16:creationId xmlns:a16="http://schemas.microsoft.com/office/drawing/2014/main" id="{DEC3FB76-DA87-48BF-A14A-EEBEF86B22A9}"/>
                </a:ext>
              </a:extLst>
            </p:cNvPr>
            <p:cNvSpPr>
              <a:spLocks noChangeShapeType="1"/>
            </p:cNvSpPr>
            <p:nvPr/>
          </p:nvSpPr>
          <p:spPr bwMode="auto">
            <a:xfrm flipV="1">
              <a:off x="6331906" y="3363648"/>
              <a:ext cx="0" cy="509889"/>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50" name="Rectangle 54">
              <a:extLst>
                <a:ext uri="{FF2B5EF4-FFF2-40B4-BE49-F238E27FC236}">
                  <a16:creationId xmlns:a16="http://schemas.microsoft.com/office/drawing/2014/main" id="{264D148B-060F-46AF-8A14-74260633E3D9}"/>
                </a:ext>
              </a:extLst>
            </p:cNvPr>
            <p:cNvSpPr>
              <a:spLocks noChangeArrowheads="1"/>
            </p:cNvSpPr>
            <p:nvPr/>
          </p:nvSpPr>
          <p:spPr bwMode="auto">
            <a:xfrm>
              <a:off x="6071236" y="3372681"/>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51" name="Rectangle 55">
              <a:extLst>
                <a:ext uri="{FF2B5EF4-FFF2-40B4-BE49-F238E27FC236}">
                  <a16:creationId xmlns:a16="http://schemas.microsoft.com/office/drawing/2014/main" id="{AA8577BB-1106-41B3-A504-CA5B5B05E0E3}"/>
                </a:ext>
              </a:extLst>
            </p:cNvPr>
            <p:cNvSpPr>
              <a:spLocks noChangeArrowheads="1"/>
            </p:cNvSpPr>
            <p:nvPr/>
          </p:nvSpPr>
          <p:spPr bwMode="auto">
            <a:xfrm>
              <a:off x="6201289" y="3499515"/>
              <a:ext cx="79469" cy="190724"/>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2</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52" name="Text Box 67">
              <a:extLst>
                <a:ext uri="{FF2B5EF4-FFF2-40B4-BE49-F238E27FC236}">
                  <a16:creationId xmlns:a16="http://schemas.microsoft.com/office/drawing/2014/main" id="{8172F686-2501-4A84-8DAE-25005B32ED3C}"/>
                </a:ext>
              </a:extLst>
            </p:cNvPr>
            <p:cNvSpPr txBox="1">
              <a:spLocks noChangeArrowheads="1"/>
            </p:cNvSpPr>
            <p:nvPr/>
          </p:nvSpPr>
          <p:spPr bwMode="auto">
            <a:xfrm>
              <a:off x="6144881" y="3655130"/>
              <a:ext cx="266629" cy="432309"/>
            </a:xfrm>
            <a:prstGeom prst="rect">
              <a:avLst/>
            </a:prstGeom>
            <a:noFill/>
            <a:ln w="19050"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70C0"/>
                  </a:solidFill>
                  <a:effectLst/>
                  <a:uLnTx/>
                  <a:uFillTx/>
                  <a:latin typeface="+mn-lt"/>
                  <a:ea typeface="宋体" pitchFamily="2" charset="-122"/>
                  <a:cs typeface="+mn-cs"/>
                </a:rPr>
                <a:t>0</a:t>
              </a:r>
            </a:p>
          </p:txBody>
        </p:sp>
        <p:sp>
          <p:nvSpPr>
            <p:cNvPr id="153" name="Text Box 80">
              <a:extLst>
                <a:ext uri="{FF2B5EF4-FFF2-40B4-BE49-F238E27FC236}">
                  <a16:creationId xmlns:a16="http://schemas.microsoft.com/office/drawing/2014/main" id="{E6E454DC-3338-4B37-BC6A-4324A850023D}"/>
                </a:ext>
              </a:extLst>
            </p:cNvPr>
            <p:cNvSpPr txBox="1">
              <a:spLocks noChangeArrowheads="1"/>
            </p:cNvSpPr>
            <p:nvPr/>
          </p:nvSpPr>
          <p:spPr bwMode="auto">
            <a:xfrm>
              <a:off x="6199872" y="4344767"/>
              <a:ext cx="266629" cy="432309"/>
            </a:xfrm>
            <a:prstGeom prst="rect">
              <a:avLst/>
            </a:prstGeom>
            <a:noFill/>
            <a:ln w="19050"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70C0"/>
                  </a:solidFill>
                  <a:effectLst/>
                  <a:uLnTx/>
                  <a:uFillTx/>
                  <a:latin typeface="+mn-lt"/>
                  <a:ea typeface="宋体" pitchFamily="2" charset="-122"/>
                  <a:cs typeface="+mn-cs"/>
                </a:rPr>
                <a:t>1</a:t>
              </a:r>
            </a:p>
          </p:txBody>
        </p:sp>
        <p:pic>
          <p:nvPicPr>
            <p:cNvPr id="154" name="图片 153">
              <a:extLst>
                <a:ext uri="{FF2B5EF4-FFF2-40B4-BE49-F238E27FC236}">
                  <a16:creationId xmlns:a16="http://schemas.microsoft.com/office/drawing/2014/main" id="{49DE4D07-B9CF-48C6-BFCE-845B9508D33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82405" y="3663783"/>
              <a:ext cx="751985" cy="375993"/>
            </a:xfrm>
            <a:prstGeom prst="rect">
              <a:avLst/>
            </a:prstGeom>
            <a:ln w="19050">
              <a:noFill/>
            </a:ln>
          </p:spPr>
        </p:pic>
        <p:sp>
          <p:nvSpPr>
            <p:cNvPr id="155" name="Line 45">
              <a:extLst>
                <a:ext uri="{FF2B5EF4-FFF2-40B4-BE49-F238E27FC236}">
                  <a16:creationId xmlns:a16="http://schemas.microsoft.com/office/drawing/2014/main" id="{705F8840-B53E-4A7D-9E45-9DB32F1CF1F7}"/>
                </a:ext>
              </a:extLst>
            </p:cNvPr>
            <p:cNvSpPr>
              <a:spLocks noChangeShapeType="1"/>
            </p:cNvSpPr>
            <p:nvPr/>
          </p:nvSpPr>
          <p:spPr bwMode="auto">
            <a:xfrm flipV="1">
              <a:off x="4925430" y="3348573"/>
              <a:ext cx="855" cy="425866"/>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56" name="Line 45">
              <a:extLst>
                <a:ext uri="{FF2B5EF4-FFF2-40B4-BE49-F238E27FC236}">
                  <a16:creationId xmlns:a16="http://schemas.microsoft.com/office/drawing/2014/main" id="{03EFD992-A894-4D17-9CAF-F5C5A020027C}"/>
                </a:ext>
              </a:extLst>
            </p:cNvPr>
            <p:cNvSpPr>
              <a:spLocks noChangeShapeType="1"/>
            </p:cNvSpPr>
            <p:nvPr/>
          </p:nvSpPr>
          <p:spPr bwMode="auto">
            <a:xfrm flipH="1" flipV="1">
              <a:off x="4928036" y="3348573"/>
              <a:ext cx="1403011" cy="7443"/>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57" name="Line 45">
              <a:extLst>
                <a:ext uri="{FF2B5EF4-FFF2-40B4-BE49-F238E27FC236}">
                  <a16:creationId xmlns:a16="http://schemas.microsoft.com/office/drawing/2014/main" id="{A46651E4-E756-4BB9-85F3-708AC5C2AE04}"/>
                </a:ext>
              </a:extLst>
            </p:cNvPr>
            <p:cNvSpPr>
              <a:spLocks noChangeShapeType="1"/>
            </p:cNvSpPr>
            <p:nvPr/>
          </p:nvSpPr>
          <p:spPr bwMode="auto">
            <a:xfrm flipH="1" flipV="1">
              <a:off x="4669816" y="3129320"/>
              <a:ext cx="1802833" cy="9668"/>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58" name="Line 45">
              <a:extLst>
                <a:ext uri="{FF2B5EF4-FFF2-40B4-BE49-F238E27FC236}">
                  <a16:creationId xmlns:a16="http://schemas.microsoft.com/office/drawing/2014/main" id="{C471A3FF-95AB-4761-B6FB-19ED4C77A6C0}"/>
                </a:ext>
              </a:extLst>
            </p:cNvPr>
            <p:cNvSpPr>
              <a:spLocks noChangeShapeType="1"/>
            </p:cNvSpPr>
            <p:nvPr/>
          </p:nvSpPr>
          <p:spPr bwMode="auto">
            <a:xfrm flipV="1">
              <a:off x="4790254" y="3144623"/>
              <a:ext cx="0" cy="766697"/>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59" name="Line 42">
              <a:extLst>
                <a:ext uri="{FF2B5EF4-FFF2-40B4-BE49-F238E27FC236}">
                  <a16:creationId xmlns:a16="http://schemas.microsoft.com/office/drawing/2014/main" id="{1B08F73F-9219-4022-ADE4-3003654B007F}"/>
                </a:ext>
              </a:extLst>
            </p:cNvPr>
            <p:cNvSpPr>
              <a:spLocks noChangeShapeType="1"/>
            </p:cNvSpPr>
            <p:nvPr/>
          </p:nvSpPr>
          <p:spPr bwMode="auto">
            <a:xfrm flipH="1">
              <a:off x="4787557" y="3927052"/>
              <a:ext cx="261322"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60" name="Freeform 58">
              <a:extLst>
                <a:ext uri="{FF2B5EF4-FFF2-40B4-BE49-F238E27FC236}">
                  <a16:creationId xmlns:a16="http://schemas.microsoft.com/office/drawing/2014/main" id="{1433E17A-EC80-4D49-A627-64150783050E}"/>
                </a:ext>
              </a:extLst>
            </p:cNvPr>
            <p:cNvSpPr>
              <a:spLocks/>
            </p:cNvSpPr>
            <p:nvPr/>
          </p:nvSpPr>
          <p:spPr bwMode="auto">
            <a:xfrm>
              <a:off x="4753362" y="3092744"/>
              <a:ext cx="73152" cy="73152"/>
            </a:xfrm>
            <a:custGeom>
              <a:avLst/>
              <a:gdLst>
                <a:gd name="T0" fmla="*/ 48 w 104"/>
                <a:gd name="T1" fmla="*/ 0 h 104"/>
                <a:gd name="T2" fmla="*/ 94 w 104"/>
                <a:gd name="T3" fmla="*/ 46 h 104"/>
                <a:gd name="T4" fmla="*/ 48 w 104"/>
                <a:gd name="T5" fmla="*/ 92 h 104"/>
                <a:gd name="T6" fmla="*/ 48 w 104"/>
                <a:gd name="T7" fmla="*/ 92 h 104"/>
                <a:gd name="T8" fmla="*/ 0 w 104"/>
                <a:gd name="T9" fmla="*/ 46 h 104"/>
                <a:gd name="T10" fmla="*/ 48 w 104"/>
                <a:gd name="T11" fmla="*/ 0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52" y="0"/>
                  </a:moveTo>
                  <a:cubicBezTo>
                    <a:pt x="81" y="0"/>
                    <a:pt x="104" y="24"/>
                    <a:pt x="104" y="52"/>
                  </a:cubicBezTo>
                  <a:cubicBezTo>
                    <a:pt x="104" y="81"/>
                    <a:pt x="81" y="104"/>
                    <a:pt x="52" y="104"/>
                  </a:cubicBezTo>
                  <a:cubicBezTo>
                    <a:pt x="52" y="104"/>
                    <a:pt x="52" y="104"/>
                    <a:pt x="52" y="104"/>
                  </a:cubicBezTo>
                  <a:cubicBezTo>
                    <a:pt x="23" y="104"/>
                    <a:pt x="0" y="81"/>
                    <a:pt x="0" y="52"/>
                  </a:cubicBezTo>
                  <a:cubicBezTo>
                    <a:pt x="0" y="24"/>
                    <a:pt x="23" y="0"/>
                    <a:pt x="52" y="0"/>
                  </a:cubicBezTo>
                </a:path>
              </a:pathLst>
            </a:custGeom>
            <a:solidFill>
              <a:srgbClr val="000000"/>
            </a:solidFill>
            <a:ln w="1905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61" name="Line 45">
              <a:extLst>
                <a:ext uri="{FF2B5EF4-FFF2-40B4-BE49-F238E27FC236}">
                  <a16:creationId xmlns:a16="http://schemas.microsoft.com/office/drawing/2014/main" id="{267BBE19-BDA3-4FE6-9F15-686562B2D1B3}"/>
                </a:ext>
              </a:extLst>
            </p:cNvPr>
            <p:cNvSpPr>
              <a:spLocks noChangeShapeType="1"/>
            </p:cNvSpPr>
            <p:nvPr/>
          </p:nvSpPr>
          <p:spPr bwMode="auto">
            <a:xfrm flipV="1">
              <a:off x="4928705" y="4190620"/>
              <a:ext cx="0" cy="195783"/>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62" name="Line 37">
              <a:extLst>
                <a:ext uri="{FF2B5EF4-FFF2-40B4-BE49-F238E27FC236}">
                  <a16:creationId xmlns:a16="http://schemas.microsoft.com/office/drawing/2014/main" id="{BD50DA17-8200-4F03-AF4D-6B845180B9CC}"/>
                </a:ext>
              </a:extLst>
            </p:cNvPr>
            <p:cNvSpPr>
              <a:spLocks noChangeShapeType="1"/>
            </p:cNvSpPr>
            <p:nvPr/>
          </p:nvSpPr>
          <p:spPr bwMode="auto">
            <a:xfrm>
              <a:off x="6297271" y="4393200"/>
              <a:ext cx="315803"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63" name="Rectangle 5">
              <a:extLst>
                <a:ext uri="{FF2B5EF4-FFF2-40B4-BE49-F238E27FC236}">
                  <a16:creationId xmlns:a16="http://schemas.microsoft.com/office/drawing/2014/main" id="{69C4DBDC-3792-4DBA-A334-93381F66CBA3}"/>
                </a:ext>
              </a:extLst>
            </p:cNvPr>
            <p:cNvSpPr>
              <a:spLocks noChangeArrowheads="1"/>
            </p:cNvSpPr>
            <p:nvPr/>
          </p:nvSpPr>
          <p:spPr bwMode="auto">
            <a:xfrm>
              <a:off x="7279299" y="3668326"/>
              <a:ext cx="588001" cy="953570"/>
            </a:xfrm>
            <a:prstGeom prst="rect">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64" name="Rectangle 6">
              <a:extLst>
                <a:ext uri="{FF2B5EF4-FFF2-40B4-BE49-F238E27FC236}">
                  <a16:creationId xmlns:a16="http://schemas.microsoft.com/office/drawing/2014/main" id="{46929248-A117-4EB7-A34E-8C2E0FE73213}"/>
                </a:ext>
              </a:extLst>
            </p:cNvPr>
            <p:cNvSpPr>
              <a:spLocks noChangeArrowheads="1"/>
            </p:cNvSpPr>
            <p:nvPr/>
          </p:nvSpPr>
          <p:spPr bwMode="auto">
            <a:xfrm>
              <a:off x="7327160" y="3758128"/>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CN" sz="1500" i="1" dirty="0">
                  <a:solidFill>
                    <a:srgbClr val="000000"/>
                  </a:solidFill>
                  <a:latin typeface="Times New Roman" pitchFamily="18" charset="0"/>
                </a:rPr>
                <a:t>D</a:t>
              </a:r>
              <a:endParaRPr kumimoji="0" lang="en-US" altLang="zh-CN" sz="1500" b="0" i="0" u="none" strike="noStrike" kern="1200" cap="none" spc="0" normalizeH="0" baseline="0" noProof="0" dirty="0">
                <a:ln>
                  <a:noFill/>
                </a:ln>
                <a:solidFill>
                  <a:srgbClr val="000000"/>
                </a:solidFill>
                <a:effectLst/>
                <a:uLnTx/>
                <a:uFillTx/>
              </a:endParaRPr>
            </a:p>
          </p:txBody>
        </p:sp>
        <p:sp>
          <p:nvSpPr>
            <p:cNvPr id="165" name="Rectangle 7">
              <a:extLst>
                <a:ext uri="{FF2B5EF4-FFF2-40B4-BE49-F238E27FC236}">
                  <a16:creationId xmlns:a16="http://schemas.microsoft.com/office/drawing/2014/main" id="{8F91AB29-7592-45CE-A8BA-22315F76B644}"/>
                </a:ext>
              </a:extLst>
            </p:cNvPr>
            <p:cNvSpPr>
              <a:spLocks noChangeArrowheads="1"/>
            </p:cNvSpPr>
            <p:nvPr/>
          </p:nvSpPr>
          <p:spPr bwMode="auto">
            <a:xfrm>
              <a:off x="7675858" y="3744241"/>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a:ln>
                  <a:noFill/>
                </a:ln>
                <a:solidFill>
                  <a:srgbClr val="000000"/>
                </a:solidFill>
                <a:effectLst/>
                <a:uLnTx/>
                <a:uFillTx/>
                <a:ea typeface="宋体" pitchFamily="2" charset="-122"/>
                <a:cs typeface="+mn-cs"/>
              </a:endParaRPr>
            </a:p>
          </p:txBody>
        </p:sp>
        <p:sp>
          <p:nvSpPr>
            <p:cNvPr id="166" name="Rectangle 8">
              <a:extLst>
                <a:ext uri="{FF2B5EF4-FFF2-40B4-BE49-F238E27FC236}">
                  <a16:creationId xmlns:a16="http://schemas.microsoft.com/office/drawing/2014/main" id="{FC8598C8-C45B-4EE6-BF87-07BB05B1BE2E}"/>
                </a:ext>
              </a:extLst>
            </p:cNvPr>
            <p:cNvSpPr>
              <a:spLocks noChangeArrowheads="1"/>
            </p:cNvSpPr>
            <p:nvPr/>
          </p:nvSpPr>
          <p:spPr bwMode="auto">
            <a:xfrm>
              <a:off x="7688678" y="4247874"/>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a:ln>
                  <a:noFill/>
                </a:ln>
                <a:solidFill>
                  <a:srgbClr val="000000"/>
                </a:solidFill>
                <a:effectLst/>
                <a:uLnTx/>
                <a:uFillTx/>
                <a:ea typeface="宋体" pitchFamily="2" charset="-122"/>
                <a:cs typeface="+mn-cs"/>
              </a:endParaRPr>
            </a:p>
          </p:txBody>
        </p:sp>
        <p:sp>
          <p:nvSpPr>
            <p:cNvPr id="167" name="Oval 9">
              <a:extLst>
                <a:ext uri="{FF2B5EF4-FFF2-40B4-BE49-F238E27FC236}">
                  <a16:creationId xmlns:a16="http://schemas.microsoft.com/office/drawing/2014/main" id="{71F42719-758E-4042-99F8-63E075421616}"/>
                </a:ext>
              </a:extLst>
            </p:cNvPr>
            <p:cNvSpPr>
              <a:spLocks noChangeArrowheads="1"/>
            </p:cNvSpPr>
            <p:nvPr/>
          </p:nvSpPr>
          <p:spPr bwMode="auto">
            <a:xfrm>
              <a:off x="7867300" y="4357118"/>
              <a:ext cx="109728" cy="105541"/>
            </a:xfrm>
            <a:prstGeom prst="ellipse">
              <a:avLst/>
            </a:prstGeom>
            <a:solidFill>
              <a:srgbClr val="FFFFFF"/>
            </a:solidFill>
            <a:ln w="1905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68" name="Oval 10">
              <a:extLst>
                <a:ext uri="{FF2B5EF4-FFF2-40B4-BE49-F238E27FC236}">
                  <a16:creationId xmlns:a16="http://schemas.microsoft.com/office/drawing/2014/main" id="{CBAF3446-9E21-41BB-A425-D5E7DD7EAAEC}"/>
                </a:ext>
              </a:extLst>
            </p:cNvPr>
            <p:cNvSpPr>
              <a:spLocks noChangeArrowheads="1"/>
            </p:cNvSpPr>
            <p:nvPr/>
          </p:nvSpPr>
          <p:spPr bwMode="auto">
            <a:xfrm>
              <a:off x="7867300" y="4357118"/>
              <a:ext cx="109728" cy="105541"/>
            </a:xfrm>
            <a:prstGeom prst="ellips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69" name="Rectangle 11">
              <a:extLst>
                <a:ext uri="{FF2B5EF4-FFF2-40B4-BE49-F238E27FC236}">
                  <a16:creationId xmlns:a16="http://schemas.microsoft.com/office/drawing/2014/main" id="{42BD9EC2-5D99-4346-B506-982C5DD5EC9C}"/>
                </a:ext>
              </a:extLst>
            </p:cNvPr>
            <p:cNvSpPr>
              <a:spLocks noChangeArrowheads="1"/>
            </p:cNvSpPr>
            <p:nvPr/>
          </p:nvSpPr>
          <p:spPr bwMode="auto">
            <a:xfrm>
              <a:off x="7443393" y="4066418"/>
              <a:ext cx="12819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70" name="Freeform 12">
              <a:extLst>
                <a:ext uri="{FF2B5EF4-FFF2-40B4-BE49-F238E27FC236}">
                  <a16:creationId xmlns:a16="http://schemas.microsoft.com/office/drawing/2014/main" id="{496C840B-7C5A-4799-BE6C-34C14924FFD9}"/>
                </a:ext>
              </a:extLst>
            </p:cNvPr>
            <p:cNvSpPr>
              <a:spLocks/>
            </p:cNvSpPr>
            <p:nvPr/>
          </p:nvSpPr>
          <p:spPr bwMode="auto">
            <a:xfrm>
              <a:off x="7279299" y="4092340"/>
              <a:ext cx="147000" cy="212007"/>
            </a:xfrm>
            <a:custGeom>
              <a:avLst/>
              <a:gdLst>
                <a:gd name="T0" fmla="*/ 0 w 172"/>
                <a:gd name="T1" fmla="*/ 229 h 229"/>
                <a:gd name="T2" fmla="*/ 172 w 172"/>
                <a:gd name="T3" fmla="*/ 115 h 229"/>
                <a:gd name="T4" fmla="*/ 0 w 172"/>
                <a:gd name="T5" fmla="*/ 0 h 229"/>
                <a:gd name="T6" fmla="*/ 0 60000 65536"/>
                <a:gd name="T7" fmla="*/ 0 60000 65536"/>
                <a:gd name="T8" fmla="*/ 0 60000 65536"/>
                <a:gd name="T9" fmla="*/ 0 w 172"/>
                <a:gd name="T10" fmla="*/ 0 h 229"/>
                <a:gd name="T11" fmla="*/ 172 w 172"/>
                <a:gd name="T12" fmla="*/ 229 h 229"/>
              </a:gdLst>
              <a:ahLst/>
              <a:cxnLst>
                <a:cxn ang="T6">
                  <a:pos x="T0" y="T1"/>
                </a:cxn>
                <a:cxn ang="T7">
                  <a:pos x="T2" y="T3"/>
                </a:cxn>
                <a:cxn ang="T8">
                  <a:pos x="T4" y="T5"/>
                </a:cxn>
              </a:cxnLst>
              <a:rect l="T9" t="T10" r="T11" b="T12"/>
              <a:pathLst>
                <a:path w="172" h="229">
                  <a:moveTo>
                    <a:pt x="0" y="229"/>
                  </a:moveTo>
                  <a:lnTo>
                    <a:pt x="172" y="115"/>
                  </a:lnTo>
                  <a:lnTo>
                    <a:pt x="0" y="0"/>
                  </a:lnTo>
                </a:path>
              </a:pathLst>
            </a:custGeom>
            <a:noFill/>
            <a:ln w="19050"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71" name="Line 37">
              <a:extLst>
                <a:ext uri="{FF2B5EF4-FFF2-40B4-BE49-F238E27FC236}">
                  <a16:creationId xmlns:a16="http://schemas.microsoft.com/office/drawing/2014/main" id="{A289F174-6983-4CDF-AA9C-4E708E86B8F8}"/>
                </a:ext>
              </a:extLst>
            </p:cNvPr>
            <p:cNvSpPr>
              <a:spLocks noChangeShapeType="1"/>
            </p:cNvSpPr>
            <p:nvPr/>
          </p:nvSpPr>
          <p:spPr bwMode="auto">
            <a:xfrm>
              <a:off x="7867301" y="3881259"/>
              <a:ext cx="147000" cy="926"/>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72" name="Line 42">
              <a:extLst>
                <a:ext uri="{FF2B5EF4-FFF2-40B4-BE49-F238E27FC236}">
                  <a16:creationId xmlns:a16="http://schemas.microsoft.com/office/drawing/2014/main" id="{59E3296A-88DF-412B-9EA5-7A0BE0834CB7}"/>
                </a:ext>
              </a:extLst>
            </p:cNvPr>
            <p:cNvSpPr>
              <a:spLocks noChangeShapeType="1"/>
            </p:cNvSpPr>
            <p:nvPr/>
          </p:nvSpPr>
          <p:spPr bwMode="auto">
            <a:xfrm flipH="1">
              <a:off x="6610432" y="4198807"/>
              <a:ext cx="668867"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73" name="Line 45">
              <a:extLst>
                <a:ext uri="{FF2B5EF4-FFF2-40B4-BE49-F238E27FC236}">
                  <a16:creationId xmlns:a16="http://schemas.microsoft.com/office/drawing/2014/main" id="{1A82158E-9540-45B6-86E1-193FF84AECD3}"/>
                </a:ext>
              </a:extLst>
            </p:cNvPr>
            <p:cNvSpPr>
              <a:spLocks noChangeShapeType="1"/>
            </p:cNvSpPr>
            <p:nvPr/>
          </p:nvSpPr>
          <p:spPr bwMode="auto">
            <a:xfrm flipV="1">
              <a:off x="8014302" y="3371370"/>
              <a:ext cx="0" cy="509889"/>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74" name="Rectangle 54">
              <a:extLst>
                <a:ext uri="{FF2B5EF4-FFF2-40B4-BE49-F238E27FC236}">
                  <a16:creationId xmlns:a16="http://schemas.microsoft.com/office/drawing/2014/main" id="{1CC24DC7-320C-4188-BA10-9F33917395AE}"/>
                </a:ext>
              </a:extLst>
            </p:cNvPr>
            <p:cNvSpPr>
              <a:spLocks noChangeArrowheads="1"/>
            </p:cNvSpPr>
            <p:nvPr/>
          </p:nvSpPr>
          <p:spPr bwMode="auto">
            <a:xfrm>
              <a:off x="7753632" y="3380403"/>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75" name="Rectangle 55">
              <a:extLst>
                <a:ext uri="{FF2B5EF4-FFF2-40B4-BE49-F238E27FC236}">
                  <a16:creationId xmlns:a16="http://schemas.microsoft.com/office/drawing/2014/main" id="{4DD11792-4DF2-4898-9A48-BADDDF9DE430}"/>
                </a:ext>
              </a:extLst>
            </p:cNvPr>
            <p:cNvSpPr>
              <a:spLocks noChangeArrowheads="1"/>
            </p:cNvSpPr>
            <p:nvPr/>
          </p:nvSpPr>
          <p:spPr bwMode="auto">
            <a:xfrm>
              <a:off x="7883685" y="3507237"/>
              <a:ext cx="79469" cy="190724"/>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3</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76" name="Text Box 67">
              <a:extLst>
                <a:ext uri="{FF2B5EF4-FFF2-40B4-BE49-F238E27FC236}">
                  <a16:creationId xmlns:a16="http://schemas.microsoft.com/office/drawing/2014/main" id="{9B805888-DC86-4676-BB59-6454428B5323}"/>
                </a:ext>
              </a:extLst>
            </p:cNvPr>
            <p:cNvSpPr txBox="1">
              <a:spLocks noChangeArrowheads="1"/>
            </p:cNvSpPr>
            <p:nvPr/>
          </p:nvSpPr>
          <p:spPr bwMode="auto">
            <a:xfrm>
              <a:off x="7827278" y="3662852"/>
              <a:ext cx="266629" cy="432309"/>
            </a:xfrm>
            <a:prstGeom prst="rect">
              <a:avLst/>
            </a:prstGeom>
            <a:noFill/>
            <a:ln w="19050"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70C0"/>
                  </a:solidFill>
                  <a:effectLst/>
                  <a:uLnTx/>
                  <a:uFillTx/>
                  <a:latin typeface="+mn-lt"/>
                  <a:ea typeface="宋体" pitchFamily="2" charset="-122"/>
                  <a:cs typeface="+mn-cs"/>
                </a:rPr>
                <a:t>0</a:t>
              </a:r>
            </a:p>
          </p:txBody>
        </p:sp>
        <p:pic>
          <p:nvPicPr>
            <p:cNvPr id="177" name="图片 176">
              <a:extLst>
                <a:ext uri="{FF2B5EF4-FFF2-40B4-BE49-F238E27FC236}">
                  <a16:creationId xmlns:a16="http://schemas.microsoft.com/office/drawing/2014/main" id="{00A9D471-35DB-46D2-8ACE-D8A04BA9B1F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64801" y="3671505"/>
              <a:ext cx="751985" cy="375993"/>
            </a:xfrm>
            <a:prstGeom prst="rect">
              <a:avLst/>
            </a:prstGeom>
            <a:ln w="19050">
              <a:noFill/>
            </a:ln>
          </p:spPr>
        </p:pic>
        <p:sp>
          <p:nvSpPr>
            <p:cNvPr id="178" name="Line 45">
              <a:extLst>
                <a:ext uri="{FF2B5EF4-FFF2-40B4-BE49-F238E27FC236}">
                  <a16:creationId xmlns:a16="http://schemas.microsoft.com/office/drawing/2014/main" id="{2DF31DC0-5898-4436-BD3E-66732CD449BD}"/>
                </a:ext>
              </a:extLst>
            </p:cNvPr>
            <p:cNvSpPr>
              <a:spLocks noChangeShapeType="1"/>
            </p:cNvSpPr>
            <p:nvPr/>
          </p:nvSpPr>
          <p:spPr bwMode="auto">
            <a:xfrm flipV="1">
              <a:off x="6607826" y="3356295"/>
              <a:ext cx="855" cy="425866"/>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79" name="Line 45">
              <a:extLst>
                <a:ext uri="{FF2B5EF4-FFF2-40B4-BE49-F238E27FC236}">
                  <a16:creationId xmlns:a16="http://schemas.microsoft.com/office/drawing/2014/main" id="{54ADE4B4-429E-44A2-9873-7B95C965E743}"/>
                </a:ext>
              </a:extLst>
            </p:cNvPr>
            <p:cNvSpPr>
              <a:spLocks noChangeShapeType="1"/>
            </p:cNvSpPr>
            <p:nvPr/>
          </p:nvSpPr>
          <p:spPr bwMode="auto">
            <a:xfrm flipH="1" flipV="1">
              <a:off x="6610432" y="3356295"/>
              <a:ext cx="1403011" cy="7443"/>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80" name="Line 45">
              <a:extLst>
                <a:ext uri="{FF2B5EF4-FFF2-40B4-BE49-F238E27FC236}">
                  <a16:creationId xmlns:a16="http://schemas.microsoft.com/office/drawing/2014/main" id="{483C54B1-3474-4D84-B921-94567A18F0A8}"/>
                </a:ext>
              </a:extLst>
            </p:cNvPr>
            <p:cNvSpPr>
              <a:spLocks noChangeShapeType="1"/>
            </p:cNvSpPr>
            <p:nvPr/>
          </p:nvSpPr>
          <p:spPr bwMode="auto">
            <a:xfrm flipV="1">
              <a:off x="6472650" y="3152345"/>
              <a:ext cx="0" cy="766697"/>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81" name="Line 42">
              <a:extLst>
                <a:ext uri="{FF2B5EF4-FFF2-40B4-BE49-F238E27FC236}">
                  <a16:creationId xmlns:a16="http://schemas.microsoft.com/office/drawing/2014/main" id="{0A261E68-1DD2-44C4-8FAE-D4D2D1BF63EA}"/>
                </a:ext>
              </a:extLst>
            </p:cNvPr>
            <p:cNvSpPr>
              <a:spLocks noChangeShapeType="1"/>
            </p:cNvSpPr>
            <p:nvPr/>
          </p:nvSpPr>
          <p:spPr bwMode="auto">
            <a:xfrm flipH="1">
              <a:off x="6472577" y="3934774"/>
              <a:ext cx="261322"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82" name="Line 45">
              <a:extLst>
                <a:ext uri="{FF2B5EF4-FFF2-40B4-BE49-F238E27FC236}">
                  <a16:creationId xmlns:a16="http://schemas.microsoft.com/office/drawing/2014/main" id="{4E6D009D-6EB7-4797-906F-AFDF793292FD}"/>
                </a:ext>
              </a:extLst>
            </p:cNvPr>
            <p:cNvSpPr>
              <a:spLocks noChangeShapeType="1"/>
            </p:cNvSpPr>
            <p:nvPr/>
          </p:nvSpPr>
          <p:spPr bwMode="auto">
            <a:xfrm flipV="1">
              <a:off x="6611101" y="4198342"/>
              <a:ext cx="0" cy="195783"/>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grpSp>
      <p:sp>
        <p:nvSpPr>
          <p:cNvPr id="186" name="Text Box 100">
            <a:extLst>
              <a:ext uri="{FF2B5EF4-FFF2-40B4-BE49-F238E27FC236}">
                <a16:creationId xmlns:a16="http://schemas.microsoft.com/office/drawing/2014/main" id="{6F15066A-EFE6-47E3-96B0-4B953DD1FF8E}"/>
              </a:ext>
            </a:extLst>
          </p:cNvPr>
          <p:cNvSpPr txBox="1">
            <a:spLocks noChangeArrowheads="1"/>
          </p:cNvSpPr>
          <p:nvPr/>
        </p:nvSpPr>
        <p:spPr bwMode="auto">
          <a:xfrm>
            <a:off x="2528978" y="4598853"/>
            <a:ext cx="1295400" cy="523220"/>
          </a:xfrm>
          <a:prstGeom prst="rect">
            <a:avLst/>
          </a:prstGeom>
          <a:noFill/>
          <a:ln w="9525"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70C0"/>
                </a:solidFill>
                <a:effectLst/>
                <a:uLnTx/>
                <a:uFillTx/>
                <a:latin typeface="+mn-lt"/>
                <a:ea typeface="宋体" pitchFamily="2" charset="-122"/>
                <a:cs typeface="+mn-cs"/>
                <a:sym typeface="Symbol" pitchFamily="18" charset="2"/>
              </a:rPr>
              <a:t></a:t>
            </a:r>
            <a:r>
              <a:rPr lang="en-US" altLang="zh-CN" sz="2800" b="0" noProof="0" dirty="0">
                <a:solidFill>
                  <a:srgbClr val="0070C0"/>
                </a:solidFill>
                <a:latin typeface="+mn-lt"/>
                <a:sym typeface="Symbol" pitchFamily="18" charset="2"/>
              </a:rPr>
              <a:t>0</a:t>
            </a:r>
            <a:endParaRPr kumimoji="0" lang="en-US" altLang="zh-CN" sz="2800" b="0" i="0" u="none" strike="noStrike" kern="1200" cap="none" spc="0" normalizeH="0" baseline="0" noProof="0" dirty="0">
              <a:ln>
                <a:noFill/>
              </a:ln>
              <a:solidFill>
                <a:srgbClr val="0070C0"/>
              </a:solidFill>
              <a:effectLst/>
              <a:uLnTx/>
              <a:uFillTx/>
              <a:latin typeface="+mn-lt"/>
            </a:endParaRPr>
          </a:p>
        </p:txBody>
      </p:sp>
    </p:spTree>
    <p:extLst>
      <p:ext uri="{BB962C8B-B14F-4D97-AF65-F5344CB8AC3E}">
        <p14:creationId xmlns:p14="http://schemas.microsoft.com/office/powerpoint/2010/main" val="7244110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灯片编号占位符 110"/>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13123CC-A5CC-40BF-912E-9416D5179362}" type="slidenum">
              <a:rPr kumimoji="0" lang="en-US" altLang="zh-CN" sz="1200" b="0" i="0" u="none" strike="noStrike" kern="1200" cap="none" spc="0" normalizeH="0" baseline="0" noProof="0" smtClean="0">
                <a:ln>
                  <a:noFill/>
                </a:ln>
                <a:solidFill>
                  <a:srgbClr val="000000"/>
                </a:solidFill>
                <a:effectLst/>
                <a:uLnTx/>
                <a:uFillTx/>
                <a:latin typeface="Arial Black"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104</a:t>
            </a:fld>
            <a:endParaRPr kumimoji="0" lang="en-US" altLang="zh-CN" sz="1200" b="0" i="0" u="none" strike="noStrike" kern="1200" cap="none" spc="0" normalizeH="0" baseline="0" noProof="0" dirty="0">
              <a:ln>
                <a:noFill/>
              </a:ln>
              <a:solidFill>
                <a:srgbClr val="000000"/>
              </a:solidFill>
              <a:effectLst/>
              <a:uLnTx/>
              <a:uFillTx/>
              <a:latin typeface="Arial Black" pitchFamily="34" charset="0"/>
              <a:ea typeface="宋体" pitchFamily="2" charset="-122"/>
              <a:cs typeface="+mn-cs"/>
            </a:endParaRPr>
          </a:p>
        </p:txBody>
      </p:sp>
      <p:sp>
        <p:nvSpPr>
          <p:cNvPr id="3" name="矩形 2">
            <a:extLst>
              <a:ext uri="{FF2B5EF4-FFF2-40B4-BE49-F238E27FC236}">
                <a16:creationId xmlns:a16="http://schemas.microsoft.com/office/drawing/2014/main" id="{848F3C33-297E-8945-B5F2-E4744C172372}"/>
              </a:ext>
            </a:extLst>
          </p:cNvPr>
          <p:cNvSpPr/>
          <p:nvPr/>
        </p:nvSpPr>
        <p:spPr>
          <a:xfrm>
            <a:off x="425301" y="5143155"/>
            <a:ext cx="1886416" cy="830997"/>
          </a:xfrm>
          <a:prstGeom prst="rect">
            <a:avLst/>
          </a:prstGeom>
        </p:spPr>
        <p:txBody>
          <a:bodyPr wrap="square">
            <a:spAutoFit/>
          </a:bodyPr>
          <a:lstStyle/>
          <a:p>
            <a:r>
              <a:rPr lang="zh-CN" altLang="en-US" sz="2400" b="0" dirty="0">
                <a:solidFill>
                  <a:srgbClr val="000000"/>
                </a:solidFill>
                <a:latin typeface="黑体" panose="02010609060101010101" pitchFamily="49" charset="-122"/>
                <a:ea typeface="黑体" panose="02010609060101010101" pitchFamily="49" charset="-122"/>
              </a:rPr>
              <a:t>再来一个计数脉冲</a:t>
            </a:r>
          </a:p>
        </p:txBody>
      </p:sp>
      <p:sp>
        <p:nvSpPr>
          <p:cNvPr id="97" name="椭圆 96">
            <a:extLst>
              <a:ext uri="{FF2B5EF4-FFF2-40B4-BE49-F238E27FC236}">
                <a16:creationId xmlns:a16="http://schemas.microsoft.com/office/drawing/2014/main" id="{9688CDC7-43A0-40F5-AFD4-28BBD252A525}"/>
              </a:ext>
            </a:extLst>
          </p:cNvPr>
          <p:cNvSpPr/>
          <p:nvPr/>
        </p:nvSpPr>
        <p:spPr bwMode="auto">
          <a:xfrm>
            <a:off x="2327820" y="4460175"/>
            <a:ext cx="1434753" cy="669012"/>
          </a:xfrm>
          <a:prstGeom prst="ellipse">
            <a:avLst/>
          </a:prstGeom>
          <a:noFill/>
          <a:ln w="38100" cap="flat" cmpd="sng" algn="ctr">
            <a:solidFill>
              <a:srgbClr val="3333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4600" b="1" i="0" u="none" strike="noStrike" cap="none" normalizeH="0" baseline="0">
              <a:ln>
                <a:noFill/>
              </a:ln>
              <a:solidFill>
                <a:srgbClr val="0070C0"/>
              </a:solidFill>
              <a:effectLst/>
              <a:latin typeface="Garamond" pitchFamily="18" charset="0"/>
              <a:ea typeface="宋体" pitchFamily="2" charset="-122"/>
            </a:endParaRPr>
          </a:p>
        </p:txBody>
      </p:sp>
      <p:sp>
        <p:nvSpPr>
          <p:cNvPr id="98" name="Rectangle 44">
            <a:extLst>
              <a:ext uri="{FF2B5EF4-FFF2-40B4-BE49-F238E27FC236}">
                <a16:creationId xmlns:a16="http://schemas.microsoft.com/office/drawing/2014/main" id="{CEDAC385-F00D-47C8-95C1-97C38E17EBD5}"/>
              </a:ext>
            </a:extLst>
          </p:cNvPr>
          <p:cNvSpPr>
            <a:spLocks noChangeArrowheads="1"/>
          </p:cNvSpPr>
          <p:nvPr/>
        </p:nvSpPr>
        <p:spPr bwMode="auto">
          <a:xfrm>
            <a:off x="2868438" y="5189321"/>
            <a:ext cx="3542248" cy="738664"/>
          </a:xfrm>
          <a:prstGeom prst="rect">
            <a:avLst/>
          </a:prstGeom>
          <a:noFill/>
          <a:ln w="9525">
            <a:noFill/>
            <a:miter lim="800000"/>
            <a:headEnd/>
            <a:tailEnd/>
          </a:ln>
        </p:spPr>
        <p:txBody>
          <a:bodyPr wrap="square" lIns="0" tIns="0" rIns="0" bIns="0">
            <a:spAutoFit/>
          </a:bodyPr>
          <a:lstStyle/>
          <a:p>
            <a:pPr marL="0" marR="0" lvl="0" indent="0" defTabSz="914400" rtl="0" eaLnBrk="1" fontAlgn="base" latinLnBrk="0" hangingPunct="1">
              <a:lnSpc>
                <a:spcPct val="100000"/>
              </a:lnSpc>
              <a:spcBef>
                <a:spcPct val="0"/>
              </a:spcBef>
              <a:spcAft>
                <a:spcPct val="0"/>
              </a:spcAft>
              <a:buClrTx/>
              <a:buSzTx/>
              <a:buFontTx/>
              <a:buNone/>
              <a:tabLst/>
              <a:defRPr/>
            </a:pPr>
            <a:r>
              <a:rPr lang="zh-CN" altLang="en-US" sz="2400" b="0" dirty="0">
                <a:solidFill>
                  <a:srgbClr val="3333FF"/>
                </a:solidFill>
                <a:latin typeface="+mn-lt"/>
                <a:ea typeface="SimHei" panose="02010609060101010101" pitchFamily="49" charset="-122"/>
              </a:rPr>
              <a:t>这个时钟信号送给下一个触发器</a:t>
            </a:r>
            <a:endParaRPr kumimoji="0" lang="en-US" altLang="zh-CN" sz="2400" b="0" i="0" u="none" strike="noStrike" kern="1200" cap="none" spc="0" normalizeH="0" baseline="0" noProof="0" dirty="0">
              <a:ln>
                <a:noFill/>
              </a:ln>
              <a:solidFill>
                <a:srgbClr val="3333FF"/>
              </a:solidFill>
              <a:effectLst/>
              <a:uLnTx/>
              <a:uFillTx/>
              <a:latin typeface="+mn-lt"/>
              <a:ea typeface="SimHei" panose="02010609060101010101" pitchFamily="49" charset="-122"/>
            </a:endParaRPr>
          </a:p>
        </p:txBody>
      </p:sp>
      <p:sp>
        <p:nvSpPr>
          <p:cNvPr id="5" name="Title 4">
            <a:extLst>
              <a:ext uri="{FF2B5EF4-FFF2-40B4-BE49-F238E27FC236}">
                <a16:creationId xmlns:a16="http://schemas.microsoft.com/office/drawing/2014/main" id="{1EE1C1CB-9683-C535-F56C-C00670D04FFC}"/>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t>异步计数器</a:t>
            </a:r>
            <a:endParaRPr lang="en-CN" altLang="zh-CN" sz="4000" dirty="0">
              <a:solidFill>
                <a:srgbClr val="0000FF"/>
              </a:solidFill>
              <a:latin typeface="Arial" panose="020B0604020202020204" pitchFamily="34" charset="0"/>
              <a:cs typeface="Arial" panose="020B0604020202020204" pitchFamily="34" charset="0"/>
            </a:endParaRPr>
          </a:p>
        </p:txBody>
      </p:sp>
      <p:sp>
        <p:nvSpPr>
          <p:cNvPr id="93" name="内容占位符 2">
            <a:extLst>
              <a:ext uri="{FF2B5EF4-FFF2-40B4-BE49-F238E27FC236}">
                <a16:creationId xmlns:a16="http://schemas.microsoft.com/office/drawing/2014/main" id="{9D87CA12-7C70-4BCA-AE9E-56210444BF2B}"/>
              </a:ext>
            </a:extLst>
          </p:cNvPr>
          <p:cNvSpPr txBox="1">
            <a:spLocks/>
          </p:cNvSpPr>
          <p:nvPr/>
        </p:nvSpPr>
        <p:spPr bwMode="auto">
          <a:xfrm>
            <a:off x="536031" y="1393031"/>
            <a:ext cx="7886700" cy="11058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b="1">
                <a:solidFill>
                  <a:schemeClr val="tx1"/>
                </a:solidFill>
                <a:latin typeface="+mn-lt"/>
                <a:ea typeface="黑体" panose="02010609060101010101" pitchFamily="49" charset="-122"/>
                <a:cs typeface="+mn-cs"/>
              </a:defRPr>
            </a:lvl1pPr>
            <a:lvl2pPr marL="742950" indent="-285750" algn="l" rtl="0" eaLnBrk="1" fontAlgn="base" hangingPunct="1">
              <a:spcBef>
                <a:spcPct val="20000"/>
              </a:spcBef>
              <a:spcAft>
                <a:spcPct val="0"/>
              </a:spcAft>
              <a:buChar char="–"/>
              <a:defRPr sz="2800" b="1">
                <a:solidFill>
                  <a:schemeClr val="tx1"/>
                </a:solidFill>
                <a:latin typeface="+mn-lt"/>
                <a:ea typeface="黑体" panose="02010609060101010101" pitchFamily="49" charset="-122"/>
              </a:defRPr>
            </a:lvl2pPr>
            <a:lvl3pPr marL="1143000" indent="-228600" algn="l" rtl="0" eaLnBrk="1" fontAlgn="base" hangingPunct="1">
              <a:spcBef>
                <a:spcPct val="20000"/>
              </a:spcBef>
              <a:spcAft>
                <a:spcPct val="0"/>
              </a:spcAft>
              <a:buChar char="•"/>
              <a:defRPr sz="2400" b="1">
                <a:solidFill>
                  <a:schemeClr val="tx1"/>
                </a:solidFill>
                <a:latin typeface="+mn-lt"/>
                <a:ea typeface="黑体" panose="02010609060101010101" pitchFamily="49" charset="-122"/>
              </a:defRPr>
            </a:lvl3pPr>
            <a:lvl4pPr marL="1600200" indent="-228600" algn="l" rtl="0" eaLnBrk="1" fontAlgn="base" hangingPunct="1">
              <a:spcBef>
                <a:spcPct val="20000"/>
              </a:spcBef>
              <a:spcAft>
                <a:spcPct val="0"/>
              </a:spcAft>
              <a:buChar char="–"/>
              <a:defRPr sz="2000" b="1">
                <a:solidFill>
                  <a:schemeClr val="tx1"/>
                </a:solidFill>
                <a:latin typeface="+mn-lt"/>
                <a:ea typeface="黑体" panose="02010609060101010101" pitchFamily="49" charset="-122"/>
              </a:defRPr>
            </a:lvl4pPr>
            <a:lvl5pPr marL="2057400" indent="-228600" algn="l" rtl="0" eaLnBrk="1" fontAlgn="base" hangingPunct="1">
              <a:spcBef>
                <a:spcPct val="20000"/>
              </a:spcBef>
              <a:spcAft>
                <a:spcPct val="0"/>
              </a:spcAft>
              <a:buChar char="»"/>
              <a:defRPr sz="2000" b="1">
                <a:solidFill>
                  <a:schemeClr val="tx1"/>
                </a:solidFill>
                <a:latin typeface="+mn-lt"/>
                <a:ea typeface="黑体" panose="02010609060101010101" pitchFamily="49" charset="-122"/>
              </a:defRPr>
            </a:lvl5pPr>
            <a:lvl6pPr marL="2514600" indent="-228600" algn="l" rtl="0" eaLnBrk="1" fontAlgn="base" hangingPunct="1">
              <a:spcBef>
                <a:spcPct val="20000"/>
              </a:spcBef>
              <a:spcAft>
                <a:spcPct val="0"/>
              </a:spcAft>
              <a:buChar char="»"/>
              <a:defRPr sz="2000" b="1">
                <a:solidFill>
                  <a:schemeClr val="tx1"/>
                </a:solidFill>
                <a:latin typeface="+mn-lt"/>
                <a:ea typeface="+mn-ea"/>
              </a:defRPr>
            </a:lvl6pPr>
            <a:lvl7pPr marL="2971800" indent="-228600" algn="l" rtl="0" eaLnBrk="1" fontAlgn="base" hangingPunct="1">
              <a:spcBef>
                <a:spcPct val="20000"/>
              </a:spcBef>
              <a:spcAft>
                <a:spcPct val="0"/>
              </a:spcAft>
              <a:buChar char="»"/>
              <a:defRPr sz="2000" b="1">
                <a:solidFill>
                  <a:schemeClr val="tx1"/>
                </a:solidFill>
                <a:latin typeface="+mn-lt"/>
                <a:ea typeface="+mn-ea"/>
              </a:defRPr>
            </a:lvl7pPr>
            <a:lvl8pPr marL="3429000" indent="-228600" algn="l" rtl="0" eaLnBrk="1" fontAlgn="base" hangingPunct="1">
              <a:spcBef>
                <a:spcPct val="20000"/>
              </a:spcBef>
              <a:spcAft>
                <a:spcPct val="0"/>
              </a:spcAft>
              <a:buChar char="»"/>
              <a:defRPr sz="2000" b="1">
                <a:solidFill>
                  <a:schemeClr val="tx1"/>
                </a:solidFill>
                <a:latin typeface="+mn-lt"/>
                <a:ea typeface="+mn-ea"/>
              </a:defRPr>
            </a:lvl8pPr>
            <a:lvl9pPr marL="3886200" indent="-228600" algn="l" rtl="0" eaLnBrk="1" fontAlgn="base" hangingPunct="1">
              <a:spcBef>
                <a:spcPct val="20000"/>
              </a:spcBef>
              <a:spcAft>
                <a:spcPct val="0"/>
              </a:spcAft>
              <a:buChar char="»"/>
              <a:defRPr sz="2000" b="1">
                <a:solidFill>
                  <a:schemeClr val="tx1"/>
                </a:solidFill>
                <a:latin typeface="+mn-lt"/>
                <a:ea typeface="+mn-ea"/>
              </a:defRPr>
            </a:lvl9pPr>
          </a:lstStyle>
          <a:p>
            <a:r>
              <a:rPr lang="zh-CN" altLang="en-US" sz="2800" b="0" kern="0" dirty="0">
                <a:solidFill>
                  <a:srgbClr val="000000"/>
                </a:solidFill>
                <a:ea typeface="黑体"/>
              </a:rPr>
              <a:t>异步</a:t>
            </a:r>
            <a:endParaRPr lang="en-US" altLang="zh-CN" sz="2800" b="0" kern="0" dirty="0">
              <a:solidFill>
                <a:srgbClr val="000000"/>
              </a:solidFill>
              <a:ea typeface="黑体"/>
            </a:endParaRPr>
          </a:p>
          <a:p>
            <a:pPr lvl="1"/>
            <a:r>
              <a:rPr lang="zh-CN" altLang="en-US" sz="2400" b="0" kern="0" dirty="0">
                <a:solidFill>
                  <a:srgbClr val="000000"/>
                </a:solidFill>
                <a:latin typeface="Calibri"/>
                <a:ea typeface="黑体"/>
              </a:rPr>
              <a:t>各个触发器没有使用同一个时钟信号</a:t>
            </a:r>
            <a:endParaRPr lang="zh-CN" altLang="en-US" sz="2400" b="0" kern="0" dirty="0"/>
          </a:p>
          <a:p>
            <a:pPr lvl="1"/>
            <a:endParaRPr lang="en-US" altLang="zh-CN" sz="2000" b="0" kern="0" dirty="0">
              <a:solidFill>
                <a:srgbClr val="C00000"/>
              </a:solidFill>
              <a:ea typeface="黑体"/>
            </a:endParaRPr>
          </a:p>
        </p:txBody>
      </p:sp>
      <p:sp>
        <p:nvSpPr>
          <p:cNvPr id="99" name="Text Box 100">
            <a:extLst>
              <a:ext uri="{FF2B5EF4-FFF2-40B4-BE49-F238E27FC236}">
                <a16:creationId xmlns:a16="http://schemas.microsoft.com/office/drawing/2014/main" id="{FFC39CF9-C01E-4049-AC29-30D8C8B0DED9}"/>
              </a:ext>
            </a:extLst>
          </p:cNvPr>
          <p:cNvSpPr txBox="1">
            <a:spLocks noChangeArrowheads="1"/>
          </p:cNvSpPr>
          <p:nvPr/>
        </p:nvSpPr>
        <p:spPr bwMode="auto">
          <a:xfrm>
            <a:off x="2085800" y="3927314"/>
            <a:ext cx="1295400" cy="523220"/>
          </a:xfrm>
          <a:prstGeom prst="rect">
            <a:avLst/>
          </a:prstGeom>
          <a:noFill/>
          <a:ln w="9525"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70C0"/>
                </a:solidFill>
                <a:effectLst/>
                <a:uLnTx/>
                <a:uFillTx/>
                <a:latin typeface="+mn-lt"/>
                <a:ea typeface="宋体" pitchFamily="2" charset="-122"/>
                <a:cs typeface="+mn-cs"/>
                <a:sym typeface="Symbol" pitchFamily="18" charset="2"/>
              </a:rPr>
              <a:t></a:t>
            </a:r>
            <a:r>
              <a:rPr lang="en-US" altLang="zh-CN" sz="2800" b="0" noProof="0" dirty="0">
                <a:solidFill>
                  <a:srgbClr val="0070C0"/>
                </a:solidFill>
                <a:latin typeface="+mn-lt"/>
                <a:sym typeface="Symbol" pitchFamily="18" charset="2"/>
              </a:rPr>
              <a:t>0</a:t>
            </a:r>
            <a:endParaRPr kumimoji="0" lang="en-US" altLang="zh-CN" sz="2800" b="0" i="0" u="none" strike="noStrike" kern="1200" cap="none" spc="0" normalizeH="0" baseline="0" noProof="0" dirty="0">
              <a:ln>
                <a:noFill/>
              </a:ln>
              <a:solidFill>
                <a:srgbClr val="0070C0"/>
              </a:solidFill>
              <a:effectLst/>
              <a:uLnTx/>
              <a:uFillTx/>
              <a:latin typeface="+mn-lt"/>
            </a:endParaRPr>
          </a:p>
        </p:txBody>
      </p:sp>
      <p:grpSp>
        <p:nvGrpSpPr>
          <p:cNvPr id="100" name="组合 99">
            <a:extLst>
              <a:ext uri="{FF2B5EF4-FFF2-40B4-BE49-F238E27FC236}">
                <a16:creationId xmlns:a16="http://schemas.microsoft.com/office/drawing/2014/main" id="{C4F5E5B3-AA83-48AC-9DDC-785CDB56D637}"/>
              </a:ext>
            </a:extLst>
          </p:cNvPr>
          <p:cNvGrpSpPr>
            <a:grpSpLocks noChangeAspect="1"/>
          </p:cNvGrpSpPr>
          <p:nvPr/>
        </p:nvGrpSpPr>
        <p:grpSpPr>
          <a:xfrm>
            <a:off x="248744" y="3048000"/>
            <a:ext cx="8742856" cy="2052338"/>
            <a:chOff x="870138" y="3081337"/>
            <a:chExt cx="7223769" cy="1695739"/>
          </a:xfrm>
        </p:grpSpPr>
        <p:sp>
          <p:nvSpPr>
            <p:cNvPr id="101" name="Rectangle 5">
              <a:extLst>
                <a:ext uri="{FF2B5EF4-FFF2-40B4-BE49-F238E27FC236}">
                  <a16:creationId xmlns:a16="http://schemas.microsoft.com/office/drawing/2014/main" id="{77A93A4E-A0FB-4913-8615-B9B56D9113F1}"/>
                </a:ext>
              </a:extLst>
            </p:cNvPr>
            <p:cNvSpPr>
              <a:spLocks noChangeArrowheads="1"/>
            </p:cNvSpPr>
            <p:nvPr/>
          </p:nvSpPr>
          <p:spPr bwMode="auto">
            <a:xfrm>
              <a:off x="2235310" y="3634880"/>
              <a:ext cx="588001" cy="953570"/>
            </a:xfrm>
            <a:prstGeom prst="rect">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02" name="Rectangle 6">
              <a:extLst>
                <a:ext uri="{FF2B5EF4-FFF2-40B4-BE49-F238E27FC236}">
                  <a16:creationId xmlns:a16="http://schemas.microsoft.com/office/drawing/2014/main" id="{D14401E4-BDF9-461D-B685-B1A936B1303B}"/>
                </a:ext>
              </a:extLst>
            </p:cNvPr>
            <p:cNvSpPr>
              <a:spLocks noChangeArrowheads="1"/>
            </p:cNvSpPr>
            <p:nvPr/>
          </p:nvSpPr>
          <p:spPr bwMode="auto">
            <a:xfrm>
              <a:off x="2283171" y="3724682"/>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CN" sz="1500" i="1" dirty="0">
                  <a:solidFill>
                    <a:srgbClr val="000000"/>
                  </a:solidFill>
                  <a:latin typeface="Times New Roman" pitchFamily="18" charset="0"/>
                </a:rPr>
                <a:t>D</a:t>
              </a:r>
              <a:endParaRPr kumimoji="0" lang="en-US" altLang="zh-CN" sz="1500" b="0" i="0" u="none" strike="noStrike" kern="1200" cap="none" spc="0" normalizeH="0" baseline="0" noProof="0" dirty="0">
                <a:ln>
                  <a:noFill/>
                </a:ln>
                <a:solidFill>
                  <a:srgbClr val="000000"/>
                </a:solidFill>
                <a:effectLst/>
                <a:uLnTx/>
                <a:uFillTx/>
              </a:endParaRPr>
            </a:p>
          </p:txBody>
        </p:sp>
        <p:sp>
          <p:nvSpPr>
            <p:cNvPr id="103" name="Rectangle 7">
              <a:extLst>
                <a:ext uri="{FF2B5EF4-FFF2-40B4-BE49-F238E27FC236}">
                  <a16:creationId xmlns:a16="http://schemas.microsoft.com/office/drawing/2014/main" id="{472C0281-15B3-42BA-9F8D-F25EC911D811}"/>
                </a:ext>
              </a:extLst>
            </p:cNvPr>
            <p:cNvSpPr>
              <a:spLocks noChangeArrowheads="1"/>
            </p:cNvSpPr>
            <p:nvPr/>
          </p:nvSpPr>
          <p:spPr bwMode="auto">
            <a:xfrm>
              <a:off x="2631869" y="3710795"/>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a:ln>
                  <a:noFill/>
                </a:ln>
                <a:solidFill>
                  <a:srgbClr val="000000"/>
                </a:solidFill>
                <a:effectLst/>
                <a:uLnTx/>
                <a:uFillTx/>
                <a:ea typeface="宋体" pitchFamily="2" charset="-122"/>
                <a:cs typeface="+mn-cs"/>
              </a:endParaRPr>
            </a:p>
          </p:txBody>
        </p:sp>
        <p:sp>
          <p:nvSpPr>
            <p:cNvPr id="104" name="Rectangle 8">
              <a:extLst>
                <a:ext uri="{FF2B5EF4-FFF2-40B4-BE49-F238E27FC236}">
                  <a16:creationId xmlns:a16="http://schemas.microsoft.com/office/drawing/2014/main" id="{1DB36FA0-A64B-4A82-BF3E-C912DC2F9B0C}"/>
                </a:ext>
              </a:extLst>
            </p:cNvPr>
            <p:cNvSpPr>
              <a:spLocks noChangeArrowheads="1"/>
            </p:cNvSpPr>
            <p:nvPr/>
          </p:nvSpPr>
          <p:spPr bwMode="auto">
            <a:xfrm>
              <a:off x="2644689" y="4214428"/>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05" name="Oval 9">
              <a:extLst>
                <a:ext uri="{FF2B5EF4-FFF2-40B4-BE49-F238E27FC236}">
                  <a16:creationId xmlns:a16="http://schemas.microsoft.com/office/drawing/2014/main" id="{58942656-8F28-4B1A-946E-3AD6203F1E47}"/>
                </a:ext>
              </a:extLst>
            </p:cNvPr>
            <p:cNvSpPr>
              <a:spLocks noChangeArrowheads="1"/>
            </p:cNvSpPr>
            <p:nvPr/>
          </p:nvSpPr>
          <p:spPr bwMode="auto">
            <a:xfrm>
              <a:off x="2823311" y="4323672"/>
              <a:ext cx="109728" cy="105541"/>
            </a:xfrm>
            <a:prstGeom prst="ellipse">
              <a:avLst/>
            </a:prstGeom>
            <a:solidFill>
              <a:srgbClr val="FFFFFF"/>
            </a:solidFill>
            <a:ln w="1905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06" name="Oval 10">
              <a:extLst>
                <a:ext uri="{FF2B5EF4-FFF2-40B4-BE49-F238E27FC236}">
                  <a16:creationId xmlns:a16="http://schemas.microsoft.com/office/drawing/2014/main" id="{E0152660-93B2-430C-87C1-4E46217E2EA4}"/>
                </a:ext>
              </a:extLst>
            </p:cNvPr>
            <p:cNvSpPr>
              <a:spLocks noChangeArrowheads="1"/>
            </p:cNvSpPr>
            <p:nvPr/>
          </p:nvSpPr>
          <p:spPr bwMode="auto">
            <a:xfrm>
              <a:off x="2823311" y="4323672"/>
              <a:ext cx="109728" cy="105541"/>
            </a:xfrm>
            <a:prstGeom prst="ellips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07" name="Rectangle 11">
              <a:extLst>
                <a:ext uri="{FF2B5EF4-FFF2-40B4-BE49-F238E27FC236}">
                  <a16:creationId xmlns:a16="http://schemas.microsoft.com/office/drawing/2014/main" id="{35DDF60A-9E74-4BCB-B3B1-8D62A11885F6}"/>
                </a:ext>
              </a:extLst>
            </p:cNvPr>
            <p:cNvSpPr>
              <a:spLocks noChangeArrowheads="1"/>
            </p:cNvSpPr>
            <p:nvPr/>
          </p:nvSpPr>
          <p:spPr bwMode="auto">
            <a:xfrm>
              <a:off x="2399404" y="4032972"/>
              <a:ext cx="12819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08" name="Freeform 12">
              <a:extLst>
                <a:ext uri="{FF2B5EF4-FFF2-40B4-BE49-F238E27FC236}">
                  <a16:creationId xmlns:a16="http://schemas.microsoft.com/office/drawing/2014/main" id="{95E46105-8457-43E0-9948-6474E47864BF}"/>
                </a:ext>
              </a:extLst>
            </p:cNvPr>
            <p:cNvSpPr>
              <a:spLocks/>
            </p:cNvSpPr>
            <p:nvPr/>
          </p:nvSpPr>
          <p:spPr bwMode="auto">
            <a:xfrm>
              <a:off x="2235310" y="4058894"/>
              <a:ext cx="147000" cy="212007"/>
            </a:xfrm>
            <a:custGeom>
              <a:avLst/>
              <a:gdLst>
                <a:gd name="T0" fmla="*/ 0 w 172"/>
                <a:gd name="T1" fmla="*/ 229 h 229"/>
                <a:gd name="T2" fmla="*/ 172 w 172"/>
                <a:gd name="T3" fmla="*/ 115 h 229"/>
                <a:gd name="T4" fmla="*/ 0 w 172"/>
                <a:gd name="T5" fmla="*/ 0 h 229"/>
                <a:gd name="T6" fmla="*/ 0 60000 65536"/>
                <a:gd name="T7" fmla="*/ 0 60000 65536"/>
                <a:gd name="T8" fmla="*/ 0 60000 65536"/>
                <a:gd name="T9" fmla="*/ 0 w 172"/>
                <a:gd name="T10" fmla="*/ 0 h 229"/>
                <a:gd name="T11" fmla="*/ 172 w 172"/>
                <a:gd name="T12" fmla="*/ 229 h 229"/>
              </a:gdLst>
              <a:ahLst/>
              <a:cxnLst>
                <a:cxn ang="T6">
                  <a:pos x="T0" y="T1"/>
                </a:cxn>
                <a:cxn ang="T7">
                  <a:pos x="T2" y="T3"/>
                </a:cxn>
                <a:cxn ang="T8">
                  <a:pos x="T4" y="T5"/>
                </a:cxn>
              </a:cxnLst>
              <a:rect l="T9" t="T10" r="T11" b="T12"/>
              <a:pathLst>
                <a:path w="172" h="229">
                  <a:moveTo>
                    <a:pt x="0" y="229"/>
                  </a:moveTo>
                  <a:lnTo>
                    <a:pt x="172" y="115"/>
                  </a:lnTo>
                  <a:lnTo>
                    <a:pt x="0" y="0"/>
                  </a:lnTo>
                </a:path>
              </a:pathLst>
            </a:custGeom>
            <a:noFill/>
            <a:ln w="19050"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09" name="Line 37">
              <a:extLst>
                <a:ext uri="{FF2B5EF4-FFF2-40B4-BE49-F238E27FC236}">
                  <a16:creationId xmlns:a16="http://schemas.microsoft.com/office/drawing/2014/main" id="{5E21C600-3BE7-4805-9DA2-422F764521F4}"/>
                </a:ext>
              </a:extLst>
            </p:cNvPr>
            <p:cNvSpPr>
              <a:spLocks noChangeShapeType="1"/>
            </p:cNvSpPr>
            <p:nvPr/>
          </p:nvSpPr>
          <p:spPr bwMode="auto">
            <a:xfrm>
              <a:off x="2823312" y="3847813"/>
              <a:ext cx="147000" cy="926"/>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0" name="Line 42">
              <a:extLst>
                <a:ext uri="{FF2B5EF4-FFF2-40B4-BE49-F238E27FC236}">
                  <a16:creationId xmlns:a16="http://schemas.microsoft.com/office/drawing/2014/main" id="{748D76D3-14F2-416E-ACA0-37E8E622EA1D}"/>
                </a:ext>
              </a:extLst>
            </p:cNvPr>
            <p:cNvSpPr>
              <a:spLocks noChangeShapeType="1"/>
            </p:cNvSpPr>
            <p:nvPr/>
          </p:nvSpPr>
          <p:spPr bwMode="auto">
            <a:xfrm flipH="1">
              <a:off x="1745594" y="4165361"/>
              <a:ext cx="489716" cy="926"/>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6" name="Rectangle 43">
              <a:extLst>
                <a:ext uri="{FF2B5EF4-FFF2-40B4-BE49-F238E27FC236}">
                  <a16:creationId xmlns:a16="http://schemas.microsoft.com/office/drawing/2014/main" id="{6C1DEC14-AFF9-49EC-816C-74E814970375}"/>
                </a:ext>
              </a:extLst>
            </p:cNvPr>
            <p:cNvSpPr>
              <a:spLocks noChangeArrowheads="1"/>
            </p:cNvSpPr>
            <p:nvPr/>
          </p:nvSpPr>
          <p:spPr bwMode="auto">
            <a:xfrm>
              <a:off x="1069556" y="4039807"/>
              <a:ext cx="613234" cy="508599"/>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mn-lt"/>
                </a:rPr>
                <a:t>Count</a:t>
              </a:r>
            </a:p>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CN" sz="2000" b="0" dirty="0">
                  <a:solidFill>
                    <a:srgbClr val="000000"/>
                  </a:solidFill>
                  <a:latin typeface="+mn-lt"/>
                </a:rPr>
                <a:t>pulses</a:t>
              </a:r>
              <a:endParaRPr kumimoji="0" lang="en-US" altLang="zh-CN" sz="2000" b="0" i="0" u="none" strike="noStrike" kern="1200" cap="none" spc="0" normalizeH="0" baseline="0" noProof="0" dirty="0">
                <a:ln>
                  <a:noFill/>
                </a:ln>
                <a:solidFill>
                  <a:srgbClr val="000000"/>
                </a:solidFill>
                <a:effectLst/>
                <a:uLnTx/>
                <a:uFillTx/>
                <a:latin typeface="+mn-lt"/>
              </a:endParaRPr>
            </a:p>
          </p:txBody>
        </p:sp>
        <p:sp>
          <p:nvSpPr>
            <p:cNvPr id="117" name="Line 45">
              <a:extLst>
                <a:ext uri="{FF2B5EF4-FFF2-40B4-BE49-F238E27FC236}">
                  <a16:creationId xmlns:a16="http://schemas.microsoft.com/office/drawing/2014/main" id="{6CAFD2F6-117C-42AB-8C93-DE7F3622A4FA}"/>
                </a:ext>
              </a:extLst>
            </p:cNvPr>
            <p:cNvSpPr>
              <a:spLocks noChangeShapeType="1"/>
            </p:cNvSpPr>
            <p:nvPr/>
          </p:nvSpPr>
          <p:spPr bwMode="auto">
            <a:xfrm flipV="1">
              <a:off x="2970313" y="3337924"/>
              <a:ext cx="0" cy="509889"/>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8" name="Rectangle 54">
              <a:extLst>
                <a:ext uri="{FF2B5EF4-FFF2-40B4-BE49-F238E27FC236}">
                  <a16:creationId xmlns:a16="http://schemas.microsoft.com/office/drawing/2014/main" id="{5A56CFDF-231E-4E8E-9C1C-DE2AF820BF04}"/>
                </a:ext>
              </a:extLst>
            </p:cNvPr>
            <p:cNvSpPr>
              <a:spLocks noChangeArrowheads="1"/>
            </p:cNvSpPr>
            <p:nvPr/>
          </p:nvSpPr>
          <p:spPr bwMode="auto">
            <a:xfrm>
              <a:off x="2709643" y="3346957"/>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19" name="Rectangle 55">
              <a:extLst>
                <a:ext uri="{FF2B5EF4-FFF2-40B4-BE49-F238E27FC236}">
                  <a16:creationId xmlns:a16="http://schemas.microsoft.com/office/drawing/2014/main" id="{CBB67327-DDA8-45D5-954F-84DA8DC5F45A}"/>
                </a:ext>
              </a:extLst>
            </p:cNvPr>
            <p:cNvSpPr>
              <a:spLocks noChangeArrowheads="1"/>
            </p:cNvSpPr>
            <p:nvPr/>
          </p:nvSpPr>
          <p:spPr bwMode="auto">
            <a:xfrm>
              <a:off x="2839696" y="3473791"/>
              <a:ext cx="96576"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0</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20" name="Freeform 58">
              <a:extLst>
                <a:ext uri="{FF2B5EF4-FFF2-40B4-BE49-F238E27FC236}">
                  <a16:creationId xmlns:a16="http://schemas.microsoft.com/office/drawing/2014/main" id="{CB70A64D-A7C1-49AE-A5D8-6DD3D3AA41D8}"/>
                </a:ext>
              </a:extLst>
            </p:cNvPr>
            <p:cNvSpPr>
              <a:spLocks/>
            </p:cNvSpPr>
            <p:nvPr/>
          </p:nvSpPr>
          <p:spPr bwMode="auto">
            <a:xfrm>
              <a:off x="1240163" y="3854673"/>
              <a:ext cx="73152" cy="73152"/>
            </a:xfrm>
            <a:custGeom>
              <a:avLst/>
              <a:gdLst>
                <a:gd name="T0" fmla="*/ 48 w 104"/>
                <a:gd name="T1" fmla="*/ 0 h 104"/>
                <a:gd name="T2" fmla="*/ 94 w 104"/>
                <a:gd name="T3" fmla="*/ 46 h 104"/>
                <a:gd name="T4" fmla="*/ 48 w 104"/>
                <a:gd name="T5" fmla="*/ 92 h 104"/>
                <a:gd name="T6" fmla="*/ 48 w 104"/>
                <a:gd name="T7" fmla="*/ 92 h 104"/>
                <a:gd name="T8" fmla="*/ 0 w 104"/>
                <a:gd name="T9" fmla="*/ 46 h 104"/>
                <a:gd name="T10" fmla="*/ 48 w 104"/>
                <a:gd name="T11" fmla="*/ 0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52" y="0"/>
                  </a:moveTo>
                  <a:cubicBezTo>
                    <a:pt x="81" y="0"/>
                    <a:pt x="104" y="24"/>
                    <a:pt x="104" y="52"/>
                  </a:cubicBezTo>
                  <a:cubicBezTo>
                    <a:pt x="104" y="81"/>
                    <a:pt x="81" y="104"/>
                    <a:pt x="52" y="104"/>
                  </a:cubicBezTo>
                  <a:cubicBezTo>
                    <a:pt x="52" y="104"/>
                    <a:pt x="52" y="104"/>
                    <a:pt x="52" y="104"/>
                  </a:cubicBezTo>
                  <a:cubicBezTo>
                    <a:pt x="23" y="104"/>
                    <a:pt x="0" y="81"/>
                    <a:pt x="0" y="52"/>
                  </a:cubicBezTo>
                  <a:cubicBezTo>
                    <a:pt x="0" y="24"/>
                    <a:pt x="23" y="0"/>
                    <a:pt x="52" y="0"/>
                  </a:cubicBezTo>
                </a:path>
              </a:pathLst>
            </a:custGeom>
            <a:solidFill>
              <a:srgbClr val="000000"/>
            </a:solidFill>
            <a:ln w="1905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21" name="Rectangle 63">
              <a:extLst>
                <a:ext uri="{FF2B5EF4-FFF2-40B4-BE49-F238E27FC236}">
                  <a16:creationId xmlns:a16="http://schemas.microsoft.com/office/drawing/2014/main" id="{F81F3B7B-4612-447F-B5BC-8B6C30530A77}"/>
                </a:ext>
              </a:extLst>
            </p:cNvPr>
            <p:cNvSpPr>
              <a:spLocks noChangeArrowheads="1"/>
            </p:cNvSpPr>
            <p:nvPr/>
          </p:nvSpPr>
          <p:spPr bwMode="auto">
            <a:xfrm>
              <a:off x="916454" y="3593226"/>
              <a:ext cx="141720" cy="305160"/>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mn-lt"/>
                  <a:ea typeface="宋体" pitchFamily="2" charset="-122"/>
                  <a:cs typeface="+mn-cs"/>
                </a:rPr>
                <a:t>1</a:t>
              </a:r>
            </a:p>
          </p:txBody>
        </p:sp>
        <p:sp>
          <p:nvSpPr>
            <p:cNvPr id="122" name="Text Box 67">
              <a:extLst>
                <a:ext uri="{FF2B5EF4-FFF2-40B4-BE49-F238E27FC236}">
                  <a16:creationId xmlns:a16="http://schemas.microsoft.com/office/drawing/2014/main" id="{0EA4EC5B-DBCC-4DFB-A7F3-D14EA80D115B}"/>
                </a:ext>
              </a:extLst>
            </p:cNvPr>
            <p:cNvSpPr txBox="1">
              <a:spLocks noChangeArrowheads="1"/>
            </p:cNvSpPr>
            <p:nvPr/>
          </p:nvSpPr>
          <p:spPr bwMode="auto">
            <a:xfrm>
              <a:off x="2530810" y="3830792"/>
              <a:ext cx="266629" cy="432309"/>
            </a:xfrm>
            <a:prstGeom prst="rect">
              <a:avLst/>
            </a:prstGeom>
            <a:noFill/>
            <a:ln w="19050" algn="ctr">
              <a:noFill/>
              <a:miter lim="800000"/>
              <a:headEnd/>
              <a:tailEnd/>
            </a:ln>
          </p:spPr>
          <p:txBody>
            <a:bodyPr wrap="square">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70C0"/>
                  </a:solidFill>
                  <a:effectLst/>
                  <a:uLnTx/>
                  <a:uFillTx/>
                  <a:latin typeface="+mn-lt"/>
                  <a:ea typeface="宋体" pitchFamily="2" charset="-122"/>
                  <a:cs typeface="+mn-cs"/>
                </a:rPr>
                <a:t>1</a:t>
              </a:r>
            </a:p>
          </p:txBody>
        </p:sp>
        <p:sp>
          <p:nvSpPr>
            <p:cNvPr id="123" name="Text Box 80">
              <a:extLst>
                <a:ext uri="{FF2B5EF4-FFF2-40B4-BE49-F238E27FC236}">
                  <a16:creationId xmlns:a16="http://schemas.microsoft.com/office/drawing/2014/main" id="{2939DC30-D721-422A-A6B7-6EE08551AD62}"/>
                </a:ext>
              </a:extLst>
            </p:cNvPr>
            <p:cNvSpPr txBox="1">
              <a:spLocks noChangeArrowheads="1"/>
            </p:cNvSpPr>
            <p:nvPr/>
          </p:nvSpPr>
          <p:spPr bwMode="auto">
            <a:xfrm>
              <a:off x="2838279" y="4319043"/>
              <a:ext cx="266629" cy="432309"/>
            </a:xfrm>
            <a:prstGeom prst="rect">
              <a:avLst/>
            </a:prstGeom>
            <a:noFill/>
            <a:ln w="19050"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70C0"/>
                  </a:solidFill>
                  <a:effectLst/>
                  <a:uLnTx/>
                  <a:uFillTx/>
                  <a:latin typeface="+mn-lt"/>
                  <a:ea typeface="宋体" pitchFamily="2" charset="-122"/>
                  <a:cs typeface="+mn-cs"/>
                </a:rPr>
                <a:t>0</a:t>
              </a:r>
            </a:p>
          </p:txBody>
        </p:sp>
        <p:grpSp>
          <p:nvGrpSpPr>
            <p:cNvPr id="124" name="Group 75">
              <a:extLst>
                <a:ext uri="{FF2B5EF4-FFF2-40B4-BE49-F238E27FC236}">
                  <a16:creationId xmlns:a16="http://schemas.microsoft.com/office/drawing/2014/main" id="{8159783E-513C-4845-8E60-2FBEFCE3F348}"/>
                </a:ext>
              </a:extLst>
            </p:cNvPr>
            <p:cNvGrpSpPr>
              <a:grpSpLocks/>
            </p:cNvGrpSpPr>
            <p:nvPr/>
          </p:nvGrpSpPr>
          <p:grpSpPr bwMode="auto">
            <a:xfrm>
              <a:off x="1749895" y="4317179"/>
              <a:ext cx="355506" cy="311067"/>
              <a:chOff x="384" y="3600"/>
              <a:chExt cx="384" cy="336"/>
            </a:xfrm>
          </p:grpSpPr>
          <p:sp>
            <p:nvSpPr>
              <p:cNvPr id="200" name="Line 76">
                <a:extLst>
                  <a:ext uri="{FF2B5EF4-FFF2-40B4-BE49-F238E27FC236}">
                    <a16:creationId xmlns:a16="http://schemas.microsoft.com/office/drawing/2014/main" id="{EEEB915C-734C-45A2-956C-98C010AA01A4}"/>
                  </a:ext>
                </a:extLst>
              </p:cNvPr>
              <p:cNvSpPr>
                <a:spLocks noChangeShapeType="1"/>
              </p:cNvSpPr>
              <p:nvPr/>
            </p:nvSpPr>
            <p:spPr bwMode="auto">
              <a:xfrm>
                <a:off x="384" y="3936"/>
                <a:ext cx="192" cy="0"/>
              </a:xfrm>
              <a:prstGeom prst="line">
                <a:avLst/>
              </a:prstGeom>
              <a:noFill/>
              <a:ln w="38100">
                <a:solidFill>
                  <a:srgbClr val="FF0066"/>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201" name="Line 77">
                <a:extLst>
                  <a:ext uri="{FF2B5EF4-FFF2-40B4-BE49-F238E27FC236}">
                    <a16:creationId xmlns:a16="http://schemas.microsoft.com/office/drawing/2014/main" id="{D3BAE480-004B-41B2-9277-778D3E05A935}"/>
                  </a:ext>
                </a:extLst>
              </p:cNvPr>
              <p:cNvSpPr>
                <a:spLocks noChangeShapeType="1"/>
              </p:cNvSpPr>
              <p:nvPr/>
            </p:nvSpPr>
            <p:spPr bwMode="auto">
              <a:xfrm>
                <a:off x="576" y="3600"/>
                <a:ext cx="192" cy="0"/>
              </a:xfrm>
              <a:prstGeom prst="line">
                <a:avLst/>
              </a:prstGeom>
              <a:noFill/>
              <a:ln w="38100">
                <a:solidFill>
                  <a:srgbClr val="FF0066"/>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202" name="Line 78">
                <a:extLst>
                  <a:ext uri="{FF2B5EF4-FFF2-40B4-BE49-F238E27FC236}">
                    <a16:creationId xmlns:a16="http://schemas.microsoft.com/office/drawing/2014/main" id="{952D61D8-642A-49FA-832D-DCE766991545}"/>
                  </a:ext>
                </a:extLst>
              </p:cNvPr>
              <p:cNvSpPr>
                <a:spLocks noChangeShapeType="1"/>
              </p:cNvSpPr>
              <p:nvPr/>
            </p:nvSpPr>
            <p:spPr bwMode="auto">
              <a:xfrm flipV="1">
                <a:off x="576" y="3600"/>
                <a:ext cx="0" cy="336"/>
              </a:xfrm>
              <a:prstGeom prst="line">
                <a:avLst/>
              </a:prstGeom>
              <a:noFill/>
              <a:ln w="38100">
                <a:solidFill>
                  <a:srgbClr val="FF0066"/>
                </a:solidFill>
                <a:round/>
                <a:headEnd/>
                <a:tailEnd type="triangle" w="med" len="me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grpSp>
        <p:pic>
          <p:nvPicPr>
            <p:cNvPr id="125" name="图片 124">
              <a:extLst>
                <a:ext uri="{FF2B5EF4-FFF2-40B4-BE49-F238E27FC236}">
                  <a16:creationId xmlns:a16="http://schemas.microsoft.com/office/drawing/2014/main" id="{A4062FC7-19AF-43B8-BF84-71E0E8A41EB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0812" y="3638059"/>
              <a:ext cx="751985" cy="375993"/>
            </a:xfrm>
            <a:prstGeom prst="rect">
              <a:avLst/>
            </a:prstGeom>
            <a:ln w="19050">
              <a:noFill/>
            </a:ln>
          </p:spPr>
        </p:pic>
        <p:sp>
          <p:nvSpPr>
            <p:cNvPr id="126" name="Line 42">
              <a:extLst>
                <a:ext uri="{FF2B5EF4-FFF2-40B4-BE49-F238E27FC236}">
                  <a16:creationId xmlns:a16="http://schemas.microsoft.com/office/drawing/2014/main" id="{2C401502-D990-475E-A39F-13E50F4992B5}"/>
                </a:ext>
              </a:extLst>
            </p:cNvPr>
            <p:cNvSpPr>
              <a:spLocks noChangeShapeType="1"/>
            </p:cNvSpPr>
            <p:nvPr/>
          </p:nvSpPr>
          <p:spPr bwMode="auto">
            <a:xfrm flipH="1">
              <a:off x="870138" y="3899914"/>
              <a:ext cx="730159"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27" name="Line 45">
              <a:extLst>
                <a:ext uri="{FF2B5EF4-FFF2-40B4-BE49-F238E27FC236}">
                  <a16:creationId xmlns:a16="http://schemas.microsoft.com/office/drawing/2014/main" id="{BB09D77D-2AC3-4EB9-842E-F3814DB13E84}"/>
                </a:ext>
              </a:extLst>
            </p:cNvPr>
            <p:cNvSpPr>
              <a:spLocks noChangeShapeType="1"/>
            </p:cNvSpPr>
            <p:nvPr/>
          </p:nvSpPr>
          <p:spPr bwMode="auto">
            <a:xfrm flipV="1">
              <a:off x="1563837" y="3322849"/>
              <a:ext cx="855" cy="425866"/>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28" name="Line 45">
              <a:extLst>
                <a:ext uri="{FF2B5EF4-FFF2-40B4-BE49-F238E27FC236}">
                  <a16:creationId xmlns:a16="http://schemas.microsoft.com/office/drawing/2014/main" id="{10E5218B-DE6F-4C9D-BEFD-917940C5C331}"/>
                </a:ext>
              </a:extLst>
            </p:cNvPr>
            <p:cNvSpPr>
              <a:spLocks noChangeShapeType="1"/>
            </p:cNvSpPr>
            <p:nvPr/>
          </p:nvSpPr>
          <p:spPr bwMode="auto">
            <a:xfrm flipH="1" flipV="1">
              <a:off x="1566443" y="3322849"/>
              <a:ext cx="1403011" cy="7443"/>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29" name="Line 45">
              <a:extLst>
                <a:ext uri="{FF2B5EF4-FFF2-40B4-BE49-F238E27FC236}">
                  <a16:creationId xmlns:a16="http://schemas.microsoft.com/office/drawing/2014/main" id="{A5C3B81D-D47D-4415-A466-B938773F0D29}"/>
                </a:ext>
              </a:extLst>
            </p:cNvPr>
            <p:cNvSpPr>
              <a:spLocks noChangeShapeType="1"/>
            </p:cNvSpPr>
            <p:nvPr/>
          </p:nvSpPr>
          <p:spPr bwMode="auto">
            <a:xfrm flipV="1">
              <a:off x="1274884" y="3118496"/>
              <a:ext cx="0" cy="77059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30" name="Line 45">
              <a:extLst>
                <a:ext uri="{FF2B5EF4-FFF2-40B4-BE49-F238E27FC236}">
                  <a16:creationId xmlns:a16="http://schemas.microsoft.com/office/drawing/2014/main" id="{C1E02B9C-3243-43CB-BF58-392F3298A3CD}"/>
                </a:ext>
              </a:extLst>
            </p:cNvPr>
            <p:cNvSpPr>
              <a:spLocks noChangeShapeType="1"/>
            </p:cNvSpPr>
            <p:nvPr/>
          </p:nvSpPr>
          <p:spPr bwMode="auto">
            <a:xfrm flipH="1" flipV="1">
              <a:off x="1274883" y="3108358"/>
              <a:ext cx="2118597" cy="11361"/>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31" name="Line 37">
              <a:extLst>
                <a:ext uri="{FF2B5EF4-FFF2-40B4-BE49-F238E27FC236}">
                  <a16:creationId xmlns:a16="http://schemas.microsoft.com/office/drawing/2014/main" id="{0458416C-2EBB-4BC2-ACD3-60DBE3C60DE5}"/>
                </a:ext>
              </a:extLst>
            </p:cNvPr>
            <p:cNvSpPr>
              <a:spLocks noChangeShapeType="1"/>
            </p:cNvSpPr>
            <p:nvPr/>
          </p:nvSpPr>
          <p:spPr bwMode="auto">
            <a:xfrm>
              <a:off x="2929529" y="4374071"/>
              <a:ext cx="315803"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32" name="Rectangle 5">
              <a:extLst>
                <a:ext uri="{FF2B5EF4-FFF2-40B4-BE49-F238E27FC236}">
                  <a16:creationId xmlns:a16="http://schemas.microsoft.com/office/drawing/2014/main" id="{A19A05F9-7775-4ED7-B2F8-E93FE2514F7E}"/>
                </a:ext>
              </a:extLst>
            </p:cNvPr>
            <p:cNvSpPr>
              <a:spLocks noChangeArrowheads="1"/>
            </p:cNvSpPr>
            <p:nvPr/>
          </p:nvSpPr>
          <p:spPr bwMode="auto">
            <a:xfrm>
              <a:off x="3911557" y="3649197"/>
              <a:ext cx="588001" cy="953570"/>
            </a:xfrm>
            <a:prstGeom prst="rect">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33" name="Rectangle 6">
              <a:extLst>
                <a:ext uri="{FF2B5EF4-FFF2-40B4-BE49-F238E27FC236}">
                  <a16:creationId xmlns:a16="http://schemas.microsoft.com/office/drawing/2014/main" id="{13C6F2BF-33F0-4BE5-A362-F1D9A5B1996F}"/>
                </a:ext>
              </a:extLst>
            </p:cNvPr>
            <p:cNvSpPr>
              <a:spLocks noChangeArrowheads="1"/>
            </p:cNvSpPr>
            <p:nvPr/>
          </p:nvSpPr>
          <p:spPr bwMode="auto">
            <a:xfrm>
              <a:off x="3959418" y="3738999"/>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CN" sz="1500" i="1" dirty="0">
                  <a:solidFill>
                    <a:srgbClr val="000000"/>
                  </a:solidFill>
                  <a:latin typeface="Times New Roman" pitchFamily="18" charset="0"/>
                </a:rPr>
                <a:t>D</a:t>
              </a:r>
              <a:endParaRPr kumimoji="0" lang="en-US" altLang="zh-CN" sz="1500" b="0" i="0" u="none" strike="noStrike" kern="1200" cap="none" spc="0" normalizeH="0" baseline="0" noProof="0" dirty="0">
                <a:ln>
                  <a:noFill/>
                </a:ln>
                <a:solidFill>
                  <a:srgbClr val="000000"/>
                </a:solidFill>
                <a:effectLst/>
                <a:uLnTx/>
                <a:uFillTx/>
              </a:endParaRPr>
            </a:p>
          </p:txBody>
        </p:sp>
        <p:sp>
          <p:nvSpPr>
            <p:cNvPr id="134" name="Rectangle 7">
              <a:extLst>
                <a:ext uri="{FF2B5EF4-FFF2-40B4-BE49-F238E27FC236}">
                  <a16:creationId xmlns:a16="http://schemas.microsoft.com/office/drawing/2014/main" id="{7A0FAEA6-17B0-4917-87E8-8DD5B62310C6}"/>
                </a:ext>
              </a:extLst>
            </p:cNvPr>
            <p:cNvSpPr>
              <a:spLocks noChangeArrowheads="1"/>
            </p:cNvSpPr>
            <p:nvPr/>
          </p:nvSpPr>
          <p:spPr bwMode="auto">
            <a:xfrm>
              <a:off x="4308116" y="3725112"/>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a:ln>
                  <a:noFill/>
                </a:ln>
                <a:solidFill>
                  <a:srgbClr val="000000"/>
                </a:solidFill>
                <a:effectLst/>
                <a:uLnTx/>
                <a:uFillTx/>
                <a:ea typeface="宋体" pitchFamily="2" charset="-122"/>
                <a:cs typeface="+mn-cs"/>
              </a:endParaRPr>
            </a:p>
          </p:txBody>
        </p:sp>
        <p:sp>
          <p:nvSpPr>
            <p:cNvPr id="135" name="Rectangle 8">
              <a:extLst>
                <a:ext uri="{FF2B5EF4-FFF2-40B4-BE49-F238E27FC236}">
                  <a16:creationId xmlns:a16="http://schemas.microsoft.com/office/drawing/2014/main" id="{36F2B452-7F44-48FB-BB90-1B691033CA8E}"/>
                </a:ext>
              </a:extLst>
            </p:cNvPr>
            <p:cNvSpPr>
              <a:spLocks noChangeArrowheads="1"/>
            </p:cNvSpPr>
            <p:nvPr/>
          </p:nvSpPr>
          <p:spPr bwMode="auto">
            <a:xfrm>
              <a:off x="4320936" y="4228745"/>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a:ln>
                  <a:noFill/>
                </a:ln>
                <a:solidFill>
                  <a:srgbClr val="000000"/>
                </a:solidFill>
                <a:effectLst/>
                <a:uLnTx/>
                <a:uFillTx/>
                <a:ea typeface="宋体" pitchFamily="2" charset="-122"/>
                <a:cs typeface="+mn-cs"/>
              </a:endParaRPr>
            </a:p>
          </p:txBody>
        </p:sp>
        <p:sp>
          <p:nvSpPr>
            <p:cNvPr id="136" name="Oval 9">
              <a:extLst>
                <a:ext uri="{FF2B5EF4-FFF2-40B4-BE49-F238E27FC236}">
                  <a16:creationId xmlns:a16="http://schemas.microsoft.com/office/drawing/2014/main" id="{EB2876A2-4035-4384-8F93-39AD5308F10C}"/>
                </a:ext>
              </a:extLst>
            </p:cNvPr>
            <p:cNvSpPr>
              <a:spLocks noChangeArrowheads="1"/>
            </p:cNvSpPr>
            <p:nvPr/>
          </p:nvSpPr>
          <p:spPr bwMode="auto">
            <a:xfrm>
              <a:off x="4499558" y="4337989"/>
              <a:ext cx="109728" cy="105541"/>
            </a:xfrm>
            <a:prstGeom prst="ellipse">
              <a:avLst/>
            </a:prstGeom>
            <a:solidFill>
              <a:srgbClr val="FFFFFF"/>
            </a:solidFill>
            <a:ln w="1905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37" name="Oval 10">
              <a:extLst>
                <a:ext uri="{FF2B5EF4-FFF2-40B4-BE49-F238E27FC236}">
                  <a16:creationId xmlns:a16="http://schemas.microsoft.com/office/drawing/2014/main" id="{CB5FDD70-6424-4C8D-86F9-703B3E8675D5}"/>
                </a:ext>
              </a:extLst>
            </p:cNvPr>
            <p:cNvSpPr>
              <a:spLocks noChangeArrowheads="1"/>
            </p:cNvSpPr>
            <p:nvPr/>
          </p:nvSpPr>
          <p:spPr bwMode="auto">
            <a:xfrm>
              <a:off x="4499558" y="4337989"/>
              <a:ext cx="109728" cy="105541"/>
            </a:xfrm>
            <a:prstGeom prst="ellips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38" name="Rectangle 11">
              <a:extLst>
                <a:ext uri="{FF2B5EF4-FFF2-40B4-BE49-F238E27FC236}">
                  <a16:creationId xmlns:a16="http://schemas.microsoft.com/office/drawing/2014/main" id="{E535BD7B-D3A4-40AF-9C60-F033421F0FA5}"/>
                </a:ext>
              </a:extLst>
            </p:cNvPr>
            <p:cNvSpPr>
              <a:spLocks noChangeArrowheads="1"/>
            </p:cNvSpPr>
            <p:nvPr/>
          </p:nvSpPr>
          <p:spPr bwMode="auto">
            <a:xfrm>
              <a:off x="4075651" y="4047289"/>
              <a:ext cx="12819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39" name="Freeform 12">
              <a:extLst>
                <a:ext uri="{FF2B5EF4-FFF2-40B4-BE49-F238E27FC236}">
                  <a16:creationId xmlns:a16="http://schemas.microsoft.com/office/drawing/2014/main" id="{B9CFC416-7650-438F-8BF5-DC73B33AF000}"/>
                </a:ext>
              </a:extLst>
            </p:cNvPr>
            <p:cNvSpPr>
              <a:spLocks/>
            </p:cNvSpPr>
            <p:nvPr/>
          </p:nvSpPr>
          <p:spPr bwMode="auto">
            <a:xfrm>
              <a:off x="3911557" y="4073211"/>
              <a:ext cx="147000" cy="212007"/>
            </a:xfrm>
            <a:custGeom>
              <a:avLst/>
              <a:gdLst>
                <a:gd name="T0" fmla="*/ 0 w 172"/>
                <a:gd name="T1" fmla="*/ 229 h 229"/>
                <a:gd name="T2" fmla="*/ 172 w 172"/>
                <a:gd name="T3" fmla="*/ 115 h 229"/>
                <a:gd name="T4" fmla="*/ 0 w 172"/>
                <a:gd name="T5" fmla="*/ 0 h 229"/>
                <a:gd name="T6" fmla="*/ 0 60000 65536"/>
                <a:gd name="T7" fmla="*/ 0 60000 65536"/>
                <a:gd name="T8" fmla="*/ 0 60000 65536"/>
                <a:gd name="T9" fmla="*/ 0 w 172"/>
                <a:gd name="T10" fmla="*/ 0 h 229"/>
                <a:gd name="T11" fmla="*/ 172 w 172"/>
                <a:gd name="T12" fmla="*/ 229 h 229"/>
              </a:gdLst>
              <a:ahLst/>
              <a:cxnLst>
                <a:cxn ang="T6">
                  <a:pos x="T0" y="T1"/>
                </a:cxn>
                <a:cxn ang="T7">
                  <a:pos x="T2" y="T3"/>
                </a:cxn>
                <a:cxn ang="T8">
                  <a:pos x="T4" y="T5"/>
                </a:cxn>
              </a:cxnLst>
              <a:rect l="T9" t="T10" r="T11" b="T12"/>
              <a:pathLst>
                <a:path w="172" h="229">
                  <a:moveTo>
                    <a:pt x="0" y="229"/>
                  </a:moveTo>
                  <a:lnTo>
                    <a:pt x="172" y="115"/>
                  </a:lnTo>
                  <a:lnTo>
                    <a:pt x="0" y="0"/>
                  </a:lnTo>
                </a:path>
              </a:pathLst>
            </a:custGeom>
            <a:noFill/>
            <a:ln w="19050"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0" name="Line 37">
              <a:extLst>
                <a:ext uri="{FF2B5EF4-FFF2-40B4-BE49-F238E27FC236}">
                  <a16:creationId xmlns:a16="http://schemas.microsoft.com/office/drawing/2014/main" id="{96AFC0DF-9DBA-47D8-8D7C-D8927437F6E8}"/>
                </a:ext>
              </a:extLst>
            </p:cNvPr>
            <p:cNvSpPr>
              <a:spLocks noChangeShapeType="1"/>
            </p:cNvSpPr>
            <p:nvPr/>
          </p:nvSpPr>
          <p:spPr bwMode="auto">
            <a:xfrm>
              <a:off x="4499559" y="3862130"/>
              <a:ext cx="147000" cy="926"/>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1" name="Line 42">
              <a:extLst>
                <a:ext uri="{FF2B5EF4-FFF2-40B4-BE49-F238E27FC236}">
                  <a16:creationId xmlns:a16="http://schemas.microsoft.com/office/drawing/2014/main" id="{1A3EADC2-9AF0-48F0-8BFB-633A1BA74C79}"/>
                </a:ext>
              </a:extLst>
            </p:cNvPr>
            <p:cNvSpPr>
              <a:spLocks noChangeShapeType="1"/>
            </p:cNvSpPr>
            <p:nvPr/>
          </p:nvSpPr>
          <p:spPr bwMode="auto">
            <a:xfrm flipH="1">
              <a:off x="3242690" y="4179678"/>
              <a:ext cx="668867"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2" name="Line 45">
              <a:extLst>
                <a:ext uri="{FF2B5EF4-FFF2-40B4-BE49-F238E27FC236}">
                  <a16:creationId xmlns:a16="http://schemas.microsoft.com/office/drawing/2014/main" id="{B09BADC9-51AD-48C7-8486-E2972CA2249F}"/>
                </a:ext>
              </a:extLst>
            </p:cNvPr>
            <p:cNvSpPr>
              <a:spLocks noChangeShapeType="1"/>
            </p:cNvSpPr>
            <p:nvPr/>
          </p:nvSpPr>
          <p:spPr bwMode="auto">
            <a:xfrm flipV="1">
              <a:off x="4646560" y="3352241"/>
              <a:ext cx="0" cy="509889"/>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3" name="Rectangle 54">
              <a:extLst>
                <a:ext uri="{FF2B5EF4-FFF2-40B4-BE49-F238E27FC236}">
                  <a16:creationId xmlns:a16="http://schemas.microsoft.com/office/drawing/2014/main" id="{EC17B67D-DCE2-438F-AF16-1A04FC925498}"/>
                </a:ext>
              </a:extLst>
            </p:cNvPr>
            <p:cNvSpPr>
              <a:spLocks noChangeArrowheads="1"/>
            </p:cNvSpPr>
            <p:nvPr/>
          </p:nvSpPr>
          <p:spPr bwMode="auto">
            <a:xfrm>
              <a:off x="4385890" y="3361274"/>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44" name="Rectangle 55">
              <a:extLst>
                <a:ext uri="{FF2B5EF4-FFF2-40B4-BE49-F238E27FC236}">
                  <a16:creationId xmlns:a16="http://schemas.microsoft.com/office/drawing/2014/main" id="{4C8ECD69-DBAE-49FA-9E02-CE7DF43CC56D}"/>
                </a:ext>
              </a:extLst>
            </p:cNvPr>
            <p:cNvSpPr>
              <a:spLocks noChangeArrowheads="1"/>
            </p:cNvSpPr>
            <p:nvPr/>
          </p:nvSpPr>
          <p:spPr bwMode="auto">
            <a:xfrm>
              <a:off x="4515943" y="3488108"/>
              <a:ext cx="79469" cy="190724"/>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1</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45" name="Text Box 67">
              <a:extLst>
                <a:ext uri="{FF2B5EF4-FFF2-40B4-BE49-F238E27FC236}">
                  <a16:creationId xmlns:a16="http://schemas.microsoft.com/office/drawing/2014/main" id="{6BFCDA0B-E399-4893-8564-B6E900549802}"/>
                </a:ext>
              </a:extLst>
            </p:cNvPr>
            <p:cNvSpPr txBox="1">
              <a:spLocks noChangeArrowheads="1"/>
            </p:cNvSpPr>
            <p:nvPr/>
          </p:nvSpPr>
          <p:spPr bwMode="auto">
            <a:xfrm>
              <a:off x="4459534" y="3643723"/>
              <a:ext cx="266629" cy="432309"/>
            </a:xfrm>
            <a:prstGeom prst="rect">
              <a:avLst/>
            </a:prstGeom>
            <a:noFill/>
            <a:ln w="19050"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70C0"/>
                  </a:solidFill>
                  <a:effectLst/>
                  <a:uLnTx/>
                  <a:uFillTx/>
                  <a:latin typeface="+mn-lt"/>
                  <a:ea typeface="宋体" pitchFamily="2" charset="-122"/>
                  <a:cs typeface="+mn-cs"/>
                </a:rPr>
                <a:t>0</a:t>
              </a:r>
            </a:p>
          </p:txBody>
        </p:sp>
        <p:sp>
          <p:nvSpPr>
            <p:cNvPr id="146" name="Text Box 80">
              <a:extLst>
                <a:ext uri="{FF2B5EF4-FFF2-40B4-BE49-F238E27FC236}">
                  <a16:creationId xmlns:a16="http://schemas.microsoft.com/office/drawing/2014/main" id="{1822F9C8-FD2A-4784-9872-C8F5225DCFB8}"/>
                </a:ext>
              </a:extLst>
            </p:cNvPr>
            <p:cNvSpPr txBox="1">
              <a:spLocks noChangeArrowheads="1"/>
            </p:cNvSpPr>
            <p:nvPr/>
          </p:nvSpPr>
          <p:spPr bwMode="auto">
            <a:xfrm>
              <a:off x="4514526" y="4333360"/>
              <a:ext cx="266629" cy="432309"/>
            </a:xfrm>
            <a:prstGeom prst="rect">
              <a:avLst/>
            </a:prstGeom>
            <a:noFill/>
            <a:ln w="19050"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70C0"/>
                  </a:solidFill>
                  <a:effectLst/>
                  <a:uLnTx/>
                  <a:uFillTx/>
                  <a:latin typeface="+mn-lt"/>
                  <a:ea typeface="宋体" pitchFamily="2" charset="-122"/>
                  <a:cs typeface="+mn-cs"/>
                </a:rPr>
                <a:t>1</a:t>
              </a:r>
            </a:p>
          </p:txBody>
        </p:sp>
        <p:pic>
          <p:nvPicPr>
            <p:cNvPr id="147" name="图片 146">
              <a:extLst>
                <a:ext uri="{FF2B5EF4-FFF2-40B4-BE49-F238E27FC236}">
                  <a16:creationId xmlns:a16="http://schemas.microsoft.com/office/drawing/2014/main" id="{810051EC-F07A-4206-A798-427619976B4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97059" y="3652376"/>
              <a:ext cx="751985" cy="375993"/>
            </a:xfrm>
            <a:prstGeom prst="rect">
              <a:avLst/>
            </a:prstGeom>
            <a:ln w="19050">
              <a:noFill/>
            </a:ln>
          </p:spPr>
        </p:pic>
        <p:sp>
          <p:nvSpPr>
            <p:cNvPr id="148" name="Line 45">
              <a:extLst>
                <a:ext uri="{FF2B5EF4-FFF2-40B4-BE49-F238E27FC236}">
                  <a16:creationId xmlns:a16="http://schemas.microsoft.com/office/drawing/2014/main" id="{72600324-D707-4BE5-A531-8948DAC5EFA8}"/>
                </a:ext>
              </a:extLst>
            </p:cNvPr>
            <p:cNvSpPr>
              <a:spLocks noChangeShapeType="1"/>
            </p:cNvSpPr>
            <p:nvPr/>
          </p:nvSpPr>
          <p:spPr bwMode="auto">
            <a:xfrm flipV="1">
              <a:off x="3240084" y="3337166"/>
              <a:ext cx="855" cy="425866"/>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9" name="Line 45">
              <a:extLst>
                <a:ext uri="{FF2B5EF4-FFF2-40B4-BE49-F238E27FC236}">
                  <a16:creationId xmlns:a16="http://schemas.microsoft.com/office/drawing/2014/main" id="{B2B44826-1240-4929-B482-C75BF680A0DB}"/>
                </a:ext>
              </a:extLst>
            </p:cNvPr>
            <p:cNvSpPr>
              <a:spLocks noChangeShapeType="1"/>
            </p:cNvSpPr>
            <p:nvPr/>
          </p:nvSpPr>
          <p:spPr bwMode="auto">
            <a:xfrm flipH="1" flipV="1">
              <a:off x="3242690" y="3337166"/>
              <a:ext cx="1403011" cy="7443"/>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50" name="Line 45">
              <a:extLst>
                <a:ext uri="{FF2B5EF4-FFF2-40B4-BE49-F238E27FC236}">
                  <a16:creationId xmlns:a16="http://schemas.microsoft.com/office/drawing/2014/main" id="{4A45E9C2-429E-4D9F-9562-860680AA8222}"/>
                </a:ext>
              </a:extLst>
            </p:cNvPr>
            <p:cNvSpPr>
              <a:spLocks noChangeShapeType="1"/>
            </p:cNvSpPr>
            <p:nvPr/>
          </p:nvSpPr>
          <p:spPr bwMode="auto">
            <a:xfrm flipH="1" flipV="1">
              <a:off x="2984471" y="3117913"/>
              <a:ext cx="2118597" cy="11361"/>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51" name="Line 45">
              <a:extLst>
                <a:ext uri="{FF2B5EF4-FFF2-40B4-BE49-F238E27FC236}">
                  <a16:creationId xmlns:a16="http://schemas.microsoft.com/office/drawing/2014/main" id="{3C515643-1D1D-4060-8D67-078D2BD71603}"/>
                </a:ext>
              </a:extLst>
            </p:cNvPr>
            <p:cNvSpPr>
              <a:spLocks noChangeShapeType="1"/>
            </p:cNvSpPr>
            <p:nvPr/>
          </p:nvSpPr>
          <p:spPr bwMode="auto">
            <a:xfrm flipV="1">
              <a:off x="3104908" y="3133216"/>
              <a:ext cx="0" cy="766697"/>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52" name="Line 42">
              <a:extLst>
                <a:ext uri="{FF2B5EF4-FFF2-40B4-BE49-F238E27FC236}">
                  <a16:creationId xmlns:a16="http://schemas.microsoft.com/office/drawing/2014/main" id="{EAE1F6F6-49EB-4530-8ADB-C4AE0C1C7CC7}"/>
                </a:ext>
              </a:extLst>
            </p:cNvPr>
            <p:cNvSpPr>
              <a:spLocks noChangeShapeType="1"/>
            </p:cNvSpPr>
            <p:nvPr/>
          </p:nvSpPr>
          <p:spPr bwMode="auto">
            <a:xfrm flipH="1">
              <a:off x="3104834" y="3915646"/>
              <a:ext cx="261322"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53" name="Freeform 58">
              <a:extLst>
                <a:ext uri="{FF2B5EF4-FFF2-40B4-BE49-F238E27FC236}">
                  <a16:creationId xmlns:a16="http://schemas.microsoft.com/office/drawing/2014/main" id="{444CD41A-52AC-4384-BCDE-8EEF73DA1386}"/>
                </a:ext>
              </a:extLst>
            </p:cNvPr>
            <p:cNvSpPr>
              <a:spLocks/>
            </p:cNvSpPr>
            <p:nvPr/>
          </p:nvSpPr>
          <p:spPr bwMode="auto">
            <a:xfrm>
              <a:off x="3068016" y="3081337"/>
              <a:ext cx="73152" cy="73152"/>
            </a:xfrm>
            <a:custGeom>
              <a:avLst/>
              <a:gdLst>
                <a:gd name="T0" fmla="*/ 48 w 104"/>
                <a:gd name="T1" fmla="*/ 0 h 104"/>
                <a:gd name="T2" fmla="*/ 94 w 104"/>
                <a:gd name="T3" fmla="*/ 46 h 104"/>
                <a:gd name="T4" fmla="*/ 48 w 104"/>
                <a:gd name="T5" fmla="*/ 92 h 104"/>
                <a:gd name="T6" fmla="*/ 48 w 104"/>
                <a:gd name="T7" fmla="*/ 92 h 104"/>
                <a:gd name="T8" fmla="*/ 0 w 104"/>
                <a:gd name="T9" fmla="*/ 46 h 104"/>
                <a:gd name="T10" fmla="*/ 48 w 104"/>
                <a:gd name="T11" fmla="*/ 0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52" y="0"/>
                  </a:moveTo>
                  <a:cubicBezTo>
                    <a:pt x="81" y="0"/>
                    <a:pt x="104" y="24"/>
                    <a:pt x="104" y="52"/>
                  </a:cubicBezTo>
                  <a:cubicBezTo>
                    <a:pt x="104" y="81"/>
                    <a:pt x="81" y="104"/>
                    <a:pt x="52" y="104"/>
                  </a:cubicBezTo>
                  <a:cubicBezTo>
                    <a:pt x="52" y="104"/>
                    <a:pt x="52" y="104"/>
                    <a:pt x="52" y="104"/>
                  </a:cubicBezTo>
                  <a:cubicBezTo>
                    <a:pt x="23" y="104"/>
                    <a:pt x="0" y="81"/>
                    <a:pt x="0" y="52"/>
                  </a:cubicBezTo>
                  <a:cubicBezTo>
                    <a:pt x="0" y="24"/>
                    <a:pt x="23" y="0"/>
                    <a:pt x="52" y="0"/>
                  </a:cubicBezTo>
                </a:path>
              </a:pathLst>
            </a:custGeom>
            <a:solidFill>
              <a:srgbClr val="000000"/>
            </a:solidFill>
            <a:ln w="1905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54" name="Line 45">
              <a:extLst>
                <a:ext uri="{FF2B5EF4-FFF2-40B4-BE49-F238E27FC236}">
                  <a16:creationId xmlns:a16="http://schemas.microsoft.com/office/drawing/2014/main" id="{F3B61F44-EB57-47A5-BF8E-A385FBF5AD0C}"/>
                </a:ext>
              </a:extLst>
            </p:cNvPr>
            <p:cNvSpPr>
              <a:spLocks noChangeShapeType="1"/>
            </p:cNvSpPr>
            <p:nvPr/>
          </p:nvSpPr>
          <p:spPr bwMode="auto">
            <a:xfrm flipV="1">
              <a:off x="3243359" y="4179213"/>
              <a:ext cx="0" cy="195783"/>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55" name="Line 37">
              <a:extLst>
                <a:ext uri="{FF2B5EF4-FFF2-40B4-BE49-F238E27FC236}">
                  <a16:creationId xmlns:a16="http://schemas.microsoft.com/office/drawing/2014/main" id="{A923B97A-C0AE-4C82-B5DE-F8B05F170A5B}"/>
                </a:ext>
              </a:extLst>
            </p:cNvPr>
            <p:cNvSpPr>
              <a:spLocks noChangeShapeType="1"/>
            </p:cNvSpPr>
            <p:nvPr/>
          </p:nvSpPr>
          <p:spPr bwMode="auto">
            <a:xfrm>
              <a:off x="4614875" y="4385478"/>
              <a:ext cx="315803"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56" name="Rectangle 5">
              <a:extLst>
                <a:ext uri="{FF2B5EF4-FFF2-40B4-BE49-F238E27FC236}">
                  <a16:creationId xmlns:a16="http://schemas.microsoft.com/office/drawing/2014/main" id="{64909CB8-5374-489A-AA65-E421DE4B00D6}"/>
                </a:ext>
              </a:extLst>
            </p:cNvPr>
            <p:cNvSpPr>
              <a:spLocks noChangeArrowheads="1"/>
            </p:cNvSpPr>
            <p:nvPr/>
          </p:nvSpPr>
          <p:spPr bwMode="auto">
            <a:xfrm>
              <a:off x="5596903" y="3660604"/>
              <a:ext cx="588001" cy="953570"/>
            </a:xfrm>
            <a:prstGeom prst="rect">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57" name="Rectangle 6">
              <a:extLst>
                <a:ext uri="{FF2B5EF4-FFF2-40B4-BE49-F238E27FC236}">
                  <a16:creationId xmlns:a16="http://schemas.microsoft.com/office/drawing/2014/main" id="{86AD45A3-6603-4587-947E-554BB1AC1044}"/>
                </a:ext>
              </a:extLst>
            </p:cNvPr>
            <p:cNvSpPr>
              <a:spLocks noChangeArrowheads="1"/>
            </p:cNvSpPr>
            <p:nvPr/>
          </p:nvSpPr>
          <p:spPr bwMode="auto">
            <a:xfrm>
              <a:off x="5644764" y="3750406"/>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CN" sz="1500" i="1" dirty="0">
                  <a:solidFill>
                    <a:srgbClr val="000000"/>
                  </a:solidFill>
                  <a:latin typeface="Times New Roman" pitchFamily="18" charset="0"/>
                </a:rPr>
                <a:t>D</a:t>
              </a:r>
              <a:endParaRPr kumimoji="0" lang="en-US" altLang="zh-CN" sz="1500" b="0" i="0" u="none" strike="noStrike" kern="1200" cap="none" spc="0" normalizeH="0" baseline="0" noProof="0" dirty="0">
                <a:ln>
                  <a:noFill/>
                </a:ln>
                <a:solidFill>
                  <a:srgbClr val="000000"/>
                </a:solidFill>
                <a:effectLst/>
                <a:uLnTx/>
                <a:uFillTx/>
              </a:endParaRPr>
            </a:p>
          </p:txBody>
        </p:sp>
        <p:sp>
          <p:nvSpPr>
            <p:cNvPr id="158" name="Rectangle 7">
              <a:extLst>
                <a:ext uri="{FF2B5EF4-FFF2-40B4-BE49-F238E27FC236}">
                  <a16:creationId xmlns:a16="http://schemas.microsoft.com/office/drawing/2014/main" id="{228CDDE5-E1E4-436D-9A7E-D528C93C300A}"/>
                </a:ext>
              </a:extLst>
            </p:cNvPr>
            <p:cNvSpPr>
              <a:spLocks noChangeArrowheads="1"/>
            </p:cNvSpPr>
            <p:nvPr/>
          </p:nvSpPr>
          <p:spPr bwMode="auto">
            <a:xfrm>
              <a:off x="5993462" y="3736519"/>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a:ln>
                  <a:noFill/>
                </a:ln>
                <a:solidFill>
                  <a:srgbClr val="000000"/>
                </a:solidFill>
                <a:effectLst/>
                <a:uLnTx/>
                <a:uFillTx/>
                <a:ea typeface="宋体" pitchFamily="2" charset="-122"/>
                <a:cs typeface="+mn-cs"/>
              </a:endParaRPr>
            </a:p>
          </p:txBody>
        </p:sp>
        <p:sp>
          <p:nvSpPr>
            <p:cNvPr id="159" name="Rectangle 8">
              <a:extLst>
                <a:ext uri="{FF2B5EF4-FFF2-40B4-BE49-F238E27FC236}">
                  <a16:creationId xmlns:a16="http://schemas.microsoft.com/office/drawing/2014/main" id="{8CD1801B-6F50-4906-ACB9-D34929882A8C}"/>
                </a:ext>
              </a:extLst>
            </p:cNvPr>
            <p:cNvSpPr>
              <a:spLocks noChangeArrowheads="1"/>
            </p:cNvSpPr>
            <p:nvPr/>
          </p:nvSpPr>
          <p:spPr bwMode="auto">
            <a:xfrm>
              <a:off x="6006282" y="4240152"/>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a:ln>
                  <a:noFill/>
                </a:ln>
                <a:solidFill>
                  <a:srgbClr val="000000"/>
                </a:solidFill>
                <a:effectLst/>
                <a:uLnTx/>
                <a:uFillTx/>
                <a:ea typeface="宋体" pitchFamily="2" charset="-122"/>
                <a:cs typeface="+mn-cs"/>
              </a:endParaRPr>
            </a:p>
          </p:txBody>
        </p:sp>
        <p:sp>
          <p:nvSpPr>
            <p:cNvPr id="160" name="Oval 9">
              <a:extLst>
                <a:ext uri="{FF2B5EF4-FFF2-40B4-BE49-F238E27FC236}">
                  <a16:creationId xmlns:a16="http://schemas.microsoft.com/office/drawing/2014/main" id="{2DAAEC1E-B00B-4ED1-817E-B62FDE476620}"/>
                </a:ext>
              </a:extLst>
            </p:cNvPr>
            <p:cNvSpPr>
              <a:spLocks noChangeArrowheads="1"/>
            </p:cNvSpPr>
            <p:nvPr/>
          </p:nvSpPr>
          <p:spPr bwMode="auto">
            <a:xfrm>
              <a:off x="6184904" y="4349396"/>
              <a:ext cx="109728" cy="105541"/>
            </a:xfrm>
            <a:prstGeom prst="ellipse">
              <a:avLst/>
            </a:prstGeom>
            <a:solidFill>
              <a:srgbClr val="FFFFFF"/>
            </a:solidFill>
            <a:ln w="1905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61" name="Oval 10">
              <a:extLst>
                <a:ext uri="{FF2B5EF4-FFF2-40B4-BE49-F238E27FC236}">
                  <a16:creationId xmlns:a16="http://schemas.microsoft.com/office/drawing/2014/main" id="{0854168B-69CA-49C6-8E68-A367C0436705}"/>
                </a:ext>
              </a:extLst>
            </p:cNvPr>
            <p:cNvSpPr>
              <a:spLocks noChangeArrowheads="1"/>
            </p:cNvSpPr>
            <p:nvPr/>
          </p:nvSpPr>
          <p:spPr bwMode="auto">
            <a:xfrm>
              <a:off x="6184904" y="4349396"/>
              <a:ext cx="109728" cy="105541"/>
            </a:xfrm>
            <a:prstGeom prst="ellips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62" name="Rectangle 11">
              <a:extLst>
                <a:ext uri="{FF2B5EF4-FFF2-40B4-BE49-F238E27FC236}">
                  <a16:creationId xmlns:a16="http://schemas.microsoft.com/office/drawing/2014/main" id="{8CFF4754-C94D-4EB1-9562-F29F1469372D}"/>
                </a:ext>
              </a:extLst>
            </p:cNvPr>
            <p:cNvSpPr>
              <a:spLocks noChangeArrowheads="1"/>
            </p:cNvSpPr>
            <p:nvPr/>
          </p:nvSpPr>
          <p:spPr bwMode="auto">
            <a:xfrm>
              <a:off x="5760997" y="4058696"/>
              <a:ext cx="12819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63" name="Freeform 12">
              <a:extLst>
                <a:ext uri="{FF2B5EF4-FFF2-40B4-BE49-F238E27FC236}">
                  <a16:creationId xmlns:a16="http://schemas.microsoft.com/office/drawing/2014/main" id="{B0066DE6-EA8D-4E16-845C-A40B00967DF5}"/>
                </a:ext>
              </a:extLst>
            </p:cNvPr>
            <p:cNvSpPr>
              <a:spLocks/>
            </p:cNvSpPr>
            <p:nvPr/>
          </p:nvSpPr>
          <p:spPr bwMode="auto">
            <a:xfrm>
              <a:off x="5596903" y="4084618"/>
              <a:ext cx="147000" cy="212007"/>
            </a:xfrm>
            <a:custGeom>
              <a:avLst/>
              <a:gdLst>
                <a:gd name="T0" fmla="*/ 0 w 172"/>
                <a:gd name="T1" fmla="*/ 229 h 229"/>
                <a:gd name="T2" fmla="*/ 172 w 172"/>
                <a:gd name="T3" fmla="*/ 115 h 229"/>
                <a:gd name="T4" fmla="*/ 0 w 172"/>
                <a:gd name="T5" fmla="*/ 0 h 229"/>
                <a:gd name="T6" fmla="*/ 0 60000 65536"/>
                <a:gd name="T7" fmla="*/ 0 60000 65536"/>
                <a:gd name="T8" fmla="*/ 0 60000 65536"/>
                <a:gd name="T9" fmla="*/ 0 w 172"/>
                <a:gd name="T10" fmla="*/ 0 h 229"/>
                <a:gd name="T11" fmla="*/ 172 w 172"/>
                <a:gd name="T12" fmla="*/ 229 h 229"/>
              </a:gdLst>
              <a:ahLst/>
              <a:cxnLst>
                <a:cxn ang="T6">
                  <a:pos x="T0" y="T1"/>
                </a:cxn>
                <a:cxn ang="T7">
                  <a:pos x="T2" y="T3"/>
                </a:cxn>
                <a:cxn ang="T8">
                  <a:pos x="T4" y="T5"/>
                </a:cxn>
              </a:cxnLst>
              <a:rect l="T9" t="T10" r="T11" b="T12"/>
              <a:pathLst>
                <a:path w="172" h="229">
                  <a:moveTo>
                    <a:pt x="0" y="229"/>
                  </a:moveTo>
                  <a:lnTo>
                    <a:pt x="172" y="115"/>
                  </a:lnTo>
                  <a:lnTo>
                    <a:pt x="0" y="0"/>
                  </a:lnTo>
                </a:path>
              </a:pathLst>
            </a:custGeom>
            <a:noFill/>
            <a:ln w="19050"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64" name="Line 37">
              <a:extLst>
                <a:ext uri="{FF2B5EF4-FFF2-40B4-BE49-F238E27FC236}">
                  <a16:creationId xmlns:a16="http://schemas.microsoft.com/office/drawing/2014/main" id="{C482F637-488B-4DB9-AB48-9871AC5E48E1}"/>
                </a:ext>
              </a:extLst>
            </p:cNvPr>
            <p:cNvSpPr>
              <a:spLocks noChangeShapeType="1"/>
            </p:cNvSpPr>
            <p:nvPr/>
          </p:nvSpPr>
          <p:spPr bwMode="auto">
            <a:xfrm>
              <a:off x="6184905" y="3873537"/>
              <a:ext cx="147000" cy="926"/>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65" name="Line 42">
              <a:extLst>
                <a:ext uri="{FF2B5EF4-FFF2-40B4-BE49-F238E27FC236}">
                  <a16:creationId xmlns:a16="http://schemas.microsoft.com/office/drawing/2014/main" id="{80CD2657-8A4D-402F-9AD3-2FD610697F78}"/>
                </a:ext>
              </a:extLst>
            </p:cNvPr>
            <p:cNvSpPr>
              <a:spLocks noChangeShapeType="1"/>
            </p:cNvSpPr>
            <p:nvPr/>
          </p:nvSpPr>
          <p:spPr bwMode="auto">
            <a:xfrm flipH="1">
              <a:off x="4928036" y="4191085"/>
              <a:ext cx="668867"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66" name="Line 45">
              <a:extLst>
                <a:ext uri="{FF2B5EF4-FFF2-40B4-BE49-F238E27FC236}">
                  <a16:creationId xmlns:a16="http://schemas.microsoft.com/office/drawing/2014/main" id="{4C3CC202-672F-4015-9D03-738F59B68B58}"/>
                </a:ext>
              </a:extLst>
            </p:cNvPr>
            <p:cNvSpPr>
              <a:spLocks noChangeShapeType="1"/>
            </p:cNvSpPr>
            <p:nvPr/>
          </p:nvSpPr>
          <p:spPr bwMode="auto">
            <a:xfrm flipV="1">
              <a:off x="6331906" y="3363648"/>
              <a:ext cx="0" cy="509889"/>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67" name="Rectangle 54">
              <a:extLst>
                <a:ext uri="{FF2B5EF4-FFF2-40B4-BE49-F238E27FC236}">
                  <a16:creationId xmlns:a16="http://schemas.microsoft.com/office/drawing/2014/main" id="{68B9F10D-3F2B-476A-8470-2D1127BDFBEB}"/>
                </a:ext>
              </a:extLst>
            </p:cNvPr>
            <p:cNvSpPr>
              <a:spLocks noChangeArrowheads="1"/>
            </p:cNvSpPr>
            <p:nvPr/>
          </p:nvSpPr>
          <p:spPr bwMode="auto">
            <a:xfrm>
              <a:off x="6071236" y="3372681"/>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68" name="Rectangle 55">
              <a:extLst>
                <a:ext uri="{FF2B5EF4-FFF2-40B4-BE49-F238E27FC236}">
                  <a16:creationId xmlns:a16="http://schemas.microsoft.com/office/drawing/2014/main" id="{DEAF070D-801E-478B-BFDD-4BD95A5C78B9}"/>
                </a:ext>
              </a:extLst>
            </p:cNvPr>
            <p:cNvSpPr>
              <a:spLocks noChangeArrowheads="1"/>
            </p:cNvSpPr>
            <p:nvPr/>
          </p:nvSpPr>
          <p:spPr bwMode="auto">
            <a:xfrm>
              <a:off x="6201289" y="3499515"/>
              <a:ext cx="79469" cy="190724"/>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2</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69" name="Text Box 67">
              <a:extLst>
                <a:ext uri="{FF2B5EF4-FFF2-40B4-BE49-F238E27FC236}">
                  <a16:creationId xmlns:a16="http://schemas.microsoft.com/office/drawing/2014/main" id="{0F996A16-E09D-4BC6-8FDA-AE82F9CAAF89}"/>
                </a:ext>
              </a:extLst>
            </p:cNvPr>
            <p:cNvSpPr txBox="1">
              <a:spLocks noChangeArrowheads="1"/>
            </p:cNvSpPr>
            <p:nvPr/>
          </p:nvSpPr>
          <p:spPr bwMode="auto">
            <a:xfrm>
              <a:off x="6144881" y="3655130"/>
              <a:ext cx="266629" cy="432309"/>
            </a:xfrm>
            <a:prstGeom prst="rect">
              <a:avLst/>
            </a:prstGeom>
            <a:noFill/>
            <a:ln w="19050"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70C0"/>
                  </a:solidFill>
                  <a:effectLst/>
                  <a:uLnTx/>
                  <a:uFillTx/>
                  <a:latin typeface="+mn-lt"/>
                  <a:ea typeface="宋体" pitchFamily="2" charset="-122"/>
                  <a:cs typeface="+mn-cs"/>
                </a:rPr>
                <a:t>0</a:t>
              </a:r>
            </a:p>
          </p:txBody>
        </p:sp>
        <p:sp>
          <p:nvSpPr>
            <p:cNvPr id="170" name="Text Box 80">
              <a:extLst>
                <a:ext uri="{FF2B5EF4-FFF2-40B4-BE49-F238E27FC236}">
                  <a16:creationId xmlns:a16="http://schemas.microsoft.com/office/drawing/2014/main" id="{BE8BF761-6929-4F5E-BEF1-47FA58460E2B}"/>
                </a:ext>
              </a:extLst>
            </p:cNvPr>
            <p:cNvSpPr txBox="1">
              <a:spLocks noChangeArrowheads="1"/>
            </p:cNvSpPr>
            <p:nvPr/>
          </p:nvSpPr>
          <p:spPr bwMode="auto">
            <a:xfrm>
              <a:off x="6199872" y="4344767"/>
              <a:ext cx="266629" cy="432309"/>
            </a:xfrm>
            <a:prstGeom prst="rect">
              <a:avLst/>
            </a:prstGeom>
            <a:noFill/>
            <a:ln w="19050"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70C0"/>
                  </a:solidFill>
                  <a:effectLst/>
                  <a:uLnTx/>
                  <a:uFillTx/>
                  <a:latin typeface="+mn-lt"/>
                  <a:ea typeface="宋体" pitchFamily="2" charset="-122"/>
                  <a:cs typeface="+mn-cs"/>
                </a:rPr>
                <a:t>1</a:t>
              </a:r>
            </a:p>
          </p:txBody>
        </p:sp>
        <p:pic>
          <p:nvPicPr>
            <p:cNvPr id="171" name="图片 170">
              <a:extLst>
                <a:ext uri="{FF2B5EF4-FFF2-40B4-BE49-F238E27FC236}">
                  <a16:creationId xmlns:a16="http://schemas.microsoft.com/office/drawing/2014/main" id="{3772927B-4F9B-4E17-BEAF-731AFE8FF3C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82405" y="3663783"/>
              <a:ext cx="751985" cy="375993"/>
            </a:xfrm>
            <a:prstGeom prst="rect">
              <a:avLst/>
            </a:prstGeom>
            <a:ln w="19050">
              <a:noFill/>
            </a:ln>
          </p:spPr>
        </p:pic>
        <p:sp>
          <p:nvSpPr>
            <p:cNvPr id="172" name="Line 45">
              <a:extLst>
                <a:ext uri="{FF2B5EF4-FFF2-40B4-BE49-F238E27FC236}">
                  <a16:creationId xmlns:a16="http://schemas.microsoft.com/office/drawing/2014/main" id="{EEB74F77-8993-4E7F-9BFC-44BCA145858A}"/>
                </a:ext>
              </a:extLst>
            </p:cNvPr>
            <p:cNvSpPr>
              <a:spLocks noChangeShapeType="1"/>
            </p:cNvSpPr>
            <p:nvPr/>
          </p:nvSpPr>
          <p:spPr bwMode="auto">
            <a:xfrm flipV="1">
              <a:off x="4925430" y="3348573"/>
              <a:ext cx="855" cy="425866"/>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73" name="Line 45">
              <a:extLst>
                <a:ext uri="{FF2B5EF4-FFF2-40B4-BE49-F238E27FC236}">
                  <a16:creationId xmlns:a16="http://schemas.microsoft.com/office/drawing/2014/main" id="{B193B563-1296-42DE-8D69-8CAE51FC4043}"/>
                </a:ext>
              </a:extLst>
            </p:cNvPr>
            <p:cNvSpPr>
              <a:spLocks noChangeShapeType="1"/>
            </p:cNvSpPr>
            <p:nvPr/>
          </p:nvSpPr>
          <p:spPr bwMode="auto">
            <a:xfrm flipH="1" flipV="1">
              <a:off x="4928036" y="3348573"/>
              <a:ext cx="1403011" cy="7443"/>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74" name="Line 45">
              <a:extLst>
                <a:ext uri="{FF2B5EF4-FFF2-40B4-BE49-F238E27FC236}">
                  <a16:creationId xmlns:a16="http://schemas.microsoft.com/office/drawing/2014/main" id="{0EAFD490-54F6-4DA0-9B46-9492B192B0CE}"/>
                </a:ext>
              </a:extLst>
            </p:cNvPr>
            <p:cNvSpPr>
              <a:spLocks noChangeShapeType="1"/>
            </p:cNvSpPr>
            <p:nvPr/>
          </p:nvSpPr>
          <p:spPr bwMode="auto">
            <a:xfrm flipH="1" flipV="1">
              <a:off x="4669816" y="3129320"/>
              <a:ext cx="1802833" cy="9668"/>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75" name="Line 45">
              <a:extLst>
                <a:ext uri="{FF2B5EF4-FFF2-40B4-BE49-F238E27FC236}">
                  <a16:creationId xmlns:a16="http://schemas.microsoft.com/office/drawing/2014/main" id="{E742A30F-8E29-40BF-96A4-139F8747BAAB}"/>
                </a:ext>
              </a:extLst>
            </p:cNvPr>
            <p:cNvSpPr>
              <a:spLocks noChangeShapeType="1"/>
            </p:cNvSpPr>
            <p:nvPr/>
          </p:nvSpPr>
          <p:spPr bwMode="auto">
            <a:xfrm flipV="1">
              <a:off x="4790254" y="3144623"/>
              <a:ext cx="0" cy="766697"/>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76" name="Line 42">
              <a:extLst>
                <a:ext uri="{FF2B5EF4-FFF2-40B4-BE49-F238E27FC236}">
                  <a16:creationId xmlns:a16="http://schemas.microsoft.com/office/drawing/2014/main" id="{7D0D0BD2-B79E-4A73-A43F-AE4891F6C92D}"/>
                </a:ext>
              </a:extLst>
            </p:cNvPr>
            <p:cNvSpPr>
              <a:spLocks noChangeShapeType="1"/>
            </p:cNvSpPr>
            <p:nvPr/>
          </p:nvSpPr>
          <p:spPr bwMode="auto">
            <a:xfrm flipH="1">
              <a:off x="4787557" y="3927052"/>
              <a:ext cx="261322"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77" name="Freeform 58">
              <a:extLst>
                <a:ext uri="{FF2B5EF4-FFF2-40B4-BE49-F238E27FC236}">
                  <a16:creationId xmlns:a16="http://schemas.microsoft.com/office/drawing/2014/main" id="{E8BA18EA-23F6-4A6A-AE43-177A17441C1E}"/>
                </a:ext>
              </a:extLst>
            </p:cNvPr>
            <p:cNvSpPr>
              <a:spLocks/>
            </p:cNvSpPr>
            <p:nvPr/>
          </p:nvSpPr>
          <p:spPr bwMode="auto">
            <a:xfrm>
              <a:off x="4753362" y="3092744"/>
              <a:ext cx="73152" cy="73152"/>
            </a:xfrm>
            <a:custGeom>
              <a:avLst/>
              <a:gdLst>
                <a:gd name="T0" fmla="*/ 48 w 104"/>
                <a:gd name="T1" fmla="*/ 0 h 104"/>
                <a:gd name="T2" fmla="*/ 94 w 104"/>
                <a:gd name="T3" fmla="*/ 46 h 104"/>
                <a:gd name="T4" fmla="*/ 48 w 104"/>
                <a:gd name="T5" fmla="*/ 92 h 104"/>
                <a:gd name="T6" fmla="*/ 48 w 104"/>
                <a:gd name="T7" fmla="*/ 92 h 104"/>
                <a:gd name="T8" fmla="*/ 0 w 104"/>
                <a:gd name="T9" fmla="*/ 46 h 104"/>
                <a:gd name="T10" fmla="*/ 48 w 104"/>
                <a:gd name="T11" fmla="*/ 0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52" y="0"/>
                  </a:moveTo>
                  <a:cubicBezTo>
                    <a:pt x="81" y="0"/>
                    <a:pt x="104" y="24"/>
                    <a:pt x="104" y="52"/>
                  </a:cubicBezTo>
                  <a:cubicBezTo>
                    <a:pt x="104" y="81"/>
                    <a:pt x="81" y="104"/>
                    <a:pt x="52" y="104"/>
                  </a:cubicBezTo>
                  <a:cubicBezTo>
                    <a:pt x="52" y="104"/>
                    <a:pt x="52" y="104"/>
                    <a:pt x="52" y="104"/>
                  </a:cubicBezTo>
                  <a:cubicBezTo>
                    <a:pt x="23" y="104"/>
                    <a:pt x="0" y="81"/>
                    <a:pt x="0" y="52"/>
                  </a:cubicBezTo>
                  <a:cubicBezTo>
                    <a:pt x="0" y="24"/>
                    <a:pt x="23" y="0"/>
                    <a:pt x="52" y="0"/>
                  </a:cubicBezTo>
                </a:path>
              </a:pathLst>
            </a:custGeom>
            <a:solidFill>
              <a:srgbClr val="000000"/>
            </a:solidFill>
            <a:ln w="1905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78" name="Line 45">
              <a:extLst>
                <a:ext uri="{FF2B5EF4-FFF2-40B4-BE49-F238E27FC236}">
                  <a16:creationId xmlns:a16="http://schemas.microsoft.com/office/drawing/2014/main" id="{E270D34E-29C8-479C-9D2A-A52F6EF4C1A8}"/>
                </a:ext>
              </a:extLst>
            </p:cNvPr>
            <p:cNvSpPr>
              <a:spLocks noChangeShapeType="1"/>
            </p:cNvSpPr>
            <p:nvPr/>
          </p:nvSpPr>
          <p:spPr bwMode="auto">
            <a:xfrm flipV="1">
              <a:off x="4928705" y="4190620"/>
              <a:ext cx="0" cy="195783"/>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79" name="Line 37">
              <a:extLst>
                <a:ext uri="{FF2B5EF4-FFF2-40B4-BE49-F238E27FC236}">
                  <a16:creationId xmlns:a16="http://schemas.microsoft.com/office/drawing/2014/main" id="{7091739F-BD6C-45F3-8CDE-774ED7687DDA}"/>
                </a:ext>
              </a:extLst>
            </p:cNvPr>
            <p:cNvSpPr>
              <a:spLocks noChangeShapeType="1"/>
            </p:cNvSpPr>
            <p:nvPr/>
          </p:nvSpPr>
          <p:spPr bwMode="auto">
            <a:xfrm>
              <a:off x="6297271" y="4393200"/>
              <a:ext cx="315803"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80" name="Rectangle 5">
              <a:extLst>
                <a:ext uri="{FF2B5EF4-FFF2-40B4-BE49-F238E27FC236}">
                  <a16:creationId xmlns:a16="http://schemas.microsoft.com/office/drawing/2014/main" id="{7CF721CF-57BC-416A-BA09-50CAA3E1E29E}"/>
                </a:ext>
              </a:extLst>
            </p:cNvPr>
            <p:cNvSpPr>
              <a:spLocks noChangeArrowheads="1"/>
            </p:cNvSpPr>
            <p:nvPr/>
          </p:nvSpPr>
          <p:spPr bwMode="auto">
            <a:xfrm>
              <a:off x="7279299" y="3668326"/>
              <a:ext cx="588001" cy="953570"/>
            </a:xfrm>
            <a:prstGeom prst="rect">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81" name="Rectangle 6">
              <a:extLst>
                <a:ext uri="{FF2B5EF4-FFF2-40B4-BE49-F238E27FC236}">
                  <a16:creationId xmlns:a16="http://schemas.microsoft.com/office/drawing/2014/main" id="{9A7FDF93-8F1E-4EC3-9CEE-F1381383D345}"/>
                </a:ext>
              </a:extLst>
            </p:cNvPr>
            <p:cNvSpPr>
              <a:spLocks noChangeArrowheads="1"/>
            </p:cNvSpPr>
            <p:nvPr/>
          </p:nvSpPr>
          <p:spPr bwMode="auto">
            <a:xfrm>
              <a:off x="7327160" y="3758128"/>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CN" sz="1500" i="1" dirty="0">
                  <a:solidFill>
                    <a:srgbClr val="000000"/>
                  </a:solidFill>
                  <a:latin typeface="Times New Roman" pitchFamily="18" charset="0"/>
                </a:rPr>
                <a:t>D</a:t>
              </a:r>
              <a:endParaRPr kumimoji="0" lang="en-US" altLang="zh-CN" sz="1500" b="0" i="0" u="none" strike="noStrike" kern="1200" cap="none" spc="0" normalizeH="0" baseline="0" noProof="0" dirty="0">
                <a:ln>
                  <a:noFill/>
                </a:ln>
                <a:solidFill>
                  <a:srgbClr val="000000"/>
                </a:solidFill>
                <a:effectLst/>
                <a:uLnTx/>
                <a:uFillTx/>
              </a:endParaRPr>
            </a:p>
          </p:txBody>
        </p:sp>
        <p:sp>
          <p:nvSpPr>
            <p:cNvPr id="182" name="Rectangle 7">
              <a:extLst>
                <a:ext uri="{FF2B5EF4-FFF2-40B4-BE49-F238E27FC236}">
                  <a16:creationId xmlns:a16="http://schemas.microsoft.com/office/drawing/2014/main" id="{B9394877-BBD2-4B2E-B7A8-A738ACF001D7}"/>
                </a:ext>
              </a:extLst>
            </p:cNvPr>
            <p:cNvSpPr>
              <a:spLocks noChangeArrowheads="1"/>
            </p:cNvSpPr>
            <p:nvPr/>
          </p:nvSpPr>
          <p:spPr bwMode="auto">
            <a:xfrm>
              <a:off x="7675858" y="3744241"/>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a:ln>
                  <a:noFill/>
                </a:ln>
                <a:solidFill>
                  <a:srgbClr val="000000"/>
                </a:solidFill>
                <a:effectLst/>
                <a:uLnTx/>
                <a:uFillTx/>
                <a:ea typeface="宋体" pitchFamily="2" charset="-122"/>
                <a:cs typeface="+mn-cs"/>
              </a:endParaRPr>
            </a:p>
          </p:txBody>
        </p:sp>
        <p:sp>
          <p:nvSpPr>
            <p:cNvPr id="183" name="Rectangle 8">
              <a:extLst>
                <a:ext uri="{FF2B5EF4-FFF2-40B4-BE49-F238E27FC236}">
                  <a16:creationId xmlns:a16="http://schemas.microsoft.com/office/drawing/2014/main" id="{101D720E-397E-4726-A832-B19E85567594}"/>
                </a:ext>
              </a:extLst>
            </p:cNvPr>
            <p:cNvSpPr>
              <a:spLocks noChangeArrowheads="1"/>
            </p:cNvSpPr>
            <p:nvPr/>
          </p:nvSpPr>
          <p:spPr bwMode="auto">
            <a:xfrm>
              <a:off x="7688678" y="4247874"/>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a:ln>
                  <a:noFill/>
                </a:ln>
                <a:solidFill>
                  <a:srgbClr val="000000"/>
                </a:solidFill>
                <a:effectLst/>
                <a:uLnTx/>
                <a:uFillTx/>
                <a:ea typeface="宋体" pitchFamily="2" charset="-122"/>
                <a:cs typeface="+mn-cs"/>
              </a:endParaRPr>
            </a:p>
          </p:txBody>
        </p:sp>
        <p:sp>
          <p:nvSpPr>
            <p:cNvPr id="184" name="Oval 9">
              <a:extLst>
                <a:ext uri="{FF2B5EF4-FFF2-40B4-BE49-F238E27FC236}">
                  <a16:creationId xmlns:a16="http://schemas.microsoft.com/office/drawing/2014/main" id="{2EE56DE1-0396-4180-9F2D-96A47EEB41F7}"/>
                </a:ext>
              </a:extLst>
            </p:cNvPr>
            <p:cNvSpPr>
              <a:spLocks noChangeArrowheads="1"/>
            </p:cNvSpPr>
            <p:nvPr/>
          </p:nvSpPr>
          <p:spPr bwMode="auto">
            <a:xfrm>
              <a:off x="7867300" y="4357118"/>
              <a:ext cx="109728" cy="105541"/>
            </a:xfrm>
            <a:prstGeom prst="ellipse">
              <a:avLst/>
            </a:prstGeom>
            <a:solidFill>
              <a:srgbClr val="FFFFFF"/>
            </a:solidFill>
            <a:ln w="1905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85" name="Oval 10">
              <a:extLst>
                <a:ext uri="{FF2B5EF4-FFF2-40B4-BE49-F238E27FC236}">
                  <a16:creationId xmlns:a16="http://schemas.microsoft.com/office/drawing/2014/main" id="{E3879A07-5DD6-42F5-B05D-E3CCA5E695CA}"/>
                </a:ext>
              </a:extLst>
            </p:cNvPr>
            <p:cNvSpPr>
              <a:spLocks noChangeArrowheads="1"/>
            </p:cNvSpPr>
            <p:nvPr/>
          </p:nvSpPr>
          <p:spPr bwMode="auto">
            <a:xfrm>
              <a:off x="7867300" y="4357118"/>
              <a:ext cx="109728" cy="105541"/>
            </a:xfrm>
            <a:prstGeom prst="ellips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86" name="Rectangle 11">
              <a:extLst>
                <a:ext uri="{FF2B5EF4-FFF2-40B4-BE49-F238E27FC236}">
                  <a16:creationId xmlns:a16="http://schemas.microsoft.com/office/drawing/2014/main" id="{825B7966-7FB5-4738-8C0D-C1875E7ADA05}"/>
                </a:ext>
              </a:extLst>
            </p:cNvPr>
            <p:cNvSpPr>
              <a:spLocks noChangeArrowheads="1"/>
            </p:cNvSpPr>
            <p:nvPr/>
          </p:nvSpPr>
          <p:spPr bwMode="auto">
            <a:xfrm>
              <a:off x="7443393" y="4066418"/>
              <a:ext cx="12819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87" name="Freeform 12">
              <a:extLst>
                <a:ext uri="{FF2B5EF4-FFF2-40B4-BE49-F238E27FC236}">
                  <a16:creationId xmlns:a16="http://schemas.microsoft.com/office/drawing/2014/main" id="{7885FB7C-C1E6-4F8D-A21C-B35BC1A90187}"/>
                </a:ext>
              </a:extLst>
            </p:cNvPr>
            <p:cNvSpPr>
              <a:spLocks/>
            </p:cNvSpPr>
            <p:nvPr/>
          </p:nvSpPr>
          <p:spPr bwMode="auto">
            <a:xfrm>
              <a:off x="7279299" y="4092340"/>
              <a:ext cx="147000" cy="212007"/>
            </a:xfrm>
            <a:custGeom>
              <a:avLst/>
              <a:gdLst>
                <a:gd name="T0" fmla="*/ 0 w 172"/>
                <a:gd name="T1" fmla="*/ 229 h 229"/>
                <a:gd name="T2" fmla="*/ 172 w 172"/>
                <a:gd name="T3" fmla="*/ 115 h 229"/>
                <a:gd name="T4" fmla="*/ 0 w 172"/>
                <a:gd name="T5" fmla="*/ 0 h 229"/>
                <a:gd name="T6" fmla="*/ 0 60000 65536"/>
                <a:gd name="T7" fmla="*/ 0 60000 65536"/>
                <a:gd name="T8" fmla="*/ 0 60000 65536"/>
                <a:gd name="T9" fmla="*/ 0 w 172"/>
                <a:gd name="T10" fmla="*/ 0 h 229"/>
                <a:gd name="T11" fmla="*/ 172 w 172"/>
                <a:gd name="T12" fmla="*/ 229 h 229"/>
              </a:gdLst>
              <a:ahLst/>
              <a:cxnLst>
                <a:cxn ang="T6">
                  <a:pos x="T0" y="T1"/>
                </a:cxn>
                <a:cxn ang="T7">
                  <a:pos x="T2" y="T3"/>
                </a:cxn>
                <a:cxn ang="T8">
                  <a:pos x="T4" y="T5"/>
                </a:cxn>
              </a:cxnLst>
              <a:rect l="T9" t="T10" r="T11" b="T12"/>
              <a:pathLst>
                <a:path w="172" h="229">
                  <a:moveTo>
                    <a:pt x="0" y="229"/>
                  </a:moveTo>
                  <a:lnTo>
                    <a:pt x="172" y="115"/>
                  </a:lnTo>
                  <a:lnTo>
                    <a:pt x="0" y="0"/>
                  </a:lnTo>
                </a:path>
              </a:pathLst>
            </a:custGeom>
            <a:noFill/>
            <a:ln w="19050"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88" name="Line 37">
              <a:extLst>
                <a:ext uri="{FF2B5EF4-FFF2-40B4-BE49-F238E27FC236}">
                  <a16:creationId xmlns:a16="http://schemas.microsoft.com/office/drawing/2014/main" id="{AD0D44E6-9375-4748-B95A-6034BCB71EE2}"/>
                </a:ext>
              </a:extLst>
            </p:cNvPr>
            <p:cNvSpPr>
              <a:spLocks noChangeShapeType="1"/>
            </p:cNvSpPr>
            <p:nvPr/>
          </p:nvSpPr>
          <p:spPr bwMode="auto">
            <a:xfrm>
              <a:off x="7867301" y="3881259"/>
              <a:ext cx="147000" cy="926"/>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89" name="Line 42">
              <a:extLst>
                <a:ext uri="{FF2B5EF4-FFF2-40B4-BE49-F238E27FC236}">
                  <a16:creationId xmlns:a16="http://schemas.microsoft.com/office/drawing/2014/main" id="{394C0140-E070-4BEF-8F95-768819A6FE12}"/>
                </a:ext>
              </a:extLst>
            </p:cNvPr>
            <p:cNvSpPr>
              <a:spLocks noChangeShapeType="1"/>
            </p:cNvSpPr>
            <p:nvPr/>
          </p:nvSpPr>
          <p:spPr bwMode="auto">
            <a:xfrm flipH="1">
              <a:off x="6610432" y="4198807"/>
              <a:ext cx="668867"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90" name="Line 45">
              <a:extLst>
                <a:ext uri="{FF2B5EF4-FFF2-40B4-BE49-F238E27FC236}">
                  <a16:creationId xmlns:a16="http://schemas.microsoft.com/office/drawing/2014/main" id="{8766F9D9-01C5-40F6-BEE5-7B8E8493AB40}"/>
                </a:ext>
              </a:extLst>
            </p:cNvPr>
            <p:cNvSpPr>
              <a:spLocks noChangeShapeType="1"/>
            </p:cNvSpPr>
            <p:nvPr/>
          </p:nvSpPr>
          <p:spPr bwMode="auto">
            <a:xfrm flipV="1">
              <a:off x="8014302" y="3371370"/>
              <a:ext cx="0" cy="509889"/>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91" name="Rectangle 54">
              <a:extLst>
                <a:ext uri="{FF2B5EF4-FFF2-40B4-BE49-F238E27FC236}">
                  <a16:creationId xmlns:a16="http://schemas.microsoft.com/office/drawing/2014/main" id="{FCCF6EB6-2163-46E3-93A6-6F2DDA6EFD8D}"/>
                </a:ext>
              </a:extLst>
            </p:cNvPr>
            <p:cNvSpPr>
              <a:spLocks noChangeArrowheads="1"/>
            </p:cNvSpPr>
            <p:nvPr/>
          </p:nvSpPr>
          <p:spPr bwMode="auto">
            <a:xfrm>
              <a:off x="7753632" y="3380403"/>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92" name="Rectangle 55">
              <a:extLst>
                <a:ext uri="{FF2B5EF4-FFF2-40B4-BE49-F238E27FC236}">
                  <a16:creationId xmlns:a16="http://schemas.microsoft.com/office/drawing/2014/main" id="{1285AD02-8FA5-4D0E-A812-A719A8DCFDD2}"/>
                </a:ext>
              </a:extLst>
            </p:cNvPr>
            <p:cNvSpPr>
              <a:spLocks noChangeArrowheads="1"/>
            </p:cNvSpPr>
            <p:nvPr/>
          </p:nvSpPr>
          <p:spPr bwMode="auto">
            <a:xfrm>
              <a:off x="7883685" y="3507237"/>
              <a:ext cx="79469" cy="190724"/>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3</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93" name="Text Box 67">
              <a:extLst>
                <a:ext uri="{FF2B5EF4-FFF2-40B4-BE49-F238E27FC236}">
                  <a16:creationId xmlns:a16="http://schemas.microsoft.com/office/drawing/2014/main" id="{C094597F-A681-4137-AA5D-0B06FB603532}"/>
                </a:ext>
              </a:extLst>
            </p:cNvPr>
            <p:cNvSpPr txBox="1">
              <a:spLocks noChangeArrowheads="1"/>
            </p:cNvSpPr>
            <p:nvPr/>
          </p:nvSpPr>
          <p:spPr bwMode="auto">
            <a:xfrm>
              <a:off x="7827278" y="3662852"/>
              <a:ext cx="266629" cy="432309"/>
            </a:xfrm>
            <a:prstGeom prst="rect">
              <a:avLst/>
            </a:prstGeom>
            <a:noFill/>
            <a:ln w="19050"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70C0"/>
                  </a:solidFill>
                  <a:effectLst/>
                  <a:uLnTx/>
                  <a:uFillTx/>
                  <a:latin typeface="+mn-lt"/>
                  <a:ea typeface="宋体" pitchFamily="2" charset="-122"/>
                  <a:cs typeface="+mn-cs"/>
                </a:rPr>
                <a:t>0</a:t>
              </a:r>
            </a:p>
          </p:txBody>
        </p:sp>
        <p:pic>
          <p:nvPicPr>
            <p:cNvPr id="194" name="图片 193">
              <a:extLst>
                <a:ext uri="{FF2B5EF4-FFF2-40B4-BE49-F238E27FC236}">
                  <a16:creationId xmlns:a16="http://schemas.microsoft.com/office/drawing/2014/main" id="{4AD01755-FE53-43A3-931F-6ADBBA588C8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64801" y="3671505"/>
              <a:ext cx="751985" cy="375993"/>
            </a:xfrm>
            <a:prstGeom prst="rect">
              <a:avLst/>
            </a:prstGeom>
            <a:ln w="19050">
              <a:noFill/>
            </a:ln>
          </p:spPr>
        </p:pic>
        <p:sp>
          <p:nvSpPr>
            <p:cNvPr id="195" name="Line 45">
              <a:extLst>
                <a:ext uri="{FF2B5EF4-FFF2-40B4-BE49-F238E27FC236}">
                  <a16:creationId xmlns:a16="http://schemas.microsoft.com/office/drawing/2014/main" id="{CE409797-E561-43F1-B9ED-B9C98B4C7C90}"/>
                </a:ext>
              </a:extLst>
            </p:cNvPr>
            <p:cNvSpPr>
              <a:spLocks noChangeShapeType="1"/>
            </p:cNvSpPr>
            <p:nvPr/>
          </p:nvSpPr>
          <p:spPr bwMode="auto">
            <a:xfrm flipV="1">
              <a:off x="6607826" y="3356295"/>
              <a:ext cx="855" cy="425866"/>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96" name="Line 45">
              <a:extLst>
                <a:ext uri="{FF2B5EF4-FFF2-40B4-BE49-F238E27FC236}">
                  <a16:creationId xmlns:a16="http://schemas.microsoft.com/office/drawing/2014/main" id="{773A6B32-C76E-48A3-94F0-257928695652}"/>
                </a:ext>
              </a:extLst>
            </p:cNvPr>
            <p:cNvSpPr>
              <a:spLocks noChangeShapeType="1"/>
            </p:cNvSpPr>
            <p:nvPr/>
          </p:nvSpPr>
          <p:spPr bwMode="auto">
            <a:xfrm flipH="1" flipV="1">
              <a:off x="6610432" y="3356295"/>
              <a:ext cx="1403011" cy="7443"/>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97" name="Line 45">
              <a:extLst>
                <a:ext uri="{FF2B5EF4-FFF2-40B4-BE49-F238E27FC236}">
                  <a16:creationId xmlns:a16="http://schemas.microsoft.com/office/drawing/2014/main" id="{5152FD67-1D59-4DB9-9779-3B08412F9E72}"/>
                </a:ext>
              </a:extLst>
            </p:cNvPr>
            <p:cNvSpPr>
              <a:spLocks noChangeShapeType="1"/>
            </p:cNvSpPr>
            <p:nvPr/>
          </p:nvSpPr>
          <p:spPr bwMode="auto">
            <a:xfrm flipV="1">
              <a:off x="6472650" y="3152345"/>
              <a:ext cx="0" cy="766697"/>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98" name="Line 42">
              <a:extLst>
                <a:ext uri="{FF2B5EF4-FFF2-40B4-BE49-F238E27FC236}">
                  <a16:creationId xmlns:a16="http://schemas.microsoft.com/office/drawing/2014/main" id="{58D7CED6-22EB-46F3-95E1-1A734DDF251C}"/>
                </a:ext>
              </a:extLst>
            </p:cNvPr>
            <p:cNvSpPr>
              <a:spLocks noChangeShapeType="1"/>
            </p:cNvSpPr>
            <p:nvPr/>
          </p:nvSpPr>
          <p:spPr bwMode="auto">
            <a:xfrm flipH="1">
              <a:off x="6472577" y="3934774"/>
              <a:ext cx="261322"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99" name="Line 45">
              <a:extLst>
                <a:ext uri="{FF2B5EF4-FFF2-40B4-BE49-F238E27FC236}">
                  <a16:creationId xmlns:a16="http://schemas.microsoft.com/office/drawing/2014/main" id="{5AE3F2A1-D474-43B4-8DA2-16B57965BACF}"/>
                </a:ext>
              </a:extLst>
            </p:cNvPr>
            <p:cNvSpPr>
              <a:spLocks noChangeShapeType="1"/>
            </p:cNvSpPr>
            <p:nvPr/>
          </p:nvSpPr>
          <p:spPr bwMode="auto">
            <a:xfrm flipV="1">
              <a:off x="6611101" y="4198342"/>
              <a:ext cx="0" cy="195783"/>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grpSp>
      <p:sp>
        <p:nvSpPr>
          <p:cNvPr id="203" name="Text Box 100">
            <a:extLst>
              <a:ext uri="{FF2B5EF4-FFF2-40B4-BE49-F238E27FC236}">
                <a16:creationId xmlns:a16="http://schemas.microsoft.com/office/drawing/2014/main" id="{D2F3F0C2-7A81-4EBB-AACB-DCEC37D66D73}"/>
              </a:ext>
            </a:extLst>
          </p:cNvPr>
          <p:cNvSpPr txBox="1">
            <a:spLocks noChangeArrowheads="1"/>
          </p:cNvSpPr>
          <p:nvPr/>
        </p:nvSpPr>
        <p:spPr bwMode="auto">
          <a:xfrm>
            <a:off x="2807700" y="4532586"/>
            <a:ext cx="737956" cy="523220"/>
          </a:xfrm>
          <a:prstGeom prst="rect">
            <a:avLst/>
          </a:prstGeom>
          <a:noFill/>
          <a:ln w="9525" algn="ctr">
            <a:noFill/>
            <a:miter lim="800000"/>
            <a:headEnd/>
            <a:tailEnd/>
          </a:ln>
        </p:spPr>
        <p:txBody>
          <a:bodyPr wrap="square">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70C0"/>
                </a:solidFill>
                <a:effectLst/>
                <a:uLnTx/>
                <a:uFillTx/>
                <a:latin typeface="+mn-lt"/>
                <a:ea typeface="宋体" pitchFamily="2" charset="-122"/>
                <a:cs typeface="+mn-cs"/>
                <a:sym typeface="Symbol" pitchFamily="18" charset="2"/>
              </a:rPr>
              <a:t></a:t>
            </a:r>
            <a:r>
              <a:rPr lang="en-US" altLang="zh-CN" sz="2800" b="0" noProof="0" dirty="0">
                <a:solidFill>
                  <a:srgbClr val="0070C0"/>
                </a:solidFill>
                <a:latin typeface="+mn-lt"/>
                <a:sym typeface="Symbol" pitchFamily="18" charset="2"/>
              </a:rPr>
              <a:t>1</a:t>
            </a:r>
            <a:endParaRPr kumimoji="0" lang="en-US" altLang="zh-CN" sz="2800" b="0" i="0" u="none" strike="noStrike" kern="1200" cap="none" spc="0" normalizeH="0" baseline="0" noProof="0" dirty="0">
              <a:ln>
                <a:noFill/>
              </a:ln>
              <a:solidFill>
                <a:srgbClr val="0070C0"/>
              </a:solidFill>
              <a:effectLst/>
              <a:uLnTx/>
              <a:uFillTx/>
              <a:latin typeface="+mn-lt"/>
            </a:endParaRPr>
          </a:p>
        </p:txBody>
      </p:sp>
      <p:sp>
        <p:nvSpPr>
          <p:cNvPr id="204" name="Line 76">
            <a:extLst>
              <a:ext uri="{FF2B5EF4-FFF2-40B4-BE49-F238E27FC236}">
                <a16:creationId xmlns:a16="http://schemas.microsoft.com/office/drawing/2014/main" id="{A01CC58F-E447-4824-A327-C8019EFE7F44}"/>
              </a:ext>
            </a:extLst>
          </p:cNvPr>
          <p:cNvSpPr>
            <a:spLocks noChangeShapeType="1"/>
          </p:cNvSpPr>
          <p:nvPr/>
        </p:nvSpPr>
        <p:spPr bwMode="auto">
          <a:xfrm>
            <a:off x="1442296" y="5055804"/>
            <a:ext cx="215133" cy="0"/>
          </a:xfrm>
          <a:prstGeom prst="line">
            <a:avLst/>
          </a:prstGeom>
          <a:noFill/>
          <a:ln w="38100">
            <a:solidFill>
              <a:srgbClr val="FF0066"/>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205" name="Line 77">
            <a:extLst>
              <a:ext uri="{FF2B5EF4-FFF2-40B4-BE49-F238E27FC236}">
                <a16:creationId xmlns:a16="http://schemas.microsoft.com/office/drawing/2014/main" id="{8F140303-84DD-4B95-A43F-5CF43596D787}"/>
              </a:ext>
            </a:extLst>
          </p:cNvPr>
          <p:cNvSpPr>
            <a:spLocks noChangeShapeType="1"/>
          </p:cNvSpPr>
          <p:nvPr/>
        </p:nvSpPr>
        <p:spPr bwMode="auto">
          <a:xfrm>
            <a:off x="1657429" y="4679322"/>
            <a:ext cx="215133" cy="0"/>
          </a:xfrm>
          <a:prstGeom prst="line">
            <a:avLst/>
          </a:prstGeom>
          <a:noFill/>
          <a:ln w="38100">
            <a:solidFill>
              <a:srgbClr val="FF0066"/>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206" name="Line 78">
            <a:extLst>
              <a:ext uri="{FF2B5EF4-FFF2-40B4-BE49-F238E27FC236}">
                <a16:creationId xmlns:a16="http://schemas.microsoft.com/office/drawing/2014/main" id="{A0D94A89-FFCF-4BC2-B996-A7ECA4F9D3FD}"/>
              </a:ext>
            </a:extLst>
          </p:cNvPr>
          <p:cNvSpPr>
            <a:spLocks noChangeShapeType="1"/>
          </p:cNvSpPr>
          <p:nvPr/>
        </p:nvSpPr>
        <p:spPr bwMode="auto">
          <a:xfrm flipV="1">
            <a:off x="1657429" y="4679322"/>
            <a:ext cx="0" cy="376482"/>
          </a:xfrm>
          <a:prstGeom prst="line">
            <a:avLst/>
          </a:prstGeom>
          <a:noFill/>
          <a:ln w="38100">
            <a:solidFill>
              <a:srgbClr val="FF0066"/>
            </a:solidFill>
            <a:round/>
            <a:headEnd/>
            <a:tailEnd type="triangle" w="med" len="me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Tree>
    <p:extLst>
      <p:ext uri="{BB962C8B-B14F-4D97-AF65-F5344CB8AC3E}">
        <p14:creationId xmlns:p14="http://schemas.microsoft.com/office/powerpoint/2010/main" val="243910924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灯片编号占位符 110"/>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13123CC-A5CC-40BF-912E-9416D5179362}" type="slidenum">
              <a:rPr kumimoji="0" lang="en-US" altLang="zh-CN" sz="1200" b="0" i="0" u="none" strike="noStrike" kern="1200" cap="none" spc="0" normalizeH="0" baseline="0" noProof="0" smtClean="0">
                <a:ln>
                  <a:noFill/>
                </a:ln>
                <a:solidFill>
                  <a:srgbClr val="000000"/>
                </a:solidFill>
                <a:effectLst/>
                <a:uLnTx/>
                <a:uFillTx/>
                <a:latin typeface="Arial Black"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105</a:t>
            </a:fld>
            <a:endParaRPr kumimoji="0" lang="en-US" altLang="zh-CN" sz="1200" b="0" i="0" u="none" strike="noStrike" kern="1200" cap="none" spc="0" normalizeH="0" baseline="0" noProof="0" dirty="0">
              <a:ln>
                <a:noFill/>
              </a:ln>
              <a:solidFill>
                <a:srgbClr val="000000"/>
              </a:solidFill>
              <a:effectLst/>
              <a:uLnTx/>
              <a:uFillTx/>
              <a:latin typeface="Arial Black" pitchFamily="34" charset="0"/>
              <a:ea typeface="宋体" pitchFamily="2" charset="-122"/>
              <a:cs typeface="+mn-cs"/>
            </a:endParaRPr>
          </a:p>
        </p:txBody>
      </p:sp>
      <p:sp>
        <p:nvSpPr>
          <p:cNvPr id="5" name="Title 4">
            <a:extLst>
              <a:ext uri="{FF2B5EF4-FFF2-40B4-BE49-F238E27FC236}">
                <a16:creationId xmlns:a16="http://schemas.microsoft.com/office/drawing/2014/main" id="{605D0111-F9CB-4076-B47F-A021AA93CF44}"/>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t>异步计数器</a:t>
            </a:r>
            <a:endParaRPr lang="en-CN" altLang="zh-CN" sz="4000" dirty="0">
              <a:solidFill>
                <a:srgbClr val="0000FF"/>
              </a:solidFill>
              <a:latin typeface="Arial" panose="020B0604020202020204" pitchFamily="34" charset="0"/>
              <a:cs typeface="Arial" panose="020B0604020202020204" pitchFamily="34" charset="0"/>
            </a:endParaRPr>
          </a:p>
        </p:txBody>
      </p:sp>
      <p:sp>
        <p:nvSpPr>
          <p:cNvPr id="100" name="内容占位符 2">
            <a:extLst>
              <a:ext uri="{FF2B5EF4-FFF2-40B4-BE49-F238E27FC236}">
                <a16:creationId xmlns:a16="http://schemas.microsoft.com/office/drawing/2014/main" id="{7B00E1EE-AC5D-4677-A58D-D2794C068C47}"/>
              </a:ext>
            </a:extLst>
          </p:cNvPr>
          <p:cNvSpPr txBox="1">
            <a:spLocks/>
          </p:cNvSpPr>
          <p:nvPr/>
        </p:nvSpPr>
        <p:spPr bwMode="auto">
          <a:xfrm>
            <a:off x="536031" y="1393031"/>
            <a:ext cx="7886700" cy="132818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b="1">
                <a:solidFill>
                  <a:schemeClr val="tx1"/>
                </a:solidFill>
                <a:latin typeface="+mn-lt"/>
                <a:ea typeface="黑体" panose="02010609060101010101" pitchFamily="49" charset="-122"/>
                <a:cs typeface="+mn-cs"/>
              </a:defRPr>
            </a:lvl1pPr>
            <a:lvl2pPr marL="742950" indent="-285750" algn="l" rtl="0" eaLnBrk="1" fontAlgn="base" hangingPunct="1">
              <a:spcBef>
                <a:spcPct val="20000"/>
              </a:spcBef>
              <a:spcAft>
                <a:spcPct val="0"/>
              </a:spcAft>
              <a:buChar char="–"/>
              <a:defRPr sz="2800" b="1">
                <a:solidFill>
                  <a:schemeClr val="tx1"/>
                </a:solidFill>
                <a:latin typeface="+mn-lt"/>
                <a:ea typeface="黑体" panose="02010609060101010101" pitchFamily="49" charset="-122"/>
              </a:defRPr>
            </a:lvl2pPr>
            <a:lvl3pPr marL="1143000" indent="-228600" algn="l" rtl="0" eaLnBrk="1" fontAlgn="base" hangingPunct="1">
              <a:spcBef>
                <a:spcPct val="20000"/>
              </a:spcBef>
              <a:spcAft>
                <a:spcPct val="0"/>
              </a:spcAft>
              <a:buChar char="•"/>
              <a:defRPr sz="2400" b="1">
                <a:solidFill>
                  <a:schemeClr val="tx1"/>
                </a:solidFill>
                <a:latin typeface="+mn-lt"/>
                <a:ea typeface="黑体" panose="02010609060101010101" pitchFamily="49" charset="-122"/>
              </a:defRPr>
            </a:lvl3pPr>
            <a:lvl4pPr marL="1600200" indent="-228600" algn="l" rtl="0" eaLnBrk="1" fontAlgn="base" hangingPunct="1">
              <a:spcBef>
                <a:spcPct val="20000"/>
              </a:spcBef>
              <a:spcAft>
                <a:spcPct val="0"/>
              </a:spcAft>
              <a:buChar char="–"/>
              <a:defRPr sz="2000" b="1">
                <a:solidFill>
                  <a:schemeClr val="tx1"/>
                </a:solidFill>
                <a:latin typeface="+mn-lt"/>
                <a:ea typeface="黑体" panose="02010609060101010101" pitchFamily="49" charset="-122"/>
              </a:defRPr>
            </a:lvl4pPr>
            <a:lvl5pPr marL="2057400" indent="-228600" algn="l" rtl="0" eaLnBrk="1" fontAlgn="base" hangingPunct="1">
              <a:spcBef>
                <a:spcPct val="20000"/>
              </a:spcBef>
              <a:spcAft>
                <a:spcPct val="0"/>
              </a:spcAft>
              <a:buChar char="»"/>
              <a:defRPr sz="2000" b="1">
                <a:solidFill>
                  <a:schemeClr val="tx1"/>
                </a:solidFill>
                <a:latin typeface="+mn-lt"/>
                <a:ea typeface="黑体" panose="02010609060101010101" pitchFamily="49" charset="-122"/>
              </a:defRPr>
            </a:lvl5pPr>
            <a:lvl6pPr marL="2514600" indent="-228600" algn="l" rtl="0" eaLnBrk="1" fontAlgn="base" hangingPunct="1">
              <a:spcBef>
                <a:spcPct val="20000"/>
              </a:spcBef>
              <a:spcAft>
                <a:spcPct val="0"/>
              </a:spcAft>
              <a:buChar char="»"/>
              <a:defRPr sz="2000" b="1">
                <a:solidFill>
                  <a:schemeClr val="tx1"/>
                </a:solidFill>
                <a:latin typeface="+mn-lt"/>
                <a:ea typeface="+mn-ea"/>
              </a:defRPr>
            </a:lvl6pPr>
            <a:lvl7pPr marL="2971800" indent="-228600" algn="l" rtl="0" eaLnBrk="1" fontAlgn="base" hangingPunct="1">
              <a:spcBef>
                <a:spcPct val="20000"/>
              </a:spcBef>
              <a:spcAft>
                <a:spcPct val="0"/>
              </a:spcAft>
              <a:buChar char="»"/>
              <a:defRPr sz="2000" b="1">
                <a:solidFill>
                  <a:schemeClr val="tx1"/>
                </a:solidFill>
                <a:latin typeface="+mn-lt"/>
                <a:ea typeface="+mn-ea"/>
              </a:defRPr>
            </a:lvl7pPr>
            <a:lvl8pPr marL="3429000" indent="-228600" algn="l" rtl="0" eaLnBrk="1" fontAlgn="base" hangingPunct="1">
              <a:spcBef>
                <a:spcPct val="20000"/>
              </a:spcBef>
              <a:spcAft>
                <a:spcPct val="0"/>
              </a:spcAft>
              <a:buChar char="»"/>
              <a:defRPr sz="2000" b="1">
                <a:solidFill>
                  <a:schemeClr val="tx1"/>
                </a:solidFill>
                <a:latin typeface="+mn-lt"/>
                <a:ea typeface="+mn-ea"/>
              </a:defRPr>
            </a:lvl8pPr>
            <a:lvl9pPr marL="3886200" indent="-228600" algn="l" rtl="0" eaLnBrk="1" fontAlgn="base" hangingPunct="1">
              <a:spcBef>
                <a:spcPct val="20000"/>
              </a:spcBef>
              <a:spcAft>
                <a:spcPct val="0"/>
              </a:spcAft>
              <a:buChar char="»"/>
              <a:defRPr sz="2000" b="1">
                <a:solidFill>
                  <a:schemeClr val="tx1"/>
                </a:solidFill>
                <a:latin typeface="+mn-lt"/>
                <a:ea typeface="+mn-ea"/>
              </a:defRPr>
            </a:lvl9pPr>
          </a:lstStyle>
          <a:p>
            <a:r>
              <a:rPr lang="zh-CN" altLang="en-US" sz="2800" b="0" kern="0" dirty="0">
                <a:solidFill>
                  <a:srgbClr val="000000"/>
                </a:solidFill>
                <a:ea typeface="黑体"/>
              </a:rPr>
              <a:t>异步</a:t>
            </a:r>
            <a:endParaRPr lang="en-US" altLang="zh-CN" sz="2800" b="0" kern="0" dirty="0">
              <a:solidFill>
                <a:srgbClr val="000000"/>
              </a:solidFill>
              <a:ea typeface="黑体"/>
            </a:endParaRPr>
          </a:p>
          <a:p>
            <a:pPr lvl="1"/>
            <a:r>
              <a:rPr lang="zh-CN" altLang="en-US" sz="2400" b="0" kern="0" dirty="0">
                <a:solidFill>
                  <a:srgbClr val="000000"/>
                </a:solidFill>
                <a:latin typeface="Calibri"/>
                <a:ea typeface="黑体"/>
              </a:rPr>
              <a:t>各个触发器没有使用同一个时钟信号</a:t>
            </a:r>
            <a:endParaRPr lang="zh-CN" altLang="en-US" sz="2400" b="0" kern="0" dirty="0"/>
          </a:p>
          <a:p>
            <a:pPr lvl="1"/>
            <a:endParaRPr lang="en-US" altLang="zh-CN" sz="2000" b="0" kern="0" dirty="0">
              <a:solidFill>
                <a:srgbClr val="C00000"/>
              </a:solidFill>
              <a:ea typeface="黑体"/>
            </a:endParaRPr>
          </a:p>
        </p:txBody>
      </p:sp>
      <p:sp>
        <p:nvSpPr>
          <p:cNvPr id="101" name="矩形 100">
            <a:extLst>
              <a:ext uri="{FF2B5EF4-FFF2-40B4-BE49-F238E27FC236}">
                <a16:creationId xmlns:a16="http://schemas.microsoft.com/office/drawing/2014/main" id="{D7C31A49-2BF1-4036-8F09-0D9433639876}"/>
              </a:ext>
            </a:extLst>
          </p:cNvPr>
          <p:cNvSpPr/>
          <p:nvPr/>
        </p:nvSpPr>
        <p:spPr>
          <a:xfrm>
            <a:off x="425301" y="5143155"/>
            <a:ext cx="1886416" cy="830997"/>
          </a:xfrm>
          <a:prstGeom prst="rect">
            <a:avLst/>
          </a:prstGeom>
        </p:spPr>
        <p:txBody>
          <a:bodyPr wrap="square">
            <a:spAutoFit/>
          </a:bodyPr>
          <a:lstStyle/>
          <a:p>
            <a:r>
              <a:rPr lang="zh-CN" altLang="en-US" sz="2400" b="0" dirty="0">
                <a:solidFill>
                  <a:srgbClr val="000000"/>
                </a:solidFill>
                <a:latin typeface="黑体" panose="02010609060101010101" pitchFamily="49" charset="-122"/>
                <a:ea typeface="黑体" panose="02010609060101010101" pitchFamily="49" charset="-122"/>
              </a:rPr>
              <a:t>再来一个计数脉冲</a:t>
            </a:r>
          </a:p>
        </p:txBody>
      </p:sp>
      <p:sp>
        <p:nvSpPr>
          <p:cNvPr id="102" name="椭圆 101">
            <a:extLst>
              <a:ext uri="{FF2B5EF4-FFF2-40B4-BE49-F238E27FC236}">
                <a16:creationId xmlns:a16="http://schemas.microsoft.com/office/drawing/2014/main" id="{2EF20495-FE12-4B2E-875B-DD40DF0EA447}"/>
              </a:ext>
            </a:extLst>
          </p:cNvPr>
          <p:cNvSpPr/>
          <p:nvPr/>
        </p:nvSpPr>
        <p:spPr bwMode="auto">
          <a:xfrm>
            <a:off x="2327820" y="4460175"/>
            <a:ext cx="1434753" cy="669012"/>
          </a:xfrm>
          <a:prstGeom prst="ellipse">
            <a:avLst/>
          </a:prstGeom>
          <a:noFill/>
          <a:ln w="38100" cap="flat" cmpd="sng" algn="ctr">
            <a:solidFill>
              <a:srgbClr val="3333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4600" b="1" i="0" u="none" strike="noStrike" cap="none" normalizeH="0" baseline="0">
              <a:ln>
                <a:noFill/>
              </a:ln>
              <a:solidFill>
                <a:srgbClr val="0070C0"/>
              </a:solidFill>
              <a:effectLst/>
              <a:latin typeface="Garamond" pitchFamily="18" charset="0"/>
              <a:ea typeface="宋体" pitchFamily="2" charset="-122"/>
            </a:endParaRPr>
          </a:p>
        </p:txBody>
      </p:sp>
      <p:sp>
        <p:nvSpPr>
          <p:cNvPr id="103" name="Rectangle 44">
            <a:extLst>
              <a:ext uri="{FF2B5EF4-FFF2-40B4-BE49-F238E27FC236}">
                <a16:creationId xmlns:a16="http://schemas.microsoft.com/office/drawing/2014/main" id="{268CF6DD-1CC9-4773-8137-E9350356FE83}"/>
              </a:ext>
            </a:extLst>
          </p:cNvPr>
          <p:cNvSpPr>
            <a:spLocks noChangeArrowheads="1"/>
          </p:cNvSpPr>
          <p:nvPr/>
        </p:nvSpPr>
        <p:spPr bwMode="auto">
          <a:xfrm>
            <a:off x="2868438" y="5189321"/>
            <a:ext cx="3542248" cy="738664"/>
          </a:xfrm>
          <a:prstGeom prst="rect">
            <a:avLst/>
          </a:prstGeom>
          <a:noFill/>
          <a:ln w="9525">
            <a:noFill/>
            <a:miter lim="800000"/>
            <a:headEnd/>
            <a:tailEnd/>
          </a:ln>
        </p:spPr>
        <p:txBody>
          <a:bodyPr wrap="square" lIns="0" tIns="0" rIns="0" bIns="0">
            <a:spAutoFit/>
          </a:bodyPr>
          <a:lstStyle/>
          <a:p>
            <a:pPr marL="0" marR="0" lvl="0" indent="0" defTabSz="914400" rtl="0" eaLnBrk="1" fontAlgn="base" latinLnBrk="0" hangingPunct="1">
              <a:lnSpc>
                <a:spcPct val="100000"/>
              </a:lnSpc>
              <a:spcBef>
                <a:spcPct val="0"/>
              </a:spcBef>
              <a:spcAft>
                <a:spcPct val="0"/>
              </a:spcAft>
              <a:buClrTx/>
              <a:buSzTx/>
              <a:buFontTx/>
              <a:buNone/>
              <a:tabLst/>
              <a:defRPr/>
            </a:pPr>
            <a:r>
              <a:rPr lang="zh-CN" altLang="en-US" sz="2400" b="0" dirty="0">
                <a:solidFill>
                  <a:srgbClr val="3333FF"/>
                </a:solidFill>
                <a:latin typeface="+mn-lt"/>
                <a:ea typeface="SimHei" panose="02010609060101010101" pitchFamily="49" charset="-122"/>
              </a:rPr>
              <a:t>这个时钟信号送给下一个触发器</a:t>
            </a:r>
            <a:endParaRPr kumimoji="0" lang="en-US" altLang="zh-CN" sz="2400" b="0" i="0" u="none" strike="noStrike" kern="1200" cap="none" spc="0" normalizeH="0" baseline="0" noProof="0" dirty="0">
              <a:ln>
                <a:noFill/>
              </a:ln>
              <a:solidFill>
                <a:srgbClr val="3333FF"/>
              </a:solidFill>
              <a:effectLst/>
              <a:uLnTx/>
              <a:uFillTx/>
              <a:latin typeface="+mn-lt"/>
              <a:ea typeface="SimHei" panose="02010609060101010101" pitchFamily="49" charset="-122"/>
            </a:endParaRPr>
          </a:p>
        </p:txBody>
      </p:sp>
      <p:sp>
        <p:nvSpPr>
          <p:cNvPr id="104" name="Text Box 100">
            <a:extLst>
              <a:ext uri="{FF2B5EF4-FFF2-40B4-BE49-F238E27FC236}">
                <a16:creationId xmlns:a16="http://schemas.microsoft.com/office/drawing/2014/main" id="{03B02B0D-1AA2-4987-9CBA-FE1289E49F9B}"/>
              </a:ext>
            </a:extLst>
          </p:cNvPr>
          <p:cNvSpPr txBox="1">
            <a:spLocks noChangeArrowheads="1"/>
          </p:cNvSpPr>
          <p:nvPr/>
        </p:nvSpPr>
        <p:spPr bwMode="auto">
          <a:xfrm>
            <a:off x="2071225" y="3882024"/>
            <a:ext cx="1295400" cy="523220"/>
          </a:xfrm>
          <a:prstGeom prst="rect">
            <a:avLst/>
          </a:prstGeom>
          <a:noFill/>
          <a:ln w="9525"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70C0"/>
                </a:solidFill>
                <a:effectLst/>
                <a:uLnTx/>
                <a:uFillTx/>
                <a:latin typeface="+mn-lt"/>
                <a:ea typeface="宋体" pitchFamily="2" charset="-122"/>
                <a:cs typeface="+mn-cs"/>
                <a:sym typeface="Symbol" pitchFamily="18" charset="2"/>
              </a:rPr>
              <a:t></a:t>
            </a:r>
            <a:r>
              <a:rPr lang="en-US" altLang="zh-CN" sz="2800" b="0" noProof="0" dirty="0">
                <a:solidFill>
                  <a:srgbClr val="0070C0"/>
                </a:solidFill>
                <a:latin typeface="+mn-lt"/>
                <a:sym typeface="Symbol" pitchFamily="18" charset="2"/>
              </a:rPr>
              <a:t>0</a:t>
            </a:r>
            <a:endParaRPr kumimoji="0" lang="en-US" altLang="zh-CN" sz="2800" b="0" i="0" u="none" strike="noStrike" kern="1200" cap="none" spc="0" normalizeH="0" baseline="0" noProof="0" dirty="0">
              <a:ln>
                <a:noFill/>
              </a:ln>
              <a:solidFill>
                <a:srgbClr val="0070C0"/>
              </a:solidFill>
              <a:effectLst/>
              <a:uLnTx/>
              <a:uFillTx/>
              <a:latin typeface="+mn-lt"/>
            </a:endParaRPr>
          </a:p>
        </p:txBody>
      </p:sp>
      <p:grpSp>
        <p:nvGrpSpPr>
          <p:cNvPr id="105" name="组合 104">
            <a:extLst>
              <a:ext uri="{FF2B5EF4-FFF2-40B4-BE49-F238E27FC236}">
                <a16:creationId xmlns:a16="http://schemas.microsoft.com/office/drawing/2014/main" id="{381361DD-36E4-462C-AF83-A9F29054B868}"/>
              </a:ext>
            </a:extLst>
          </p:cNvPr>
          <p:cNvGrpSpPr>
            <a:grpSpLocks noChangeAspect="1"/>
          </p:cNvGrpSpPr>
          <p:nvPr/>
        </p:nvGrpSpPr>
        <p:grpSpPr>
          <a:xfrm>
            <a:off x="248744" y="3048000"/>
            <a:ext cx="8742856" cy="2052338"/>
            <a:chOff x="870138" y="3081337"/>
            <a:chExt cx="7223769" cy="1695739"/>
          </a:xfrm>
        </p:grpSpPr>
        <p:sp>
          <p:nvSpPr>
            <p:cNvPr id="106" name="Rectangle 5">
              <a:extLst>
                <a:ext uri="{FF2B5EF4-FFF2-40B4-BE49-F238E27FC236}">
                  <a16:creationId xmlns:a16="http://schemas.microsoft.com/office/drawing/2014/main" id="{82EC2F4B-7432-4A2A-9BAF-7C733B441D93}"/>
                </a:ext>
              </a:extLst>
            </p:cNvPr>
            <p:cNvSpPr>
              <a:spLocks noChangeArrowheads="1"/>
            </p:cNvSpPr>
            <p:nvPr/>
          </p:nvSpPr>
          <p:spPr bwMode="auto">
            <a:xfrm>
              <a:off x="2235310" y="3634880"/>
              <a:ext cx="588001" cy="953570"/>
            </a:xfrm>
            <a:prstGeom prst="rect">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07" name="Rectangle 6">
              <a:extLst>
                <a:ext uri="{FF2B5EF4-FFF2-40B4-BE49-F238E27FC236}">
                  <a16:creationId xmlns:a16="http://schemas.microsoft.com/office/drawing/2014/main" id="{10526E1A-2C77-40A9-ADB7-A111F6504586}"/>
                </a:ext>
              </a:extLst>
            </p:cNvPr>
            <p:cNvSpPr>
              <a:spLocks noChangeArrowheads="1"/>
            </p:cNvSpPr>
            <p:nvPr/>
          </p:nvSpPr>
          <p:spPr bwMode="auto">
            <a:xfrm>
              <a:off x="2283171" y="3724682"/>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CN" sz="1500" i="1" dirty="0">
                  <a:solidFill>
                    <a:srgbClr val="000000"/>
                  </a:solidFill>
                  <a:latin typeface="Times New Roman" pitchFamily="18" charset="0"/>
                </a:rPr>
                <a:t>D</a:t>
              </a:r>
              <a:endParaRPr kumimoji="0" lang="en-US" altLang="zh-CN" sz="1500" b="0" i="0" u="none" strike="noStrike" kern="1200" cap="none" spc="0" normalizeH="0" baseline="0" noProof="0" dirty="0">
                <a:ln>
                  <a:noFill/>
                </a:ln>
                <a:solidFill>
                  <a:srgbClr val="000000"/>
                </a:solidFill>
                <a:effectLst/>
                <a:uLnTx/>
                <a:uFillTx/>
              </a:endParaRPr>
            </a:p>
          </p:txBody>
        </p:sp>
        <p:sp>
          <p:nvSpPr>
            <p:cNvPr id="108" name="Rectangle 7">
              <a:extLst>
                <a:ext uri="{FF2B5EF4-FFF2-40B4-BE49-F238E27FC236}">
                  <a16:creationId xmlns:a16="http://schemas.microsoft.com/office/drawing/2014/main" id="{E2178F53-9CC2-4A20-9083-D91900D717C6}"/>
                </a:ext>
              </a:extLst>
            </p:cNvPr>
            <p:cNvSpPr>
              <a:spLocks noChangeArrowheads="1"/>
            </p:cNvSpPr>
            <p:nvPr/>
          </p:nvSpPr>
          <p:spPr bwMode="auto">
            <a:xfrm>
              <a:off x="2631869" y="3710795"/>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a:ln>
                  <a:noFill/>
                </a:ln>
                <a:solidFill>
                  <a:srgbClr val="000000"/>
                </a:solidFill>
                <a:effectLst/>
                <a:uLnTx/>
                <a:uFillTx/>
                <a:ea typeface="宋体" pitchFamily="2" charset="-122"/>
                <a:cs typeface="+mn-cs"/>
              </a:endParaRPr>
            </a:p>
          </p:txBody>
        </p:sp>
        <p:sp>
          <p:nvSpPr>
            <p:cNvPr id="109" name="Rectangle 8">
              <a:extLst>
                <a:ext uri="{FF2B5EF4-FFF2-40B4-BE49-F238E27FC236}">
                  <a16:creationId xmlns:a16="http://schemas.microsoft.com/office/drawing/2014/main" id="{B921363B-7277-40F0-B3CB-95A7E8C1AD16}"/>
                </a:ext>
              </a:extLst>
            </p:cNvPr>
            <p:cNvSpPr>
              <a:spLocks noChangeArrowheads="1"/>
            </p:cNvSpPr>
            <p:nvPr/>
          </p:nvSpPr>
          <p:spPr bwMode="auto">
            <a:xfrm>
              <a:off x="2644689" y="4214428"/>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10" name="Oval 9">
              <a:extLst>
                <a:ext uri="{FF2B5EF4-FFF2-40B4-BE49-F238E27FC236}">
                  <a16:creationId xmlns:a16="http://schemas.microsoft.com/office/drawing/2014/main" id="{F20213CB-1885-4681-994B-7140BE05BB32}"/>
                </a:ext>
              </a:extLst>
            </p:cNvPr>
            <p:cNvSpPr>
              <a:spLocks noChangeArrowheads="1"/>
            </p:cNvSpPr>
            <p:nvPr/>
          </p:nvSpPr>
          <p:spPr bwMode="auto">
            <a:xfrm>
              <a:off x="2823311" y="4323672"/>
              <a:ext cx="109728" cy="105541"/>
            </a:xfrm>
            <a:prstGeom prst="ellipse">
              <a:avLst/>
            </a:prstGeom>
            <a:solidFill>
              <a:srgbClr val="FFFFFF"/>
            </a:solidFill>
            <a:ln w="1905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6" name="Oval 10">
              <a:extLst>
                <a:ext uri="{FF2B5EF4-FFF2-40B4-BE49-F238E27FC236}">
                  <a16:creationId xmlns:a16="http://schemas.microsoft.com/office/drawing/2014/main" id="{56A23C19-E757-434D-A665-50F20F853039}"/>
                </a:ext>
              </a:extLst>
            </p:cNvPr>
            <p:cNvSpPr>
              <a:spLocks noChangeArrowheads="1"/>
            </p:cNvSpPr>
            <p:nvPr/>
          </p:nvSpPr>
          <p:spPr bwMode="auto">
            <a:xfrm>
              <a:off x="2823311" y="4323672"/>
              <a:ext cx="109728" cy="105541"/>
            </a:xfrm>
            <a:prstGeom prst="ellips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7" name="Rectangle 11">
              <a:extLst>
                <a:ext uri="{FF2B5EF4-FFF2-40B4-BE49-F238E27FC236}">
                  <a16:creationId xmlns:a16="http://schemas.microsoft.com/office/drawing/2014/main" id="{F03E0031-1AA8-4E77-8644-A79D81F65182}"/>
                </a:ext>
              </a:extLst>
            </p:cNvPr>
            <p:cNvSpPr>
              <a:spLocks noChangeArrowheads="1"/>
            </p:cNvSpPr>
            <p:nvPr/>
          </p:nvSpPr>
          <p:spPr bwMode="auto">
            <a:xfrm>
              <a:off x="2399404" y="4032972"/>
              <a:ext cx="12819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18" name="Freeform 12">
              <a:extLst>
                <a:ext uri="{FF2B5EF4-FFF2-40B4-BE49-F238E27FC236}">
                  <a16:creationId xmlns:a16="http://schemas.microsoft.com/office/drawing/2014/main" id="{66B1E417-C000-4D65-8A65-51416F56512E}"/>
                </a:ext>
              </a:extLst>
            </p:cNvPr>
            <p:cNvSpPr>
              <a:spLocks/>
            </p:cNvSpPr>
            <p:nvPr/>
          </p:nvSpPr>
          <p:spPr bwMode="auto">
            <a:xfrm>
              <a:off x="2235310" y="4058894"/>
              <a:ext cx="147000" cy="212007"/>
            </a:xfrm>
            <a:custGeom>
              <a:avLst/>
              <a:gdLst>
                <a:gd name="T0" fmla="*/ 0 w 172"/>
                <a:gd name="T1" fmla="*/ 229 h 229"/>
                <a:gd name="T2" fmla="*/ 172 w 172"/>
                <a:gd name="T3" fmla="*/ 115 h 229"/>
                <a:gd name="T4" fmla="*/ 0 w 172"/>
                <a:gd name="T5" fmla="*/ 0 h 229"/>
                <a:gd name="T6" fmla="*/ 0 60000 65536"/>
                <a:gd name="T7" fmla="*/ 0 60000 65536"/>
                <a:gd name="T8" fmla="*/ 0 60000 65536"/>
                <a:gd name="T9" fmla="*/ 0 w 172"/>
                <a:gd name="T10" fmla="*/ 0 h 229"/>
                <a:gd name="T11" fmla="*/ 172 w 172"/>
                <a:gd name="T12" fmla="*/ 229 h 229"/>
              </a:gdLst>
              <a:ahLst/>
              <a:cxnLst>
                <a:cxn ang="T6">
                  <a:pos x="T0" y="T1"/>
                </a:cxn>
                <a:cxn ang="T7">
                  <a:pos x="T2" y="T3"/>
                </a:cxn>
                <a:cxn ang="T8">
                  <a:pos x="T4" y="T5"/>
                </a:cxn>
              </a:cxnLst>
              <a:rect l="T9" t="T10" r="T11" b="T12"/>
              <a:pathLst>
                <a:path w="172" h="229">
                  <a:moveTo>
                    <a:pt x="0" y="229"/>
                  </a:moveTo>
                  <a:lnTo>
                    <a:pt x="172" y="115"/>
                  </a:lnTo>
                  <a:lnTo>
                    <a:pt x="0" y="0"/>
                  </a:lnTo>
                </a:path>
              </a:pathLst>
            </a:custGeom>
            <a:noFill/>
            <a:ln w="19050"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9" name="Line 37">
              <a:extLst>
                <a:ext uri="{FF2B5EF4-FFF2-40B4-BE49-F238E27FC236}">
                  <a16:creationId xmlns:a16="http://schemas.microsoft.com/office/drawing/2014/main" id="{C6617841-50BD-4D29-AE0A-CF184335853E}"/>
                </a:ext>
              </a:extLst>
            </p:cNvPr>
            <p:cNvSpPr>
              <a:spLocks noChangeShapeType="1"/>
            </p:cNvSpPr>
            <p:nvPr/>
          </p:nvSpPr>
          <p:spPr bwMode="auto">
            <a:xfrm>
              <a:off x="2823312" y="3847813"/>
              <a:ext cx="147000" cy="926"/>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20" name="Line 42">
              <a:extLst>
                <a:ext uri="{FF2B5EF4-FFF2-40B4-BE49-F238E27FC236}">
                  <a16:creationId xmlns:a16="http://schemas.microsoft.com/office/drawing/2014/main" id="{9B769251-00C1-4066-9DCE-7B1F31EA5E56}"/>
                </a:ext>
              </a:extLst>
            </p:cNvPr>
            <p:cNvSpPr>
              <a:spLocks noChangeShapeType="1"/>
            </p:cNvSpPr>
            <p:nvPr/>
          </p:nvSpPr>
          <p:spPr bwMode="auto">
            <a:xfrm flipH="1">
              <a:off x="1745594" y="4165361"/>
              <a:ext cx="489716" cy="926"/>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21" name="Rectangle 43">
              <a:extLst>
                <a:ext uri="{FF2B5EF4-FFF2-40B4-BE49-F238E27FC236}">
                  <a16:creationId xmlns:a16="http://schemas.microsoft.com/office/drawing/2014/main" id="{79FD9A5B-3E55-4B6D-8719-55B01D27B101}"/>
                </a:ext>
              </a:extLst>
            </p:cNvPr>
            <p:cNvSpPr>
              <a:spLocks noChangeArrowheads="1"/>
            </p:cNvSpPr>
            <p:nvPr/>
          </p:nvSpPr>
          <p:spPr bwMode="auto">
            <a:xfrm>
              <a:off x="1069556" y="4039807"/>
              <a:ext cx="613234" cy="508599"/>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mn-lt"/>
                </a:rPr>
                <a:t>Count</a:t>
              </a:r>
            </a:p>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CN" sz="2000" b="0" dirty="0">
                  <a:solidFill>
                    <a:srgbClr val="000000"/>
                  </a:solidFill>
                  <a:latin typeface="+mn-lt"/>
                </a:rPr>
                <a:t>pulses</a:t>
              </a:r>
              <a:endParaRPr kumimoji="0" lang="en-US" altLang="zh-CN" sz="2000" b="0" i="0" u="none" strike="noStrike" kern="1200" cap="none" spc="0" normalizeH="0" baseline="0" noProof="0" dirty="0">
                <a:ln>
                  <a:noFill/>
                </a:ln>
                <a:solidFill>
                  <a:srgbClr val="000000"/>
                </a:solidFill>
                <a:effectLst/>
                <a:uLnTx/>
                <a:uFillTx/>
                <a:latin typeface="+mn-lt"/>
              </a:endParaRPr>
            </a:p>
          </p:txBody>
        </p:sp>
        <p:sp>
          <p:nvSpPr>
            <p:cNvPr id="122" name="Line 45">
              <a:extLst>
                <a:ext uri="{FF2B5EF4-FFF2-40B4-BE49-F238E27FC236}">
                  <a16:creationId xmlns:a16="http://schemas.microsoft.com/office/drawing/2014/main" id="{7835F8B8-7A3F-4CDF-B5C4-97B4ECA12C1B}"/>
                </a:ext>
              </a:extLst>
            </p:cNvPr>
            <p:cNvSpPr>
              <a:spLocks noChangeShapeType="1"/>
            </p:cNvSpPr>
            <p:nvPr/>
          </p:nvSpPr>
          <p:spPr bwMode="auto">
            <a:xfrm flipV="1">
              <a:off x="2970313" y="3337924"/>
              <a:ext cx="0" cy="509889"/>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23" name="Rectangle 54">
              <a:extLst>
                <a:ext uri="{FF2B5EF4-FFF2-40B4-BE49-F238E27FC236}">
                  <a16:creationId xmlns:a16="http://schemas.microsoft.com/office/drawing/2014/main" id="{1C9CB8DE-F41C-426F-8E6F-8238B3880BAA}"/>
                </a:ext>
              </a:extLst>
            </p:cNvPr>
            <p:cNvSpPr>
              <a:spLocks noChangeArrowheads="1"/>
            </p:cNvSpPr>
            <p:nvPr/>
          </p:nvSpPr>
          <p:spPr bwMode="auto">
            <a:xfrm>
              <a:off x="2709643" y="3346957"/>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24" name="Rectangle 55">
              <a:extLst>
                <a:ext uri="{FF2B5EF4-FFF2-40B4-BE49-F238E27FC236}">
                  <a16:creationId xmlns:a16="http://schemas.microsoft.com/office/drawing/2014/main" id="{01DB0DA4-C970-484F-AF25-4278EAC0D1D1}"/>
                </a:ext>
              </a:extLst>
            </p:cNvPr>
            <p:cNvSpPr>
              <a:spLocks noChangeArrowheads="1"/>
            </p:cNvSpPr>
            <p:nvPr/>
          </p:nvSpPr>
          <p:spPr bwMode="auto">
            <a:xfrm>
              <a:off x="2839696" y="3473791"/>
              <a:ext cx="96576"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0</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25" name="Freeform 58">
              <a:extLst>
                <a:ext uri="{FF2B5EF4-FFF2-40B4-BE49-F238E27FC236}">
                  <a16:creationId xmlns:a16="http://schemas.microsoft.com/office/drawing/2014/main" id="{18459AD2-2F01-42B7-BC1B-A7A03DC01086}"/>
                </a:ext>
              </a:extLst>
            </p:cNvPr>
            <p:cNvSpPr>
              <a:spLocks/>
            </p:cNvSpPr>
            <p:nvPr/>
          </p:nvSpPr>
          <p:spPr bwMode="auto">
            <a:xfrm>
              <a:off x="1240163" y="3854673"/>
              <a:ext cx="73152" cy="73152"/>
            </a:xfrm>
            <a:custGeom>
              <a:avLst/>
              <a:gdLst>
                <a:gd name="T0" fmla="*/ 48 w 104"/>
                <a:gd name="T1" fmla="*/ 0 h 104"/>
                <a:gd name="T2" fmla="*/ 94 w 104"/>
                <a:gd name="T3" fmla="*/ 46 h 104"/>
                <a:gd name="T4" fmla="*/ 48 w 104"/>
                <a:gd name="T5" fmla="*/ 92 h 104"/>
                <a:gd name="T6" fmla="*/ 48 w 104"/>
                <a:gd name="T7" fmla="*/ 92 h 104"/>
                <a:gd name="T8" fmla="*/ 0 w 104"/>
                <a:gd name="T9" fmla="*/ 46 h 104"/>
                <a:gd name="T10" fmla="*/ 48 w 104"/>
                <a:gd name="T11" fmla="*/ 0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52" y="0"/>
                  </a:moveTo>
                  <a:cubicBezTo>
                    <a:pt x="81" y="0"/>
                    <a:pt x="104" y="24"/>
                    <a:pt x="104" y="52"/>
                  </a:cubicBezTo>
                  <a:cubicBezTo>
                    <a:pt x="104" y="81"/>
                    <a:pt x="81" y="104"/>
                    <a:pt x="52" y="104"/>
                  </a:cubicBezTo>
                  <a:cubicBezTo>
                    <a:pt x="52" y="104"/>
                    <a:pt x="52" y="104"/>
                    <a:pt x="52" y="104"/>
                  </a:cubicBezTo>
                  <a:cubicBezTo>
                    <a:pt x="23" y="104"/>
                    <a:pt x="0" y="81"/>
                    <a:pt x="0" y="52"/>
                  </a:cubicBezTo>
                  <a:cubicBezTo>
                    <a:pt x="0" y="24"/>
                    <a:pt x="23" y="0"/>
                    <a:pt x="52" y="0"/>
                  </a:cubicBezTo>
                </a:path>
              </a:pathLst>
            </a:custGeom>
            <a:solidFill>
              <a:srgbClr val="000000"/>
            </a:solidFill>
            <a:ln w="1905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26" name="Rectangle 63">
              <a:extLst>
                <a:ext uri="{FF2B5EF4-FFF2-40B4-BE49-F238E27FC236}">
                  <a16:creationId xmlns:a16="http://schemas.microsoft.com/office/drawing/2014/main" id="{83BFBD31-B19E-48BC-B683-F95C180AC34D}"/>
                </a:ext>
              </a:extLst>
            </p:cNvPr>
            <p:cNvSpPr>
              <a:spLocks noChangeArrowheads="1"/>
            </p:cNvSpPr>
            <p:nvPr/>
          </p:nvSpPr>
          <p:spPr bwMode="auto">
            <a:xfrm>
              <a:off x="916454" y="3593226"/>
              <a:ext cx="141720" cy="305160"/>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mn-lt"/>
                  <a:ea typeface="宋体" pitchFamily="2" charset="-122"/>
                  <a:cs typeface="+mn-cs"/>
                </a:rPr>
                <a:t>1</a:t>
              </a:r>
            </a:p>
          </p:txBody>
        </p:sp>
        <p:sp>
          <p:nvSpPr>
            <p:cNvPr id="127" name="Text Box 67">
              <a:extLst>
                <a:ext uri="{FF2B5EF4-FFF2-40B4-BE49-F238E27FC236}">
                  <a16:creationId xmlns:a16="http://schemas.microsoft.com/office/drawing/2014/main" id="{82E5FEE4-653A-4CFE-ACDC-4A15F83A93D7}"/>
                </a:ext>
              </a:extLst>
            </p:cNvPr>
            <p:cNvSpPr txBox="1">
              <a:spLocks noChangeArrowheads="1"/>
            </p:cNvSpPr>
            <p:nvPr/>
          </p:nvSpPr>
          <p:spPr bwMode="auto">
            <a:xfrm>
              <a:off x="2488158" y="3787826"/>
              <a:ext cx="266629" cy="432309"/>
            </a:xfrm>
            <a:prstGeom prst="rect">
              <a:avLst/>
            </a:prstGeom>
            <a:noFill/>
            <a:ln w="19050"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70C0"/>
                  </a:solidFill>
                  <a:effectLst/>
                  <a:uLnTx/>
                  <a:uFillTx/>
                  <a:latin typeface="+mn-lt"/>
                  <a:ea typeface="宋体" pitchFamily="2" charset="-122"/>
                  <a:cs typeface="+mn-cs"/>
                </a:rPr>
                <a:t>1</a:t>
              </a:r>
            </a:p>
          </p:txBody>
        </p:sp>
        <p:sp>
          <p:nvSpPr>
            <p:cNvPr id="128" name="Text Box 80">
              <a:extLst>
                <a:ext uri="{FF2B5EF4-FFF2-40B4-BE49-F238E27FC236}">
                  <a16:creationId xmlns:a16="http://schemas.microsoft.com/office/drawing/2014/main" id="{5DE93F2C-4E9E-4373-88AB-AFCFB8A3F0F2}"/>
                </a:ext>
              </a:extLst>
            </p:cNvPr>
            <p:cNvSpPr txBox="1">
              <a:spLocks noChangeArrowheads="1"/>
            </p:cNvSpPr>
            <p:nvPr/>
          </p:nvSpPr>
          <p:spPr bwMode="auto">
            <a:xfrm>
              <a:off x="2838279" y="4319043"/>
              <a:ext cx="266629" cy="432309"/>
            </a:xfrm>
            <a:prstGeom prst="rect">
              <a:avLst/>
            </a:prstGeom>
            <a:noFill/>
            <a:ln w="19050"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70C0"/>
                  </a:solidFill>
                  <a:effectLst/>
                  <a:uLnTx/>
                  <a:uFillTx/>
                  <a:latin typeface="+mn-lt"/>
                  <a:ea typeface="宋体" pitchFamily="2" charset="-122"/>
                  <a:cs typeface="+mn-cs"/>
                </a:rPr>
                <a:t>0</a:t>
              </a:r>
            </a:p>
          </p:txBody>
        </p:sp>
        <p:grpSp>
          <p:nvGrpSpPr>
            <p:cNvPr id="129" name="Group 75">
              <a:extLst>
                <a:ext uri="{FF2B5EF4-FFF2-40B4-BE49-F238E27FC236}">
                  <a16:creationId xmlns:a16="http://schemas.microsoft.com/office/drawing/2014/main" id="{BA52AE92-4E34-45B3-97E1-CF569D1F7F26}"/>
                </a:ext>
              </a:extLst>
            </p:cNvPr>
            <p:cNvGrpSpPr>
              <a:grpSpLocks/>
            </p:cNvGrpSpPr>
            <p:nvPr/>
          </p:nvGrpSpPr>
          <p:grpSpPr bwMode="auto">
            <a:xfrm>
              <a:off x="1749895" y="4317179"/>
              <a:ext cx="355506" cy="311067"/>
              <a:chOff x="384" y="3600"/>
              <a:chExt cx="384" cy="336"/>
            </a:xfrm>
          </p:grpSpPr>
          <p:sp>
            <p:nvSpPr>
              <p:cNvPr id="205" name="Line 76">
                <a:extLst>
                  <a:ext uri="{FF2B5EF4-FFF2-40B4-BE49-F238E27FC236}">
                    <a16:creationId xmlns:a16="http://schemas.microsoft.com/office/drawing/2014/main" id="{0E07F95F-EF6B-40DE-A451-13D6F7927F65}"/>
                  </a:ext>
                </a:extLst>
              </p:cNvPr>
              <p:cNvSpPr>
                <a:spLocks noChangeShapeType="1"/>
              </p:cNvSpPr>
              <p:nvPr/>
            </p:nvSpPr>
            <p:spPr bwMode="auto">
              <a:xfrm>
                <a:off x="384" y="3936"/>
                <a:ext cx="192" cy="0"/>
              </a:xfrm>
              <a:prstGeom prst="line">
                <a:avLst/>
              </a:prstGeom>
              <a:noFill/>
              <a:ln w="38100">
                <a:solidFill>
                  <a:srgbClr val="FF0066"/>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206" name="Line 77">
                <a:extLst>
                  <a:ext uri="{FF2B5EF4-FFF2-40B4-BE49-F238E27FC236}">
                    <a16:creationId xmlns:a16="http://schemas.microsoft.com/office/drawing/2014/main" id="{8D1BFAC8-D13A-4BA2-A073-7753D108F647}"/>
                  </a:ext>
                </a:extLst>
              </p:cNvPr>
              <p:cNvSpPr>
                <a:spLocks noChangeShapeType="1"/>
              </p:cNvSpPr>
              <p:nvPr/>
            </p:nvSpPr>
            <p:spPr bwMode="auto">
              <a:xfrm>
                <a:off x="576" y="3600"/>
                <a:ext cx="192" cy="0"/>
              </a:xfrm>
              <a:prstGeom prst="line">
                <a:avLst/>
              </a:prstGeom>
              <a:noFill/>
              <a:ln w="38100">
                <a:solidFill>
                  <a:srgbClr val="FF0066"/>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207" name="Line 78">
                <a:extLst>
                  <a:ext uri="{FF2B5EF4-FFF2-40B4-BE49-F238E27FC236}">
                    <a16:creationId xmlns:a16="http://schemas.microsoft.com/office/drawing/2014/main" id="{5F1265F4-ED0C-4DBE-A903-AFD7D4756AA5}"/>
                  </a:ext>
                </a:extLst>
              </p:cNvPr>
              <p:cNvSpPr>
                <a:spLocks noChangeShapeType="1"/>
              </p:cNvSpPr>
              <p:nvPr/>
            </p:nvSpPr>
            <p:spPr bwMode="auto">
              <a:xfrm flipV="1">
                <a:off x="576" y="3600"/>
                <a:ext cx="0" cy="336"/>
              </a:xfrm>
              <a:prstGeom prst="line">
                <a:avLst/>
              </a:prstGeom>
              <a:noFill/>
              <a:ln w="38100">
                <a:solidFill>
                  <a:srgbClr val="FF0066"/>
                </a:solidFill>
                <a:round/>
                <a:headEnd/>
                <a:tailEnd type="triangle" w="med" len="me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grpSp>
        <p:pic>
          <p:nvPicPr>
            <p:cNvPr id="130" name="图片 129">
              <a:extLst>
                <a:ext uri="{FF2B5EF4-FFF2-40B4-BE49-F238E27FC236}">
                  <a16:creationId xmlns:a16="http://schemas.microsoft.com/office/drawing/2014/main" id="{8B26CF26-F602-4865-A4EF-FDE0D5A24AD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0812" y="3638059"/>
              <a:ext cx="751985" cy="375993"/>
            </a:xfrm>
            <a:prstGeom prst="rect">
              <a:avLst/>
            </a:prstGeom>
            <a:ln w="19050">
              <a:noFill/>
            </a:ln>
          </p:spPr>
        </p:pic>
        <p:sp>
          <p:nvSpPr>
            <p:cNvPr id="131" name="Line 42">
              <a:extLst>
                <a:ext uri="{FF2B5EF4-FFF2-40B4-BE49-F238E27FC236}">
                  <a16:creationId xmlns:a16="http://schemas.microsoft.com/office/drawing/2014/main" id="{5022166B-56D5-4FA7-99EB-4CE4A82E39C7}"/>
                </a:ext>
              </a:extLst>
            </p:cNvPr>
            <p:cNvSpPr>
              <a:spLocks noChangeShapeType="1"/>
            </p:cNvSpPr>
            <p:nvPr/>
          </p:nvSpPr>
          <p:spPr bwMode="auto">
            <a:xfrm flipH="1">
              <a:off x="870138" y="3899914"/>
              <a:ext cx="730159"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32" name="Line 45">
              <a:extLst>
                <a:ext uri="{FF2B5EF4-FFF2-40B4-BE49-F238E27FC236}">
                  <a16:creationId xmlns:a16="http://schemas.microsoft.com/office/drawing/2014/main" id="{DB79F2F8-72A5-49E6-9603-128E3F23920D}"/>
                </a:ext>
              </a:extLst>
            </p:cNvPr>
            <p:cNvSpPr>
              <a:spLocks noChangeShapeType="1"/>
            </p:cNvSpPr>
            <p:nvPr/>
          </p:nvSpPr>
          <p:spPr bwMode="auto">
            <a:xfrm flipV="1">
              <a:off x="1563837" y="3322849"/>
              <a:ext cx="855" cy="425866"/>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33" name="Line 45">
              <a:extLst>
                <a:ext uri="{FF2B5EF4-FFF2-40B4-BE49-F238E27FC236}">
                  <a16:creationId xmlns:a16="http://schemas.microsoft.com/office/drawing/2014/main" id="{3FA480D0-5297-4B82-91FF-1B89453FBC43}"/>
                </a:ext>
              </a:extLst>
            </p:cNvPr>
            <p:cNvSpPr>
              <a:spLocks noChangeShapeType="1"/>
            </p:cNvSpPr>
            <p:nvPr/>
          </p:nvSpPr>
          <p:spPr bwMode="auto">
            <a:xfrm flipH="1" flipV="1">
              <a:off x="1566443" y="3322849"/>
              <a:ext cx="1403011" cy="7443"/>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34" name="Line 45">
              <a:extLst>
                <a:ext uri="{FF2B5EF4-FFF2-40B4-BE49-F238E27FC236}">
                  <a16:creationId xmlns:a16="http://schemas.microsoft.com/office/drawing/2014/main" id="{AE1AB52B-912A-4F31-B110-65AE82E7EB4D}"/>
                </a:ext>
              </a:extLst>
            </p:cNvPr>
            <p:cNvSpPr>
              <a:spLocks noChangeShapeType="1"/>
            </p:cNvSpPr>
            <p:nvPr/>
          </p:nvSpPr>
          <p:spPr bwMode="auto">
            <a:xfrm flipV="1">
              <a:off x="1274884" y="3118496"/>
              <a:ext cx="0" cy="77059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35" name="Line 45">
              <a:extLst>
                <a:ext uri="{FF2B5EF4-FFF2-40B4-BE49-F238E27FC236}">
                  <a16:creationId xmlns:a16="http://schemas.microsoft.com/office/drawing/2014/main" id="{3B729A2B-FE9C-43BC-93A4-446648C656C7}"/>
                </a:ext>
              </a:extLst>
            </p:cNvPr>
            <p:cNvSpPr>
              <a:spLocks noChangeShapeType="1"/>
            </p:cNvSpPr>
            <p:nvPr/>
          </p:nvSpPr>
          <p:spPr bwMode="auto">
            <a:xfrm flipH="1" flipV="1">
              <a:off x="1274883" y="3108358"/>
              <a:ext cx="2118597" cy="11361"/>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36" name="Line 37">
              <a:extLst>
                <a:ext uri="{FF2B5EF4-FFF2-40B4-BE49-F238E27FC236}">
                  <a16:creationId xmlns:a16="http://schemas.microsoft.com/office/drawing/2014/main" id="{DF9E31B8-17BD-4009-8FED-2FED1397FEB9}"/>
                </a:ext>
              </a:extLst>
            </p:cNvPr>
            <p:cNvSpPr>
              <a:spLocks noChangeShapeType="1"/>
            </p:cNvSpPr>
            <p:nvPr/>
          </p:nvSpPr>
          <p:spPr bwMode="auto">
            <a:xfrm>
              <a:off x="2929529" y="4374071"/>
              <a:ext cx="315803"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37" name="Rectangle 5">
              <a:extLst>
                <a:ext uri="{FF2B5EF4-FFF2-40B4-BE49-F238E27FC236}">
                  <a16:creationId xmlns:a16="http://schemas.microsoft.com/office/drawing/2014/main" id="{30992C52-C886-49FC-8E06-FE76C5E1131C}"/>
                </a:ext>
              </a:extLst>
            </p:cNvPr>
            <p:cNvSpPr>
              <a:spLocks noChangeArrowheads="1"/>
            </p:cNvSpPr>
            <p:nvPr/>
          </p:nvSpPr>
          <p:spPr bwMode="auto">
            <a:xfrm>
              <a:off x="3911557" y="3649197"/>
              <a:ext cx="588001" cy="953570"/>
            </a:xfrm>
            <a:prstGeom prst="rect">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38" name="Rectangle 6">
              <a:extLst>
                <a:ext uri="{FF2B5EF4-FFF2-40B4-BE49-F238E27FC236}">
                  <a16:creationId xmlns:a16="http://schemas.microsoft.com/office/drawing/2014/main" id="{928E9F6A-20B7-44CC-99B5-C4D3787C64FC}"/>
                </a:ext>
              </a:extLst>
            </p:cNvPr>
            <p:cNvSpPr>
              <a:spLocks noChangeArrowheads="1"/>
            </p:cNvSpPr>
            <p:nvPr/>
          </p:nvSpPr>
          <p:spPr bwMode="auto">
            <a:xfrm>
              <a:off x="3959418" y="3738999"/>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CN" sz="1500" i="1" dirty="0">
                  <a:solidFill>
                    <a:srgbClr val="000000"/>
                  </a:solidFill>
                  <a:latin typeface="Times New Roman" pitchFamily="18" charset="0"/>
                </a:rPr>
                <a:t>D</a:t>
              </a:r>
              <a:endParaRPr kumimoji="0" lang="en-US" altLang="zh-CN" sz="1500" b="0" i="0" u="none" strike="noStrike" kern="1200" cap="none" spc="0" normalizeH="0" baseline="0" noProof="0" dirty="0">
                <a:ln>
                  <a:noFill/>
                </a:ln>
                <a:solidFill>
                  <a:srgbClr val="000000"/>
                </a:solidFill>
                <a:effectLst/>
                <a:uLnTx/>
                <a:uFillTx/>
              </a:endParaRPr>
            </a:p>
          </p:txBody>
        </p:sp>
        <p:sp>
          <p:nvSpPr>
            <p:cNvPr id="139" name="Rectangle 7">
              <a:extLst>
                <a:ext uri="{FF2B5EF4-FFF2-40B4-BE49-F238E27FC236}">
                  <a16:creationId xmlns:a16="http://schemas.microsoft.com/office/drawing/2014/main" id="{1FE10830-60BB-468B-BD4F-F7946143435B}"/>
                </a:ext>
              </a:extLst>
            </p:cNvPr>
            <p:cNvSpPr>
              <a:spLocks noChangeArrowheads="1"/>
            </p:cNvSpPr>
            <p:nvPr/>
          </p:nvSpPr>
          <p:spPr bwMode="auto">
            <a:xfrm>
              <a:off x="4308116" y="3725112"/>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a:ln>
                  <a:noFill/>
                </a:ln>
                <a:solidFill>
                  <a:srgbClr val="000000"/>
                </a:solidFill>
                <a:effectLst/>
                <a:uLnTx/>
                <a:uFillTx/>
                <a:ea typeface="宋体" pitchFamily="2" charset="-122"/>
                <a:cs typeface="+mn-cs"/>
              </a:endParaRPr>
            </a:p>
          </p:txBody>
        </p:sp>
        <p:sp>
          <p:nvSpPr>
            <p:cNvPr id="140" name="Rectangle 8">
              <a:extLst>
                <a:ext uri="{FF2B5EF4-FFF2-40B4-BE49-F238E27FC236}">
                  <a16:creationId xmlns:a16="http://schemas.microsoft.com/office/drawing/2014/main" id="{005DC555-5108-4A1B-98E0-AC77239271F1}"/>
                </a:ext>
              </a:extLst>
            </p:cNvPr>
            <p:cNvSpPr>
              <a:spLocks noChangeArrowheads="1"/>
            </p:cNvSpPr>
            <p:nvPr/>
          </p:nvSpPr>
          <p:spPr bwMode="auto">
            <a:xfrm>
              <a:off x="4320936" y="4228745"/>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a:ln>
                  <a:noFill/>
                </a:ln>
                <a:solidFill>
                  <a:srgbClr val="000000"/>
                </a:solidFill>
                <a:effectLst/>
                <a:uLnTx/>
                <a:uFillTx/>
                <a:ea typeface="宋体" pitchFamily="2" charset="-122"/>
                <a:cs typeface="+mn-cs"/>
              </a:endParaRPr>
            </a:p>
          </p:txBody>
        </p:sp>
        <p:sp>
          <p:nvSpPr>
            <p:cNvPr id="141" name="Oval 9">
              <a:extLst>
                <a:ext uri="{FF2B5EF4-FFF2-40B4-BE49-F238E27FC236}">
                  <a16:creationId xmlns:a16="http://schemas.microsoft.com/office/drawing/2014/main" id="{43B16D35-9B11-4A37-8A9B-FA6D171C31BA}"/>
                </a:ext>
              </a:extLst>
            </p:cNvPr>
            <p:cNvSpPr>
              <a:spLocks noChangeArrowheads="1"/>
            </p:cNvSpPr>
            <p:nvPr/>
          </p:nvSpPr>
          <p:spPr bwMode="auto">
            <a:xfrm>
              <a:off x="4499558" y="4337989"/>
              <a:ext cx="109728" cy="105541"/>
            </a:xfrm>
            <a:prstGeom prst="ellipse">
              <a:avLst/>
            </a:prstGeom>
            <a:solidFill>
              <a:srgbClr val="FFFFFF"/>
            </a:solidFill>
            <a:ln w="1905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2" name="Oval 10">
              <a:extLst>
                <a:ext uri="{FF2B5EF4-FFF2-40B4-BE49-F238E27FC236}">
                  <a16:creationId xmlns:a16="http://schemas.microsoft.com/office/drawing/2014/main" id="{68A26BCA-F9F6-45A6-9230-F2404ABDC885}"/>
                </a:ext>
              </a:extLst>
            </p:cNvPr>
            <p:cNvSpPr>
              <a:spLocks noChangeArrowheads="1"/>
            </p:cNvSpPr>
            <p:nvPr/>
          </p:nvSpPr>
          <p:spPr bwMode="auto">
            <a:xfrm>
              <a:off x="4499558" y="4337989"/>
              <a:ext cx="109728" cy="105541"/>
            </a:xfrm>
            <a:prstGeom prst="ellips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3" name="Rectangle 11">
              <a:extLst>
                <a:ext uri="{FF2B5EF4-FFF2-40B4-BE49-F238E27FC236}">
                  <a16:creationId xmlns:a16="http://schemas.microsoft.com/office/drawing/2014/main" id="{9596D9F2-CE81-4634-9A07-00D0FEA9A306}"/>
                </a:ext>
              </a:extLst>
            </p:cNvPr>
            <p:cNvSpPr>
              <a:spLocks noChangeArrowheads="1"/>
            </p:cNvSpPr>
            <p:nvPr/>
          </p:nvSpPr>
          <p:spPr bwMode="auto">
            <a:xfrm>
              <a:off x="4075651" y="4047289"/>
              <a:ext cx="12819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44" name="Freeform 12">
              <a:extLst>
                <a:ext uri="{FF2B5EF4-FFF2-40B4-BE49-F238E27FC236}">
                  <a16:creationId xmlns:a16="http://schemas.microsoft.com/office/drawing/2014/main" id="{61E3F52D-EC7C-408A-AA36-3C762B87E3AB}"/>
                </a:ext>
              </a:extLst>
            </p:cNvPr>
            <p:cNvSpPr>
              <a:spLocks/>
            </p:cNvSpPr>
            <p:nvPr/>
          </p:nvSpPr>
          <p:spPr bwMode="auto">
            <a:xfrm>
              <a:off x="3911557" y="4073211"/>
              <a:ext cx="147000" cy="212007"/>
            </a:xfrm>
            <a:custGeom>
              <a:avLst/>
              <a:gdLst>
                <a:gd name="T0" fmla="*/ 0 w 172"/>
                <a:gd name="T1" fmla="*/ 229 h 229"/>
                <a:gd name="T2" fmla="*/ 172 w 172"/>
                <a:gd name="T3" fmla="*/ 115 h 229"/>
                <a:gd name="T4" fmla="*/ 0 w 172"/>
                <a:gd name="T5" fmla="*/ 0 h 229"/>
                <a:gd name="T6" fmla="*/ 0 60000 65536"/>
                <a:gd name="T7" fmla="*/ 0 60000 65536"/>
                <a:gd name="T8" fmla="*/ 0 60000 65536"/>
                <a:gd name="T9" fmla="*/ 0 w 172"/>
                <a:gd name="T10" fmla="*/ 0 h 229"/>
                <a:gd name="T11" fmla="*/ 172 w 172"/>
                <a:gd name="T12" fmla="*/ 229 h 229"/>
              </a:gdLst>
              <a:ahLst/>
              <a:cxnLst>
                <a:cxn ang="T6">
                  <a:pos x="T0" y="T1"/>
                </a:cxn>
                <a:cxn ang="T7">
                  <a:pos x="T2" y="T3"/>
                </a:cxn>
                <a:cxn ang="T8">
                  <a:pos x="T4" y="T5"/>
                </a:cxn>
              </a:cxnLst>
              <a:rect l="T9" t="T10" r="T11" b="T12"/>
              <a:pathLst>
                <a:path w="172" h="229">
                  <a:moveTo>
                    <a:pt x="0" y="229"/>
                  </a:moveTo>
                  <a:lnTo>
                    <a:pt x="172" y="115"/>
                  </a:lnTo>
                  <a:lnTo>
                    <a:pt x="0" y="0"/>
                  </a:lnTo>
                </a:path>
              </a:pathLst>
            </a:custGeom>
            <a:noFill/>
            <a:ln w="19050"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5" name="Line 37">
              <a:extLst>
                <a:ext uri="{FF2B5EF4-FFF2-40B4-BE49-F238E27FC236}">
                  <a16:creationId xmlns:a16="http://schemas.microsoft.com/office/drawing/2014/main" id="{2708DFF0-A823-4C66-A192-40E9B73993F2}"/>
                </a:ext>
              </a:extLst>
            </p:cNvPr>
            <p:cNvSpPr>
              <a:spLocks noChangeShapeType="1"/>
            </p:cNvSpPr>
            <p:nvPr/>
          </p:nvSpPr>
          <p:spPr bwMode="auto">
            <a:xfrm>
              <a:off x="4499559" y="3862130"/>
              <a:ext cx="147000" cy="926"/>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6" name="Line 42">
              <a:extLst>
                <a:ext uri="{FF2B5EF4-FFF2-40B4-BE49-F238E27FC236}">
                  <a16:creationId xmlns:a16="http://schemas.microsoft.com/office/drawing/2014/main" id="{2362C81D-48A0-4A26-ABFE-597131061394}"/>
                </a:ext>
              </a:extLst>
            </p:cNvPr>
            <p:cNvSpPr>
              <a:spLocks noChangeShapeType="1"/>
            </p:cNvSpPr>
            <p:nvPr/>
          </p:nvSpPr>
          <p:spPr bwMode="auto">
            <a:xfrm flipH="1">
              <a:off x="3242690" y="4179678"/>
              <a:ext cx="668867"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7" name="Line 45">
              <a:extLst>
                <a:ext uri="{FF2B5EF4-FFF2-40B4-BE49-F238E27FC236}">
                  <a16:creationId xmlns:a16="http://schemas.microsoft.com/office/drawing/2014/main" id="{9CAFF26A-6B7A-4EF3-9A58-69087C0B6315}"/>
                </a:ext>
              </a:extLst>
            </p:cNvPr>
            <p:cNvSpPr>
              <a:spLocks noChangeShapeType="1"/>
            </p:cNvSpPr>
            <p:nvPr/>
          </p:nvSpPr>
          <p:spPr bwMode="auto">
            <a:xfrm flipV="1">
              <a:off x="4646560" y="3352241"/>
              <a:ext cx="0" cy="509889"/>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8" name="Rectangle 54">
              <a:extLst>
                <a:ext uri="{FF2B5EF4-FFF2-40B4-BE49-F238E27FC236}">
                  <a16:creationId xmlns:a16="http://schemas.microsoft.com/office/drawing/2014/main" id="{59B2E172-5A19-420D-9454-D39495C41813}"/>
                </a:ext>
              </a:extLst>
            </p:cNvPr>
            <p:cNvSpPr>
              <a:spLocks noChangeArrowheads="1"/>
            </p:cNvSpPr>
            <p:nvPr/>
          </p:nvSpPr>
          <p:spPr bwMode="auto">
            <a:xfrm>
              <a:off x="4385890" y="3361274"/>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49" name="Rectangle 55">
              <a:extLst>
                <a:ext uri="{FF2B5EF4-FFF2-40B4-BE49-F238E27FC236}">
                  <a16:creationId xmlns:a16="http://schemas.microsoft.com/office/drawing/2014/main" id="{F93B979F-3DE8-4645-87F7-2D8F33006321}"/>
                </a:ext>
              </a:extLst>
            </p:cNvPr>
            <p:cNvSpPr>
              <a:spLocks noChangeArrowheads="1"/>
            </p:cNvSpPr>
            <p:nvPr/>
          </p:nvSpPr>
          <p:spPr bwMode="auto">
            <a:xfrm>
              <a:off x="4515943" y="3488108"/>
              <a:ext cx="79469" cy="190724"/>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1</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50" name="Text Box 67">
              <a:extLst>
                <a:ext uri="{FF2B5EF4-FFF2-40B4-BE49-F238E27FC236}">
                  <a16:creationId xmlns:a16="http://schemas.microsoft.com/office/drawing/2014/main" id="{1BC21D3D-2C4F-4AE9-8AF2-DE4DCDEFF43D}"/>
                </a:ext>
              </a:extLst>
            </p:cNvPr>
            <p:cNvSpPr txBox="1">
              <a:spLocks noChangeArrowheads="1"/>
            </p:cNvSpPr>
            <p:nvPr/>
          </p:nvSpPr>
          <p:spPr bwMode="auto">
            <a:xfrm>
              <a:off x="4164428" y="3784764"/>
              <a:ext cx="266629" cy="432309"/>
            </a:xfrm>
            <a:prstGeom prst="rect">
              <a:avLst/>
            </a:prstGeom>
            <a:noFill/>
            <a:ln w="19050"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70C0"/>
                  </a:solidFill>
                  <a:effectLst/>
                  <a:uLnTx/>
                  <a:uFillTx/>
                  <a:latin typeface="+mn-lt"/>
                  <a:ea typeface="宋体" pitchFamily="2" charset="-122"/>
                  <a:cs typeface="+mn-cs"/>
                </a:rPr>
                <a:t>0</a:t>
              </a:r>
            </a:p>
          </p:txBody>
        </p:sp>
        <p:sp>
          <p:nvSpPr>
            <p:cNvPr id="151" name="Text Box 80">
              <a:extLst>
                <a:ext uri="{FF2B5EF4-FFF2-40B4-BE49-F238E27FC236}">
                  <a16:creationId xmlns:a16="http://schemas.microsoft.com/office/drawing/2014/main" id="{55CE3EB2-5F3E-4DF2-A00A-48AD6E88C5FD}"/>
                </a:ext>
              </a:extLst>
            </p:cNvPr>
            <p:cNvSpPr txBox="1">
              <a:spLocks noChangeArrowheads="1"/>
            </p:cNvSpPr>
            <p:nvPr/>
          </p:nvSpPr>
          <p:spPr bwMode="auto">
            <a:xfrm>
              <a:off x="4514526" y="4333360"/>
              <a:ext cx="266629" cy="432309"/>
            </a:xfrm>
            <a:prstGeom prst="rect">
              <a:avLst/>
            </a:prstGeom>
            <a:noFill/>
            <a:ln w="19050"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70C0"/>
                  </a:solidFill>
                  <a:effectLst/>
                  <a:uLnTx/>
                  <a:uFillTx/>
                  <a:latin typeface="+mn-lt"/>
                  <a:ea typeface="宋体" pitchFamily="2" charset="-122"/>
                  <a:cs typeface="+mn-cs"/>
                </a:rPr>
                <a:t>1</a:t>
              </a:r>
            </a:p>
          </p:txBody>
        </p:sp>
        <p:pic>
          <p:nvPicPr>
            <p:cNvPr id="152" name="图片 151">
              <a:extLst>
                <a:ext uri="{FF2B5EF4-FFF2-40B4-BE49-F238E27FC236}">
                  <a16:creationId xmlns:a16="http://schemas.microsoft.com/office/drawing/2014/main" id="{575B3AFC-B135-403F-B84D-5DA240B428A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97059" y="3652376"/>
              <a:ext cx="751985" cy="375993"/>
            </a:xfrm>
            <a:prstGeom prst="rect">
              <a:avLst/>
            </a:prstGeom>
            <a:ln w="19050">
              <a:noFill/>
            </a:ln>
          </p:spPr>
        </p:pic>
        <p:sp>
          <p:nvSpPr>
            <p:cNvPr id="153" name="Line 45">
              <a:extLst>
                <a:ext uri="{FF2B5EF4-FFF2-40B4-BE49-F238E27FC236}">
                  <a16:creationId xmlns:a16="http://schemas.microsoft.com/office/drawing/2014/main" id="{FD25DD7A-BFF7-41F3-BFDE-5964323C2D72}"/>
                </a:ext>
              </a:extLst>
            </p:cNvPr>
            <p:cNvSpPr>
              <a:spLocks noChangeShapeType="1"/>
            </p:cNvSpPr>
            <p:nvPr/>
          </p:nvSpPr>
          <p:spPr bwMode="auto">
            <a:xfrm flipV="1">
              <a:off x="3240084" y="3337166"/>
              <a:ext cx="855" cy="425866"/>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54" name="Line 45">
              <a:extLst>
                <a:ext uri="{FF2B5EF4-FFF2-40B4-BE49-F238E27FC236}">
                  <a16:creationId xmlns:a16="http://schemas.microsoft.com/office/drawing/2014/main" id="{821CB85D-C84F-4B56-BDB8-5BAB85C50E64}"/>
                </a:ext>
              </a:extLst>
            </p:cNvPr>
            <p:cNvSpPr>
              <a:spLocks noChangeShapeType="1"/>
            </p:cNvSpPr>
            <p:nvPr/>
          </p:nvSpPr>
          <p:spPr bwMode="auto">
            <a:xfrm flipH="1" flipV="1">
              <a:off x="3242690" y="3337166"/>
              <a:ext cx="1403011" cy="7443"/>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55" name="Line 45">
              <a:extLst>
                <a:ext uri="{FF2B5EF4-FFF2-40B4-BE49-F238E27FC236}">
                  <a16:creationId xmlns:a16="http://schemas.microsoft.com/office/drawing/2014/main" id="{C0955091-9927-4E63-9E3E-75F536B771E7}"/>
                </a:ext>
              </a:extLst>
            </p:cNvPr>
            <p:cNvSpPr>
              <a:spLocks noChangeShapeType="1"/>
            </p:cNvSpPr>
            <p:nvPr/>
          </p:nvSpPr>
          <p:spPr bwMode="auto">
            <a:xfrm flipH="1" flipV="1">
              <a:off x="2984471" y="3117913"/>
              <a:ext cx="2118597" cy="11361"/>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56" name="Line 45">
              <a:extLst>
                <a:ext uri="{FF2B5EF4-FFF2-40B4-BE49-F238E27FC236}">
                  <a16:creationId xmlns:a16="http://schemas.microsoft.com/office/drawing/2014/main" id="{DF95704D-ACF0-4E8E-B019-5F5A21FA4F50}"/>
                </a:ext>
              </a:extLst>
            </p:cNvPr>
            <p:cNvSpPr>
              <a:spLocks noChangeShapeType="1"/>
            </p:cNvSpPr>
            <p:nvPr/>
          </p:nvSpPr>
          <p:spPr bwMode="auto">
            <a:xfrm flipV="1">
              <a:off x="3104908" y="3133216"/>
              <a:ext cx="0" cy="766697"/>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57" name="Line 42">
              <a:extLst>
                <a:ext uri="{FF2B5EF4-FFF2-40B4-BE49-F238E27FC236}">
                  <a16:creationId xmlns:a16="http://schemas.microsoft.com/office/drawing/2014/main" id="{0299FF27-D566-4C85-9A83-EC50C234B41B}"/>
                </a:ext>
              </a:extLst>
            </p:cNvPr>
            <p:cNvSpPr>
              <a:spLocks noChangeShapeType="1"/>
            </p:cNvSpPr>
            <p:nvPr/>
          </p:nvSpPr>
          <p:spPr bwMode="auto">
            <a:xfrm flipH="1">
              <a:off x="3104834" y="3915646"/>
              <a:ext cx="261322"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58" name="Freeform 58">
              <a:extLst>
                <a:ext uri="{FF2B5EF4-FFF2-40B4-BE49-F238E27FC236}">
                  <a16:creationId xmlns:a16="http://schemas.microsoft.com/office/drawing/2014/main" id="{0FDA45D7-CAC5-4CA8-AC52-F1435AA0CF84}"/>
                </a:ext>
              </a:extLst>
            </p:cNvPr>
            <p:cNvSpPr>
              <a:spLocks/>
            </p:cNvSpPr>
            <p:nvPr/>
          </p:nvSpPr>
          <p:spPr bwMode="auto">
            <a:xfrm>
              <a:off x="3068016" y="3081337"/>
              <a:ext cx="73152" cy="73152"/>
            </a:xfrm>
            <a:custGeom>
              <a:avLst/>
              <a:gdLst>
                <a:gd name="T0" fmla="*/ 48 w 104"/>
                <a:gd name="T1" fmla="*/ 0 h 104"/>
                <a:gd name="T2" fmla="*/ 94 w 104"/>
                <a:gd name="T3" fmla="*/ 46 h 104"/>
                <a:gd name="T4" fmla="*/ 48 w 104"/>
                <a:gd name="T5" fmla="*/ 92 h 104"/>
                <a:gd name="T6" fmla="*/ 48 w 104"/>
                <a:gd name="T7" fmla="*/ 92 h 104"/>
                <a:gd name="T8" fmla="*/ 0 w 104"/>
                <a:gd name="T9" fmla="*/ 46 h 104"/>
                <a:gd name="T10" fmla="*/ 48 w 104"/>
                <a:gd name="T11" fmla="*/ 0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52" y="0"/>
                  </a:moveTo>
                  <a:cubicBezTo>
                    <a:pt x="81" y="0"/>
                    <a:pt x="104" y="24"/>
                    <a:pt x="104" y="52"/>
                  </a:cubicBezTo>
                  <a:cubicBezTo>
                    <a:pt x="104" y="81"/>
                    <a:pt x="81" y="104"/>
                    <a:pt x="52" y="104"/>
                  </a:cubicBezTo>
                  <a:cubicBezTo>
                    <a:pt x="52" y="104"/>
                    <a:pt x="52" y="104"/>
                    <a:pt x="52" y="104"/>
                  </a:cubicBezTo>
                  <a:cubicBezTo>
                    <a:pt x="23" y="104"/>
                    <a:pt x="0" y="81"/>
                    <a:pt x="0" y="52"/>
                  </a:cubicBezTo>
                  <a:cubicBezTo>
                    <a:pt x="0" y="24"/>
                    <a:pt x="23" y="0"/>
                    <a:pt x="52" y="0"/>
                  </a:cubicBezTo>
                </a:path>
              </a:pathLst>
            </a:custGeom>
            <a:solidFill>
              <a:srgbClr val="000000"/>
            </a:solidFill>
            <a:ln w="1905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59" name="Line 45">
              <a:extLst>
                <a:ext uri="{FF2B5EF4-FFF2-40B4-BE49-F238E27FC236}">
                  <a16:creationId xmlns:a16="http://schemas.microsoft.com/office/drawing/2014/main" id="{02C8DA9E-9463-4E43-930B-1D217C227DD5}"/>
                </a:ext>
              </a:extLst>
            </p:cNvPr>
            <p:cNvSpPr>
              <a:spLocks noChangeShapeType="1"/>
            </p:cNvSpPr>
            <p:nvPr/>
          </p:nvSpPr>
          <p:spPr bwMode="auto">
            <a:xfrm flipV="1">
              <a:off x="3243359" y="4179213"/>
              <a:ext cx="0" cy="195783"/>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60" name="Line 37">
              <a:extLst>
                <a:ext uri="{FF2B5EF4-FFF2-40B4-BE49-F238E27FC236}">
                  <a16:creationId xmlns:a16="http://schemas.microsoft.com/office/drawing/2014/main" id="{0CC4A3C7-A3D8-48E2-925B-854871B97596}"/>
                </a:ext>
              </a:extLst>
            </p:cNvPr>
            <p:cNvSpPr>
              <a:spLocks noChangeShapeType="1"/>
            </p:cNvSpPr>
            <p:nvPr/>
          </p:nvSpPr>
          <p:spPr bwMode="auto">
            <a:xfrm>
              <a:off x="4614875" y="4385478"/>
              <a:ext cx="315803"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61" name="Rectangle 5">
              <a:extLst>
                <a:ext uri="{FF2B5EF4-FFF2-40B4-BE49-F238E27FC236}">
                  <a16:creationId xmlns:a16="http://schemas.microsoft.com/office/drawing/2014/main" id="{B57A63D2-CFF0-4FAE-8F69-0F70C2F70F18}"/>
                </a:ext>
              </a:extLst>
            </p:cNvPr>
            <p:cNvSpPr>
              <a:spLocks noChangeArrowheads="1"/>
            </p:cNvSpPr>
            <p:nvPr/>
          </p:nvSpPr>
          <p:spPr bwMode="auto">
            <a:xfrm>
              <a:off x="5596903" y="3660604"/>
              <a:ext cx="588001" cy="953570"/>
            </a:xfrm>
            <a:prstGeom prst="rect">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62" name="Rectangle 6">
              <a:extLst>
                <a:ext uri="{FF2B5EF4-FFF2-40B4-BE49-F238E27FC236}">
                  <a16:creationId xmlns:a16="http://schemas.microsoft.com/office/drawing/2014/main" id="{E836B189-4286-436B-ABD8-4C6203367C16}"/>
                </a:ext>
              </a:extLst>
            </p:cNvPr>
            <p:cNvSpPr>
              <a:spLocks noChangeArrowheads="1"/>
            </p:cNvSpPr>
            <p:nvPr/>
          </p:nvSpPr>
          <p:spPr bwMode="auto">
            <a:xfrm>
              <a:off x="5644764" y="3750406"/>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CN" sz="1500" i="1" dirty="0">
                  <a:solidFill>
                    <a:srgbClr val="000000"/>
                  </a:solidFill>
                  <a:latin typeface="Times New Roman" pitchFamily="18" charset="0"/>
                </a:rPr>
                <a:t>D</a:t>
              </a:r>
              <a:endParaRPr kumimoji="0" lang="en-US" altLang="zh-CN" sz="1500" b="0" i="0" u="none" strike="noStrike" kern="1200" cap="none" spc="0" normalizeH="0" baseline="0" noProof="0" dirty="0">
                <a:ln>
                  <a:noFill/>
                </a:ln>
                <a:solidFill>
                  <a:srgbClr val="000000"/>
                </a:solidFill>
                <a:effectLst/>
                <a:uLnTx/>
                <a:uFillTx/>
              </a:endParaRPr>
            </a:p>
          </p:txBody>
        </p:sp>
        <p:sp>
          <p:nvSpPr>
            <p:cNvPr id="163" name="Rectangle 7">
              <a:extLst>
                <a:ext uri="{FF2B5EF4-FFF2-40B4-BE49-F238E27FC236}">
                  <a16:creationId xmlns:a16="http://schemas.microsoft.com/office/drawing/2014/main" id="{73FA4941-9E8F-4429-8205-60EA69B3F25E}"/>
                </a:ext>
              </a:extLst>
            </p:cNvPr>
            <p:cNvSpPr>
              <a:spLocks noChangeArrowheads="1"/>
            </p:cNvSpPr>
            <p:nvPr/>
          </p:nvSpPr>
          <p:spPr bwMode="auto">
            <a:xfrm>
              <a:off x="5993462" y="3736519"/>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a:ln>
                  <a:noFill/>
                </a:ln>
                <a:solidFill>
                  <a:srgbClr val="000000"/>
                </a:solidFill>
                <a:effectLst/>
                <a:uLnTx/>
                <a:uFillTx/>
                <a:ea typeface="宋体" pitchFamily="2" charset="-122"/>
                <a:cs typeface="+mn-cs"/>
              </a:endParaRPr>
            </a:p>
          </p:txBody>
        </p:sp>
        <p:sp>
          <p:nvSpPr>
            <p:cNvPr id="164" name="Rectangle 8">
              <a:extLst>
                <a:ext uri="{FF2B5EF4-FFF2-40B4-BE49-F238E27FC236}">
                  <a16:creationId xmlns:a16="http://schemas.microsoft.com/office/drawing/2014/main" id="{05922C2B-F16E-4D72-A6DF-B7281EA78FE9}"/>
                </a:ext>
              </a:extLst>
            </p:cNvPr>
            <p:cNvSpPr>
              <a:spLocks noChangeArrowheads="1"/>
            </p:cNvSpPr>
            <p:nvPr/>
          </p:nvSpPr>
          <p:spPr bwMode="auto">
            <a:xfrm>
              <a:off x="6006282" y="4240152"/>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a:ln>
                  <a:noFill/>
                </a:ln>
                <a:solidFill>
                  <a:srgbClr val="000000"/>
                </a:solidFill>
                <a:effectLst/>
                <a:uLnTx/>
                <a:uFillTx/>
                <a:ea typeface="宋体" pitchFamily="2" charset="-122"/>
                <a:cs typeface="+mn-cs"/>
              </a:endParaRPr>
            </a:p>
          </p:txBody>
        </p:sp>
        <p:sp>
          <p:nvSpPr>
            <p:cNvPr id="165" name="Oval 9">
              <a:extLst>
                <a:ext uri="{FF2B5EF4-FFF2-40B4-BE49-F238E27FC236}">
                  <a16:creationId xmlns:a16="http://schemas.microsoft.com/office/drawing/2014/main" id="{465CDB92-8B3F-49DD-89D5-6F9210431269}"/>
                </a:ext>
              </a:extLst>
            </p:cNvPr>
            <p:cNvSpPr>
              <a:spLocks noChangeArrowheads="1"/>
            </p:cNvSpPr>
            <p:nvPr/>
          </p:nvSpPr>
          <p:spPr bwMode="auto">
            <a:xfrm>
              <a:off x="6184904" y="4349396"/>
              <a:ext cx="109728" cy="105541"/>
            </a:xfrm>
            <a:prstGeom prst="ellipse">
              <a:avLst/>
            </a:prstGeom>
            <a:solidFill>
              <a:srgbClr val="FFFFFF"/>
            </a:solidFill>
            <a:ln w="1905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66" name="Oval 10">
              <a:extLst>
                <a:ext uri="{FF2B5EF4-FFF2-40B4-BE49-F238E27FC236}">
                  <a16:creationId xmlns:a16="http://schemas.microsoft.com/office/drawing/2014/main" id="{BB65ACD6-BE1E-4099-BEC0-53465F6749AB}"/>
                </a:ext>
              </a:extLst>
            </p:cNvPr>
            <p:cNvSpPr>
              <a:spLocks noChangeArrowheads="1"/>
            </p:cNvSpPr>
            <p:nvPr/>
          </p:nvSpPr>
          <p:spPr bwMode="auto">
            <a:xfrm>
              <a:off x="6184904" y="4349396"/>
              <a:ext cx="109728" cy="105541"/>
            </a:xfrm>
            <a:prstGeom prst="ellips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67" name="Rectangle 11">
              <a:extLst>
                <a:ext uri="{FF2B5EF4-FFF2-40B4-BE49-F238E27FC236}">
                  <a16:creationId xmlns:a16="http://schemas.microsoft.com/office/drawing/2014/main" id="{A95F2220-8139-487D-BAE5-1C3DB53A2FAA}"/>
                </a:ext>
              </a:extLst>
            </p:cNvPr>
            <p:cNvSpPr>
              <a:spLocks noChangeArrowheads="1"/>
            </p:cNvSpPr>
            <p:nvPr/>
          </p:nvSpPr>
          <p:spPr bwMode="auto">
            <a:xfrm>
              <a:off x="5760997" y="4058696"/>
              <a:ext cx="12819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68" name="Freeform 12">
              <a:extLst>
                <a:ext uri="{FF2B5EF4-FFF2-40B4-BE49-F238E27FC236}">
                  <a16:creationId xmlns:a16="http://schemas.microsoft.com/office/drawing/2014/main" id="{2E3CBF87-0690-4827-BD9B-828E7B3AC154}"/>
                </a:ext>
              </a:extLst>
            </p:cNvPr>
            <p:cNvSpPr>
              <a:spLocks/>
            </p:cNvSpPr>
            <p:nvPr/>
          </p:nvSpPr>
          <p:spPr bwMode="auto">
            <a:xfrm>
              <a:off x="5596903" y="4084618"/>
              <a:ext cx="147000" cy="212007"/>
            </a:xfrm>
            <a:custGeom>
              <a:avLst/>
              <a:gdLst>
                <a:gd name="T0" fmla="*/ 0 w 172"/>
                <a:gd name="T1" fmla="*/ 229 h 229"/>
                <a:gd name="T2" fmla="*/ 172 w 172"/>
                <a:gd name="T3" fmla="*/ 115 h 229"/>
                <a:gd name="T4" fmla="*/ 0 w 172"/>
                <a:gd name="T5" fmla="*/ 0 h 229"/>
                <a:gd name="T6" fmla="*/ 0 60000 65536"/>
                <a:gd name="T7" fmla="*/ 0 60000 65536"/>
                <a:gd name="T8" fmla="*/ 0 60000 65536"/>
                <a:gd name="T9" fmla="*/ 0 w 172"/>
                <a:gd name="T10" fmla="*/ 0 h 229"/>
                <a:gd name="T11" fmla="*/ 172 w 172"/>
                <a:gd name="T12" fmla="*/ 229 h 229"/>
              </a:gdLst>
              <a:ahLst/>
              <a:cxnLst>
                <a:cxn ang="T6">
                  <a:pos x="T0" y="T1"/>
                </a:cxn>
                <a:cxn ang="T7">
                  <a:pos x="T2" y="T3"/>
                </a:cxn>
                <a:cxn ang="T8">
                  <a:pos x="T4" y="T5"/>
                </a:cxn>
              </a:cxnLst>
              <a:rect l="T9" t="T10" r="T11" b="T12"/>
              <a:pathLst>
                <a:path w="172" h="229">
                  <a:moveTo>
                    <a:pt x="0" y="229"/>
                  </a:moveTo>
                  <a:lnTo>
                    <a:pt x="172" y="115"/>
                  </a:lnTo>
                  <a:lnTo>
                    <a:pt x="0" y="0"/>
                  </a:lnTo>
                </a:path>
              </a:pathLst>
            </a:custGeom>
            <a:noFill/>
            <a:ln w="19050"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69" name="Line 37">
              <a:extLst>
                <a:ext uri="{FF2B5EF4-FFF2-40B4-BE49-F238E27FC236}">
                  <a16:creationId xmlns:a16="http://schemas.microsoft.com/office/drawing/2014/main" id="{BDC93ACF-5BC6-45DE-9E33-45556500C6BF}"/>
                </a:ext>
              </a:extLst>
            </p:cNvPr>
            <p:cNvSpPr>
              <a:spLocks noChangeShapeType="1"/>
            </p:cNvSpPr>
            <p:nvPr/>
          </p:nvSpPr>
          <p:spPr bwMode="auto">
            <a:xfrm>
              <a:off x="6184905" y="3873537"/>
              <a:ext cx="147000" cy="926"/>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70" name="Line 42">
              <a:extLst>
                <a:ext uri="{FF2B5EF4-FFF2-40B4-BE49-F238E27FC236}">
                  <a16:creationId xmlns:a16="http://schemas.microsoft.com/office/drawing/2014/main" id="{6AE6ECD6-F75F-4DE3-840C-5C9D9B74B039}"/>
                </a:ext>
              </a:extLst>
            </p:cNvPr>
            <p:cNvSpPr>
              <a:spLocks noChangeShapeType="1"/>
            </p:cNvSpPr>
            <p:nvPr/>
          </p:nvSpPr>
          <p:spPr bwMode="auto">
            <a:xfrm flipH="1">
              <a:off x="4928036" y="4191085"/>
              <a:ext cx="668867"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71" name="Line 45">
              <a:extLst>
                <a:ext uri="{FF2B5EF4-FFF2-40B4-BE49-F238E27FC236}">
                  <a16:creationId xmlns:a16="http://schemas.microsoft.com/office/drawing/2014/main" id="{4E2FB5F1-FB28-4D58-93F1-3D4F9307F5BB}"/>
                </a:ext>
              </a:extLst>
            </p:cNvPr>
            <p:cNvSpPr>
              <a:spLocks noChangeShapeType="1"/>
            </p:cNvSpPr>
            <p:nvPr/>
          </p:nvSpPr>
          <p:spPr bwMode="auto">
            <a:xfrm flipV="1">
              <a:off x="6331906" y="3363648"/>
              <a:ext cx="0" cy="509889"/>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72" name="Rectangle 54">
              <a:extLst>
                <a:ext uri="{FF2B5EF4-FFF2-40B4-BE49-F238E27FC236}">
                  <a16:creationId xmlns:a16="http://schemas.microsoft.com/office/drawing/2014/main" id="{EB550762-39A7-41EA-A664-6D663B865C66}"/>
                </a:ext>
              </a:extLst>
            </p:cNvPr>
            <p:cNvSpPr>
              <a:spLocks noChangeArrowheads="1"/>
            </p:cNvSpPr>
            <p:nvPr/>
          </p:nvSpPr>
          <p:spPr bwMode="auto">
            <a:xfrm>
              <a:off x="6071236" y="3372681"/>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73" name="Rectangle 55">
              <a:extLst>
                <a:ext uri="{FF2B5EF4-FFF2-40B4-BE49-F238E27FC236}">
                  <a16:creationId xmlns:a16="http://schemas.microsoft.com/office/drawing/2014/main" id="{705FA3E2-5239-4E58-A9BB-863581BB6355}"/>
                </a:ext>
              </a:extLst>
            </p:cNvPr>
            <p:cNvSpPr>
              <a:spLocks noChangeArrowheads="1"/>
            </p:cNvSpPr>
            <p:nvPr/>
          </p:nvSpPr>
          <p:spPr bwMode="auto">
            <a:xfrm>
              <a:off x="6201289" y="3499515"/>
              <a:ext cx="79469" cy="190724"/>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2</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74" name="Text Box 67">
              <a:extLst>
                <a:ext uri="{FF2B5EF4-FFF2-40B4-BE49-F238E27FC236}">
                  <a16:creationId xmlns:a16="http://schemas.microsoft.com/office/drawing/2014/main" id="{BA057AC3-3665-419C-A90D-D2B4B2BDA235}"/>
                </a:ext>
              </a:extLst>
            </p:cNvPr>
            <p:cNvSpPr txBox="1">
              <a:spLocks noChangeArrowheads="1"/>
            </p:cNvSpPr>
            <p:nvPr/>
          </p:nvSpPr>
          <p:spPr bwMode="auto">
            <a:xfrm>
              <a:off x="6144881" y="3655130"/>
              <a:ext cx="266629" cy="432309"/>
            </a:xfrm>
            <a:prstGeom prst="rect">
              <a:avLst/>
            </a:prstGeom>
            <a:noFill/>
            <a:ln w="19050"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70C0"/>
                  </a:solidFill>
                  <a:effectLst/>
                  <a:uLnTx/>
                  <a:uFillTx/>
                  <a:latin typeface="+mn-lt"/>
                  <a:ea typeface="宋体" pitchFamily="2" charset="-122"/>
                  <a:cs typeface="+mn-cs"/>
                </a:rPr>
                <a:t>0</a:t>
              </a:r>
            </a:p>
          </p:txBody>
        </p:sp>
        <p:sp>
          <p:nvSpPr>
            <p:cNvPr id="175" name="Text Box 80">
              <a:extLst>
                <a:ext uri="{FF2B5EF4-FFF2-40B4-BE49-F238E27FC236}">
                  <a16:creationId xmlns:a16="http://schemas.microsoft.com/office/drawing/2014/main" id="{726C640A-334E-44FF-BAD2-DBDE4B946C9E}"/>
                </a:ext>
              </a:extLst>
            </p:cNvPr>
            <p:cNvSpPr txBox="1">
              <a:spLocks noChangeArrowheads="1"/>
            </p:cNvSpPr>
            <p:nvPr/>
          </p:nvSpPr>
          <p:spPr bwMode="auto">
            <a:xfrm>
              <a:off x="6199872" y="4344767"/>
              <a:ext cx="266629" cy="432309"/>
            </a:xfrm>
            <a:prstGeom prst="rect">
              <a:avLst/>
            </a:prstGeom>
            <a:noFill/>
            <a:ln w="19050"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70C0"/>
                  </a:solidFill>
                  <a:effectLst/>
                  <a:uLnTx/>
                  <a:uFillTx/>
                  <a:latin typeface="+mn-lt"/>
                  <a:ea typeface="宋体" pitchFamily="2" charset="-122"/>
                  <a:cs typeface="+mn-cs"/>
                </a:rPr>
                <a:t>1</a:t>
              </a:r>
            </a:p>
          </p:txBody>
        </p:sp>
        <p:pic>
          <p:nvPicPr>
            <p:cNvPr id="176" name="图片 175">
              <a:extLst>
                <a:ext uri="{FF2B5EF4-FFF2-40B4-BE49-F238E27FC236}">
                  <a16:creationId xmlns:a16="http://schemas.microsoft.com/office/drawing/2014/main" id="{849956B1-66EA-48BB-AEB8-9DE5612E7AE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82405" y="3663783"/>
              <a:ext cx="751985" cy="375993"/>
            </a:xfrm>
            <a:prstGeom prst="rect">
              <a:avLst/>
            </a:prstGeom>
            <a:ln w="19050">
              <a:noFill/>
            </a:ln>
          </p:spPr>
        </p:pic>
        <p:sp>
          <p:nvSpPr>
            <p:cNvPr id="177" name="Line 45">
              <a:extLst>
                <a:ext uri="{FF2B5EF4-FFF2-40B4-BE49-F238E27FC236}">
                  <a16:creationId xmlns:a16="http://schemas.microsoft.com/office/drawing/2014/main" id="{47981125-9AA9-4814-8474-96AE529D64ED}"/>
                </a:ext>
              </a:extLst>
            </p:cNvPr>
            <p:cNvSpPr>
              <a:spLocks noChangeShapeType="1"/>
            </p:cNvSpPr>
            <p:nvPr/>
          </p:nvSpPr>
          <p:spPr bwMode="auto">
            <a:xfrm flipV="1">
              <a:off x="4925430" y="3348573"/>
              <a:ext cx="855" cy="425866"/>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78" name="Line 45">
              <a:extLst>
                <a:ext uri="{FF2B5EF4-FFF2-40B4-BE49-F238E27FC236}">
                  <a16:creationId xmlns:a16="http://schemas.microsoft.com/office/drawing/2014/main" id="{381ED86F-9CEB-4239-A58D-50BF2FA0244C}"/>
                </a:ext>
              </a:extLst>
            </p:cNvPr>
            <p:cNvSpPr>
              <a:spLocks noChangeShapeType="1"/>
            </p:cNvSpPr>
            <p:nvPr/>
          </p:nvSpPr>
          <p:spPr bwMode="auto">
            <a:xfrm flipH="1" flipV="1">
              <a:off x="4928036" y="3348573"/>
              <a:ext cx="1403011" cy="7443"/>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79" name="Line 45">
              <a:extLst>
                <a:ext uri="{FF2B5EF4-FFF2-40B4-BE49-F238E27FC236}">
                  <a16:creationId xmlns:a16="http://schemas.microsoft.com/office/drawing/2014/main" id="{F2173CFC-0759-48F4-9838-DC5607253AD0}"/>
                </a:ext>
              </a:extLst>
            </p:cNvPr>
            <p:cNvSpPr>
              <a:spLocks noChangeShapeType="1"/>
            </p:cNvSpPr>
            <p:nvPr/>
          </p:nvSpPr>
          <p:spPr bwMode="auto">
            <a:xfrm flipH="1" flipV="1">
              <a:off x="4669816" y="3129320"/>
              <a:ext cx="1802833" cy="9668"/>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80" name="Line 45">
              <a:extLst>
                <a:ext uri="{FF2B5EF4-FFF2-40B4-BE49-F238E27FC236}">
                  <a16:creationId xmlns:a16="http://schemas.microsoft.com/office/drawing/2014/main" id="{3E4DC115-B04A-41EC-AB63-2A133FF4FE6E}"/>
                </a:ext>
              </a:extLst>
            </p:cNvPr>
            <p:cNvSpPr>
              <a:spLocks noChangeShapeType="1"/>
            </p:cNvSpPr>
            <p:nvPr/>
          </p:nvSpPr>
          <p:spPr bwMode="auto">
            <a:xfrm flipV="1">
              <a:off x="4790254" y="3144623"/>
              <a:ext cx="0" cy="766697"/>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81" name="Line 42">
              <a:extLst>
                <a:ext uri="{FF2B5EF4-FFF2-40B4-BE49-F238E27FC236}">
                  <a16:creationId xmlns:a16="http://schemas.microsoft.com/office/drawing/2014/main" id="{B1A794DB-858F-47DF-AE3C-8EE9D9B53755}"/>
                </a:ext>
              </a:extLst>
            </p:cNvPr>
            <p:cNvSpPr>
              <a:spLocks noChangeShapeType="1"/>
            </p:cNvSpPr>
            <p:nvPr/>
          </p:nvSpPr>
          <p:spPr bwMode="auto">
            <a:xfrm flipH="1">
              <a:off x="4787557" y="3927052"/>
              <a:ext cx="261322"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82" name="Freeform 58">
              <a:extLst>
                <a:ext uri="{FF2B5EF4-FFF2-40B4-BE49-F238E27FC236}">
                  <a16:creationId xmlns:a16="http://schemas.microsoft.com/office/drawing/2014/main" id="{A9DEE81A-1006-422C-9D2D-5279C0FB11EB}"/>
                </a:ext>
              </a:extLst>
            </p:cNvPr>
            <p:cNvSpPr>
              <a:spLocks/>
            </p:cNvSpPr>
            <p:nvPr/>
          </p:nvSpPr>
          <p:spPr bwMode="auto">
            <a:xfrm>
              <a:off x="4753362" y="3092744"/>
              <a:ext cx="73152" cy="73152"/>
            </a:xfrm>
            <a:custGeom>
              <a:avLst/>
              <a:gdLst>
                <a:gd name="T0" fmla="*/ 48 w 104"/>
                <a:gd name="T1" fmla="*/ 0 h 104"/>
                <a:gd name="T2" fmla="*/ 94 w 104"/>
                <a:gd name="T3" fmla="*/ 46 h 104"/>
                <a:gd name="T4" fmla="*/ 48 w 104"/>
                <a:gd name="T5" fmla="*/ 92 h 104"/>
                <a:gd name="T6" fmla="*/ 48 w 104"/>
                <a:gd name="T7" fmla="*/ 92 h 104"/>
                <a:gd name="T8" fmla="*/ 0 w 104"/>
                <a:gd name="T9" fmla="*/ 46 h 104"/>
                <a:gd name="T10" fmla="*/ 48 w 104"/>
                <a:gd name="T11" fmla="*/ 0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52" y="0"/>
                  </a:moveTo>
                  <a:cubicBezTo>
                    <a:pt x="81" y="0"/>
                    <a:pt x="104" y="24"/>
                    <a:pt x="104" y="52"/>
                  </a:cubicBezTo>
                  <a:cubicBezTo>
                    <a:pt x="104" y="81"/>
                    <a:pt x="81" y="104"/>
                    <a:pt x="52" y="104"/>
                  </a:cubicBezTo>
                  <a:cubicBezTo>
                    <a:pt x="52" y="104"/>
                    <a:pt x="52" y="104"/>
                    <a:pt x="52" y="104"/>
                  </a:cubicBezTo>
                  <a:cubicBezTo>
                    <a:pt x="23" y="104"/>
                    <a:pt x="0" y="81"/>
                    <a:pt x="0" y="52"/>
                  </a:cubicBezTo>
                  <a:cubicBezTo>
                    <a:pt x="0" y="24"/>
                    <a:pt x="23" y="0"/>
                    <a:pt x="52" y="0"/>
                  </a:cubicBezTo>
                </a:path>
              </a:pathLst>
            </a:custGeom>
            <a:solidFill>
              <a:srgbClr val="000000"/>
            </a:solidFill>
            <a:ln w="1905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83" name="Line 45">
              <a:extLst>
                <a:ext uri="{FF2B5EF4-FFF2-40B4-BE49-F238E27FC236}">
                  <a16:creationId xmlns:a16="http://schemas.microsoft.com/office/drawing/2014/main" id="{1C1554EF-4B0E-4835-B6F4-2D09349E5E8D}"/>
                </a:ext>
              </a:extLst>
            </p:cNvPr>
            <p:cNvSpPr>
              <a:spLocks noChangeShapeType="1"/>
            </p:cNvSpPr>
            <p:nvPr/>
          </p:nvSpPr>
          <p:spPr bwMode="auto">
            <a:xfrm flipV="1">
              <a:off x="4928705" y="4190620"/>
              <a:ext cx="0" cy="195783"/>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84" name="Line 37">
              <a:extLst>
                <a:ext uri="{FF2B5EF4-FFF2-40B4-BE49-F238E27FC236}">
                  <a16:creationId xmlns:a16="http://schemas.microsoft.com/office/drawing/2014/main" id="{FCA6D0D6-24B5-4784-8C03-1202E8517A1D}"/>
                </a:ext>
              </a:extLst>
            </p:cNvPr>
            <p:cNvSpPr>
              <a:spLocks noChangeShapeType="1"/>
            </p:cNvSpPr>
            <p:nvPr/>
          </p:nvSpPr>
          <p:spPr bwMode="auto">
            <a:xfrm>
              <a:off x="6297271" y="4393200"/>
              <a:ext cx="315803"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85" name="Rectangle 5">
              <a:extLst>
                <a:ext uri="{FF2B5EF4-FFF2-40B4-BE49-F238E27FC236}">
                  <a16:creationId xmlns:a16="http://schemas.microsoft.com/office/drawing/2014/main" id="{45204A18-510A-4443-96A7-47255909E4D6}"/>
                </a:ext>
              </a:extLst>
            </p:cNvPr>
            <p:cNvSpPr>
              <a:spLocks noChangeArrowheads="1"/>
            </p:cNvSpPr>
            <p:nvPr/>
          </p:nvSpPr>
          <p:spPr bwMode="auto">
            <a:xfrm>
              <a:off x="7279299" y="3668326"/>
              <a:ext cx="588001" cy="953570"/>
            </a:xfrm>
            <a:prstGeom prst="rect">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86" name="Rectangle 6">
              <a:extLst>
                <a:ext uri="{FF2B5EF4-FFF2-40B4-BE49-F238E27FC236}">
                  <a16:creationId xmlns:a16="http://schemas.microsoft.com/office/drawing/2014/main" id="{DFE220F4-5C38-4F2C-8FC6-B6149A7EF780}"/>
                </a:ext>
              </a:extLst>
            </p:cNvPr>
            <p:cNvSpPr>
              <a:spLocks noChangeArrowheads="1"/>
            </p:cNvSpPr>
            <p:nvPr/>
          </p:nvSpPr>
          <p:spPr bwMode="auto">
            <a:xfrm>
              <a:off x="7327160" y="3758128"/>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CN" sz="1500" i="1" dirty="0">
                  <a:solidFill>
                    <a:srgbClr val="000000"/>
                  </a:solidFill>
                  <a:latin typeface="Times New Roman" pitchFamily="18" charset="0"/>
                </a:rPr>
                <a:t>D</a:t>
              </a:r>
              <a:endParaRPr kumimoji="0" lang="en-US" altLang="zh-CN" sz="1500" b="0" i="0" u="none" strike="noStrike" kern="1200" cap="none" spc="0" normalizeH="0" baseline="0" noProof="0" dirty="0">
                <a:ln>
                  <a:noFill/>
                </a:ln>
                <a:solidFill>
                  <a:srgbClr val="000000"/>
                </a:solidFill>
                <a:effectLst/>
                <a:uLnTx/>
                <a:uFillTx/>
              </a:endParaRPr>
            </a:p>
          </p:txBody>
        </p:sp>
        <p:sp>
          <p:nvSpPr>
            <p:cNvPr id="187" name="Rectangle 7">
              <a:extLst>
                <a:ext uri="{FF2B5EF4-FFF2-40B4-BE49-F238E27FC236}">
                  <a16:creationId xmlns:a16="http://schemas.microsoft.com/office/drawing/2014/main" id="{BED9B54A-0FB4-467F-B8D9-E4EAE03F6106}"/>
                </a:ext>
              </a:extLst>
            </p:cNvPr>
            <p:cNvSpPr>
              <a:spLocks noChangeArrowheads="1"/>
            </p:cNvSpPr>
            <p:nvPr/>
          </p:nvSpPr>
          <p:spPr bwMode="auto">
            <a:xfrm>
              <a:off x="7675858" y="3744241"/>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a:ln>
                  <a:noFill/>
                </a:ln>
                <a:solidFill>
                  <a:srgbClr val="000000"/>
                </a:solidFill>
                <a:effectLst/>
                <a:uLnTx/>
                <a:uFillTx/>
                <a:ea typeface="宋体" pitchFamily="2" charset="-122"/>
                <a:cs typeface="+mn-cs"/>
              </a:endParaRPr>
            </a:p>
          </p:txBody>
        </p:sp>
        <p:sp>
          <p:nvSpPr>
            <p:cNvPr id="188" name="Rectangle 8">
              <a:extLst>
                <a:ext uri="{FF2B5EF4-FFF2-40B4-BE49-F238E27FC236}">
                  <a16:creationId xmlns:a16="http://schemas.microsoft.com/office/drawing/2014/main" id="{5EDEC7B8-D76B-49BC-8D70-97B7A3DCA08E}"/>
                </a:ext>
              </a:extLst>
            </p:cNvPr>
            <p:cNvSpPr>
              <a:spLocks noChangeArrowheads="1"/>
            </p:cNvSpPr>
            <p:nvPr/>
          </p:nvSpPr>
          <p:spPr bwMode="auto">
            <a:xfrm>
              <a:off x="7688678" y="4247874"/>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a:ln>
                  <a:noFill/>
                </a:ln>
                <a:solidFill>
                  <a:srgbClr val="000000"/>
                </a:solidFill>
                <a:effectLst/>
                <a:uLnTx/>
                <a:uFillTx/>
                <a:ea typeface="宋体" pitchFamily="2" charset="-122"/>
                <a:cs typeface="+mn-cs"/>
              </a:endParaRPr>
            </a:p>
          </p:txBody>
        </p:sp>
        <p:sp>
          <p:nvSpPr>
            <p:cNvPr id="189" name="Oval 9">
              <a:extLst>
                <a:ext uri="{FF2B5EF4-FFF2-40B4-BE49-F238E27FC236}">
                  <a16:creationId xmlns:a16="http://schemas.microsoft.com/office/drawing/2014/main" id="{BD85277C-27EE-4AD4-A37C-704F75993E5D}"/>
                </a:ext>
              </a:extLst>
            </p:cNvPr>
            <p:cNvSpPr>
              <a:spLocks noChangeArrowheads="1"/>
            </p:cNvSpPr>
            <p:nvPr/>
          </p:nvSpPr>
          <p:spPr bwMode="auto">
            <a:xfrm>
              <a:off x="7867300" y="4357118"/>
              <a:ext cx="109728" cy="105541"/>
            </a:xfrm>
            <a:prstGeom prst="ellipse">
              <a:avLst/>
            </a:prstGeom>
            <a:solidFill>
              <a:srgbClr val="FFFFFF"/>
            </a:solidFill>
            <a:ln w="1905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90" name="Oval 10">
              <a:extLst>
                <a:ext uri="{FF2B5EF4-FFF2-40B4-BE49-F238E27FC236}">
                  <a16:creationId xmlns:a16="http://schemas.microsoft.com/office/drawing/2014/main" id="{84A0DAD0-2548-4096-B1BA-B45483B14297}"/>
                </a:ext>
              </a:extLst>
            </p:cNvPr>
            <p:cNvSpPr>
              <a:spLocks noChangeArrowheads="1"/>
            </p:cNvSpPr>
            <p:nvPr/>
          </p:nvSpPr>
          <p:spPr bwMode="auto">
            <a:xfrm>
              <a:off x="7867300" y="4357118"/>
              <a:ext cx="109728" cy="105541"/>
            </a:xfrm>
            <a:prstGeom prst="ellips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91" name="Rectangle 11">
              <a:extLst>
                <a:ext uri="{FF2B5EF4-FFF2-40B4-BE49-F238E27FC236}">
                  <a16:creationId xmlns:a16="http://schemas.microsoft.com/office/drawing/2014/main" id="{5BC30A58-5075-41C6-BF79-88E71DD10120}"/>
                </a:ext>
              </a:extLst>
            </p:cNvPr>
            <p:cNvSpPr>
              <a:spLocks noChangeArrowheads="1"/>
            </p:cNvSpPr>
            <p:nvPr/>
          </p:nvSpPr>
          <p:spPr bwMode="auto">
            <a:xfrm>
              <a:off x="7443393" y="4066418"/>
              <a:ext cx="12819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92" name="Freeform 12">
              <a:extLst>
                <a:ext uri="{FF2B5EF4-FFF2-40B4-BE49-F238E27FC236}">
                  <a16:creationId xmlns:a16="http://schemas.microsoft.com/office/drawing/2014/main" id="{2AD59C92-3AE2-4E1F-B97E-C790BF6A5DA5}"/>
                </a:ext>
              </a:extLst>
            </p:cNvPr>
            <p:cNvSpPr>
              <a:spLocks/>
            </p:cNvSpPr>
            <p:nvPr/>
          </p:nvSpPr>
          <p:spPr bwMode="auto">
            <a:xfrm>
              <a:off x="7279299" y="4092340"/>
              <a:ext cx="147000" cy="212007"/>
            </a:xfrm>
            <a:custGeom>
              <a:avLst/>
              <a:gdLst>
                <a:gd name="T0" fmla="*/ 0 w 172"/>
                <a:gd name="T1" fmla="*/ 229 h 229"/>
                <a:gd name="T2" fmla="*/ 172 w 172"/>
                <a:gd name="T3" fmla="*/ 115 h 229"/>
                <a:gd name="T4" fmla="*/ 0 w 172"/>
                <a:gd name="T5" fmla="*/ 0 h 229"/>
                <a:gd name="T6" fmla="*/ 0 60000 65536"/>
                <a:gd name="T7" fmla="*/ 0 60000 65536"/>
                <a:gd name="T8" fmla="*/ 0 60000 65536"/>
                <a:gd name="T9" fmla="*/ 0 w 172"/>
                <a:gd name="T10" fmla="*/ 0 h 229"/>
                <a:gd name="T11" fmla="*/ 172 w 172"/>
                <a:gd name="T12" fmla="*/ 229 h 229"/>
              </a:gdLst>
              <a:ahLst/>
              <a:cxnLst>
                <a:cxn ang="T6">
                  <a:pos x="T0" y="T1"/>
                </a:cxn>
                <a:cxn ang="T7">
                  <a:pos x="T2" y="T3"/>
                </a:cxn>
                <a:cxn ang="T8">
                  <a:pos x="T4" y="T5"/>
                </a:cxn>
              </a:cxnLst>
              <a:rect l="T9" t="T10" r="T11" b="T12"/>
              <a:pathLst>
                <a:path w="172" h="229">
                  <a:moveTo>
                    <a:pt x="0" y="229"/>
                  </a:moveTo>
                  <a:lnTo>
                    <a:pt x="172" y="115"/>
                  </a:lnTo>
                  <a:lnTo>
                    <a:pt x="0" y="0"/>
                  </a:lnTo>
                </a:path>
              </a:pathLst>
            </a:custGeom>
            <a:noFill/>
            <a:ln w="19050"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93" name="Line 37">
              <a:extLst>
                <a:ext uri="{FF2B5EF4-FFF2-40B4-BE49-F238E27FC236}">
                  <a16:creationId xmlns:a16="http://schemas.microsoft.com/office/drawing/2014/main" id="{81560547-3971-4462-A71E-32F004CD9BCF}"/>
                </a:ext>
              </a:extLst>
            </p:cNvPr>
            <p:cNvSpPr>
              <a:spLocks noChangeShapeType="1"/>
            </p:cNvSpPr>
            <p:nvPr/>
          </p:nvSpPr>
          <p:spPr bwMode="auto">
            <a:xfrm>
              <a:off x="7867301" y="3881259"/>
              <a:ext cx="147000" cy="926"/>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94" name="Line 42">
              <a:extLst>
                <a:ext uri="{FF2B5EF4-FFF2-40B4-BE49-F238E27FC236}">
                  <a16:creationId xmlns:a16="http://schemas.microsoft.com/office/drawing/2014/main" id="{B94B097A-807C-4025-83A1-FA586DABF2EA}"/>
                </a:ext>
              </a:extLst>
            </p:cNvPr>
            <p:cNvSpPr>
              <a:spLocks noChangeShapeType="1"/>
            </p:cNvSpPr>
            <p:nvPr/>
          </p:nvSpPr>
          <p:spPr bwMode="auto">
            <a:xfrm flipH="1">
              <a:off x="6610432" y="4198807"/>
              <a:ext cx="668867"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95" name="Line 45">
              <a:extLst>
                <a:ext uri="{FF2B5EF4-FFF2-40B4-BE49-F238E27FC236}">
                  <a16:creationId xmlns:a16="http://schemas.microsoft.com/office/drawing/2014/main" id="{B057A511-A549-465C-887B-DD59C7911187}"/>
                </a:ext>
              </a:extLst>
            </p:cNvPr>
            <p:cNvSpPr>
              <a:spLocks noChangeShapeType="1"/>
            </p:cNvSpPr>
            <p:nvPr/>
          </p:nvSpPr>
          <p:spPr bwMode="auto">
            <a:xfrm flipV="1">
              <a:off x="8014302" y="3371370"/>
              <a:ext cx="0" cy="509889"/>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96" name="Rectangle 54">
              <a:extLst>
                <a:ext uri="{FF2B5EF4-FFF2-40B4-BE49-F238E27FC236}">
                  <a16:creationId xmlns:a16="http://schemas.microsoft.com/office/drawing/2014/main" id="{F43DB6E4-9481-4F2D-BF2A-890DFC4694EA}"/>
                </a:ext>
              </a:extLst>
            </p:cNvPr>
            <p:cNvSpPr>
              <a:spLocks noChangeArrowheads="1"/>
            </p:cNvSpPr>
            <p:nvPr/>
          </p:nvSpPr>
          <p:spPr bwMode="auto">
            <a:xfrm>
              <a:off x="7753632" y="3380403"/>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97" name="Rectangle 55">
              <a:extLst>
                <a:ext uri="{FF2B5EF4-FFF2-40B4-BE49-F238E27FC236}">
                  <a16:creationId xmlns:a16="http://schemas.microsoft.com/office/drawing/2014/main" id="{DC280541-791A-4B66-87F0-65F5F772E7ED}"/>
                </a:ext>
              </a:extLst>
            </p:cNvPr>
            <p:cNvSpPr>
              <a:spLocks noChangeArrowheads="1"/>
            </p:cNvSpPr>
            <p:nvPr/>
          </p:nvSpPr>
          <p:spPr bwMode="auto">
            <a:xfrm>
              <a:off x="7883685" y="3507237"/>
              <a:ext cx="79469" cy="190724"/>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3</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98" name="Text Box 67">
              <a:extLst>
                <a:ext uri="{FF2B5EF4-FFF2-40B4-BE49-F238E27FC236}">
                  <a16:creationId xmlns:a16="http://schemas.microsoft.com/office/drawing/2014/main" id="{E5FEC86F-8EDB-45EB-BCBB-F3CA3C7146FB}"/>
                </a:ext>
              </a:extLst>
            </p:cNvPr>
            <p:cNvSpPr txBox="1">
              <a:spLocks noChangeArrowheads="1"/>
            </p:cNvSpPr>
            <p:nvPr/>
          </p:nvSpPr>
          <p:spPr bwMode="auto">
            <a:xfrm>
              <a:off x="7827278" y="3662852"/>
              <a:ext cx="266629" cy="432309"/>
            </a:xfrm>
            <a:prstGeom prst="rect">
              <a:avLst/>
            </a:prstGeom>
            <a:noFill/>
            <a:ln w="19050"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70C0"/>
                  </a:solidFill>
                  <a:effectLst/>
                  <a:uLnTx/>
                  <a:uFillTx/>
                  <a:latin typeface="+mn-lt"/>
                  <a:ea typeface="宋体" pitchFamily="2" charset="-122"/>
                  <a:cs typeface="+mn-cs"/>
                </a:rPr>
                <a:t>0</a:t>
              </a:r>
            </a:p>
          </p:txBody>
        </p:sp>
        <p:pic>
          <p:nvPicPr>
            <p:cNvPr id="199" name="图片 198">
              <a:extLst>
                <a:ext uri="{FF2B5EF4-FFF2-40B4-BE49-F238E27FC236}">
                  <a16:creationId xmlns:a16="http://schemas.microsoft.com/office/drawing/2014/main" id="{17A6C006-4A3A-4672-89DC-919FD716AC4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64801" y="3671505"/>
              <a:ext cx="751985" cy="375993"/>
            </a:xfrm>
            <a:prstGeom prst="rect">
              <a:avLst/>
            </a:prstGeom>
            <a:ln w="19050">
              <a:noFill/>
            </a:ln>
          </p:spPr>
        </p:pic>
        <p:sp>
          <p:nvSpPr>
            <p:cNvPr id="200" name="Line 45">
              <a:extLst>
                <a:ext uri="{FF2B5EF4-FFF2-40B4-BE49-F238E27FC236}">
                  <a16:creationId xmlns:a16="http://schemas.microsoft.com/office/drawing/2014/main" id="{EB5A0066-3DA3-44FD-BA9D-54012A8DF6C3}"/>
                </a:ext>
              </a:extLst>
            </p:cNvPr>
            <p:cNvSpPr>
              <a:spLocks noChangeShapeType="1"/>
            </p:cNvSpPr>
            <p:nvPr/>
          </p:nvSpPr>
          <p:spPr bwMode="auto">
            <a:xfrm flipV="1">
              <a:off x="6607826" y="3356295"/>
              <a:ext cx="855" cy="425866"/>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201" name="Line 45">
              <a:extLst>
                <a:ext uri="{FF2B5EF4-FFF2-40B4-BE49-F238E27FC236}">
                  <a16:creationId xmlns:a16="http://schemas.microsoft.com/office/drawing/2014/main" id="{57AD21DB-8884-400C-AE1C-7E42C96363C1}"/>
                </a:ext>
              </a:extLst>
            </p:cNvPr>
            <p:cNvSpPr>
              <a:spLocks noChangeShapeType="1"/>
            </p:cNvSpPr>
            <p:nvPr/>
          </p:nvSpPr>
          <p:spPr bwMode="auto">
            <a:xfrm flipH="1" flipV="1">
              <a:off x="6610432" y="3356295"/>
              <a:ext cx="1403011" cy="7443"/>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202" name="Line 45">
              <a:extLst>
                <a:ext uri="{FF2B5EF4-FFF2-40B4-BE49-F238E27FC236}">
                  <a16:creationId xmlns:a16="http://schemas.microsoft.com/office/drawing/2014/main" id="{34A188C4-AB89-489E-AA81-F5886861FC02}"/>
                </a:ext>
              </a:extLst>
            </p:cNvPr>
            <p:cNvSpPr>
              <a:spLocks noChangeShapeType="1"/>
            </p:cNvSpPr>
            <p:nvPr/>
          </p:nvSpPr>
          <p:spPr bwMode="auto">
            <a:xfrm flipV="1">
              <a:off x="6472650" y="3152345"/>
              <a:ext cx="0" cy="766697"/>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203" name="Line 42">
              <a:extLst>
                <a:ext uri="{FF2B5EF4-FFF2-40B4-BE49-F238E27FC236}">
                  <a16:creationId xmlns:a16="http://schemas.microsoft.com/office/drawing/2014/main" id="{781DEC7B-D203-42FF-B80B-5739EE2D1EE9}"/>
                </a:ext>
              </a:extLst>
            </p:cNvPr>
            <p:cNvSpPr>
              <a:spLocks noChangeShapeType="1"/>
            </p:cNvSpPr>
            <p:nvPr/>
          </p:nvSpPr>
          <p:spPr bwMode="auto">
            <a:xfrm flipH="1">
              <a:off x="6472577" y="3934774"/>
              <a:ext cx="261322"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204" name="Line 45">
              <a:extLst>
                <a:ext uri="{FF2B5EF4-FFF2-40B4-BE49-F238E27FC236}">
                  <a16:creationId xmlns:a16="http://schemas.microsoft.com/office/drawing/2014/main" id="{9EDF8992-7250-4114-8C04-9591FC273977}"/>
                </a:ext>
              </a:extLst>
            </p:cNvPr>
            <p:cNvSpPr>
              <a:spLocks noChangeShapeType="1"/>
            </p:cNvSpPr>
            <p:nvPr/>
          </p:nvSpPr>
          <p:spPr bwMode="auto">
            <a:xfrm flipV="1">
              <a:off x="6611101" y="4198342"/>
              <a:ext cx="0" cy="195783"/>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grpSp>
      <p:sp>
        <p:nvSpPr>
          <p:cNvPr id="208" name="Text Box 100">
            <a:extLst>
              <a:ext uri="{FF2B5EF4-FFF2-40B4-BE49-F238E27FC236}">
                <a16:creationId xmlns:a16="http://schemas.microsoft.com/office/drawing/2014/main" id="{6A232B90-8A40-4CEF-B3EE-6E3B2D7806E9}"/>
              </a:ext>
            </a:extLst>
          </p:cNvPr>
          <p:cNvSpPr txBox="1">
            <a:spLocks noChangeArrowheads="1"/>
          </p:cNvSpPr>
          <p:nvPr/>
        </p:nvSpPr>
        <p:spPr bwMode="auto">
          <a:xfrm>
            <a:off x="2807700" y="4532586"/>
            <a:ext cx="737956" cy="523220"/>
          </a:xfrm>
          <a:prstGeom prst="rect">
            <a:avLst/>
          </a:prstGeom>
          <a:noFill/>
          <a:ln w="9525" algn="ctr">
            <a:noFill/>
            <a:miter lim="800000"/>
            <a:headEnd/>
            <a:tailEnd/>
          </a:ln>
        </p:spPr>
        <p:txBody>
          <a:bodyPr wrap="square">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70C0"/>
                </a:solidFill>
                <a:effectLst/>
                <a:uLnTx/>
                <a:uFillTx/>
                <a:latin typeface="+mn-lt"/>
                <a:ea typeface="宋体" pitchFamily="2" charset="-122"/>
                <a:cs typeface="+mn-cs"/>
                <a:sym typeface="Symbol" pitchFamily="18" charset="2"/>
              </a:rPr>
              <a:t></a:t>
            </a:r>
            <a:r>
              <a:rPr lang="en-US" altLang="zh-CN" sz="2800" b="0" noProof="0" dirty="0">
                <a:solidFill>
                  <a:srgbClr val="0070C0"/>
                </a:solidFill>
                <a:latin typeface="+mn-lt"/>
                <a:sym typeface="Symbol" pitchFamily="18" charset="2"/>
              </a:rPr>
              <a:t>1</a:t>
            </a:r>
            <a:endParaRPr kumimoji="0" lang="en-US" altLang="zh-CN" sz="2800" b="0" i="0" u="none" strike="noStrike" kern="1200" cap="none" spc="0" normalizeH="0" baseline="0" noProof="0" dirty="0">
              <a:ln>
                <a:noFill/>
              </a:ln>
              <a:solidFill>
                <a:srgbClr val="0070C0"/>
              </a:solidFill>
              <a:effectLst/>
              <a:uLnTx/>
              <a:uFillTx/>
              <a:latin typeface="+mn-lt"/>
            </a:endParaRPr>
          </a:p>
        </p:txBody>
      </p:sp>
      <p:sp>
        <p:nvSpPr>
          <p:cNvPr id="209" name="Line 76">
            <a:extLst>
              <a:ext uri="{FF2B5EF4-FFF2-40B4-BE49-F238E27FC236}">
                <a16:creationId xmlns:a16="http://schemas.microsoft.com/office/drawing/2014/main" id="{14727C15-89BE-43FB-A664-C77E7E6FA8A1}"/>
              </a:ext>
            </a:extLst>
          </p:cNvPr>
          <p:cNvSpPr>
            <a:spLocks noChangeShapeType="1"/>
          </p:cNvSpPr>
          <p:nvPr/>
        </p:nvSpPr>
        <p:spPr bwMode="auto">
          <a:xfrm>
            <a:off x="1442296" y="5055804"/>
            <a:ext cx="215133" cy="0"/>
          </a:xfrm>
          <a:prstGeom prst="line">
            <a:avLst/>
          </a:prstGeom>
          <a:noFill/>
          <a:ln w="38100">
            <a:solidFill>
              <a:srgbClr val="FF0066"/>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210" name="Line 77">
            <a:extLst>
              <a:ext uri="{FF2B5EF4-FFF2-40B4-BE49-F238E27FC236}">
                <a16:creationId xmlns:a16="http://schemas.microsoft.com/office/drawing/2014/main" id="{FA2B1DBA-F1F5-4515-9E32-C4FD6B5F82CF}"/>
              </a:ext>
            </a:extLst>
          </p:cNvPr>
          <p:cNvSpPr>
            <a:spLocks noChangeShapeType="1"/>
          </p:cNvSpPr>
          <p:nvPr/>
        </p:nvSpPr>
        <p:spPr bwMode="auto">
          <a:xfrm>
            <a:off x="1657429" y="4679322"/>
            <a:ext cx="215133" cy="0"/>
          </a:xfrm>
          <a:prstGeom prst="line">
            <a:avLst/>
          </a:prstGeom>
          <a:noFill/>
          <a:ln w="38100">
            <a:solidFill>
              <a:srgbClr val="FF0066"/>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211" name="Line 78">
            <a:extLst>
              <a:ext uri="{FF2B5EF4-FFF2-40B4-BE49-F238E27FC236}">
                <a16:creationId xmlns:a16="http://schemas.microsoft.com/office/drawing/2014/main" id="{58F00169-9F52-40AB-9FA1-DE7BD3CEBE2B}"/>
              </a:ext>
            </a:extLst>
          </p:cNvPr>
          <p:cNvSpPr>
            <a:spLocks noChangeShapeType="1"/>
          </p:cNvSpPr>
          <p:nvPr/>
        </p:nvSpPr>
        <p:spPr bwMode="auto">
          <a:xfrm flipV="1">
            <a:off x="1657429" y="4679322"/>
            <a:ext cx="0" cy="376482"/>
          </a:xfrm>
          <a:prstGeom prst="line">
            <a:avLst/>
          </a:prstGeom>
          <a:noFill/>
          <a:ln w="38100">
            <a:solidFill>
              <a:srgbClr val="FF0066"/>
            </a:solidFill>
            <a:round/>
            <a:headEnd/>
            <a:tailEnd type="triangle" w="med" len="me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212" name="Text Box 100">
            <a:extLst>
              <a:ext uri="{FF2B5EF4-FFF2-40B4-BE49-F238E27FC236}">
                <a16:creationId xmlns:a16="http://schemas.microsoft.com/office/drawing/2014/main" id="{C05FBBD5-ED14-45C0-9A4E-35535B8EC380}"/>
              </a:ext>
            </a:extLst>
          </p:cNvPr>
          <p:cNvSpPr txBox="1">
            <a:spLocks noChangeArrowheads="1"/>
          </p:cNvSpPr>
          <p:nvPr/>
        </p:nvSpPr>
        <p:spPr bwMode="auto">
          <a:xfrm>
            <a:off x="4324691" y="3869659"/>
            <a:ext cx="902100" cy="523220"/>
          </a:xfrm>
          <a:prstGeom prst="rect">
            <a:avLst/>
          </a:prstGeom>
          <a:noFill/>
          <a:ln w="9525" algn="ctr">
            <a:noFill/>
            <a:miter lim="800000"/>
            <a:headEnd/>
            <a:tailEnd/>
          </a:ln>
        </p:spPr>
        <p:txBody>
          <a:bodyPr wrap="square">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70C0"/>
                </a:solidFill>
                <a:effectLst/>
                <a:uLnTx/>
                <a:uFillTx/>
                <a:latin typeface="+mn-lt"/>
                <a:ea typeface="宋体" pitchFamily="2" charset="-122"/>
                <a:cs typeface="+mn-cs"/>
                <a:sym typeface="Symbol" pitchFamily="18" charset="2"/>
              </a:rPr>
              <a:t></a:t>
            </a:r>
            <a:r>
              <a:rPr lang="en-US" altLang="zh-CN" sz="2800" b="0" noProof="0" dirty="0">
                <a:solidFill>
                  <a:srgbClr val="0070C0"/>
                </a:solidFill>
                <a:latin typeface="+mn-lt"/>
                <a:sym typeface="Symbol" pitchFamily="18" charset="2"/>
              </a:rPr>
              <a:t>1</a:t>
            </a:r>
            <a:endParaRPr kumimoji="0" lang="en-US" altLang="zh-CN" sz="2800" b="0" i="0" u="none" strike="noStrike" kern="1200" cap="none" spc="0" normalizeH="0" baseline="0" noProof="0" dirty="0">
              <a:ln>
                <a:noFill/>
              </a:ln>
              <a:solidFill>
                <a:srgbClr val="0070C0"/>
              </a:solidFill>
              <a:effectLst/>
              <a:uLnTx/>
              <a:uFillTx/>
              <a:latin typeface="+mn-lt"/>
            </a:endParaRPr>
          </a:p>
        </p:txBody>
      </p:sp>
      <p:sp>
        <p:nvSpPr>
          <p:cNvPr id="213" name="Text Box 100">
            <a:extLst>
              <a:ext uri="{FF2B5EF4-FFF2-40B4-BE49-F238E27FC236}">
                <a16:creationId xmlns:a16="http://schemas.microsoft.com/office/drawing/2014/main" id="{72B2F7CE-A62B-402C-B403-912F97204199}"/>
              </a:ext>
            </a:extLst>
          </p:cNvPr>
          <p:cNvSpPr txBox="1">
            <a:spLocks noChangeArrowheads="1"/>
          </p:cNvSpPr>
          <p:nvPr/>
        </p:nvSpPr>
        <p:spPr bwMode="auto">
          <a:xfrm>
            <a:off x="4825724" y="4545471"/>
            <a:ext cx="737956" cy="523220"/>
          </a:xfrm>
          <a:prstGeom prst="rect">
            <a:avLst/>
          </a:prstGeom>
          <a:noFill/>
          <a:ln w="9525" algn="ctr">
            <a:noFill/>
            <a:miter lim="800000"/>
            <a:headEnd/>
            <a:tailEnd/>
          </a:ln>
        </p:spPr>
        <p:txBody>
          <a:bodyPr wrap="square">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70C0"/>
                </a:solidFill>
                <a:effectLst/>
                <a:uLnTx/>
                <a:uFillTx/>
                <a:latin typeface="+mn-lt"/>
                <a:ea typeface="宋体" pitchFamily="2" charset="-122"/>
                <a:cs typeface="+mn-cs"/>
                <a:sym typeface="Symbol" pitchFamily="18" charset="2"/>
              </a:rPr>
              <a:t></a:t>
            </a:r>
            <a:r>
              <a:rPr lang="en-US" altLang="zh-CN" sz="2800" b="0" noProof="0" dirty="0">
                <a:solidFill>
                  <a:srgbClr val="0070C0"/>
                </a:solidFill>
                <a:latin typeface="+mn-lt"/>
                <a:sym typeface="Symbol" pitchFamily="18" charset="2"/>
              </a:rPr>
              <a:t>0</a:t>
            </a:r>
            <a:endParaRPr kumimoji="0" lang="en-US" altLang="zh-CN" sz="2800" b="0" i="0" u="none" strike="noStrike" kern="1200" cap="none" spc="0" normalizeH="0" baseline="0" noProof="0" dirty="0">
              <a:ln>
                <a:noFill/>
              </a:ln>
              <a:solidFill>
                <a:srgbClr val="0070C0"/>
              </a:solidFill>
              <a:effectLst/>
              <a:uLnTx/>
              <a:uFillTx/>
              <a:latin typeface="+mn-lt"/>
            </a:endParaRPr>
          </a:p>
        </p:txBody>
      </p:sp>
    </p:spTree>
    <p:extLst>
      <p:ext uri="{BB962C8B-B14F-4D97-AF65-F5344CB8AC3E}">
        <p14:creationId xmlns:p14="http://schemas.microsoft.com/office/powerpoint/2010/main" val="405051567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灯片编号占位符 110"/>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13123CC-A5CC-40BF-912E-9416D5179362}" type="slidenum">
              <a:rPr kumimoji="0" lang="en-US" altLang="zh-CN" sz="1200" b="0" i="0" u="none" strike="noStrike" kern="1200" cap="none" spc="0" normalizeH="0" baseline="0" noProof="0" smtClean="0">
                <a:ln>
                  <a:noFill/>
                </a:ln>
                <a:solidFill>
                  <a:srgbClr val="000000"/>
                </a:solidFill>
                <a:effectLst/>
                <a:uLnTx/>
                <a:uFillTx/>
                <a:latin typeface="Arial Black"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106</a:t>
            </a:fld>
            <a:endParaRPr kumimoji="0" lang="en-US" altLang="zh-CN" sz="1200" b="0" i="0" u="none" strike="noStrike" kern="1200" cap="none" spc="0" normalizeH="0" baseline="0" noProof="0" dirty="0">
              <a:ln>
                <a:noFill/>
              </a:ln>
              <a:solidFill>
                <a:srgbClr val="000000"/>
              </a:solidFill>
              <a:effectLst/>
              <a:uLnTx/>
              <a:uFillTx/>
              <a:latin typeface="Arial Black" pitchFamily="34" charset="0"/>
              <a:ea typeface="宋体" pitchFamily="2" charset="-122"/>
              <a:cs typeface="+mn-cs"/>
            </a:endParaRPr>
          </a:p>
        </p:txBody>
      </p:sp>
      <p:sp>
        <p:nvSpPr>
          <p:cNvPr id="116" name="Rectangle 44">
            <a:extLst>
              <a:ext uri="{FF2B5EF4-FFF2-40B4-BE49-F238E27FC236}">
                <a16:creationId xmlns:a16="http://schemas.microsoft.com/office/drawing/2014/main" id="{64D954E9-8C9F-45AA-963D-87BBE5370F02}"/>
              </a:ext>
            </a:extLst>
          </p:cNvPr>
          <p:cNvSpPr>
            <a:spLocks noChangeArrowheads="1"/>
          </p:cNvSpPr>
          <p:nvPr/>
        </p:nvSpPr>
        <p:spPr bwMode="auto">
          <a:xfrm>
            <a:off x="1450403" y="5584546"/>
            <a:ext cx="6474836" cy="369332"/>
          </a:xfrm>
          <a:prstGeom prst="rect">
            <a:avLst/>
          </a:prstGeom>
          <a:noFill/>
          <a:ln w="9525">
            <a:noFill/>
            <a:miter lim="800000"/>
            <a:headEnd/>
            <a:tailEnd/>
          </a:ln>
        </p:spPr>
        <p:txBody>
          <a:bodyPr wrap="square" lIns="0" tIns="0" rIns="0" bIns="0">
            <a:spAutoFit/>
          </a:bodyPr>
          <a:lstStyle/>
          <a:p>
            <a:pPr lvl="0" algn="ctr">
              <a:defRPr/>
            </a:pPr>
            <a:r>
              <a:rPr lang="zh-CN" altLang="en-US" sz="2400" b="0" dirty="0">
                <a:solidFill>
                  <a:srgbClr val="000000"/>
                </a:solidFill>
                <a:latin typeface="黑体" panose="02010609060101010101" pitchFamily="49" charset="-122"/>
                <a:ea typeface="黑体" panose="02010609060101010101" pitchFamily="49" charset="-122"/>
              </a:rPr>
              <a:t>当计数器全</a:t>
            </a:r>
            <a:r>
              <a:rPr lang="en-US" altLang="zh-CN" sz="2400" b="0" dirty="0">
                <a:solidFill>
                  <a:srgbClr val="000000"/>
                </a:solidFill>
                <a:latin typeface="黑体" panose="02010609060101010101" pitchFamily="49" charset="-122"/>
                <a:ea typeface="黑体" panose="02010609060101010101" pitchFamily="49" charset="-122"/>
              </a:rPr>
              <a:t>1</a:t>
            </a:r>
            <a:r>
              <a:rPr lang="zh-CN" altLang="en-US" sz="2400" b="0" dirty="0">
                <a:solidFill>
                  <a:srgbClr val="000000"/>
                </a:solidFill>
                <a:latin typeface="黑体" panose="02010609060101010101" pitchFamily="49" charset="-122"/>
                <a:ea typeface="黑体" panose="02010609060101010101" pitchFamily="49" charset="-122"/>
              </a:rPr>
              <a:t>时，再来一个计数脉冲会如何？</a:t>
            </a:r>
            <a:endParaRPr lang="en-US" altLang="zh-CN" sz="2400" b="0" dirty="0">
              <a:solidFill>
                <a:srgbClr val="000000"/>
              </a:solidFill>
              <a:latin typeface="黑体" panose="02010609060101010101" pitchFamily="49" charset="-122"/>
              <a:ea typeface="黑体" panose="02010609060101010101" pitchFamily="49" charset="-122"/>
            </a:endParaRPr>
          </a:p>
        </p:txBody>
      </p:sp>
      <p:sp>
        <p:nvSpPr>
          <p:cNvPr id="4" name="Title 4">
            <a:extLst>
              <a:ext uri="{FF2B5EF4-FFF2-40B4-BE49-F238E27FC236}">
                <a16:creationId xmlns:a16="http://schemas.microsoft.com/office/drawing/2014/main" id="{82628E07-649C-C98B-0EAE-C1D45B8210A5}"/>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t>异步计数器</a:t>
            </a:r>
            <a:endParaRPr lang="en-CN" altLang="zh-CN" sz="4000" dirty="0">
              <a:solidFill>
                <a:srgbClr val="0000FF"/>
              </a:solidFill>
              <a:latin typeface="Arial" panose="020B0604020202020204" pitchFamily="34" charset="0"/>
              <a:cs typeface="Arial" panose="020B0604020202020204" pitchFamily="34" charset="0"/>
            </a:endParaRPr>
          </a:p>
        </p:txBody>
      </p:sp>
      <p:sp>
        <p:nvSpPr>
          <p:cNvPr id="87" name="内容占位符 2">
            <a:extLst>
              <a:ext uri="{FF2B5EF4-FFF2-40B4-BE49-F238E27FC236}">
                <a16:creationId xmlns:a16="http://schemas.microsoft.com/office/drawing/2014/main" id="{FCACEE3B-133D-4DE0-81A8-C4DC1B5F9790}"/>
              </a:ext>
            </a:extLst>
          </p:cNvPr>
          <p:cNvSpPr txBox="1">
            <a:spLocks/>
          </p:cNvSpPr>
          <p:nvPr/>
        </p:nvSpPr>
        <p:spPr bwMode="auto">
          <a:xfrm>
            <a:off x="536031" y="1393031"/>
            <a:ext cx="7886700" cy="132818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b="1">
                <a:solidFill>
                  <a:schemeClr val="tx1"/>
                </a:solidFill>
                <a:latin typeface="+mn-lt"/>
                <a:ea typeface="黑体" panose="02010609060101010101" pitchFamily="49" charset="-122"/>
                <a:cs typeface="+mn-cs"/>
              </a:defRPr>
            </a:lvl1pPr>
            <a:lvl2pPr marL="742950" indent="-285750" algn="l" rtl="0" eaLnBrk="1" fontAlgn="base" hangingPunct="1">
              <a:spcBef>
                <a:spcPct val="20000"/>
              </a:spcBef>
              <a:spcAft>
                <a:spcPct val="0"/>
              </a:spcAft>
              <a:buChar char="–"/>
              <a:defRPr sz="2800" b="1">
                <a:solidFill>
                  <a:schemeClr val="tx1"/>
                </a:solidFill>
                <a:latin typeface="+mn-lt"/>
                <a:ea typeface="黑体" panose="02010609060101010101" pitchFamily="49" charset="-122"/>
              </a:defRPr>
            </a:lvl2pPr>
            <a:lvl3pPr marL="1143000" indent="-228600" algn="l" rtl="0" eaLnBrk="1" fontAlgn="base" hangingPunct="1">
              <a:spcBef>
                <a:spcPct val="20000"/>
              </a:spcBef>
              <a:spcAft>
                <a:spcPct val="0"/>
              </a:spcAft>
              <a:buChar char="•"/>
              <a:defRPr sz="2400" b="1">
                <a:solidFill>
                  <a:schemeClr val="tx1"/>
                </a:solidFill>
                <a:latin typeface="+mn-lt"/>
                <a:ea typeface="黑体" panose="02010609060101010101" pitchFamily="49" charset="-122"/>
              </a:defRPr>
            </a:lvl3pPr>
            <a:lvl4pPr marL="1600200" indent="-228600" algn="l" rtl="0" eaLnBrk="1" fontAlgn="base" hangingPunct="1">
              <a:spcBef>
                <a:spcPct val="20000"/>
              </a:spcBef>
              <a:spcAft>
                <a:spcPct val="0"/>
              </a:spcAft>
              <a:buChar char="–"/>
              <a:defRPr sz="2000" b="1">
                <a:solidFill>
                  <a:schemeClr val="tx1"/>
                </a:solidFill>
                <a:latin typeface="+mn-lt"/>
                <a:ea typeface="黑体" panose="02010609060101010101" pitchFamily="49" charset="-122"/>
              </a:defRPr>
            </a:lvl4pPr>
            <a:lvl5pPr marL="2057400" indent="-228600" algn="l" rtl="0" eaLnBrk="1" fontAlgn="base" hangingPunct="1">
              <a:spcBef>
                <a:spcPct val="20000"/>
              </a:spcBef>
              <a:spcAft>
                <a:spcPct val="0"/>
              </a:spcAft>
              <a:buChar char="»"/>
              <a:defRPr sz="2000" b="1">
                <a:solidFill>
                  <a:schemeClr val="tx1"/>
                </a:solidFill>
                <a:latin typeface="+mn-lt"/>
                <a:ea typeface="黑体" panose="02010609060101010101" pitchFamily="49" charset="-122"/>
              </a:defRPr>
            </a:lvl5pPr>
            <a:lvl6pPr marL="2514600" indent="-228600" algn="l" rtl="0" eaLnBrk="1" fontAlgn="base" hangingPunct="1">
              <a:spcBef>
                <a:spcPct val="20000"/>
              </a:spcBef>
              <a:spcAft>
                <a:spcPct val="0"/>
              </a:spcAft>
              <a:buChar char="»"/>
              <a:defRPr sz="2000" b="1">
                <a:solidFill>
                  <a:schemeClr val="tx1"/>
                </a:solidFill>
                <a:latin typeface="+mn-lt"/>
                <a:ea typeface="+mn-ea"/>
              </a:defRPr>
            </a:lvl6pPr>
            <a:lvl7pPr marL="2971800" indent="-228600" algn="l" rtl="0" eaLnBrk="1" fontAlgn="base" hangingPunct="1">
              <a:spcBef>
                <a:spcPct val="20000"/>
              </a:spcBef>
              <a:spcAft>
                <a:spcPct val="0"/>
              </a:spcAft>
              <a:buChar char="»"/>
              <a:defRPr sz="2000" b="1">
                <a:solidFill>
                  <a:schemeClr val="tx1"/>
                </a:solidFill>
                <a:latin typeface="+mn-lt"/>
                <a:ea typeface="+mn-ea"/>
              </a:defRPr>
            </a:lvl7pPr>
            <a:lvl8pPr marL="3429000" indent="-228600" algn="l" rtl="0" eaLnBrk="1" fontAlgn="base" hangingPunct="1">
              <a:spcBef>
                <a:spcPct val="20000"/>
              </a:spcBef>
              <a:spcAft>
                <a:spcPct val="0"/>
              </a:spcAft>
              <a:buChar char="»"/>
              <a:defRPr sz="2000" b="1">
                <a:solidFill>
                  <a:schemeClr val="tx1"/>
                </a:solidFill>
                <a:latin typeface="+mn-lt"/>
                <a:ea typeface="+mn-ea"/>
              </a:defRPr>
            </a:lvl8pPr>
            <a:lvl9pPr marL="3886200" indent="-228600" algn="l" rtl="0" eaLnBrk="1" fontAlgn="base" hangingPunct="1">
              <a:spcBef>
                <a:spcPct val="20000"/>
              </a:spcBef>
              <a:spcAft>
                <a:spcPct val="0"/>
              </a:spcAft>
              <a:buChar char="»"/>
              <a:defRPr sz="2000" b="1">
                <a:solidFill>
                  <a:schemeClr val="tx1"/>
                </a:solidFill>
                <a:latin typeface="+mn-lt"/>
                <a:ea typeface="+mn-ea"/>
              </a:defRPr>
            </a:lvl9pPr>
          </a:lstStyle>
          <a:p>
            <a:r>
              <a:rPr lang="zh-CN" altLang="en-US" sz="2800" b="0" kern="0" dirty="0">
                <a:solidFill>
                  <a:srgbClr val="000000"/>
                </a:solidFill>
                <a:ea typeface="黑体"/>
              </a:rPr>
              <a:t>异步</a:t>
            </a:r>
            <a:endParaRPr lang="en-US" altLang="zh-CN" sz="2800" b="0" kern="0" dirty="0">
              <a:solidFill>
                <a:srgbClr val="000000"/>
              </a:solidFill>
              <a:ea typeface="黑体"/>
            </a:endParaRPr>
          </a:p>
          <a:p>
            <a:pPr lvl="1"/>
            <a:r>
              <a:rPr lang="zh-CN" altLang="en-US" sz="2400" b="0" kern="0" dirty="0">
                <a:solidFill>
                  <a:srgbClr val="000000"/>
                </a:solidFill>
                <a:latin typeface="Calibri"/>
                <a:ea typeface="黑体"/>
              </a:rPr>
              <a:t>各个触发器没有使用同一个时钟信号</a:t>
            </a:r>
            <a:endParaRPr lang="zh-CN" altLang="en-US" sz="2400" b="0" kern="0" dirty="0"/>
          </a:p>
          <a:p>
            <a:pPr lvl="1"/>
            <a:endParaRPr lang="en-US" altLang="zh-CN" sz="2000" b="0" kern="0" dirty="0">
              <a:solidFill>
                <a:srgbClr val="C00000"/>
              </a:solidFill>
              <a:ea typeface="黑体"/>
            </a:endParaRPr>
          </a:p>
        </p:txBody>
      </p:sp>
      <p:grpSp>
        <p:nvGrpSpPr>
          <p:cNvPr id="88" name="组合 87">
            <a:extLst>
              <a:ext uri="{FF2B5EF4-FFF2-40B4-BE49-F238E27FC236}">
                <a16:creationId xmlns:a16="http://schemas.microsoft.com/office/drawing/2014/main" id="{3C111ADC-AC8D-48C2-AF22-BB7F3FF5D40D}"/>
              </a:ext>
            </a:extLst>
          </p:cNvPr>
          <p:cNvGrpSpPr>
            <a:grpSpLocks noChangeAspect="1"/>
          </p:cNvGrpSpPr>
          <p:nvPr/>
        </p:nvGrpSpPr>
        <p:grpSpPr>
          <a:xfrm>
            <a:off x="248744" y="3114267"/>
            <a:ext cx="8742856" cy="2052338"/>
            <a:chOff x="870138" y="3081337"/>
            <a:chExt cx="7223769" cy="1695739"/>
          </a:xfrm>
        </p:grpSpPr>
        <p:sp>
          <p:nvSpPr>
            <p:cNvPr id="89" name="Rectangle 5">
              <a:extLst>
                <a:ext uri="{FF2B5EF4-FFF2-40B4-BE49-F238E27FC236}">
                  <a16:creationId xmlns:a16="http://schemas.microsoft.com/office/drawing/2014/main" id="{B9B37C7C-2A15-4C00-B320-99235833EB58}"/>
                </a:ext>
              </a:extLst>
            </p:cNvPr>
            <p:cNvSpPr>
              <a:spLocks noChangeArrowheads="1"/>
            </p:cNvSpPr>
            <p:nvPr/>
          </p:nvSpPr>
          <p:spPr bwMode="auto">
            <a:xfrm>
              <a:off x="2235310" y="3634880"/>
              <a:ext cx="588001" cy="953570"/>
            </a:xfrm>
            <a:prstGeom prst="rect">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90" name="Rectangle 6">
              <a:extLst>
                <a:ext uri="{FF2B5EF4-FFF2-40B4-BE49-F238E27FC236}">
                  <a16:creationId xmlns:a16="http://schemas.microsoft.com/office/drawing/2014/main" id="{E4A1ED4E-8ACE-474A-BD96-4C9541FA0F12}"/>
                </a:ext>
              </a:extLst>
            </p:cNvPr>
            <p:cNvSpPr>
              <a:spLocks noChangeArrowheads="1"/>
            </p:cNvSpPr>
            <p:nvPr/>
          </p:nvSpPr>
          <p:spPr bwMode="auto">
            <a:xfrm>
              <a:off x="2283171" y="3724682"/>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CN" sz="1500" i="1" dirty="0">
                  <a:solidFill>
                    <a:srgbClr val="000000"/>
                  </a:solidFill>
                  <a:latin typeface="Times New Roman" pitchFamily="18" charset="0"/>
                </a:rPr>
                <a:t>D</a:t>
              </a:r>
              <a:endParaRPr kumimoji="0" lang="en-US" altLang="zh-CN" sz="1500" b="0" i="0" u="none" strike="noStrike" kern="1200" cap="none" spc="0" normalizeH="0" baseline="0" noProof="0" dirty="0">
                <a:ln>
                  <a:noFill/>
                </a:ln>
                <a:solidFill>
                  <a:srgbClr val="000000"/>
                </a:solidFill>
                <a:effectLst/>
                <a:uLnTx/>
                <a:uFillTx/>
              </a:endParaRPr>
            </a:p>
          </p:txBody>
        </p:sp>
        <p:sp>
          <p:nvSpPr>
            <p:cNvPr id="91" name="Rectangle 7">
              <a:extLst>
                <a:ext uri="{FF2B5EF4-FFF2-40B4-BE49-F238E27FC236}">
                  <a16:creationId xmlns:a16="http://schemas.microsoft.com/office/drawing/2014/main" id="{E91BB91E-DDA7-4F05-A3BD-BD0345723FAF}"/>
                </a:ext>
              </a:extLst>
            </p:cNvPr>
            <p:cNvSpPr>
              <a:spLocks noChangeArrowheads="1"/>
            </p:cNvSpPr>
            <p:nvPr/>
          </p:nvSpPr>
          <p:spPr bwMode="auto">
            <a:xfrm>
              <a:off x="2631869" y="3710795"/>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a:ln>
                  <a:noFill/>
                </a:ln>
                <a:solidFill>
                  <a:srgbClr val="000000"/>
                </a:solidFill>
                <a:effectLst/>
                <a:uLnTx/>
                <a:uFillTx/>
                <a:ea typeface="宋体" pitchFamily="2" charset="-122"/>
                <a:cs typeface="+mn-cs"/>
              </a:endParaRPr>
            </a:p>
          </p:txBody>
        </p:sp>
        <p:sp>
          <p:nvSpPr>
            <p:cNvPr id="92" name="Rectangle 8">
              <a:extLst>
                <a:ext uri="{FF2B5EF4-FFF2-40B4-BE49-F238E27FC236}">
                  <a16:creationId xmlns:a16="http://schemas.microsoft.com/office/drawing/2014/main" id="{61C5DB17-72AD-4827-9E45-EDBF754FFBE9}"/>
                </a:ext>
              </a:extLst>
            </p:cNvPr>
            <p:cNvSpPr>
              <a:spLocks noChangeArrowheads="1"/>
            </p:cNvSpPr>
            <p:nvPr/>
          </p:nvSpPr>
          <p:spPr bwMode="auto">
            <a:xfrm>
              <a:off x="2644689" y="4214428"/>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93" name="Oval 9">
              <a:extLst>
                <a:ext uri="{FF2B5EF4-FFF2-40B4-BE49-F238E27FC236}">
                  <a16:creationId xmlns:a16="http://schemas.microsoft.com/office/drawing/2014/main" id="{7CD0935E-544F-47A2-B708-3CAE272E0F8F}"/>
                </a:ext>
              </a:extLst>
            </p:cNvPr>
            <p:cNvSpPr>
              <a:spLocks noChangeArrowheads="1"/>
            </p:cNvSpPr>
            <p:nvPr/>
          </p:nvSpPr>
          <p:spPr bwMode="auto">
            <a:xfrm>
              <a:off x="2823311" y="4323672"/>
              <a:ext cx="109728" cy="105541"/>
            </a:xfrm>
            <a:prstGeom prst="ellipse">
              <a:avLst/>
            </a:prstGeom>
            <a:solidFill>
              <a:srgbClr val="FFFFFF"/>
            </a:solidFill>
            <a:ln w="1905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94" name="Oval 10">
              <a:extLst>
                <a:ext uri="{FF2B5EF4-FFF2-40B4-BE49-F238E27FC236}">
                  <a16:creationId xmlns:a16="http://schemas.microsoft.com/office/drawing/2014/main" id="{80FB98C3-64AB-4391-83CB-DBC7E75A6DCC}"/>
                </a:ext>
              </a:extLst>
            </p:cNvPr>
            <p:cNvSpPr>
              <a:spLocks noChangeArrowheads="1"/>
            </p:cNvSpPr>
            <p:nvPr/>
          </p:nvSpPr>
          <p:spPr bwMode="auto">
            <a:xfrm>
              <a:off x="2823311" y="4323672"/>
              <a:ext cx="109728" cy="105541"/>
            </a:xfrm>
            <a:prstGeom prst="ellips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95" name="Rectangle 11">
              <a:extLst>
                <a:ext uri="{FF2B5EF4-FFF2-40B4-BE49-F238E27FC236}">
                  <a16:creationId xmlns:a16="http://schemas.microsoft.com/office/drawing/2014/main" id="{35DFF27F-0EC1-4556-92A7-8010DF5A00C3}"/>
                </a:ext>
              </a:extLst>
            </p:cNvPr>
            <p:cNvSpPr>
              <a:spLocks noChangeArrowheads="1"/>
            </p:cNvSpPr>
            <p:nvPr/>
          </p:nvSpPr>
          <p:spPr bwMode="auto">
            <a:xfrm>
              <a:off x="2399404" y="4032972"/>
              <a:ext cx="12819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96" name="Freeform 12">
              <a:extLst>
                <a:ext uri="{FF2B5EF4-FFF2-40B4-BE49-F238E27FC236}">
                  <a16:creationId xmlns:a16="http://schemas.microsoft.com/office/drawing/2014/main" id="{5561E4B5-5006-494A-A4A7-853EC350B6C3}"/>
                </a:ext>
              </a:extLst>
            </p:cNvPr>
            <p:cNvSpPr>
              <a:spLocks/>
            </p:cNvSpPr>
            <p:nvPr/>
          </p:nvSpPr>
          <p:spPr bwMode="auto">
            <a:xfrm>
              <a:off x="2235310" y="4058894"/>
              <a:ext cx="147000" cy="212007"/>
            </a:xfrm>
            <a:custGeom>
              <a:avLst/>
              <a:gdLst>
                <a:gd name="T0" fmla="*/ 0 w 172"/>
                <a:gd name="T1" fmla="*/ 229 h 229"/>
                <a:gd name="T2" fmla="*/ 172 w 172"/>
                <a:gd name="T3" fmla="*/ 115 h 229"/>
                <a:gd name="T4" fmla="*/ 0 w 172"/>
                <a:gd name="T5" fmla="*/ 0 h 229"/>
                <a:gd name="T6" fmla="*/ 0 60000 65536"/>
                <a:gd name="T7" fmla="*/ 0 60000 65536"/>
                <a:gd name="T8" fmla="*/ 0 60000 65536"/>
                <a:gd name="T9" fmla="*/ 0 w 172"/>
                <a:gd name="T10" fmla="*/ 0 h 229"/>
                <a:gd name="T11" fmla="*/ 172 w 172"/>
                <a:gd name="T12" fmla="*/ 229 h 229"/>
              </a:gdLst>
              <a:ahLst/>
              <a:cxnLst>
                <a:cxn ang="T6">
                  <a:pos x="T0" y="T1"/>
                </a:cxn>
                <a:cxn ang="T7">
                  <a:pos x="T2" y="T3"/>
                </a:cxn>
                <a:cxn ang="T8">
                  <a:pos x="T4" y="T5"/>
                </a:cxn>
              </a:cxnLst>
              <a:rect l="T9" t="T10" r="T11" b="T12"/>
              <a:pathLst>
                <a:path w="172" h="229">
                  <a:moveTo>
                    <a:pt x="0" y="229"/>
                  </a:moveTo>
                  <a:lnTo>
                    <a:pt x="172" y="115"/>
                  </a:lnTo>
                  <a:lnTo>
                    <a:pt x="0" y="0"/>
                  </a:lnTo>
                </a:path>
              </a:pathLst>
            </a:custGeom>
            <a:noFill/>
            <a:ln w="19050"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97" name="Line 37">
              <a:extLst>
                <a:ext uri="{FF2B5EF4-FFF2-40B4-BE49-F238E27FC236}">
                  <a16:creationId xmlns:a16="http://schemas.microsoft.com/office/drawing/2014/main" id="{2ACA45DB-3B7A-4961-A801-60DF5025462B}"/>
                </a:ext>
              </a:extLst>
            </p:cNvPr>
            <p:cNvSpPr>
              <a:spLocks noChangeShapeType="1"/>
            </p:cNvSpPr>
            <p:nvPr/>
          </p:nvSpPr>
          <p:spPr bwMode="auto">
            <a:xfrm>
              <a:off x="2823312" y="3847813"/>
              <a:ext cx="147000" cy="926"/>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98" name="Line 42">
              <a:extLst>
                <a:ext uri="{FF2B5EF4-FFF2-40B4-BE49-F238E27FC236}">
                  <a16:creationId xmlns:a16="http://schemas.microsoft.com/office/drawing/2014/main" id="{600CB690-54FC-48FB-8A32-CF87188A9B7E}"/>
                </a:ext>
              </a:extLst>
            </p:cNvPr>
            <p:cNvSpPr>
              <a:spLocks noChangeShapeType="1"/>
            </p:cNvSpPr>
            <p:nvPr/>
          </p:nvSpPr>
          <p:spPr bwMode="auto">
            <a:xfrm flipH="1">
              <a:off x="1745594" y="4165361"/>
              <a:ext cx="489716" cy="926"/>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99" name="Rectangle 43">
              <a:extLst>
                <a:ext uri="{FF2B5EF4-FFF2-40B4-BE49-F238E27FC236}">
                  <a16:creationId xmlns:a16="http://schemas.microsoft.com/office/drawing/2014/main" id="{5F10F0DC-723B-489F-A492-951438C93F5B}"/>
                </a:ext>
              </a:extLst>
            </p:cNvPr>
            <p:cNvSpPr>
              <a:spLocks noChangeArrowheads="1"/>
            </p:cNvSpPr>
            <p:nvPr/>
          </p:nvSpPr>
          <p:spPr bwMode="auto">
            <a:xfrm>
              <a:off x="1069556" y="4039807"/>
              <a:ext cx="613234" cy="508599"/>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mn-lt"/>
                </a:rPr>
                <a:t>Count</a:t>
              </a:r>
            </a:p>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CN" sz="2000" b="0" dirty="0">
                  <a:solidFill>
                    <a:srgbClr val="000000"/>
                  </a:solidFill>
                  <a:latin typeface="+mn-lt"/>
                </a:rPr>
                <a:t>pulses</a:t>
              </a:r>
              <a:endParaRPr kumimoji="0" lang="en-US" altLang="zh-CN" sz="2000" b="0" i="0" u="none" strike="noStrike" kern="1200" cap="none" spc="0" normalizeH="0" baseline="0" noProof="0" dirty="0">
                <a:ln>
                  <a:noFill/>
                </a:ln>
                <a:solidFill>
                  <a:srgbClr val="000000"/>
                </a:solidFill>
                <a:effectLst/>
                <a:uLnTx/>
                <a:uFillTx/>
                <a:latin typeface="+mn-lt"/>
              </a:endParaRPr>
            </a:p>
          </p:txBody>
        </p:sp>
        <p:sp>
          <p:nvSpPr>
            <p:cNvPr id="100" name="Line 45">
              <a:extLst>
                <a:ext uri="{FF2B5EF4-FFF2-40B4-BE49-F238E27FC236}">
                  <a16:creationId xmlns:a16="http://schemas.microsoft.com/office/drawing/2014/main" id="{1E859C65-9AFF-4B04-BE8F-398A6232F74E}"/>
                </a:ext>
              </a:extLst>
            </p:cNvPr>
            <p:cNvSpPr>
              <a:spLocks noChangeShapeType="1"/>
            </p:cNvSpPr>
            <p:nvPr/>
          </p:nvSpPr>
          <p:spPr bwMode="auto">
            <a:xfrm flipV="1">
              <a:off x="2970313" y="3337924"/>
              <a:ext cx="0" cy="509889"/>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01" name="Rectangle 54">
              <a:extLst>
                <a:ext uri="{FF2B5EF4-FFF2-40B4-BE49-F238E27FC236}">
                  <a16:creationId xmlns:a16="http://schemas.microsoft.com/office/drawing/2014/main" id="{EEE10477-51F0-4059-83DA-B2BE398ADBAE}"/>
                </a:ext>
              </a:extLst>
            </p:cNvPr>
            <p:cNvSpPr>
              <a:spLocks noChangeArrowheads="1"/>
            </p:cNvSpPr>
            <p:nvPr/>
          </p:nvSpPr>
          <p:spPr bwMode="auto">
            <a:xfrm>
              <a:off x="2709643" y="3346957"/>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02" name="Rectangle 55">
              <a:extLst>
                <a:ext uri="{FF2B5EF4-FFF2-40B4-BE49-F238E27FC236}">
                  <a16:creationId xmlns:a16="http://schemas.microsoft.com/office/drawing/2014/main" id="{C87558F9-8E6B-4784-B076-931810AEB94B}"/>
                </a:ext>
              </a:extLst>
            </p:cNvPr>
            <p:cNvSpPr>
              <a:spLocks noChangeArrowheads="1"/>
            </p:cNvSpPr>
            <p:nvPr/>
          </p:nvSpPr>
          <p:spPr bwMode="auto">
            <a:xfrm>
              <a:off x="2839696" y="3473791"/>
              <a:ext cx="96576"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0</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03" name="Freeform 58">
              <a:extLst>
                <a:ext uri="{FF2B5EF4-FFF2-40B4-BE49-F238E27FC236}">
                  <a16:creationId xmlns:a16="http://schemas.microsoft.com/office/drawing/2014/main" id="{96C08C13-1CC9-42F1-9CAA-1DA6ED4644F2}"/>
                </a:ext>
              </a:extLst>
            </p:cNvPr>
            <p:cNvSpPr>
              <a:spLocks/>
            </p:cNvSpPr>
            <p:nvPr/>
          </p:nvSpPr>
          <p:spPr bwMode="auto">
            <a:xfrm>
              <a:off x="1240163" y="3854673"/>
              <a:ext cx="73152" cy="73152"/>
            </a:xfrm>
            <a:custGeom>
              <a:avLst/>
              <a:gdLst>
                <a:gd name="T0" fmla="*/ 48 w 104"/>
                <a:gd name="T1" fmla="*/ 0 h 104"/>
                <a:gd name="T2" fmla="*/ 94 w 104"/>
                <a:gd name="T3" fmla="*/ 46 h 104"/>
                <a:gd name="T4" fmla="*/ 48 w 104"/>
                <a:gd name="T5" fmla="*/ 92 h 104"/>
                <a:gd name="T6" fmla="*/ 48 w 104"/>
                <a:gd name="T7" fmla="*/ 92 h 104"/>
                <a:gd name="T8" fmla="*/ 0 w 104"/>
                <a:gd name="T9" fmla="*/ 46 h 104"/>
                <a:gd name="T10" fmla="*/ 48 w 104"/>
                <a:gd name="T11" fmla="*/ 0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52" y="0"/>
                  </a:moveTo>
                  <a:cubicBezTo>
                    <a:pt x="81" y="0"/>
                    <a:pt x="104" y="24"/>
                    <a:pt x="104" y="52"/>
                  </a:cubicBezTo>
                  <a:cubicBezTo>
                    <a:pt x="104" y="81"/>
                    <a:pt x="81" y="104"/>
                    <a:pt x="52" y="104"/>
                  </a:cubicBezTo>
                  <a:cubicBezTo>
                    <a:pt x="52" y="104"/>
                    <a:pt x="52" y="104"/>
                    <a:pt x="52" y="104"/>
                  </a:cubicBezTo>
                  <a:cubicBezTo>
                    <a:pt x="23" y="104"/>
                    <a:pt x="0" y="81"/>
                    <a:pt x="0" y="52"/>
                  </a:cubicBezTo>
                  <a:cubicBezTo>
                    <a:pt x="0" y="24"/>
                    <a:pt x="23" y="0"/>
                    <a:pt x="52" y="0"/>
                  </a:cubicBezTo>
                </a:path>
              </a:pathLst>
            </a:custGeom>
            <a:solidFill>
              <a:srgbClr val="000000"/>
            </a:solidFill>
            <a:ln w="1905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04" name="Rectangle 63">
              <a:extLst>
                <a:ext uri="{FF2B5EF4-FFF2-40B4-BE49-F238E27FC236}">
                  <a16:creationId xmlns:a16="http://schemas.microsoft.com/office/drawing/2014/main" id="{633D0BAD-AE35-4F2F-B677-2C5D7AEA61FC}"/>
                </a:ext>
              </a:extLst>
            </p:cNvPr>
            <p:cNvSpPr>
              <a:spLocks noChangeArrowheads="1"/>
            </p:cNvSpPr>
            <p:nvPr/>
          </p:nvSpPr>
          <p:spPr bwMode="auto">
            <a:xfrm>
              <a:off x="916454" y="3593226"/>
              <a:ext cx="141720" cy="305160"/>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mn-lt"/>
                  <a:ea typeface="宋体" pitchFamily="2" charset="-122"/>
                  <a:cs typeface="+mn-cs"/>
                </a:rPr>
                <a:t>1</a:t>
              </a:r>
            </a:p>
          </p:txBody>
        </p:sp>
        <p:sp>
          <p:nvSpPr>
            <p:cNvPr id="105" name="Text Box 67">
              <a:extLst>
                <a:ext uri="{FF2B5EF4-FFF2-40B4-BE49-F238E27FC236}">
                  <a16:creationId xmlns:a16="http://schemas.microsoft.com/office/drawing/2014/main" id="{E64ED307-5D27-4F86-A638-AF2DD40D1F19}"/>
                </a:ext>
              </a:extLst>
            </p:cNvPr>
            <p:cNvSpPr txBox="1">
              <a:spLocks noChangeArrowheads="1"/>
            </p:cNvSpPr>
            <p:nvPr/>
          </p:nvSpPr>
          <p:spPr bwMode="auto">
            <a:xfrm>
              <a:off x="2783289" y="3629406"/>
              <a:ext cx="266629" cy="432309"/>
            </a:xfrm>
            <a:prstGeom prst="rect">
              <a:avLst/>
            </a:prstGeom>
            <a:noFill/>
            <a:ln w="19050"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70C0"/>
                  </a:solidFill>
                  <a:effectLst/>
                  <a:uLnTx/>
                  <a:uFillTx/>
                  <a:latin typeface="+mn-lt"/>
                  <a:ea typeface="宋体" pitchFamily="2" charset="-122"/>
                  <a:cs typeface="+mn-cs"/>
                </a:rPr>
                <a:t>1</a:t>
              </a:r>
            </a:p>
          </p:txBody>
        </p:sp>
        <p:sp>
          <p:nvSpPr>
            <p:cNvPr id="106" name="Text Box 80">
              <a:extLst>
                <a:ext uri="{FF2B5EF4-FFF2-40B4-BE49-F238E27FC236}">
                  <a16:creationId xmlns:a16="http://schemas.microsoft.com/office/drawing/2014/main" id="{A6E1A81B-494D-4FDA-9ED9-2511B0ED875B}"/>
                </a:ext>
              </a:extLst>
            </p:cNvPr>
            <p:cNvSpPr txBox="1">
              <a:spLocks noChangeArrowheads="1"/>
            </p:cNvSpPr>
            <p:nvPr/>
          </p:nvSpPr>
          <p:spPr bwMode="auto">
            <a:xfrm>
              <a:off x="2838279" y="4319043"/>
              <a:ext cx="266629" cy="432309"/>
            </a:xfrm>
            <a:prstGeom prst="rect">
              <a:avLst/>
            </a:prstGeom>
            <a:noFill/>
            <a:ln w="19050"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70C0"/>
                  </a:solidFill>
                  <a:effectLst/>
                  <a:uLnTx/>
                  <a:uFillTx/>
                  <a:latin typeface="+mn-lt"/>
                  <a:ea typeface="宋体" pitchFamily="2" charset="-122"/>
                  <a:cs typeface="+mn-cs"/>
                </a:rPr>
                <a:t>0</a:t>
              </a:r>
            </a:p>
          </p:txBody>
        </p:sp>
        <p:grpSp>
          <p:nvGrpSpPr>
            <p:cNvPr id="107" name="Group 75">
              <a:extLst>
                <a:ext uri="{FF2B5EF4-FFF2-40B4-BE49-F238E27FC236}">
                  <a16:creationId xmlns:a16="http://schemas.microsoft.com/office/drawing/2014/main" id="{AB70A94D-25FF-4004-B53F-1872645CC411}"/>
                </a:ext>
              </a:extLst>
            </p:cNvPr>
            <p:cNvGrpSpPr>
              <a:grpSpLocks/>
            </p:cNvGrpSpPr>
            <p:nvPr/>
          </p:nvGrpSpPr>
          <p:grpSpPr bwMode="auto">
            <a:xfrm>
              <a:off x="1749895" y="4317179"/>
              <a:ext cx="355506" cy="311067"/>
              <a:chOff x="384" y="3600"/>
              <a:chExt cx="384" cy="336"/>
            </a:xfrm>
          </p:grpSpPr>
          <p:sp>
            <p:nvSpPr>
              <p:cNvPr id="189" name="Line 76">
                <a:extLst>
                  <a:ext uri="{FF2B5EF4-FFF2-40B4-BE49-F238E27FC236}">
                    <a16:creationId xmlns:a16="http://schemas.microsoft.com/office/drawing/2014/main" id="{4A1BED6D-BA77-4864-96EC-CADE5E86483C}"/>
                  </a:ext>
                </a:extLst>
              </p:cNvPr>
              <p:cNvSpPr>
                <a:spLocks noChangeShapeType="1"/>
              </p:cNvSpPr>
              <p:nvPr/>
            </p:nvSpPr>
            <p:spPr bwMode="auto">
              <a:xfrm>
                <a:off x="384" y="3936"/>
                <a:ext cx="192" cy="0"/>
              </a:xfrm>
              <a:prstGeom prst="line">
                <a:avLst/>
              </a:prstGeom>
              <a:noFill/>
              <a:ln w="38100">
                <a:solidFill>
                  <a:srgbClr val="FF0066"/>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90" name="Line 77">
                <a:extLst>
                  <a:ext uri="{FF2B5EF4-FFF2-40B4-BE49-F238E27FC236}">
                    <a16:creationId xmlns:a16="http://schemas.microsoft.com/office/drawing/2014/main" id="{792266E2-5F1A-4A9D-AC30-06AE7B4BE520}"/>
                  </a:ext>
                </a:extLst>
              </p:cNvPr>
              <p:cNvSpPr>
                <a:spLocks noChangeShapeType="1"/>
              </p:cNvSpPr>
              <p:nvPr/>
            </p:nvSpPr>
            <p:spPr bwMode="auto">
              <a:xfrm>
                <a:off x="576" y="3600"/>
                <a:ext cx="192" cy="0"/>
              </a:xfrm>
              <a:prstGeom prst="line">
                <a:avLst/>
              </a:prstGeom>
              <a:noFill/>
              <a:ln w="38100">
                <a:solidFill>
                  <a:srgbClr val="FF0066"/>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91" name="Line 78">
                <a:extLst>
                  <a:ext uri="{FF2B5EF4-FFF2-40B4-BE49-F238E27FC236}">
                    <a16:creationId xmlns:a16="http://schemas.microsoft.com/office/drawing/2014/main" id="{638417A2-FEAA-4409-ADA8-D4A74FEF1B6E}"/>
                  </a:ext>
                </a:extLst>
              </p:cNvPr>
              <p:cNvSpPr>
                <a:spLocks noChangeShapeType="1"/>
              </p:cNvSpPr>
              <p:nvPr/>
            </p:nvSpPr>
            <p:spPr bwMode="auto">
              <a:xfrm flipV="1">
                <a:off x="576" y="3600"/>
                <a:ext cx="0" cy="336"/>
              </a:xfrm>
              <a:prstGeom prst="line">
                <a:avLst/>
              </a:prstGeom>
              <a:noFill/>
              <a:ln w="38100">
                <a:solidFill>
                  <a:srgbClr val="FF0066"/>
                </a:solidFill>
                <a:round/>
                <a:headEnd/>
                <a:tailEnd type="triangle" w="med" len="me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grpSp>
        <p:pic>
          <p:nvPicPr>
            <p:cNvPr id="108" name="图片 107">
              <a:extLst>
                <a:ext uri="{FF2B5EF4-FFF2-40B4-BE49-F238E27FC236}">
                  <a16:creationId xmlns:a16="http://schemas.microsoft.com/office/drawing/2014/main" id="{1C15A771-426E-42DB-BFC7-AF1826A672B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0812" y="3638059"/>
              <a:ext cx="751985" cy="375993"/>
            </a:xfrm>
            <a:prstGeom prst="rect">
              <a:avLst/>
            </a:prstGeom>
            <a:ln w="19050">
              <a:noFill/>
            </a:ln>
          </p:spPr>
        </p:pic>
        <p:sp>
          <p:nvSpPr>
            <p:cNvPr id="109" name="Line 42">
              <a:extLst>
                <a:ext uri="{FF2B5EF4-FFF2-40B4-BE49-F238E27FC236}">
                  <a16:creationId xmlns:a16="http://schemas.microsoft.com/office/drawing/2014/main" id="{4D158444-5638-4B58-A0BC-7773DEB7A6A5}"/>
                </a:ext>
              </a:extLst>
            </p:cNvPr>
            <p:cNvSpPr>
              <a:spLocks noChangeShapeType="1"/>
            </p:cNvSpPr>
            <p:nvPr/>
          </p:nvSpPr>
          <p:spPr bwMode="auto">
            <a:xfrm flipH="1">
              <a:off x="870138" y="3899914"/>
              <a:ext cx="730159"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0" name="Line 45">
              <a:extLst>
                <a:ext uri="{FF2B5EF4-FFF2-40B4-BE49-F238E27FC236}">
                  <a16:creationId xmlns:a16="http://schemas.microsoft.com/office/drawing/2014/main" id="{AA3CD476-3BFA-4861-B357-FB308CDF7A0D}"/>
                </a:ext>
              </a:extLst>
            </p:cNvPr>
            <p:cNvSpPr>
              <a:spLocks noChangeShapeType="1"/>
            </p:cNvSpPr>
            <p:nvPr/>
          </p:nvSpPr>
          <p:spPr bwMode="auto">
            <a:xfrm flipV="1">
              <a:off x="1563837" y="3322849"/>
              <a:ext cx="855" cy="425866"/>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7" name="Line 45">
              <a:extLst>
                <a:ext uri="{FF2B5EF4-FFF2-40B4-BE49-F238E27FC236}">
                  <a16:creationId xmlns:a16="http://schemas.microsoft.com/office/drawing/2014/main" id="{8A7BC507-F57B-43BC-AD8D-87B0CF2F1D3F}"/>
                </a:ext>
              </a:extLst>
            </p:cNvPr>
            <p:cNvSpPr>
              <a:spLocks noChangeShapeType="1"/>
            </p:cNvSpPr>
            <p:nvPr/>
          </p:nvSpPr>
          <p:spPr bwMode="auto">
            <a:xfrm flipH="1" flipV="1">
              <a:off x="1566443" y="3322849"/>
              <a:ext cx="1403011" cy="7443"/>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8" name="Line 45">
              <a:extLst>
                <a:ext uri="{FF2B5EF4-FFF2-40B4-BE49-F238E27FC236}">
                  <a16:creationId xmlns:a16="http://schemas.microsoft.com/office/drawing/2014/main" id="{412489DC-93AA-4D96-A066-835182698A7D}"/>
                </a:ext>
              </a:extLst>
            </p:cNvPr>
            <p:cNvSpPr>
              <a:spLocks noChangeShapeType="1"/>
            </p:cNvSpPr>
            <p:nvPr/>
          </p:nvSpPr>
          <p:spPr bwMode="auto">
            <a:xfrm flipV="1">
              <a:off x="1274884" y="3118496"/>
              <a:ext cx="0" cy="77059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9" name="Line 45">
              <a:extLst>
                <a:ext uri="{FF2B5EF4-FFF2-40B4-BE49-F238E27FC236}">
                  <a16:creationId xmlns:a16="http://schemas.microsoft.com/office/drawing/2014/main" id="{2C74BC0D-8E3E-48AE-BE24-A61AA4713CAB}"/>
                </a:ext>
              </a:extLst>
            </p:cNvPr>
            <p:cNvSpPr>
              <a:spLocks noChangeShapeType="1"/>
            </p:cNvSpPr>
            <p:nvPr/>
          </p:nvSpPr>
          <p:spPr bwMode="auto">
            <a:xfrm flipH="1" flipV="1">
              <a:off x="1274883" y="3108358"/>
              <a:ext cx="2118597" cy="11361"/>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20" name="Line 37">
              <a:extLst>
                <a:ext uri="{FF2B5EF4-FFF2-40B4-BE49-F238E27FC236}">
                  <a16:creationId xmlns:a16="http://schemas.microsoft.com/office/drawing/2014/main" id="{C449118D-EFE9-434C-83A1-D09BEA5DD597}"/>
                </a:ext>
              </a:extLst>
            </p:cNvPr>
            <p:cNvSpPr>
              <a:spLocks noChangeShapeType="1"/>
            </p:cNvSpPr>
            <p:nvPr/>
          </p:nvSpPr>
          <p:spPr bwMode="auto">
            <a:xfrm>
              <a:off x="2929529" y="4374071"/>
              <a:ext cx="315803"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21" name="Rectangle 5">
              <a:extLst>
                <a:ext uri="{FF2B5EF4-FFF2-40B4-BE49-F238E27FC236}">
                  <a16:creationId xmlns:a16="http://schemas.microsoft.com/office/drawing/2014/main" id="{3CE38481-3B96-4E7C-A444-5D78AC985C9C}"/>
                </a:ext>
              </a:extLst>
            </p:cNvPr>
            <p:cNvSpPr>
              <a:spLocks noChangeArrowheads="1"/>
            </p:cNvSpPr>
            <p:nvPr/>
          </p:nvSpPr>
          <p:spPr bwMode="auto">
            <a:xfrm>
              <a:off x="3911557" y="3649197"/>
              <a:ext cx="588001" cy="953570"/>
            </a:xfrm>
            <a:prstGeom prst="rect">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22" name="Rectangle 6">
              <a:extLst>
                <a:ext uri="{FF2B5EF4-FFF2-40B4-BE49-F238E27FC236}">
                  <a16:creationId xmlns:a16="http://schemas.microsoft.com/office/drawing/2014/main" id="{A69C9153-E3D9-4893-BB2F-DB6493478B86}"/>
                </a:ext>
              </a:extLst>
            </p:cNvPr>
            <p:cNvSpPr>
              <a:spLocks noChangeArrowheads="1"/>
            </p:cNvSpPr>
            <p:nvPr/>
          </p:nvSpPr>
          <p:spPr bwMode="auto">
            <a:xfrm>
              <a:off x="3959418" y="3738999"/>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CN" sz="1500" i="1" dirty="0">
                  <a:solidFill>
                    <a:srgbClr val="000000"/>
                  </a:solidFill>
                  <a:latin typeface="Times New Roman" pitchFamily="18" charset="0"/>
                </a:rPr>
                <a:t>D</a:t>
              </a:r>
              <a:endParaRPr kumimoji="0" lang="en-US" altLang="zh-CN" sz="1500" b="0" i="0" u="none" strike="noStrike" kern="1200" cap="none" spc="0" normalizeH="0" baseline="0" noProof="0" dirty="0">
                <a:ln>
                  <a:noFill/>
                </a:ln>
                <a:solidFill>
                  <a:srgbClr val="000000"/>
                </a:solidFill>
                <a:effectLst/>
                <a:uLnTx/>
                <a:uFillTx/>
              </a:endParaRPr>
            </a:p>
          </p:txBody>
        </p:sp>
        <p:sp>
          <p:nvSpPr>
            <p:cNvPr id="123" name="Rectangle 7">
              <a:extLst>
                <a:ext uri="{FF2B5EF4-FFF2-40B4-BE49-F238E27FC236}">
                  <a16:creationId xmlns:a16="http://schemas.microsoft.com/office/drawing/2014/main" id="{097C1900-E911-49B7-9378-141A15181FD6}"/>
                </a:ext>
              </a:extLst>
            </p:cNvPr>
            <p:cNvSpPr>
              <a:spLocks noChangeArrowheads="1"/>
            </p:cNvSpPr>
            <p:nvPr/>
          </p:nvSpPr>
          <p:spPr bwMode="auto">
            <a:xfrm>
              <a:off x="4308116" y="3725112"/>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a:ln>
                  <a:noFill/>
                </a:ln>
                <a:solidFill>
                  <a:srgbClr val="000000"/>
                </a:solidFill>
                <a:effectLst/>
                <a:uLnTx/>
                <a:uFillTx/>
                <a:ea typeface="宋体" pitchFamily="2" charset="-122"/>
                <a:cs typeface="+mn-cs"/>
              </a:endParaRPr>
            </a:p>
          </p:txBody>
        </p:sp>
        <p:sp>
          <p:nvSpPr>
            <p:cNvPr id="124" name="Rectangle 8">
              <a:extLst>
                <a:ext uri="{FF2B5EF4-FFF2-40B4-BE49-F238E27FC236}">
                  <a16:creationId xmlns:a16="http://schemas.microsoft.com/office/drawing/2014/main" id="{5848D206-7C51-4166-9E66-024F36075FCD}"/>
                </a:ext>
              </a:extLst>
            </p:cNvPr>
            <p:cNvSpPr>
              <a:spLocks noChangeArrowheads="1"/>
            </p:cNvSpPr>
            <p:nvPr/>
          </p:nvSpPr>
          <p:spPr bwMode="auto">
            <a:xfrm>
              <a:off x="4320936" y="4228745"/>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a:ln>
                  <a:noFill/>
                </a:ln>
                <a:solidFill>
                  <a:srgbClr val="000000"/>
                </a:solidFill>
                <a:effectLst/>
                <a:uLnTx/>
                <a:uFillTx/>
                <a:ea typeface="宋体" pitchFamily="2" charset="-122"/>
                <a:cs typeface="+mn-cs"/>
              </a:endParaRPr>
            </a:p>
          </p:txBody>
        </p:sp>
        <p:sp>
          <p:nvSpPr>
            <p:cNvPr id="125" name="Oval 9">
              <a:extLst>
                <a:ext uri="{FF2B5EF4-FFF2-40B4-BE49-F238E27FC236}">
                  <a16:creationId xmlns:a16="http://schemas.microsoft.com/office/drawing/2014/main" id="{A9938577-9406-4553-BE40-1DA3EAF47C1A}"/>
                </a:ext>
              </a:extLst>
            </p:cNvPr>
            <p:cNvSpPr>
              <a:spLocks noChangeArrowheads="1"/>
            </p:cNvSpPr>
            <p:nvPr/>
          </p:nvSpPr>
          <p:spPr bwMode="auto">
            <a:xfrm>
              <a:off x="4499558" y="4337989"/>
              <a:ext cx="109728" cy="105541"/>
            </a:xfrm>
            <a:prstGeom prst="ellipse">
              <a:avLst/>
            </a:prstGeom>
            <a:solidFill>
              <a:srgbClr val="FFFFFF"/>
            </a:solidFill>
            <a:ln w="1905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26" name="Oval 10">
              <a:extLst>
                <a:ext uri="{FF2B5EF4-FFF2-40B4-BE49-F238E27FC236}">
                  <a16:creationId xmlns:a16="http://schemas.microsoft.com/office/drawing/2014/main" id="{5FF35FDB-22BF-4CDA-9477-EAA35D158DBD}"/>
                </a:ext>
              </a:extLst>
            </p:cNvPr>
            <p:cNvSpPr>
              <a:spLocks noChangeArrowheads="1"/>
            </p:cNvSpPr>
            <p:nvPr/>
          </p:nvSpPr>
          <p:spPr bwMode="auto">
            <a:xfrm>
              <a:off x="4499558" y="4337989"/>
              <a:ext cx="109728" cy="105541"/>
            </a:xfrm>
            <a:prstGeom prst="ellips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27" name="Rectangle 11">
              <a:extLst>
                <a:ext uri="{FF2B5EF4-FFF2-40B4-BE49-F238E27FC236}">
                  <a16:creationId xmlns:a16="http://schemas.microsoft.com/office/drawing/2014/main" id="{0E9A9C05-84E3-4DCD-8D07-50D38424328F}"/>
                </a:ext>
              </a:extLst>
            </p:cNvPr>
            <p:cNvSpPr>
              <a:spLocks noChangeArrowheads="1"/>
            </p:cNvSpPr>
            <p:nvPr/>
          </p:nvSpPr>
          <p:spPr bwMode="auto">
            <a:xfrm>
              <a:off x="4075651" y="4047289"/>
              <a:ext cx="12819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28" name="Freeform 12">
              <a:extLst>
                <a:ext uri="{FF2B5EF4-FFF2-40B4-BE49-F238E27FC236}">
                  <a16:creationId xmlns:a16="http://schemas.microsoft.com/office/drawing/2014/main" id="{02AEB954-F4FC-4C50-B166-8AF36C446FCD}"/>
                </a:ext>
              </a:extLst>
            </p:cNvPr>
            <p:cNvSpPr>
              <a:spLocks/>
            </p:cNvSpPr>
            <p:nvPr/>
          </p:nvSpPr>
          <p:spPr bwMode="auto">
            <a:xfrm>
              <a:off x="3911557" y="4073211"/>
              <a:ext cx="147000" cy="212007"/>
            </a:xfrm>
            <a:custGeom>
              <a:avLst/>
              <a:gdLst>
                <a:gd name="T0" fmla="*/ 0 w 172"/>
                <a:gd name="T1" fmla="*/ 229 h 229"/>
                <a:gd name="T2" fmla="*/ 172 w 172"/>
                <a:gd name="T3" fmla="*/ 115 h 229"/>
                <a:gd name="T4" fmla="*/ 0 w 172"/>
                <a:gd name="T5" fmla="*/ 0 h 229"/>
                <a:gd name="T6" fmla="*/ 0 60000 65536"/>
                <a:gd name="T7" fmla="*/ 0 60000 65536"/>
                <a:gd name="T8" fmla="*/ 0 60000 65536"/>
                <a:gd name="T9" fmla="*/ 0 w 172"/>
                <a:gd name="T10" fmla="*/ 0 h 229"/>
                <a:gd name="T11" fmla="*/ 172 w 172"/>
                <a:gd name="T12" fmla="*/ 229 h 229"/>
              </a:gdLst>
              <a:ahLst/>
              <a:cxnLst>
                <a:cxn ang="T6">
                  <a:pos x="T0" y="T1"/>
                </a:cxn>
                <a:cxn ang="T7">
                  <a:pos x="T2" y="T3"/>
                </a:cxn>
                <a:cxn ang="T8">
                  <a:pos x="T4" y="T5"/>
                </a:cxn>
              </a:cxnLst>
              <a:rect l="T9" t="T10" r="T11" b="T12"/>
              <a:pathLst>
                <a:path w="172" h="229">
                  <a:moveTo>
                    <a:pt x="0" y="229"/>
                  </a:moveTo>
                  <a:lnTo>
                    <a:pt x="172" y="115"/>
                  </a:lnTo>
                  <a:lnTo>
                    <a:pt x="0" y="0"/>
                  </a:lnTo>
                </a:path>
              </a:pathLst>
            </a:custGeom>
            <a:noFill/>
            <a:ln w="19050"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29" name="Line 37">
              <a:extLst>
                <a:ext uri="{FF2B5EF4-FFF2-40B4-BE49-F238E27FC236}">
                  <a16:creationId xmlns:a16="http://schemas.microsoft.com/office/drawing/2014/main" id="{39431A78-0859-4DDE-A90A-C65A0CAB25DB}"/>
                </a:ext>
              </a:extLst>
            </p:cNvPr>
            <p:cNvSpPr>
              <a:spLocks noChangeShapeType="1"/>
            </p:cNvSpPr>
            <p:nvPr/>
          </p:nvSpPr>
          <p:spPr bwMode="auto">
            <a:xfrm>
              <a:off x="4499559" y="3862130"/>
              <a:ext cx="147000" cy="926"/>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30" name="Line 42">
              <a:extLst>
                <a:ext uri="{FF2B5EF4-FFF2-40B4-BE49-F238E27FC236}">
                  <a16:creationId xmlns:a16="http://schemas.microsoft.com/office/drawing/2014/main" id="{E4EC757A-4392-4482-AD05-6F0BC2A47154}"/>
                </a:ext>
              </a:extLst>
            </p:cNvPr>
            <p:cNvSpPr>
              <a:spLocks noChangeShapeType="1"/>
            </p:cNvSpPr>
            <p:nvPr/>
          </p:nvSpPr>
          <p:spPr bwMode="auto">
            <a:xfrm flipH="1">
              <a:off x="3242690" y="4179678"/>
              <a:ext cx="668867"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31" name="Line 45">
              <a:extLst>
                <a:ext uri="{FF2B5EF4-FFF2-40B4-BE49-F238E27FC236}">
                  <a16:creationId xmlns:a16="http://schemas.microsoft.com/office/drawing/2014/main" id="{5E12C369-F58F-455E-9502-E9C3E39935B5}"/>
                </a:ext>
              </a:extLst>
            </p:cNvPr>
            <p:cNvSpPr>
              <a:spLocks noChangeShapeType="1"/>
            </p:cNvSpPr>
            <p:nvPr/>
          </p:nvSpPr>
          <p:spPr bwMode="auto">
            <a:xfrm flipV="1">
              <a:off x="4646560" y="3352241"/>
              <a:ext cx="0" cy="509889"/>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32" name="Rectangle 54">
              <a:extLst>
                <a:ext uri="{FF2B5EF4-FFF2-40B4-BE49-F238E27FC236}">
                  <a16:creationId xmlns:a16="http://schemas.microsoft.com/office/drawing/2014/main" id="{99861B8A-9BEE-48B7-8B1C-15E6D6A634D2}"/>
                </a:ext>
              </a:extLst>
            </p:cNvPr>
            <p:cNvSpPr>
              <a:spLocks noChangeArrowheads="1"/>
            </p:cNvSpPr>
            <p:nvPr/>
          </p:nvSpPr>
          <p:spPr bwMode="auto">
            <a:xfrm>
              <a:off x="4385890" y="3361274"/>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33" name="Rectangle 55">
              <a:extLst>
                <a:ext uri="{FF2B5EF4-FFF2-40B4-BE49-F238E27FC236}">
                  <a16:creationId xmlns:a16="http://schemas.microsoft.com/office/drawing/2014/main" id="{81109A4F-C86B-4612-A57C-6875AFB2897C}"/>
                </a:ext>
              </a:extLst>
            </p:cNvPr>
            <p:cNvSpPr>
              <a:spLocks noChangeArrowheads="1"/>
            </p:cNvSpPr>
            <p:nvPr/>
          </p:nvSpPr>
          <p:spPr bwMode="auto">
            <a:xfrm>
              <a:off x="4515943" y="3488108"/>
              <a:ext cx="79469" cy="190724"/>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1</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34" name="Text Box 67">
              <a:extLst>
                <a:ext uri="{FF2B5EF4-FFF2-40B4-BE49-F238E27FC236}">
                  <a16:creationId xmlns:a16="http://schemas.microsoft.com/office/drawing/2014/main" id="{341AF653-B591-4DBB-BBA8-E4217C2D1892}"/>
                </a:ext>
              </a:extLst>
            </p:cNvPr>
            <p:cNvSpPr txBox="1">
              <a:spLocks noChangeArrowheads="1"/>
            </p:cNvSpPr>
            <p:nvPr/>
          </p:nvSpPr>
          <p:spPr bwMode="auto">
            <a:xfrm>
              <a:off x="4459534" y="3643723"/>
              <a:ext cx="266629" cy="432309"/>
            </a:xfrm>
            <a:prstGeom prst="rect">
              <a:avLst/>
            </a:prstGeom>
            <a:noFill/>
            <a:ln w="19050"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lang="en-US" altLang="zh-CN" sz="2800" dirty="0">
                  <a:solidFill>
                    <a:srgbClr val="0070C0"/>
                  </a:solidFill>
                  <a:latin typeface="+mn-lt"/>
                </a:rPr>
                <a:t>1</a:t>
              </a:r>
              <a:endParaRPr kumimoji="0" lang="en-US" altLang="zh-CN" sz="2800" b="0" i="0" u="none" strike="noStrike" kern="1200" cap="none" spc="0" normalizeH="0" baseline="0" noProof="0" dirty="0">
                <a:ln>
                  <a:noFill/>
                </a:ln>
                <a:solidFill>
                  <a:srgbClr val="0070C0"/>
                </a:solidFill>
                <a:effectLst/>
                <a:uLnTx/>
                <a:uFillTx/>
                <a:latin typeface="+mn-lt"/>
                <a:ea typeface="宋体" pitchFamily="2" charset="-122"/>
                <a:cs typeface="+mn-cs"/>
              </a:endParaRPr>
            </a:p>
          </p:txBody>
        </p:sp>
        <p:sp>
          <p:nvSpPr>
            <p:cNvPr id="135" name="Text Box 80">
              <a:extLst>
                <a:ext uri="{FF2B5EF4-FFF2-40B4-BE49-F238E27FC236}">
                  <a16:creationId xmlns:a16="http://schemas.microsoft.com/office/drawing/2014/main" id="{C0E6BC1E-A40E-431F-A4BA-47B066CF1D86}"/>
                </a:ext>
              </a:extLst>
            </p:cNvPr>
            <p:cNvSpPr txBox="1">
              <a:spLocks noChangeArrowheads="1"/>
            </p:cNvSpPr>
            <p:nvPr/>
          </p:nvSpPr>
          <p:spPr bwMode="auto">
            <a:xfrm>
              <a:off x="4514526" y="4333360"/>
              <a:ext cx="266629" cy="432309"/>
            </a:xfrm>
            <a:prstGeom prst="rect">
              <a:avLst/>
            </a:prstGeom>
            <a:noFill/>
            <a:ln w="19050"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70C0"/>
                  </a:solidFill>
                  <a:effectLst/>
                  <a:uLnTx/>
                  <a:uFillTx/>
                  <a:latin typeface="+mn-lt"/>
                  <a:ea typeface="宋体" pitchFamily="2" charset="-122"/>
                  <a:cs typeface="+mn-cs"/>
                </a:rPr>
                <a:t>0</a:t>
              </a:r>
            </a:p>
          </p:txBody>
        </p:sp>
        <p:pic>
          <p:nvPicPr>
            <p:cNvPr id="136" name="图片 135">
              <a:extLst>
                <a:ext uri="{FF2B5EF4-FFF2-40B4-BE49-F238E27FC236}">
                  <a16:creationId xmlns:a16="http://schemas.microsoft.com/office/drawing/2014/main" id="{4BD8AD2E-411F-489A-8C9D-102723E32D0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97059" y="3652376"/>
              <a:ext cx="751985" cy="375993"/>
            </a:xfrm>
            <a:prstGeom prst="rect">
              <a:avLst/>
            </a:prstGeom>
            <a:ln w="19050">
              <a:noFill/>
            </a:ln>
          </p:spPr>
        </p:pic>
        <p:sp>
          <p:nvSpPr>
            <p:cNvPr id="137" name="Line 45">
              <a:extLst>
                <a:ext uri="{FF2B5EF4-FFF2-40B4-BE49-F238E27FC236}">
                  <a16:creationId xmlns:a16="http://schemas.microsoft.com/office/drawing/2014/main" id="{DFDA1B5A-288C-41B9-954C-89860A1C4B5E}"/>
                </a:ext>
              </a:extLst>
            </p:cNvPr>
            <p:cNvSpPr>
              <a:spLocks noChangeShapeType="1"/>
            </p:cNvSpPr>
            <p:nvPr/>
          </p:nvSpPr>
          <p:spPr bwMode="auto">
            <a:xfrm flipV="1">
              <a:off x="3240084" y="3337166"/>
              <a:ext cx="855" cy="425866"/>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38" name="Line 45">
              <a:extLst>
                <a:ext uri="{FF2B5EF4-FFF2-40B4-BE49-F238E27FC236}">
                  <a16:creationId xmlns:a16="http://schemas.microsoft.com/office/drawing/2014/main" id="{BCB7064E-E69F-4461-80D3-BFBECE8DD4A8}"/>
                </a:ext>
              </a:extLst>
            </p:cNvPr>
            <p:cNvSpPr>
              <a:spLocks noChangeShapeType="1"/>
            </p:cNvSpPr>
            <p:nvPr/>
          </p:nvSpPr>
          <p:spPr bwMode="auto">
            <a:xfrm flipH="1" flipV="1">
              <a:off x="3242690" y="3337166"/>
              <a:ext cx="1403011" cy="7443"/>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39" name="Line 45">
              <a:extLst>
                <a:ext uri="{FF2B5EF4-FFF2-40B4-BE49-F238E27FC236}">
                  <a16:creationId xmlns:a16="http://schemas.microsoft.com/office/drawing/2014/main" id="{59819B7B-E7FE-4472-98C3-40A8E0593F3D}"/>
                </a:ext>
              </a:extLst>
            </p:cNvPr>
            <p:cNvSpPr>
              <a:spLocks noChangeShapeType="1"/>
            </p:cNvSpPr>
            <p:nvPr/>
          </p:nvSpPr>
          <p:spPr bwMode="auto">
            <a:xfrm flipH="1" flipV="1">
              <a:off x="2984471" y="3117913"/>
              <a:ext cx="2118597" cy="11361"/>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0" name="Line 45">
              <a:extLst>
                <a:ext uri="{FF2B5EF4-FFF2-40B4-BE49-F238E27FC236}">
                  <a16:creationId xmlns:a16="http://schemas.microsoft.com/office/drawing/2014/main" id="{3B9783E9-80B8-4CDB-95EB-0DF8FB50C158}"/>
                </a:ext>
              </a:extLst>
            </p:cNvPr>
            <p:cNvSpPr>
              <a:spLocks noChangeShapeType="1"/>
            </p:cNvSpPr>
            <p:nvPr/>
          </p:nvSpPr>
          <p:spPr bwMode="auto">
            <a:xfrm flipV="1">
              <a:off x="3104908" y="3133216"/>
              <a:ext cx="0" cy="766697"/>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1" name="Line 42">
              <a:extLst>
                <a:ext uri="{FF2B5EF4-FFF2-40B4-BE49-F238E27FC236}">
                  <a16:creationId xmlns:a16="http://schemas.microsoft.com/office/drawing/2014/main" id="{EBB1F776-F555-4C1F-A188-8A81B83212CB}"/>
                </a:ext>
              </a:extLst>
            </p:cNvPr>
            <p:cNvSpPr>
              <a:spLocks noChangeShapeType="1"/>
            </p:cNvSpPr>
            <p:nvPr/>
          </p:nvSpPr>
          <p:spPr bwMode="auto">
            <a:xfrm flipH="1">
              <a:off x="3104834" y="3915646"/>
              <a:ext cx="261322"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2" name="Freeform 58">
              <a:extLst>
                <a:ext uri="{FF2B5EF4-FFF2-40B4-BE49-F238E27FC236}">
                  <a16:creationId xmlns:a16="http://schemas.microsoft.com/office/drawing/2014/main" id="{8C309474-72D9-47DF-A5DD-16790CE278F1}"/>
                </a:ext>
              </a:extLst>
            </p:cNvPr>
            <p:cNvSpPr>
              <a:spLocks/>
            </p:cNvSpPr>
            <p:nvPr/>
          </p:nvSpPr>
          <p:spPr bwMode="auto">
            <a:xfrm>
              <a:off x="3068016" y="3081337"/>
              <a:ext cx="73152" cy="73152"/>
            </a:xfrm>
            <a:custGeom>
              <a:avLst/>
              <a:gdLst>
                <a:gd name="T0" fmla="*/ 48 w 104"/>
                <a:gd name="T1" fmla="*/ 0 h 104"/>
                <a:gd name="T2" fmla="*/ 94 w 104"/>
                <a:gd name="T3" fmla="*/ 46 h 104"/>
                <a:gd name="T4" fmla="*/ 48 w 104"/>
                <a:gd name="T5" fmla="*/ 92 h 104"/>
                <a:gd name="T6" fmla="*/ 48 w 104"/>
                <a:gd name="T7" fmla="*/ 92 h 104"/>
                <a:gd name="T8" fmla="*/ 0 w 104"/>
                <a:gd name="T9" fmla="*/ 46 h 104"/>
                <a:gd name="T10" fmla="*/ 48 w 104"/>
                <a:gd name="T11" fmla="*/ 0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52" y="0"/>
                  </a:moveTo>
                  <a:cubicBezTo>
                    <a:pt x="81" y="0"/>
                    <a:pt x="104" y="24"/>
                    <a:pt x="104" y="52"/>
                  </a:cubicBezTo>
                  <a:cubicBezTo>
                    <a:pt x="104" y="81"/>
                    <a:pt x="81" y="104"/>
                    <a:pt x="52" y="104"/>
                  </a:cubicBezTo>
                  <a:cubicBezTo>
                    <a:pt x="52" y="104"/>
                    <a:pt x="52" y="104"/>
                    <a:pt x="52" y="104"/>
                  </a:cubicBezTo>
                  <a:cubicBezTo>
                    <a:pt x="23" y="104"/>
                    <a:pt x="0" y="81"/>
                    <a:pt x="0" y="52"/>
                  </a:cubicBezTo>
                  <a:cubicBezTo>
                    <a:pt x="0" y="24"/>
                    <a:pt x="23" y="0"/>
                    <a:pt x="52" y="0"/>
                  </a:cubicBezTo>
                </a:path>
              </a:pathLst>
            </a:custGeom>
            <a:solidFill>
              <a:srgbClr val="000000"/>
            </a:solidFill>
            <a:ln w="1905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3" name="Line 45">
              <a:extLst>
                <a:ext uri="{FF2B5EF4-FFF2-40B4-BE49-F238E27FC236}">
                  <a16:creationId xmlns:a16="http://schemas.microsoft.com/office/drawing/2014/main" id="{A98A491D-A632-4A49-A973-A74D3655E898}"/>
                </a:ext>
              </a:extLst>
            </p:cNvPr>
            <p:cNvSpPr>
              <a:spLocks noChangeShapeType="1"/>
            </p:cNvSpPr>
            <p:nvPr/>
          </p:nvSpPr>
          <p:spPr bwMode="auto">
            <a:xfrm flipV="1">
              <a:off x="3243359" y="4179213"/>
              <a:ext cx="0" cy="195783"/>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4" name="Line 37">
              <a:extLst>
                <a:ext uri="{FF2B5EF4-FFF2-40B4-BE49-F238E27FC236}">
                  <a16:creationId xmlns:a16="http://schemas.microsoft.com/office/drawing/2014/main" id="{056457E8-E913-4357-BD22-E3907D59D1FD}"/>
                </a:ext>
              </a:extLst>
            </p:cNvPr>
            <p:cNvSpPr>
              <a:spLocks noChangeShapeType="1"/>
            </p:cNvSpPr>
            <p:nvPr/>
          </p:nvSpPr>
          <p:spPr bwMode="auto">
            <a:xfrm>
              <a:off x="4614875" y="4385478"/>
              <a:ext cx="315803"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5" name="Rectangle 5">
              <a:extLst>
                <a:ext uri="{FF2B5EF4-FFF2-40B4-BE49-F238E27FC236}">
                  <a16:creationId xmlns:a16="http://schemas.microsoft.com/office/drawing/2014/main" id="{26A7AC06-33E6-47A6-83D3-173DC1D60D63}"/>
                </a:ext>
              </a:extLst>
            </p:cNvPr>
            <p:cNvSpPr>
              <a:spLocks noChangeArrowheads="1"/>
            </p:cNvSpPr>
            <p:nvPr/>
          </p:nvSpPr>
          <p:spPr bwMode="auto">
            <a:xfrm>
              <a:off x="5596903" y="3660604"/>
              <a:ext cx="588001" cy="953570"/>
            </a:xfrm>
            <a:prstGeom prst="rect">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6" name="Rectangle 6">
              <a:extLst>
                <a:ext uri="{FF2B5EF4-FFF2-40B4-BE49-F238E27FC236}">
                  <a16:creationId xmlns:a16="http://schemas.microsoft.com/office/drawing/2014/main" id="{9A4926A0-07F6-4441-B102-A4A59BF161A0}"/>
                </a:ext>
              </a:extLst>
            </p:cNvPr>
            <p:cNvSpPr>
              <a:spLocks noChangeArrowheads="1"/>
            </p:cNvSpPr>
            <p:nvPr/>
          </p:nvSpPr>
          <p:spPr bwMode="auto">
            <a:xfrm>
              <a:off x="5644764" y="3750406"/>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CN" sz="1500" i="1" dirty="0">
                  <a:solidFill>
                    <a:srgbClr val="000000"/>
                  </a:solidFill>
                  <a:latin typeface="Times New Roman" pitchFamily="18" charset="0"/>
                </a:rPr>
                <a:t>D</a:t>
              </a:r>
              <a:endParaRPr kumimoji="0" lang="en-US" altLang="zh-CN" sz="1500" b="0" i="0" u="none" strike="noStrike" kern="1200" cap="none" spc="0" normalizeH="0" baseline="0" noProof="0" dirty="0">
                <a:ln>
                  <a:noFill/>
                </a:ln>
                <a:solidFill>
                  <a:srgbClr val="000000"/>
                </a:solidFill>
                <a:effectLst/>
                <a:uLnTx/>
                <a:uFillTx/>
              </a:endParaRPr>
            </a:p>
          </p:txBody>
        </p:sp>
        <p:sp>
          <p:nvSpPr>
            <p:cNvPr id="147" name="Rectangle 7">
              <a:extLst>
                <a:ext uri="{FF2B5EF4-FFF2-40B4-BE49-F238E27FC236}">
                  <a16:creationId xmlns:a16="http://schemas.microsoft.com/office/drawing/2014/main" id="{05929637-6DEA-44C7-AAEA-0E4F82CFD650}"/>
                </a:ext>
              </a:extLst>
            </p:cNvPr>
            <p:cNvSpPr>
              <a:spLocks noChangeArrowheads="1"/>
            </p:cNvSpPr>
            <p:nvPr/>
          </p:nvSpPr>
          <p:spPr bwMode="auto">
            <a:xfrm>
              <a:off x="5993462" y="3736519"/>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a:ln>
                  <a:noFill/>
                </a:ln>
                <a:solidFill>
                  <a:srgbClr val="000000"/>
                </a:solidFill>
                <a:effectLst/>
                <a:uLnTx/>
                <a:uFillTx/>
                <a:ea typeface="宋体" pitchFamily="2" charset="-122"/>
                <a:cs typeface="+mn-cs"/>
              </a:endParaRPr>
            </a:p>
          </p:txBody>
        </p:sp>
        <p:sp>
          <p:nvSpPr>
            <p:cNvPr id="148" name="Rectangle 8">
              <a:extLst>
                <a:ext uri="{FF2B5EF4-FFF2-40B4-BE49-F238E27FC236}">
                  <a16:creationId xmlns:a16="http://schemas.microsoft.com/office/drawing/2014/main" id="{344D3BBC-C280-4FBC-BA19-180BB7FE2606}"/>
                </a:ext>
              </a:extLst>
            </p:cNvPr>
            <p:cNvSpPr>
              <a:spLocks noChangeArrowheads="1"/>
            </p:cNvSpPr>
            <p:nvPr/>
          </p:nvSpPr>
          <p:spPr bwMode="auto">
            <a:xfrm>
              <a:off x="6006282" y="4240152"/>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a:ln>
                  <a:noFill/>
                </a:ln>
                <a:solidFill>
                  <a:srgbClr val="000000"/>
                </a:solidFill>
                <a:effectLst/>
                <a:uLnTx/>
                <a:uFillTx/>
                <a:ea typeface="宋体" pitchFamily="2" charset="-122"/>
                <a:cs typeface="+mn-cs"/>
              </a:endParaRPr>
            </a:p>
          </p:txBody>
        </p:sp>
        <p:sp>
          <p:nvSpPr>
            <p:cNvPr id="149" name="Oval 9">
              <a:extLst>
                <a:ext uri="{FF2B5EF4-FFF2-40B4-BE49-F238E27FC236}">
                  <a16:creationId xmlns:a16="http://schemas.microsoft.com/office/drawing/2014/main" id="{269DF7E0-EF96-4687-B669-515AE03FB7A8}"/>
                </a:ext>
              </a:extLst>
            </p:cNvPr>
            <p:cNvSpPr>
              <a:spLocks noChangeArrowheads="1"/>
            </p:cNvSpPr>
            <p:nvPr/>
          </p:nvSpPr>
          <p:spPr bwMode="auto">
            <a:xfrm>
              <a:off x="6184904" y="4349396"/>
              <a:ext cx="109728" cy="105541"/>
            </a:xfrm>
            <a:prstGeom prst="ellipse">
              <a:avLst/>
            </a:prstGeom>
            <a:solidFill>
              <a:srgbClr val="FFFFFF"/>
            </a:solidFill>
            <a:ln w="1905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50" name="Oval 10">
              <a:extLst>
                <a:ext uri="{FF2B5EF4-FFF2-40B4-BE49-F238E27FC236}">
                  <a16:creationId xmlns:a16="http://schemas.microsoft.com/office/drawing/2014/main" id="{C50443F0-D506-4212-AD1A-9A2A8A0183E6}"/>
                </a:ext>
              </a:extLst>
            </p:cNvPr>
            <p:cNvSpPr>
              <a:spLocks noChangeArrowheads="1"/>
            </p:cNvSpPr>
            <p:nvPr/>
          </p:nvSpPr>
          <p:spPr bwMode="auto">
            <a:xfrm>
              <a:off x="6184904" y="4349396"/>
              <a:ext cx="109728" cy="105541"/>
            </a:xfrm>
            <a:prstGeom prst="ellips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51" name="Rectangle 11">
              <a:extLst>
                <a:ext uri="{FF2B5EF4-FFF2-40B4-BE49-F238E27FC236}">
                  <a16:creationId xmlns:a16="http://schemas.microsoft.com/office/drawing/2014/main" id="{A1A6F0D2-884B-445C-80CC-9544290958FC}"/>
                </a:ext>
              </a:extLst>
            </p:cNvPr>
            <p:cNvSpPr>
              <a:spLocks noChangeArrowheads="1"/>
            </p:cNvSpPr>
            <p:nvPr/>
          </p:nvSpPr>
          <p:spPr bwMode="auto">
            <a:xfrm>
              <a:off x="5760997" y="4058696"/>
              <a:ext cx="12819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52" name="Freeform 12">
              <a:extLst>
                <a:ext uri="{FF2B5EF4-FFF2-40B4-BE49-F238E27FC236}">
                  <a16:creationId xmlns:a16="http://schemas.microsoft.com/office/drawing/2014/main" id="{D20CEE0E-5F15-4930-9467-6A4E44D5FA3C}"/>
                </a:ext>
              </a:extLst>
            </p:cNvPr>
            <p:cNvSpPr>
              <a:spLocks/>
            </p:cNvSpPr>
            <p:nvPr/>
          </p:nvSpPr>
          <p:spPr bwMode="auto">
            <a:xfrm>
              <a:off x="5596903" y="4084618"/>
              <a:ext cx="147000" cy="212007"/>
            </a:xfrm>
            <a:custGeom>
              <a:avLst/>
              <a:gdLst>
                <a:gd name="T0" fmla="*/ 0 w 172"/>
                <a:gd name="T1" fmla="*/ 229 h 229"/>
                <a:gd name="T2" fmla="*/ 172 w 172"/>
                <a:gd name="T3" fmla="*/ 115 h 229"/>
                <a:gd name="T4" fmla="*/ 0 w 172"/>
                <a:gd name="T5" fmla="*/ 0 h 229"/>
                <a:gd name="T6" fmla="*/ 0 60000 65536"/>
                <a:gd name="T7" fmla="*/ 0 60000 65536"/>
                <a:gd name="T8" fmla="*/ 0 60000 65536"/>
                <a:gd name="T9" fmla="*/ 0 w 172"/>
                <a:gd name="T10" fmla="*/ 0 h 229"/>
                <a:gd name="T11" fmla="*/ 172 w 172"/>
                <a:gd name="T12" fmla="*/ 229 h 229"/>
              </a:gdLst>
              <a:ahLst/>
              <a:cxnLst>
                <a:cxn ang="T6">
                  <a:pos x="T0" y="T1"/>
                </a:cxn>
                <a:cxn ang="T7">
                  <a:pos x="T2" y="T3"/>
                </a:cxn>
                <a:cxn ang="T8">
                  <a:pos x="T4" y="T5"/>
                </a:cxn>
              </a:cxnLst>
              <a:rect l="T9" t="T10" r="T11" b="T12"/>
              <a:pathLst>
                <a:path w="172" h="229">
                  <a:moveTo>
                    <a:pt x="0" y="229"/>
                  </a:moveTo>
                  <a:lnTo>
                    <a:pt x="172" y="115"/>
                  </a:lnTo>
                  <a:lnTo>
                    <a:pt x="0" y="0"/>
                  </a:lnTo>
                </a:path>
              </a:pathLst>
            </a:custGeom>
            <a:noFill/>
            <a:ln w="19050"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53" name="Line 37">
              <a:extLst>
                <a:ext uri="{FF2B5EF4-FFF2-40B4-BE49-F238E27FC236}">
                  <a16:creationId xmlns:a16="http://schemas.microsoft.com/office/drawing/2014/main" id="{9369AE21-4227-4464-B96C-0024153BE2C1}"/>
                </a:ext>
              </a:extLst>
            </p:cNvPr>
            <p:cNvSpPr>
              <a:spLocks noChangeShapeType="1"/>
            </p:cNvSpPr>
            <p:nvPr/>
          </p:nvSpPr>
          <p:spPr bwMode="auto">
            <a:xfrm>
              <a:off x="6184905" y="3873537"/>
              <a:ext cx="147000" cy="926"/>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54" name="Line 42">
              <a:extLst>
                <a:ext uri="{FF2B5EF4-FFF2-40B4-BE49-F238E27FC236}">
                  <a16:creationId xmlns:a16="http://schemas.microsoft.com/office/drawing/2014/main" id="{7F09CD5A-267B-49EC-B637-B51183C73114}"/>
                </a:ext>
              </a:extLst>
            </p:cNvPr>
            <p:cNvSpPr>
              <a:spLocks noChangeShapeType="1"/>
            </p:cNvSpPr>
            <p:nvPr/>
          </p:nvSpPr>
          <p:spPr bwMode="auto">
            <a:xfrm flipH="1">
              <a:off x="4928036" y="4191085"/>
              <a:ext cx="668867"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55" name="Line 45">
              <a:extLst>
                <a:ext uri="{FF2B5EF4-FFF2-40B4-BE49-F238E27FC236}">
                  <a16:creationId xmlns:a16="http://schemas.microsoft.com/office/drawing/2014/main" id="{B7865781-5327-46D9-BCEE-49449C6FE0DD}"/>
                </a:ext>
              </a:extLst>
            </p:cNvPr>
            <p:cNvSpPr>
              <a:spLocks noChangeShapeType="1"/>
            </p:cNvSpPr>
            <p:nvPr/>
          </p:nvSpPr>
          <p:spPr bwMode="auto">
            <a:xfrm flipV="1">
              <a:off x="6331906" y="3363648"/>
              <a:ext cx="0" cy="509889"/>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56" name="Rectangle 54">
              <a:extLst>
                <a:ext uri="{FF2B5EF4-FFF2-40B4-BE49-F238E27FC236}">
                  <a16:creationId xmlns:a16="http://schemas.microsoft.com/office/drawing/2014/main" id="{C48D24B9-E6D5-43C6-9711-6A22BC6A3053}"/>
                </a:ext>
              </a:extLst>
            </p:cNvPr>
            <p:cNvSpPr>
              <a:spLocks noChangeArrowheads="1"/>
            </p:cNvSpPr>
            <p:nvPr/>
          </p:nvSpPr>
          <p:spPr bwMode="auto">
            <a:xfrm>
              <a:off x="6071236" y="3372681"/>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57" name="Rectangle 55">
              <a:extLst>
                <a:ext uri="{FF2B5EF4-FFF2-40B4-BE49-F238E27FC236}">
                  <a16:creationId xmlns:a16="http://schemas.microsoft.com/office/drawing/2014/main" id="{AC6F7160-32BD-41A2-B270-6AF3BD7C82D0}"/>
                </a:ext>
              </a:extLst>
            </p:cNvPr>
            <p:cNvSpPr>
              <a:spLocks noChangeArrowheads="1"/>
            </p:cNvSpPr>
            <p:nvPr/>
          </p:nvSpPr>
          <p:spPr bwMode="auto">
            <a:xfrm>
              <a:off x="6201289" y="3499515"/>
              <a:ext cx="79469" cy="190724"/>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2</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58" name="Text Box 67">
              <a:extLst>
                <a:ext uri="{FF2B5EF4-FFF2-40B4-BE49-F238E27FC236}">
                  <a16:creationId xmlns:a16="http://schemas.microsoft.com/office/drawing/2014/main" id="{DF81FB04-B2AF-4218-BE5E-9FB2A7D25A10}"/>
                </a:ext>
              </a:extLst>
            </p:cNvPr>
            <p:cNvSpPr txBox="1">
              <a:spLocks noChangeArrowheads="1"/>
            </p:cNvSpPr>
            <p:nvPr/>
          </p:nvSpPr>
          <p:spPr bwMode="auto">
            <a:xfrm>
              <a:off x="6144881" y="3655130"/>
              <a:ext cx="266629" cy="432309"/>
            </a:xfrm>
            <a:prstGeom prst="rect">
              <a:avLst/>
            </a:prstGeom>
            <a:noFill/>
            <a:ln w="19050"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70C0"/>
                  </a:solidFill>
                  <a:effectLst/>
                  <a:uLnTx/>
                  <a:uFillTx/>
                  <a:latin typeface="+mn-lt"/>
                  <a:ea typeface="宋体" pitchFamily="2" charset="-122"/>
                  <a:cs typeface="+mn-cs"/>
                </a:rPr>
                <a:t>1</a:t>
              </a:r>
            </a:p>
          </p:txBody>
        </p:sp>
        <p:sp>
          <p:nvSpPr>
            <p:cNvPr id="159" name="Text Box 80">
              <a:extLst>
                <a:ext uri="{FF2B5EF4-FFF2-40B4-BE49-F238E27FC236}">
                  <a16:creationId xmlns:a16="http://schemas.microsoft.com/office/drawing/2014/main" id="{F525F386-F5E5-46B1-8EDD-38DEBDC44D9D}"/>
                </a:ext>
              </a:extLst>
            </p:cNvPr>
            <p:cNvSpPr txBox="1">
              <a:spLocks noChangeArrowheads="1"/>
            </p:cNvSpPr>
            <p:nvPr/>
          </p:nvSpPr>
          <p:spPr bwMode="auto">
            <a:xfrm>
              <a:off x="6199872" y="4344767"/>
              <a:ext cx="266629" cy="432309"/>
            </a:xfrm>
            <a:prstGeom prst="rect">
              <a:avLst/>
            </a:prstGeom>
            <a:noFill/>
            <a:ln w="19050"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lang="en-US" altLang="zh-CN" sz="2800" dirty="0">
                  <a:solidFill>
                    <a:srgbClr val="0070C0"/>
                  </a:solidFill>
                  <a:latin typeface="+mn-lt"/>
                </a:rPr>
                <a:t>0</a:t>
              </a:r>
              <a:endParaRPr kumimoji="0" lang="en-US" altLang="zh-CN" sz="2800" b="0" i="0" u="none" strike="noStrike" kern="1200" cap="none" spc="0" normalizeH="0" baseline="0" noProof="0" dirty="0">
                <a:ln>
                  <a:noFill/>
                </a:ln>
                <a:solidFill>
                  <a:srgbClr val="0070C0"/>
                </a:solidFill>
                <a:effectLst/>
                <a:uLnTx/>
                <a:uFillTx/>
                <a:latin typeface="+mn-lt"/>
                <a:ea typeface="宋体" pitchFamily="2" charset="-122"/>
                <a:cs typeface="+mn-cs"/>
              </a:endParaRPr>
            </a:p>
          </p:txBody>
        </p:sp>
        <p:pic>
          <p:nvPicPr>
            <p:cNvPr id="160" name="图片 159">
              <a:extLst>
                <a:ext uri="{FF2B5EF4-FFF2-40B4-BE49-F238E27FC236}">
                  <a16:creationId xmlns:a16="http://schemas.microsoft.com/office/drawing/2014/main" id="{9B5AFC16-0D78-49D0-AB04-919E4DD59F8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82405" y="3663783"/>
              <a:ext cx="751985" cy="375993"/>
            </a:xfrm>
            <a:prstGeom prst="rect">
              <a:avLst/>
            </a:prstGeom>
            <a:ln w="19050">
              <a:noFill/>
            </a:ln>
          </p:spPr>
        </p:pic>
        <p:sp>
          <p:nvSpPr>
            <p:cNvPr id="161" name="Line 45">
              <a:extLst>
                <a:ext uri="{FF2B5EF4-FFF2-40B4-BE49-F238E27FC236}">
                  <a16:creationId xmlns:a16="http://schemas.microsoft.com/office/drawing/2014/main" id="{69F63570-24A1-4C8B-8F6F-1ECA0802BBC8}"/>
                </a:ext>
              </a:extLst>
            </p:cNvPr>
            <p:cNvSpPr>
              <a:spLocks noChangeShapeType="1"/>
            </p:cNvSpPr>
            <p:nvPr/>
          </p:nvSpPr>
          <p:spPr bwMode="auto">
            <a:xfrm flipV="1">
              <a:off x="4925430" y="3348573"/>
              <a:ext cx="855" cy="425866"/>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62" name="Line 45">
              <a:extLst>
                <a:ext uri="{FF2B5EF4-FFF2-40B4-BE49-F238E27FC236}">
                  <a16:creationId xmlns:a16="http://schemas.microsoft.com/office/drawing/2014/main" id="{314BE5B6-D474-4330-94BE-884795A80017}"/>
                </a:ext>
              </a:extLst>
            </p:cNvPr>
            <p:cNvSpPr>
              <a:spLocks noChangeShapeType="1"/>
            </p:cNvSpPr>
            <p:nvPr/>
          </p:nvSpPr>
          <p:spPr bwMode="auto">
            <a:xfrm flipH="1" flipV="1">
              <a:off x="4928036" y="3348573"/>
              <a:ext cx="1403011" cy="7443"/>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63" name="Line 45">
              <a:extLst>
                <a:ext uri="{FF2B5EF4-FFF2-40B4-BE49-F238E27FC236}">
                  <a16:creationId xmlns:a16="http://schemas.microsoft.com/office/drawing/2014/main" id="{715B7A3A-9293-4D90-83FD-95935A4404FE}"/>
                </a:ext>
              </a:extLst>
            </p:cNvPr>
            <p:cNvSpPr>
              <a:spLocks noChangeShapeType="1"/>
            </p:cNvSpPr>
            <p:nvPr/>
          </p:nvSpPr>
          <p:spPr bwMode="auto">
            <a:xfrm flipH="1" flipV="1">
              <a:off x="4669816" y="3129320"/>
              <a:ext cx="1802833" cy="9668"/>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64" name="Line 45">
              <a:extLst>
                <a:ext uri="{FF2B5EF4-FFF2-40B4-BE49-F238E27FC236}">
                  <a16:creationId xmlns:a16="http://schemas.microsoft.com/office/drawing/2014/main" id="{18990FD8-C04D-46DD-8B08-38192D81CEEB}"/>
                </a:ext>
              </a:extLst>
            </p:cNvPr>
            <p:cNvSpPr>
              <a:spLocks noChangeShapeType="1"/>
            </p:cNvSpPr>
            <p:nvPr/>
          </p:nvSpPr>
          <p:spPr bwMode="auto">
            <a:xfrm flipV="1">
              <a:off x="4790254" y="3144623"/>
              <a:ext cx="0" cy="766697"/>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65" name="Line 42">
              <a:extLst>
                <a:ext uri="{FF2B5EF4-FFF2-40B4-BE49-F238E27FC236}">
                  <a16:creationId xmlns:a16="http://schemas.microsoft.com/office/drawing/2014/main" id="{D3ABE9E3-C2B6-4F34-9C6D-056DA8AB03B3}"/>
                </a:ext>
              </a:extLst>
            </p:cNvPr>
            <p:cNvSpPr>
              <a:spLocks noChangeShapeType="1"/>
            </p:cNvSpPr>
            <p:nvPr/>
          </p:nvSpPr>
          <p:spPr bwMode="auto">
            <a:xfrm flipH="1">
              <a:off x="4787557" y="3927052"/>
              <a:ext cx="261322"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66" name="Freeform 58">
              <a:extLst>
                <a:ext uri="{FF2B5EF4-FFF2-40B4-BE49-F238E27FC236}">
                  <a16:creationId xmlns:a16="http://schemas.microsoft.com/office/drawing/2014/main" id="{7CFB8448-D8C6-4BE5-AFA3-7C2A6F0CD5E2}"/>
                </a:ext>
              </a:extLst>
            </p:cNvPr>
            <p:cNvSpPr>
              <a:spLocks/>
            </p:cNvSpPr>
            <p:nvPr/>
          </p:nvSpPr>
          <p:spPr bwMode="auto">
            <a:xfrm>
              <a:off x="4753362" y="3092744"/>
              <a:ext cx="73152" cy="73152"/>
            </a:xfrm>
            <a:custGeom>
              <a:avLst/>
              <a:gdLst>
                <a:gd name="T0" fmla="*/ 48 w 104"/>
                <a:gd name="T1" fmla="*/ 0 h 104"/>
                <a:gd name="T2" fmla="*/ 94 w 104"/>
                <a:gd name="T3" fmla="*/ 46 h 104"/>
                <a:gd name="T4" fmla="*/ 48 w 104"/>
                <a:gd name="T5" fmla="*/ 92 h 104"/>
                <a:gd name="T6" fmla="*/ 48 w 104"/>
                <a:gd name="T7" fmla="*/ 92 h 104"/>
                <a:gd name="T8" fmla="*/ 0 w 104"/>
                <a:gd name="T9" fmla="*/ 46 h 104"/>
                <a:gd name="T10" fmla="*/ 48 w 104"/>
                <a:gd name="T11" fmla="*/ 0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52" y="0"/>
                  </a:moveTo>
                  <a:cubicBezTo>
                    <a:pt x="81" y="0"/>
                    <a:pt x="104" y="24"/>
                    <a:pt x="104" y="52"/>
                  </a:cubicBezTo>
                  <a:cubicBezTo>
                    <a:pt x="104" y="81"/>
                    <a:pt x="81" y="104"/>
                    <a:pt x="52" y="104"/>
                  </a:cubicBezTo>
                  <a:cubicBezTo>
                    <a:pt x="52" y="104"/>
                    <a:pt x="52" y="104"/>
                    <a:pt x="52" y="104"/>
                  </a:cubicBezTo>
                  <a:cubicBezTo>
                    <a:pt x="23" y="104"/>
                    <a:pt x="0" y="81"/>
                    <a:pt x="0" y="52"/>
                  </a:cubicBezTo>
                  <a:cubicBezTo>
                    <a:pt x="0" y="24"/>
                    <a:pt x="23" y="0"/>
                    <a:pt x="52" y="0"/>
                  </a:cubicBezTo>
                </a:path>
              </a:pathLst>
            </a:custGeom>
            <a:solidFill>
              <a:srgbClr val="000000"/>
            </a:solidFill>
            <a:ln w="1905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67" name="Line 45">
              <a:extLst>
                <a:ext uri="{FF2B5EF4-FFF2-40B4-BE49-F238E27FC236}">
                  <a16:creationId xmlns:a16="http://schemas.microsoft.com/office/drawing/2014/main" id="{1922E3E5-6F7A-43B0-A457-CCF0E9AA9D52}"/>
                </a:ext>
              </a:extLst>
            </p:cNvPr>
            <p:cNvSpPr>
              <a:spLocks noChangeShapeType="1"/>
            </p:cNvSpPr>
            <p:nvPr/>
          </p:nvSpPr>
          <p:spPr bwMode="auto">
            <a:xfrm flipV="1">
              <a:off x="4928705" y="4190620"/>
              <a:ext cx="0" cy="195783"/>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68" name="Line 37">
              <a:extLst>
                <a:ext uri="{FF2B5EF4-FFF2-40B4-BE49-F238E27FC236}">
                  <a16:creationId xmlns:a16="http://schemas.microsoft.com/office/drawing/2014/main" id="{F12DBAF3-B8AF-41B8-939B-F7C939327165}"/>
                </a:ext>
              </a:extLst>
            </p:cNvPr>
            <p:cNvSpPr>
              <a:spLocks noChangeShapeType="1"/>
            </p:cNvSpPr>
            <p:nvPr/>
          </p:nvSpPr>
          <p:spPr bwMode="auto">
            <a:xfrm>
              <a:off x="6297271" y="4393200"/>
              <a:ext cx="315803"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69" name="Rectangle 5">
              <a:extLst>
                <a:ext uri="{FF2B5EF4-FFF2-40B4-BE49-F238E27FC236}">
                  <a16:creationId xmlns:a16="http://schemas.microsoft.com/office/drawing/2014/main" id="{1ACFD5D8-7E2E-49D7-8B6D-0D8DD4659A03}"/>
                </a:ext>
              </a:extLst>
            </p:cNvPr>
            <p:cNvSpPr>
              <a:spLocks noChangeArrowheads="1"/>
            </p:cNvSpPr>
            <p:nvPr/>
          </p:nvSpPr>
          <p:spPr bwMode="auto">
            <a:xfrm>
              <a:off x="7279299" y="3668326"/>
              <a:ext cx="588001" cy="953570"/>
            </a:xfrm>
            <a:prstGeom prst="rect">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70" name="Rectangle 6">
              <a:extLst>
                <a:ext uri="{FF2B5EF4-FFF2-40B4-BE49-F238E27FC236}">
                  <a16:creationId xmlns:a16="http://schemas.microsoft.com/office/drawing/2014/main" id="{2D55AD2B-B1D7-4759-814C-BB6F1FF9D5D6}"/>
                </a:ext>
              </a:extLst>
            </p:cNvPr>
            <p:cNvSpPr>
              <a:spLocks noChangeArrowheads="1"/>
            </p:cNvSpPr>
            <p:nvPr/>
          </p:nvSpPr>
          <p:spPr bwMode="auto">
            <a:xfrm>
              <a:off x="7327160" y="3758128"/>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CN" sz="1500" i="1" dirty="0">
                  <a:solidFill>
                    <a:srgbClr val="000000"/>
                  </a:solidFill>
                  <a:latin typeface="Times New Roman" pitchFamily="18" charset="0"/>
                </a:rPr>
                <a:t>D</a:t>
              </a:r>
              <a:endParaRPr kumimoji="0" lang="en-US" altLang="zh-CN" sz="1500" b="0" i="0" u="none" strike="noStrike" kern="1200" cap="none" spc="0" normalizeH="0" baseline="0" noProof="0" dirty="0">
                <a:ln>
                  <a:noFill/>
                </a:ln>
                <a:solidFill>
                  <a:srgbClr val="000000"/>
                </a:solidFill>
                <a:effectLst/>
                <a:uLnTx/>
                <a:uFillTx/>
              </a:endParaRPr>
            </a:p>
          </p:txBody>
        </p:sp>
        <p:sp>
          <p:nvSpPr>
            <p:cNvPr id="171" name="Rectangle 7">
              <a:extLst>
                <a:ext uri="{FF2B5EF4-FFF2-40B4-BE49-F238E27FC236}">
                  <a16:creationId xmlns:a16="http://schemas.microsoft.com/office/drawing/2014/main" id="{C0A454C7-F1AD-4B1C-8925-1EA37FBE8DC1}"/>
                </a:ext>
              </a:extLst>
            </p:cNvPr>
            <p:cNvSpPr>
              <a:spLocks noChangeArrowheads="1"/>
            </p:cNvSpPr>
            <p:nvPr/>
          </p:nvSpPr>
          <p:spPr bwMode="auto">
            <a:xfrm>
              <a:off x="7675858" y="3744241"/>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a:ln>
                  <a:noFill/>
                </a:ln>
                <a:solidFill>
                  <a:srgbClr val="000000"/>
                </a:solidFill>
                <a:effectLst/>
                <a:uLnTx/>
                <a:uFillTx/>
                <a:ea typeface="宋体" pitchFamily="2" charset="-122"/>
                <a:cs typeface="+mn-cs"/>
              </a:endParaRPr>
            </a:p>
          </p:txBody>
        </p:sp>
        <p:sp>
          <p:nvSpPr>
            <p:cNvPr id="172" name="Rectangle 8">
              <a:extLst>
                <a:ext uri="{FF2B5EF4-FFF2-40B4-BE49-F238E27FC236}">
                  <a16:creationId xmlns:a16="http://schemas.microsoft.com/office/drawing/2014/main" id="{1811D8AC-9A42-4E02-AE04-9B1FEA69ED24}"/>
                </a:ext>
              </a:extLst>
            </p:cNvPr>
            <p:cNvSpPr>
              <a:spLocks noChangeArrowheads="1"/>
            </p:cNvSpPr>
            <p:nvPr/>
          </p:nvSpPr>
          <p:spPr bwMode="auto">
            <a:xfrm>
              <a:off x="7688678" y="4247874"/>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a:ln>
                  <a:noFill/>
                </a:ln>
                <a:solidFill>
                  <a:srgbClr val="000000"/>
                </a:solidFill>
                <a:effectLst/>
                <a:uLnTx/>
                <a:uFillTx/>
                <a:ea typeface="宋体" pitchFamily="2" charset="-122"/>
                <a:cs typeface="+mn-cs"/>
              </a:endParaRPr>
            </a:p>
          </p:txBody>
        </p:sp>
        <p:sp>
          <p:nvSpPr>
            <p:cNvPr id="173" name="Oval 9">
              <a:extLst>
                <a:ext uri="{FF2B5EF4-FFF2-40B4-BE49-F238E27FC236}">
                  <a16:creationId xmlns:a16="http://schemas.microsoft.com/office/drawing/2014/main" id="{E5F4875A-342C-4D7C-8EFF-3E9F5AC70641}"/>
                </a:ext>
              </a:extLst>
            </p:cNvPr>
            <p:cNvSpPr>
              <a:spLocks noChangeArrowheads="1"/>
            </p:cNvSpPr>
            <p:nvPr/>
          </p:nvSpPr>
          <p:spPr bwMode="auto">
            <a:xfrm>
              <a:off x="7867300" y="4357118"/>
              <a:ext cx="109728" cy="105541"/>
            </a:xfrm>
            <a:prstGeom prst="ellipse">
              <a:avLst/>
            </a:prstGeom>
            <a:solidFill>
              <a:srgbClr val="FFFFFF"/>
            </a:solidFill>
            <a:ln w="1905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74" name="Oval 10">
              <a:extLst>
                <a:ext uri="{FF2B5EF4-FFF2-40B4-BE49-F238E27FC236}">
                  <a16:creationId xmlns:a16="http://schemas.microsoft.com/office/drawing/2014/main" id="{E64D93B5-143B-4AEE-B164-7A4B2AA7CF70}"/>
                </a:ext>
              </a:extLst>
            </p:cNvPr>
            <p:cNvSpPr>
              <a:spLocks noChangeArrowheads="1"/>
            </p:cNvSpPr>
            <p:nvPr/>
          </p:nvSpPr>
          <p:spPr bwMode="auto">
            <a:xfrm>
              <a:off x="7867300" y="4357118"/>
              <a:ext cx="109728" cy="105541"/>
            </a:xfrm>
            <a:prstGeom prst="ellips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75" name="Rectangle 11">
              <a:extLst>
                <a:ext uri="{FF2B5EF4-FFF2-40B4-BE49-F238E27FC236}">
                  <a16:creationId xmlns:a16="http://schemas.microsoft.com/office/drawing/2014/main" id="{39A54B9D-E9EF-462D-A799-74B6F6FE656A}"/>
                </a:ext>
              </a:extLst>
            </p:cNvPr>
            <p:cNvSpPr>
              <a:spLocks noChangeArrowheads="1"/>
            </p:cNvSpPr>
            <p:nvPr/>
          </p:nvSpPr>
          <p:spPr bwMode="auto">
            <a:xfrm>
              <a:off x="7443393" y="4066418"/>
              <a:ext cx="12819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76" name="Freeform 12">
              <a:extLst>
                <a:ext uri="{FF2B5EF4-FFF2-40B4-BE49-F238E27FC236}">
                  <a16:creationId xmlns:a16="http://schemas.microsoft.com/office/drawing/2014/main" id="{9F10D4FD-523C-4256-934A-27C5663129D8}"/>
                </a:ext>
              </a:extLst>
            </p:cNvPr>
            <p:cNvSpPr>
              <a:spLocks/>
            </p:cNvSpPr>
            <p:nvPr/>
          </p:nvSpPr>
          <p:spPr bwMode="auto">
            <a:xfrm>
              <a:off x="7279299" y="4092340"/>
              <a:ext cx="147000" cy="212007"/>
            </a:xfrm>
            <a:custGeom>
              <a:avLst/>
              <a:gdLst>
                <a:gd name="T0" fmla="*/ 0 w 172"/>
                <a:gd name="T1" fmla="*/ 229 h 229"/>
                <a:gd name="T2" fmla="*/ 172 w 172"/>
                <a:gd name="T3" fmla="*/ 115 h 229"/>
                <a:gd name="T4" fmla="*/ 0 w 172"/>
                <a:gd name="T5" fmla="*/ 0 h 229"/>
                <a:gd name="T6" fmla="*/ 0 60000 65536"/>
                <a:gd name="T7" fmla="*/ 0 60000 65536"/>
                <a:gd name="T8" fmla="*/ 0 60000 65536"/>
                <a:gd name="T9" fmla="*/ 0 w 172"/>
                <a:gd name="T10" fmla="*/ 0 h 229"/>
                <a:gd name="T11" fmla="*/ 172 w 172"/>
                <a:gd name="T12" fmla="*/ 229 h 229"/>
              </a:gdLst>
              <a:ahLst/>
              <a:cxnLst>
                <a:cxn ang="T6">
                  <a:pos x="T0" y="T1"/>
                </a:cxn>
                <a:cxn ang="T7">
                  <a:pos x="T2" y="T3"/>
                </a:cxn>
                <a:cxn ang="T8">
                  <a:pos x="T4" y="T5"/>
                </a:cxn>
              </a:cxnLst>
              <a:rect l="T9" t="T10" r="T11" b="T12"/>
              <a:pathLst>
                <a:path w="172" h="229">
                  <a:moveTo>
                    <a:pt x="0" y="229"/>
                  </a:moveTo>
                  <a:lnTo>
                    <a:pt x="172" y="115"/>
                  </a:lnTo>
                  <a:lnTo>
                    <a:pt x="0" y="0"/>
                  </a:lnTo>
                </a:path>
              </a:pathLst>
            </a:custGeom>
            <a:noFill/>
            <a:ln w="19050"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77" name="Line 37">
              <a:extLst>
                <a:ext uri="{FF2B5EF4-FFF2-40B4-BE49-F238E27FC236}">
                  <a16:creationId xmlns:a16="http://schemas.microsoft.com/office/drawing/2014/main" id="{C6456DFF-4C9A-4816-8EA5-2C887FB9A61B}"/>
                </a:ext>
              </a:extLst>
            </p:cNvPr>
            <p:cNvSpPr>
              <a:spLocks noChangeShapeType="1"/>
            </p:cNvSpPr>
            <p:nvPr/>
          </p:nvSpPr>
          <p:spPr bwMode="auto">
            <a:xfrm>
              <a:off x="7867301" y="3881259"/>
              <a:ext cx="147000" cy="926"/>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78" name="Line 42">
              <a:extLst>
                <a:ext uri="{FF2B5EF4-FFF2-40B4-BE49-F238E27FC236}">
                  <a16:creationId xmlns:a16="http://schemas.microsoft.com/office/drawing/2014/main" id="{7B8DB830-FAD5-4BB8-AB56-254F8CF6490B}"/>
                </a:ext>
              </a:extLst>
            </p:cNvPr>
            <p:cNvSpPr>
              <a:spLocks noChangeShapeType="1"/>
            </p:cNvSpPr>
            <p:nvPr/>
          </p:nvSpPr>
          <p:spPr bwMode="auto">
            <a:xfrm flipH="1">
              <a:off x="6610432" y="4198807"/>
              <a:ext cx="668867"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79" name="Line 45">
              <a:extLst>
                <a:ext uri="{FF2B5EF4-FFF2-40B4-BE49-F238E27FC236}">
                  <a16:creationId xmlns:a16="http://schemas.microsoft.com/office/drawing/2014/main" id="{AA359217-ABCC-42BE-8056-613165435DCC}"/>
                </a:ext>
              </a:extLst>
            </p:cNvPr>
            <p:cNvSpPr>
              <a:spLocks noChangeShapeType="1"/>
            </p:cNvSpPr>
            <p:nvPr/>
          </p:nvSpPr>
          <p:spPr bwMode="auto">
            <a:xfrm flipV="1">
              <a:off x="8014302" y="3371370"/>
              <a:ext cx="0" cy="509889"/>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80" name="Rectangle 54">
              <a:extLst>
                <a:ext uri="{FF2B5EF4-FFF2-40B4-BE49-F238E27FC236}">
                  <a16:creationId xmlns:a16="http://schemas.microsoft.com/office/drawing/2014/main" id="{394C6E4E-33CA-4B8C-BBA2-B166B9469D48}"/>
                </a:ext>
              </a:extLst>
            </p:cNvPr>
            <p:cNvSpPr>
              <a:spLocks noChangeArrowheads="1"/>
            </p:cNvSpPr>
            <p:nvPr/>
          </p:nvSpPr>
          <p:spPr bwMode="auto">
            <a:xfrm>
              <a:off x="7753632" y="3380403"/>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81" name="Rectangle 55">
              <a:extLst>
                <a:ext uri="{FF2B5EF4-FFF2-40B4-BE49-F238E27FC236}">
                  <a16:creationId xmlns:a16="http://schemas.microsoft.com/office/drawing/2014/main" id="{F43D4D9F-53E7-4D0E-9720-68CC6BE1A51A}"/>
                </a:ext>
              </a:extLst>
            </p:cNvPr>
            <p:cNvSpPr>
              <a:spLocks noChangeArrowheads="1"/>
            </p:cNvSpPr>
            <p:nvPr/>
          </p:nvSpPr>
          <p:spPr bwMode="auto">
            <a:xfrm>
              <a:off x="7883685" y="3507237"/>
              <a:ext cx="79469" cy="190724"/>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3</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82" name="Text Box 67">
              <a:extLst>
                <a:ext uri="{FF2B5EF4-FFF2-40B4-BE49-F238E27FC236}">
                  <a16:creationId xmlns:a16="http://schemas.microsoft.com/office/drawing/2014/main" id="{B166A825-4AFC-40DB-8EB3-7D372C74021F}"/>
                </a:ext>
              </a:extLst>
            </p:cNvPr>
            <p:cNvSpPr txBox="1">
              <a:spLocks noChangeArrowheads="1"/>
            </p:cNvSpPr>
            <p:nvPr/>
          </p:nvSpPr>
          <p:spPr bwMode="auto">
            <a:xfrm>
              <a:off x="7827278" y="3662852"/>
              <a:ext cx="266629" cy="432309"/>
            </a:xfrm>
            <a:prstGeom prst="rect">
              <a:avLst/>
            </a:prstGeom>
            <a:noFill/>
            <a:ln w="19050"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70C0"/>
                  </a:solidFill>
                  <a:effectLst/>
                  <a:uLnTx/>
                  <a:uFillTx/>
                  <a:latin typeface="+mn-lt"/>
                  <a:ea typeface="宋体" pitchFamily="2" charset="-122"/>
                  <a:cs typeface="+mn-cs"/>
                </a:rPr>
                <a:t>1</a:t>
              </a:r>
            </a:p>
          </p:txBody>
        </p:sp>
        <p:pic>
          <p:nvPicPr>
            <p:cNvPr id="183" name="图片 182">
              <a:extLst>
                <a:ext uri="{FF2B5EF4-FFF2-40B4-BE49-F238E27FC236}">
                  <a16:creationId xmlns:a16="http://schemas.microsoft.com/office/drawing/2014/main" id="{B2398A6A-10B5-4A90-8C50-239A60EE093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64801" y="3671505"/>
              <a:ext cx="751985" cy="375993"/>
            </a:xfrm>
            <a:prstGeom prst="rect">
              <a:avLst/>
            </a:prstGeom>
            <a:ln w="19050">
              <a:noFill/>
            </a:ln>
          </p:spPr>
        </p:pic>
        <p:sp>
          <p:nvSpPr>
            <p:cNvPr id="184" name="Line 45">
              <a:extLst>
                <a:ext uri="{FF2B5EF4-FFF2-40B4-BE49-F238E27FC236}">
                  <a16:creationId xmlns:a16="http://schemas.microsoft.com/office/drawing/2014/main" id="{CD4BBDFE-2A02-4414-B6E9-8FE3081E3F61}"/>
                </a:ext>
              </a:extLst>
            </p:cNvPr>
            <p:cNvSpPr>
              <a:spLocks noChangeShapeType="1"/>
            </p:cNvSpPr>
            <p:nvPr/>
          </p:nvSpPr>
          <p:spPr bwMode="auto">
            <a:xfrm flipV="1">
              <a:off x="6607826" y="3356295"/>
              <a:ext cx="855" cy="425866"/>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85" name="Line 45">
              <a:extLst>
                <a:ext uri="{FF2B5EF4-FFF2-40B4-BE49-F238E27FC236}">
                  <a16:creationId xmlns:a16="http://schemas.microsoft.com/office/drawing/2014/main" id="{F6011231-8D31-486C-852E-0D584B2BE914}"/>
                </a:ext>
              </a:extLst>
            </p:cNvPr>
            <p:cNvSpPr>
              <a:spLocks noChangeShapeType="1"/>
            </p:cNvSpPr>
            <p:nvPr/>
          </p:nvSpPr>
          <p:spPr bwMode="auto">
            <a:xfrm flipH="1" flipV="1">
              <a:off x="6610432" y="3356295"/>
              <a:ext cx="1403011" cy="7443"/>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86" name="Line 45">
              <a:extLst>
                <a:ext uri="{FF2B5EF4-FFF2-40B4-BE49-F238E27FC236}">
                  <a16:creationId xmlns:a16="http://schemas.microsoft.com/office/drawing/2014/main" id="{2678CA1E-AD69-4C07-888A-1729A74EE598}"/>
                </a:ext>
              </a:extLst>
            </p:cNvPr>
            <p:cNvSpPr>
              <a:spLocks noChangeShapeType="1"/>
            </p:cNvSpPr>
            <p:nvPr/>
          </p:nvSpPr>
          <p:spPr bwMode="auto">
            <a:xfrm flipV="1">
              <a:off x="6472650" y="3152345"/>
              <a:ext cx="0" cy="766697"/>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87" name="Line 42">
              <a:extLst>
                <a:ext uri="{FF2B5EF4-FFF2-40B4-BE49-F238E27FC236}">
                  <a16:creationId xmlns:a16="http://schemas.microsoft.com/office/drawing/2014/main" id="{AA20604E-9DCA-4C45-A919-C6F1444A8126}"/>
                </a:ext>
              </a:extLst>
            </p:cNvPr>
            <p:cNvSpPr>
              <a:spLocks noChangeShapeType="1"/>
            </p:cNvSpPr>
            <p:nvPr/>
          </p:nvSpPr>
          <p:spPr bwMode="auto">
            <a:xfrm flipH="1">
              <a:off x="6472577" y="3934774"/>
              <a:ext cx="261322"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88" name="Line 45">
              <a:extLst>
                <a:ext uri="{FF2B5EF4-FFF2-40B4-BE49-F238E27FC236}">
                  <a16:creationId xmlns:a16="http://schemas.microsoft.com/office/drawing/2014/main" id="{0FA681C7-10DA-4A6D-99C9-C053C20C0D70}"/>
                </a:ext>
              </a:extLst>
            </p:cNvPr>
            <p:cNvSpPr>
              <a:spLocks noChangeShapeType="1"/>
            </p:cNvSpPr>
            <p:nvPr/>
          </p:nvSpPr>
          <p:spPr bwMode="auto">
            <a:xfrm flipV="1">
              <a:off x="6611101" y="4198342"/>
              <a:ext cx="0" cy="195783"/>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grpSp>
    </p:spTree>
    <p:extLst>
      <p:ext uri="{BB962C8B-B14F-4D97-AF65-F5344CB8AC3E}">
        <p14:creationId xmlns:p14="http://schemas.microsoft.com/office/powerpoint/2010/main" val="132878917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灯片编号占位符 110"/>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13123CC-A5CC-40BF-912E-9416D5179362}" type="slidenum">
              <a:rPr kumimoji="0" lang="en-US" altLang="zh-CN" sz="1200" b="0" i="0" u="none" strike="noStrike" kern="1200" cap="none" spc="0" normalizeH="0" baseline="0" noProof="0" smtClean="0">
                <a:ln>
                  <a:noFill/>
                </a:ln>
                <a:solidFill>
                  <a:srgbClr val="000000"/>
                </a:solidFill>
                <a:effectLst/>
                <a:uLnTx/>
                <a:uFillTx/>
                <a:latin typeface="Arial Black"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107</a:t>
            </a:fld>
            <a:endParaRPr kumimoji="0" lang="en-US" altLang="zh-CN" sz="1200" b="0" i="0" u="none" strike="noStrike" kern="1200" cap="none" spc="0" normalizeH="0" baseline="0" noProof="0" dirty="0">
              <a:ln>
                <a:noFill/>
              </a:ln>
              <a:solidFill>
                <a:srgbClr val="000000"/>
              </a:solidFill>
              <a:effectLst/>
              <a:uLnTx/>
              <a:uFillTx/>
              <a:latin typeface="Arial Black" pitchFamily="34" charset="0"/>
              <a:ea typeface="宋体" pitchFamily="2" charset="-122"/>
              <a:cs typeface="+mn-cs"/>
            </a:endParaRPr>
          </a:p>
        </p:txBody>
      </p:sp>
      <p:sp>
        <p:nvSpPr>
          <p:cNvPr id="116" name="Rectangle 44">
            <a:extLst>
              <a:ext uri="{FF2B5EF4-FFF2-40B4-BE49-F238E27FC236}">
                <a16:creationId xmlns:a16="http://schemas.microsoft.com/office/drawing/2014/main" id="{64D954E9-8C9F-45AA-963D-87BBE5370F02}"/>
              </a:ext>
            </a:extLst>
          </p:cNvPr>
          <p:cNvSpPr>
            <a:spLocks noChangeArrowheads="1"/>
          </p:cNvSpPr>
          <p:nvPr/>
        </p:nvSpPr>
        <p:spPr bwMode="auto">
          <a:xfrm>
            <a:off x="3094959" y="5642139"/>
            <a:ext cx="3127729" cy="430887"/>
          </a:xfrm>
          <a:prstGeom prst="rect">
            <a:avLst/>
          </a:prstGeom>
          <a:noFill/>
          <a:ln w="9525">
            <a:noFill/>
            <a:miter lim="800000"/>
            <a:headEnd/>
            <a:tailEnd/>
          </a:ln>
        </p:spPr>
        <p:txBody>
          <a:bodyPr wrap="squar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zh-CN" altLang="en-US" sz="2800" b="0" dirty="0">
                <a:solidFill>
                  <a:srgbClr val="000000"/>
                </a:solidFill>
                <a:latin typeface="+mn-lt"/>
                <a:ea typeface="+mn-ea"/>
              </a:rPr>
              <a:t>从</a:t>
            </a:r>
            <a:r>
              <a:rPr lang="en-US" altLang="zh-CN" sz="2800" b="0" dirty="0">
                <a:solidFill>
                  <a:srgbClr val="000000"/>
                </a:solidFill>
                <a:latin typeface="+mn-lt"/>
                <a:ea typeface="+mn-ea"/>
              </a:rPr>
              <a:t> 1111 </a:t>
            </a:r>
            <a:r>
              <a:rPr lang="zh-CN" altLang="en-US" sz="2800" b="0" dirty="0">
                <a:solidFill>
                  <a:srgbClr val="000000"/>
                </a:solidFill>
                <a:latin typeface="+mn-lt"/>
                <a:ea typeface="+mn-ea"/>
              </a:rPr>
              <a:t>到</a:t>
            </a:r>
            <a:r>
              <a:rPr lang="en-US" altLang="zh-CN" sz="2800" b="0" dirty="0">
                <a:solidFill>
                  <a:srgbClr val="000000"/>
                </a:solidFill>
                <a:latin typeface="+mn-lt"/>
                <a:ea typeface="+mn-ea"/>
              </a:rPr>
              <a:t> 0000</a:t>
            </a:r>
            <a:endParaRPr kumimoji="0" lang="en-US" altLang="zh-CN" sz="2800" b="0" i="0" u="none" strike="noStrike" kern="1200" cap="none" spc="0" normalizeH="0" baseline="0" noProof="0" dirty="0">
              <a:ln>
                <a:noFill/>
              </a:ln>
              <a:solidFill>
                <a:srgbClr val="000000"/>
              </a:solidFill>
              <a:effectLst/>
              <a:uLnTx/>
              <a:uFillTx/>
              <a:latin typeface="+mn-lt"/>
              <a:ea typeface="+mn-ea"/>
              <a:cs typeface="+mn-cs"/>
            </a:endParaRPr>
          </a:p>
        </p:txBody>
      </p:sp>
      <p:sp>
        <p:nvSpPr>
          <p:cNvPr id="4" name="Title 4">
            <a:extLst>
              <a:ext uri="{FF2B5EF4-FFF2-40B4-BE49-F238E27FC236}">
                <a16:creationId xmlns:a16="http://schemas.microsoft.com/office/drawing/2014/main" id="{4BF5BBC8-10CA-ABB2-C82A-362A64DC138E}"/>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t>异步计数器</a:t>
            </a:r>
            <a:endParaRPr lang="en-CN" altLang="zh-CN" sz="4000" dirty="0">
              <a:solidFill>
                <a:srgbClr val="0000FF"/>
              </a:solidFill>
              <a:latin typeface="Arial" panose="020B0604020202020204" pitchFamily="34" charset="0"/>
              <a:cs typeface="Arial" panose="020B0604020202020204" pitchFamily="34" charset="0"/>
            </a:endParaRPr>
          </a:p>
        </p:txBody>
      </p:sp>
      <p:sp>
        <p:nvSpPr>
          <p:cNvPr id="82" name="内容占位符 2">
            <a:extLst>
              <a:ext uri="{FF2B5EF4-FFF2-40B4-BE49-F238E27FC236}">
                <a16:creationId xmlns:a16="http://schemas.microsoft.com/office/drawing/2014/main" id="{765F8B86-DB2E-4688-90A1-C24E77771241}"/>
              </a:ext>
            </a:extLst>
          </p:cNvPr>
          <p:cNvSpPr txBox="1">
            <a:spLocks/>
          </p:cNvSpPr>
          <p:nvPr/>
        </p:nvSpPr>
        <p:spPr bwMode="auto">
          <a:xfrm>
            <a:off x="536031" y="1393031"/>
            <a:ext cx="7886700" cy="132818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b="1">
                <a:solidFill>
                  <a:schemeClr val="tx1"/>
                </a:solidFill>
                <a:latin typeface="+mn-lt"/>
                <a:ea typeface="黑体" panose="02010609060101010101" pitchFamily="49" charset="-122"/>
                <a:cs typeface="+mn-cs"/>
              </a:defRPr>
            </a:lvl1pPr>
            <a:lvl2pPr marL="742950" indent="-285750" algn="l" rtl="0" eaLnBrk="1" fontAlgn="base" hangingPunct="1">
              <a:spcBef>
                <a:spcPct val="20000"/>
              </a:spcBef>
              <a:spcAft>
                <a:spcPct val="0"/>
              </a:spcAft>
              <a:buChar char="–"/>
              <a:defRPr sz="2800" b="1">
                <a:solidFill>
                  <a:schemeClr val="tx1"/>
                </a:solidFill>
                <a:latin typeface="+mn-lt"/>
                <a:ea typeface="黑体" panose="02010609060101010101" pitchFamily="49" charset="-122"/>
              </a:defRPr>
            </a:lvl2pPr>
            <a:lvl3pPr marL="1143000" indent="-228600" algn="l" rtl="0" eaLnBrk="1" fontAlgn="base" hangingPunct="1">
              <a:spcBef>
                <a:spcPct val="20000"/>
              </a:spcBef>
              <a:spcAft>
                <a:spcPct val="0"/>
              </a:spcAft>
              <a:buChar char="•"/>
              <a:defRPr sz="2400" b="1">
                <a:solidFill>
                  <a:schemeClr val="tx1"/>
                </a:solidFill>
                <a:latin typeface="+mn-lt"/>
                <a:ea typeface="黑体" panose="02010609060101010101" pitchFamily="49" charset="-122"/>
              </a:defRPr>
            </a:lvl3pPr>
            <a:lvl4pPr marL="1600200" indent="-228600" algn="l" rtl="0" eaLnBrk="1" fontAlgn="base" hangingPunct="1">
              <a:spcBef>
                <a:spcPct val="20000"/>
              </a:spcBef>
              <a:spcAft>
                <a:spcPct val="0"/>
              </a:spcAft>
              <a:buChar char="–"/>
              <a:defRPr sz="2000" b="1">
                <a:solidFill>
                  <a:schemeClr val="tx1"/>
                </a:solidFill>
                <a:latin typeface="+mn-lt"/>
                <a:ea typeface="黑体" panose="02010609060101010101" pitchFamily="49" charset="-122"/>
              </a:defRPr>
            </a:lvl4pPr>
            <a:lvl5pPr marL="2057400" indent="-228600" algn="l" rtl="0" eaLnBrk="1" fontAlgn="base" hangingPunct="1">
              <a:spcBef>
                <a:spcPct val="20000"/>
              </a:spcBef>
              <a:spcAft>
                <a:spcPct val="0"/>
              </a:spcAft>
              <a:buChar char="»"/>
              <a:defRPr sz="2000" b="1">
                <a:solidFill>
                  <a:schemeClr val="tx1"/>
                </a:solidFill>
                <a:latin typeface="+mn-lt"/>
                <a:ea typeface="黑体" panose="02010609060101010101" pitchFamily="49" charset="-122"/>
              </a:defRPr>
            </a:lvl5pPr>
            <a:lvl6pPr marL="2514600" indent="-228600" algn="l" rtl="0" eaLnBrk="1" fontAlgn="base" hangingPunct="1">
              <a:spcBef>
                <a:spcPct val="20000"/>
              </a:spcBef>
              <a:spcAft>
                <a:spcPct val="0"/>
              </a:spcAft>
              <a:buChar char="»"/>
              <a:defRPr sz="2000" b="1">
                <a:solidFill>
                  <a:schemeClr val="tx1"/>
                </a:solidFill>
                <a:latin typeface="+mn-lt"/>
                <a:ea typeface="+mn-ea"/>
              </a:defRPr>
            </a:lvl6pPr>
            <a:lvl7pPr marL="2971800" indent="-228600" algn="l" rtl="0" eaLnBrk="1" fontAlgn="base" hangingPunct="1">
              <a:spcBef>
                <a:spcPct val="20000"/>
              </a:spcBef>
              <a:spcAft>
                <a:spcPct val="0"/>
              </a:spcAft>
              <a:buChar char="»"/>
              <a:defRPr sz="2000" b="1">
                <a:solidFill>
                  <a:schemeClr val="tx1"/>
                </a:solidFill>
                <a:latin typeface="+mn-lt"/>
                <a:ea typeface="+mn-ea"/>
              </a:defRPr>
            </a:lvl7pPr>
            <a:lvl8pPr marL="3429000" indent="-228600" algn="l" rtl="0" eaLnBrk="1" fontAlgn="base" hangingPunct="1">
              <a:spcBef>
                <a:spcPct val="20000"/>
              </a:spcBef>
              <a:spcAft>
                <a:spcPct val="0"/>
              </a:spcAft>
              <a:buChar char="»"/>
              <a:defRPr sz="2000" b="1">
                <a:solidFill>
                  <a:schemeClr val="tx1"/>
                </a:solidFill>
                <a:latin typeface="+mn-lt"/>
                <a:ea typeface="+mn-ea"/>
              </a:defRPr>
            </a:lvl8pPr>
            <a:lvl9pPr marL="3886200" indent="-228600" algn="l" rtl="0" eaLnBrk="1" fontAlgn="base" hangingPunct="1">
              <a:spcBef>
                <a:spcPct val="20000"/>
              </a:spcBef>
              <a:spcAft>
                <a:spcPct val="0"/>
              </a:spcAft>
              <a:buChar char="»"/>
              <a:defRPr sz="2000" b="1">
                <a:solidFill>
                  <a:schemeClr val="tx1"/>
                </a:solidFill>
                <a:latin typeface="+mn-lt"/>
                <a:ea typeface="+mn-ea"/>
              </a:defRPr>
            </a:lvl9pPr>
          </a:lstStyle>
          <a:p>
            <a:r>
              <a:rPr lang="zh-CN" altLang="en-US" sz="2800" b="0" kern="0" dirty="0">
                <a:solidFill>
                  <a:srgbClr val="000000"/>
                </a:solidFill>
                <a:ea typeface="黑体"/>
              </a:rPr>
              <a:t>异步</a:t>
            </a:r>
            <a:endParaRPr lang="en-US" altLang="zh-CN" sz="2800" b="0" kern="0" dirty="0">
              <a:solidFill>
                <a:srgbClr val="000000"/>
              </a:solidFill>
              <a:ea typeface="黑体"/>
            </a:endParaRPr>
          </a:p>
          <a:p>
            <a:pPr lvl="1"/>
            <a:r>
              <a:rPr lang="zh-CN" altLang="en-US" sz="2400" b="0" kern="0" dirty="0">
                <a:solidFill>
                  <a:srgbClr val="000000"/>
                </a:solidFill>
                <a:latin typeface="Calibri"/>
                <a:ea typeface="黑体"/>
              </a:rPr>
              <a:t>各个触发器没有使用同一个时钟信号</a:t>
            </a:r>
            <a:endParaRPr lang="zh-CN" altLang="en-US" sz="2400" b="0" kern="0" dirty="0"/>
          </a:p>
          <a:p>
            <a:pPr lvl="1"/>
            <a:endParaRPr lang="en-US" altLang="zh-CN" sz="2000" b="0" kern="0" dirty="0">
              <a:solidFill>
                <a:srgbClr val="C00000"/>
              </a:solidFill>
              <a:ea typeface="黑体"/>
            </a:endParaRPr>
          </a:p>
        </p:txBody>
      </p:sp>
      <p:sp>
        <p:nvSpPr>
          <p:cNvPr id="87" name="Text Box 100">
            <a:extLst>
              <a:ext uri="{FF2B5EF4-FFF2-40B4-BE49-F238E27FC236}">
                <a16:creationId xmlns:a16="http://schemas.microsoft.com/office/drawing/2014/main" id="{B780AED5-99CF-4F45-8710-0A8E505E153E}"/>
              </a:ext>
            </a:extLst>
          </p:cNvPr>
          <p:cNvSpPr txBox="1">
            <a:spLocks noChangeArrowheads="1"/>
          </p:cNvSpPr>
          <p:nvPr/>
        </p:nvSpPr>
        <p:spPr bwMode="auto">
          <a:xfrm>
            <a:off x="2111037" y="3913437"/>
            <a:ext cx="1295400" cy="523220"/>
          </a:xfrm>
          <a:prstGeom prst="rect">
            <a:avLst/>
          </a:prstGeom>
          <a:noFill/>
          <a:ln w="9525"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70C0"/>
                </a:solidFill>
                <a:effectLst/>
                <a:uLnTx/>
                <a:uFillTx/>
                <a:latin typeface="+mn-lt"/>
                <a:ea typeface="宋体" pitchFamily="2" charset="-122"/>
                <a:cs typeface="+mn-cs"/>
                <a:sym typeface="Symbol" pitchFamily="18" charset="2"/>
              </a:rPr>
              <a:t></a:t>
            </a:r>
            <a:r>
              <a:rPr lang="en-US" altLang="zh-CN" sz="2800" b="0" noProof="0" dirty="0">
                <a:solidFill>
                  <a:srgbClr val="0070C0"/>
                </a:solidFill>
                <a:latin typeface="+mn-lt"/>
                <a:sym typeface="Symbol" pitchFamily="18" charset="2"/>
              </a:rPr>
              <a:t>0</a:t>
            </a:r>
            <a:endParaRPr kumimoji="0" lang="en-US" altLang="zh-CN" sz="2800" b="0" i="0" u="none" strike="noStrike" kern="1200" cap="none" spc="0" normalizeH="0" baseline="0" noProof="0" dirty="0">
              <a:ln>
                <a:noFill/>
              </a:ln>
              <a:solidFill>
                <a:srgbClr val="0070C0"/>
              </a:solidFill>
              <a:effectLst/>
              <a:uLnTx/>
              <a:uFillTx/>
              <a:latin typeface="+mn-lt"/>
            </a:endParaRPr>
          </a:p>
        </p:txBody>
      </p:sp>
      <p:grpSp>
        <p:nvGrpSpPr>
          <p:cNvPr id="88" name="组合 87">
            <a:extLst>
              <a:ext uri="{FF2B5EF4-FFF2-40B4-BE49-F238E27FC236}">
                <a16:creationId xmlns:a16="http://schemas.microsoft.com/office/drawing/2014/main" id="{E132AA23-3C8D-4908-8596-E930E977E883}"/>
              </a:ext>
            </a:extLst>
          </p:cNvPr>
          <p:cNvGrpSpPr>
            <a:grpSpLocks noChangeAspect="1"/>
          </p:cNvGrpSpPr>
          <p:nvPr/>
        </p:nvGrpSpPr>
        <p:grpSpPr>
          <a:xfrm>
            <a:off x="248744" y="3048000"/>
            <a:ext cx="8646511" cy="2052338"/>
            <a:chOff x="870138" y="3081337"/>
            <a:chExt cx="7144164" cy="1695739"/>
          </a:xfrm>
        </p:grpSpPr>
        <p:sp>
          <p:nvSpPr>
            <p:cNvPr id="89" name="Rectangle 5">
              <a:extLst>
                <a:ext uri="{FF2B5EF4-FFF2-40B4-BE49-F238E27FC236}">
                  <a16:creationId xmlns:a16="http://schemas.microsoft.com/office/drawing/2014/main" id="{C26805BD-277D-48F8-912C-269F954BC7E3}"/>
                </a:ext>
              </a:extLst>
            </p:cNvPr>
            <p:cNvSpPr>
              <a:spLocks noChangeArrowheads="1"/>
            </p:cNvSpPr>
            <p:nvPr/>
          </p:nvSpPr>
          <p:spPr bwMode="auto">
            <a:xfrm>
              <a:off x="2235310" y="3634880"/>
              <a:ext cx="588001" cy="953570"/>
            </a:xfrm>
            <a:prstGeom prst="rect">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90" name="Rectangle 6">
              <a:extLst>
                <a:ext uri="{FF2B5EF4-FFF2-40B4-BE49-F238E27FC236}">
                  <a16:creationId xmlns:a16="http://schemas.microsoft.com/office/drawing/2014/main" id="{AE573886-E29C-4CDB-B7FA-33F070954694}"/>
                </a:ext>
              </a:extLst>
            </p:cNvPr>
            <p:cNvSpPr>
              <a:spLocks noChangeArrowheads="1"/>
            </p:cNvSpPr>
            <p:nvPr/>
          </p:nvSpPr>
          <p:spPr bwMode="auto">
            <a:xfrm>
              <a:off x="2283171" y="3724682"/>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CN" sz="1500" i="1" dirty="0">
                  <a:solidFill>
                    <a:srgbClr val="000000"/>
                  </a:solidFill>
                  <a:latin typeface="Times New Roman" pitchFamily="18" charset="0"/>
                </a:rPr>
                <a:t>D</a:t>
              </a:r>
              <a:endParaRPr kumimoji="0" lang="en-US" altLang="zh-CN" sz="1500" b="0" i="0" u="none" strike="noStrike" kern="1200" cap="none" spc="0" normalizeH="0" baseline="0" noProof="0" dirty="0">
                <a:ln>
                  <a:noFill/>
                </a:ln>
                <a:solidFill>
                  <a:srgbClr val="000000"/>
                </a:solidFill>
                <a:effectLst/>
                <a:uLnTx/>
                <a:uFillTx/>
              </a:endParaRPr>
            </a:p>
          </p:txBody>
        </p:sp>
        <p:sp>
          <p:nvSpPr>
            <p:cNvPr id="91" name="Rectangle 7">
              <a:extLst>
                <a:ext uri="{FF2B5EF4-FFF2-40B4-BE49-F238E27FC236}">
                  <a16:creationId xmlns:a16="http://schemas.microsoft.com/office/drawing/2014/main" id="{473CD9D3-8B12-4B66-AB00-D7FB7B4E89F0}"/>
                </a:ext>
              </a:extLst>
            </p:cNvPr>
            <p:cNvSpPr>
              <a:spLocks noChangeArrowheads="1"/>
            </p:cNvSpPr>
            <p:nvPr/>
          </p:nvSpPr>
          <p:spPr bwMode="auto">
            <a:xfrm>
              <a:off x="2631869" y="3710795"/>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a:ln>
                  <a:noFill/>
                </a:ln>
                <a:solidFill>
                  <a:srgbClr val="000000"/>
                </a:solidFill>
                <a:effectLst/>
                <a:uLnTx/>
                <a:uFillTx/>
                <a:ea typeface="宋体" pitchFamily="2" charset="-122"/>
                <a:cs typeface="+mn-cs"/>
              </a:endParaRPr>
            </a:p>
          </p:txBody>
        </p:sp>
        <p:sp>
          <p:nvSpPr>
            <p:cNvPr id="92" name="Rectangle 8">
              <a:extLst>
                <a:ext uri="{FF2B5EF4-FFF2-40B4-BE49-F238E27FC236}">
                  <a16:creationId xmlns:a16="http://schemas.microsoft.com/office/drawing/2014/main" id="{0BB74C95-D4E6-4730-8DF9-9CB2156CBC3F}"/>
                </a:ext>
              </a:extLst>
            </p:cNvPr>
            <p:cNvSpPr>
              <a:spLocks noChangeArrowheads="1"/>
            </p:cNvSpPr>
            <p:nvPr/>
          </p:nvSpPr>
          <p:spPr bwMode="auto">
            <a:xfrm>
              <a:off x="2644689" y="4214428"/>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93" name="Oval 9">
              <a:extLst>
                <a:ext uri="{FF2B5EF4-FFF2-40B4-BE49-F238E27FC236}">
                  <a16:creationId xmlns:a16="http://schemas.microsoft.com/office/drawing/2014/main" id="{D586D446-46BB-4553-9C2C-8B7826370CF3}"/>
                </a:ext>
              </a:extLst>
            </p:cNvPr>
            <p:cNvSpPr>
              <a:spLocks noChangeArrowheads="1"/>
            </p:cNvSpPr>
            <p:nvPr/>
          </p:nvSpPr>
          <p:spPr bwMode="auto">
            <a:xfrm>
              <a:off x="2823311" y="4323672"/>
              <a:ext cx="109728" cy="105541"/>
            </a:xfrm>
            <a:prstGeom prst="ellipse">
              <a:avLst/>
            </a:prstGeom>
            <a:solidFill>
              <a:srgbClr val="FFFFFF"/>
            </a:solidFill>
            <a:ln w="1905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01" name="Oval 10">
              <a:extLst>
                <a:ext uri="{FF2B5EF4-FFF2-40B4-BE49-F238E27FC236}">
                  <a16:creationId xmlns:a16="http://schemas.microsoft.com/office/drawing/2014/main" id="{316BF477-2671-4D9A-939D-F558D8843FDD}"/>
                </a:ext>
              </a:extLst>
            </p:cNvPr>
            <p:cNvSpPr>
              <a:spLocks noChangeArrowheads="1"/>
            </p:cNvSpPr>
            <p:nvPr/>
          </p:nvSpPr>
          <p:spPr bwMode="auto">
            <a:xfrm>
              <a:off x="2823311" y="4323672"/>
              <a:ext cx="109728" cy="105541"/>
            </a:xfrm>
            <a:prstGeom prst="ellips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02" name="Rectangle 11">
              <a:extLst>
                <a:ext uri="{FF2B5EF4-FFF2-40B4-BE49-F238E27FC236}">
                  <a16:creationId xmlns:a16="http://schemas.microsoft.com/office/drawing/2014/main" id="{9C5272E4-870C-484D-BB18-C3EA921E449A}"/>
                </a:ext>
              </a:extLst>
            </p:cNvPr>
            <p:cNvSpPr>
              <a:spLocks noChangeArrowheads="1"/>
            </p:cNvSpPr>
            <p:nvPr/>
          </p:nvSpPr>
          <p:spPr bwMode="auto">
            <a:xfrm>
              <a:off x="2399404" y="4032972"/>
              <a:ext cx="12819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03" name="Freeform 12">
              <a:extLst>
                <a:ext uri="{FF2B5EF4-FFF2-40B4-BE49-F238E27FC236}">
                  <a16:creationId xmlns:a16="http://schemas.microsoft.com/office/drawing/2014/main" id="{6A782186-D984-4143-900C-EF3526FBABCA}"/>
                </a:ext>
              </a:extLst>
            </p:cNvPr>
            <p:cNvSpPr>
              <a:spLocks/>
            </p:cNvSpPr>
            <p:nvPr/>
          </p:nvSpPr>
          <p:spPr bwMode="auto">
            <a:xfrm>
              <a:off x="2235310" y="4058894"/>
              <a:ext cx="147000" cy="212007"/>
            </a:xfrm>
            <a:custGeom>
              <a:avLst/>
              <a:gdLst>
                <a:gd name="T0" fmla="*/ 0 w 172"/>
                <a:gd name="T1" fmla="*/ 229 h 229"/>
                <a:gd name="T2" fmla="*/ 172 w 172"/>
                <a:gd name="T3" fmla="*/ 115 h 229"/>
                <a:gd name="T4" fmla="*/ 0 w 172"/>
                <a:gd name="T5" fmla="*/ 0 h 229"/>
                <a:gd name="T6" fmla="*/ 0 60000 65536"/>
                <a:gd name="T7" fmla="*/ 0 60000 65536"/>
                <a:gd name="T8" fmla="*/ 0 60000 65536"/>
                <a:gd name="T9" fmla="*/ 0 w 172"/>
                <a:gd name="T10" fmla="*/ 0 h 229"/>
                <a:gd name="T11" fmla="*/ 172 w 172"/>
                <a:gd name="T12" fmla="*/ 229 h 229"/>
              </a:gdLst>
              <a:ahLst/>
              <a:cxnLst>
                <a:cxn ang="T6">
                  <a:pos x="T0" y="T1"/>
                </a:cxn>
                <a:cxn ang="T7">
                  <a:pos x="T2" y="T3"/>
                </a:cxn>
                <a:cxn ang="T8">
                  <a:pos x="T4" y="T5"/>
                </a:cxn>
              </a:cxnLst>
              <a:rect l="T9" t="T10" r="T11" b="T12"/>
              <a:pathLst>
                <a:path w="172" h="229">
                  <a:moveTo>
                    <a:pt x="0" y="229"/>
                  </a:moveTo>
                  <a:lnTo>
                    <a:pt x="172" y="115"/>
                  </a:lnTo>
                  <a:lnTo>
                    <a:pt x="0" y="0"/>
                  </a:lnTo>
                </a:path>
              </a:pathLst>
            </a:custGeom>
            <a:noFill/>
            <a:ln w="19050"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04" name="Line 37">
              <a:extLst>
                <a:ext uri="{FF2B5EF4-FFF2-40B4-BE49-F238E27FC236}">
                  <a16:creationId xmlns:a16="http://schemas.microsoft.com/office/drawing/2014/main" id="{A5A25558-CBEF-4070-A9AB-D82AE8A4292F}"/>
                </a:ext>
              </a:extLst>
            </p:cNvPr>
            <p:cNvSpPr>
              <a:spLocks noChangeShapeType="1"/>
            </p:cNvSpPr>
            <p:nvPr/>
          </p:nvSpPr>
          <p:spPr bwMode="auto">
            <a:xfrm>
              <a:off x="2823312" y="3847813"/>
              <a:ext cx="147000" cy="926"/>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05" name="Line 42">
              <a:extLst>
                <a:ext uri="{FF2B5EF4-FFF2-40B4-BE49-F238E27FC236}">
                  <a16:creationId xmlns:a16="http://schemas.microsoft.com/office/drawing/2014/main" id="{103856D8-DC1D-4829-A4E0-432A3BB51CAB}"/>
                </a:ext>
              </a:extLst>
            </p:cNvPr>
            <p:cNvSpPr>
              <a:spLocks noChangeShapeType="1"/>
            </p:cNvSpPr>
            <p:nvPr/>
          </p:nvSpPr>
          <p:spPr bwMode="auto">
            <a:xfrm flipH="1">
              <a:off x="1745594" y="4165361"/>
              <a:ext cx="489716" cy="926"/>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06" name="Rectangle 43">
              <a:extLst>
                <a:ext uri="{FF2B5EF4-FFF2-40B4-BE49-F238E27FC236}">
                  <a16:creationId xmlns:a16="http://schemas.microsoft.com/office/drawing/2014/main" id="{34CDAFBB-B810-4449-9414-A86C00038AC3}"/>
                </a:ext>
              </a:extLst>
            </p:cNvPr>
            <p:cNvSpPr>
              <a:spLocks noChangeArrowheads="1"/>
            </p:cNvSpPr>
            <p:nvPr/>
          </p:nvSpPr>
          <p:spPr bwMode="auto">
            <a:xfrm>
              <a:off x="1069556" y="4039807"/>
              <a:ext cx="613234" cy="508599"/>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mn-lt"/>
                </a:rPr>
                <a:t>Count</a:t>
              </a:r>
            </a:p>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CN" sz="2000" b="0" dirty="0">
                  <a:solidFill>
                    <a:srgbClr val="000000"/>
                  </a:solidFill>
                  <a:latin typeface="+mn-lt"/>
                </a:rPr>
                <a:t>pulses</a:t>
              </a:r>
              <a:endParaRPr kumimoji="0" lang="en-US" altLang="zh-CN" sz="2000" b="0" i="0" u="none" strike="noStrike" kern="1200" cap="none" spc="0" normalizeH="0" baseline="0" noProof="0" dirty="0">
                <a:ln>
                  <a:noFill/>
                </a:ln>
                <a:solidFill>
                  <a:srgbClr val="000000"/>
                </a:solidFill>
                <a:effectLst/>
                <a:uLnTx/>
                <a:uFillTx/>
                <a:latin typeface="+mn-lt"/>
              </a:endParaRPr>
            </a:p>
          </p:txBody>
        </p:sp>
        <p:sp>
          <p:nvSpPr>
            <p:cNvPr id="107" name="Line 45">
              <a:extLst>
                <a:ext uri="{FF2B5EF4-FFF2-40B4-BE49-F238E27FC236}">
                  <a16:creationId xmlns:a16="http://schemas.microsoft.com/office/drawing/2014/main" id="{BF5F7897-55D1-4451-8241-BF0AF080FC4B}"/>
                </a:ext>
              </a:extLst>
            </p:cNvPr>
            <p:cNvSpPr>
              <a:spLocks noChangeShapeType="1"/>
            </p:cNvSpPr>
            <p:nvPr/>
          </p:nvSpPr>
          <p:spPr bwMode="auto">
            <a:xfrm flipV="1">
              <a:off x="2970313" y="3337924"/>
              <a:ext cx="0" cy="509889"/>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08" name="Rectangle 54">
              <a:extLst>
                <a:ext uri="{FF2B5EF4-FFF2-40B4-BE49-F238E27FC236}">
                  <a16:creationId xmlns:a16="http://schemas.microsoft.com/office/drawing/2014/main" id="{5DF94178-FF99-4AF4-B5DD-28A4ACBA6529}"/>
                </a:ext>
              </a:extLst>
            </p:cNvPr>
            <p:cNvSpPr>
              <a:spLocks noChangeArrowheads="1"/>
            </p:cNvSpPr>
            <p:nvPr/>
          </p:nvSpPr>
          <p:spPr bwMode="auto">
            <a:xfrm>
              <a:off x="2709643" y="3346957"/>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09" name="Rectangle 55">
              <a:extLst>
                <a:ext uri="{FF2B5EF4-FFF2-40B4-BE49-F238E27FC236}">
                  <a16:creationId xmlns:a16="http://schemas.microsoft.com/office/drawing/2014/main" id="{4476FBCE-0D7B-4764-BF4D-0A81CF7920B9}"/>
                </a:ext>
              </a:extLst>
            </p:cNvPr>
            <p:cNvSpPr>
              <a:spLocks noChangeArrowheads="1"/>
            </p:cNvSpPr>
            <p:nvPr/>
          </p:nvSpPr>
          <p:spPr bwMode="auto">
            <a:xfrm>
              <a:off x="2839696" y="3473791"/>
              <a:ext cx="96576"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0</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10" name="Freeform 58">
              <a:extLst>
                <a:ext uri="{FF2B5EF4-FFF2-40B4-BE49-F238E27FC236}">
                  <a16:creationId xmlns:a16="http://schemas.microsoft.com/office/drawing/2014/main" id="{0FC08CB4-55E7-4131-AD97-31B97542E4BC}"/>
                </a:ext>
              </a:extLst>
            </p:cNvPr>
            <p:cNvSpPr>
              <a:spLocks/>
            </p:cNvSpPr>
            <p:nvPr/>
          </p:nvSpPr>
          <p:spPr bwMode="auto">
            <a:xfrm>
              <a:off x="1240163" y="3854673"/>
              <a:ext cx="73152" cy="73152"/>
            </a:xfrm>
            <a:custGeom>
              <a:avLst/>
              <a:gdLst>
                <a:gd name="T0" fmla="*/ 48 w 104"/>
                <a:gd name="T1" fmla="*/ 0 h 104"/>
                <a:gd name="T2" fmla="*/ 94 w 104"/>
                <a:gd name="T3" fmla="*/ 46 h 104"/>
                <a:gd name="T4" fmla="*/ 48 w 104"/>
                <a:gd name="T5" fmla="*/ 92 h 104"/>
                <a:gd name="T6" fmla="*/ 48 w 104"/>
                <a:gd name="T7" fmla="*/ 92 h 104"/>
                <a:gd name="T8" fmla="*/ 0 w 104"/>
                <a:gd name="T9" fmla="*/ 46 h 104"/>
                <a:gd name="T10" fmla="*/ 48 w 104"/>
                <a:gd name="T11" fmla="*/ 0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52" y="0"/>
                  </a:moveTo>
                  <a:cubicBezTo>
                    <a:pt x="81" y="0"/>
                    <a:pt x="104" y="24"/>
                    <a:pt x="104" y="52"/>
                  </a:cubicBezTo>
                  <a:cubicBezTo>
                    <a:pt x="104" y="81"/>
                    <a:pt x="81" y="104"/>
                    <a:pt x="52" y="104"/>
                  </a:cubicBezTo>
                  <a:cubicBezTo>
                    <a:pt x="52" y="104"/>
                    <a:pt x="52" y="104"/>
                    <a:pt x="52" y="104"/>
                  </a:cubicBezTo>
                  <a:cubicBezTo>
                    <a:pt x="23" y="104"/>
                    <a:pt x="0" y="81"/>
                    <a:pt x="0" y="52"/>
                  </a:cubicBezTo>
                  <a:cubicBezTo>
                    <a:pt x="0" y="24"/>
                    <a:pt x="23" y="0"/>
                    <a:pt x="52" y="0"/>
                  </a:cubicBezTo>
                </a:path>
              </a:pathLst>
            </a:custGeom>
            <a:solidFill>
              <a:srgbClr val="000000"/>
            </a:solidFill>
            <a:ln w="1905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7" name="Rectangle 63">
              <a:extLst>
                <a:ext uri="{FF2B5EF4-FFF2-40B4-BE49-F238E27FC236}">
                  <a16:creationId xmlns:a16="http://schemas.microsoft.com/office/drawing/2014/main" id="{EA2D97FD-0EA8-4E25-B41C-71CDDEB907DD}"/>
                </a:ext>
              </a:extLst>
            </p:cNvPr>
            <p:cNvSpPr>
              <a:spLocks noChangeArrowheads="1"/>
            </p:cNvSpPr>
            <p:nvPr/>
          </p:nvSpPr>
          <p:spPr bwMode="auto">
            <a:xfrm>
              <a:off x="916454" y="3593226"/>
              <a:ext cx="141720" cy="305160"/>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mn-lt"/>
                  <a:ea typeface="宋体" pitchFamily="2" charset="-122"/>
                  <a:cs typeface="+mn-cs"/>
                </a:rPr>
                <a:t>1</a:t>
              </a:r>
            </a:p>
          </p:txBody>
        </p:sp>
        <p:sp>
          <p:nvSpPr>
            <p:cNvPr id="118" name="Text Box 67">
              <a:extLst>
                <a:ext uri="{FF2B5EF4-FFF2-40B4-BE49-F238E27FC236}">
                  <a16:creationId xmlns:a16="http://schemas.microsoft.com/office/drawing/2014/main" id="{BD628CD0-8FF5-4965-867D-471FED2D6BAA}"/>
                </a:ext>
              </a:extLst>
            </p:cNvPr>
            <p:cNvSpPr txBox="1">
              <a:spLocks noChangeArrowheads="1"/>
            </p:cNvSpPr>
            <p:nvPr/>
          </p:nvSpPr>
          <p:spPr bwMode="auto">
            <a:xfrm>
              <a:off x="2533086" y="3813562"/>
              <a:ext cx="266629" cy="432309"/>
            </a:xfrm>
            <a:prstGeom prst="rect">
              <a:avLst/>
            </a:prstGeom>
            <a:noFill/>
            <a:ln w="19050"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70C0"/>
                  </a:solidFill>
                  <a:effectLst/>
                  <a:uLnTx/>
                  <a:uFillTx/>
                  <a:latin typeface="+mn-lt"/>
                  <a:ea typeface="宋体" pitchFamily="2" charset="-122"/>
                  <a:cs typeface="+mn-cs"/>
                </a:rPr>
                <a:t>1</a:t>
              </a:r>
            </a:p>
          </p:txBody>
        </p:sp>
        <p:sp>
          <p:nvSpPr>
            <p:cNvPr id="119" name="Text Box 80">
              <a:extLst>
                <a:ext uri="{FF2B5EF4-FFF2-40B4-BE49-F238E27FC236}">
                  <a16:creationId xmlns:a16="http://schemas.microsoft.com/office/drawing/2014/main" id="{78124B7D-5001-4BEF-B01E-D22EE99CCB98}"/>
                </a:ext>
              </a:extLst>
            </p:cNvPr>
            <p:cNvSpPr txBox="1">
              <a:spLocks noChangeArrowheads="1"/>
            </p:cNvSpPr>
            <p:nvPr/>
          </p:nvSpPr>
          <p:spPr bwMode="auto">
            <a:xfrm>
              <a:off x="2838279" y="4319043"/>
              <a:ext cx="266629" cy="432309"/>
            </a:xfrm>
            <a:prstGeom prst="rect">
              <a:avLst/>
            </a:prstGeom>
            <a:noFill/>
            <a:ln w="19050"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70C0"/>
                  </a:solidFill>
                  <a:effectLst/>
                  <a:uLnTx/>
                  <a:uFillTx/>
                  <a:latin typeface="+mn-lt"/>
                  <a:ea typeface="宋体" pitchFamily="2" charset="-122"/>
                  <a:cs typeface="+mn-cs"/>
                </a:rPr>
                <a:t>0</a:t>
              </a:r>
            </a:p>
          </p:txBody>
        </p:sp>
        <p:grpSp>
          <p:nvGrpSpPr>
            <p:cNvPr id="120" name="Group 75">
              <a:extLst>
                <a:ext uri="{FF2B5EF4-FFF2-40B4-BE49-F238E27FC236}">
                  <a16:creationId xmlns:a16="http://schemas.microsoft.com/office/drawing/2014/main" id="{E14C7C86-E43B-414A-BAD4-84EC73072C66}"/>
                </a:ext>
              </a:extLst>
            </p:cNvPr>
            <p:cNvGrpSpPr>
              <a:grpSpLocks/>
            </p:cNvGrpSpPr>
            <p:nvPr/>
          </p:nvGrpSpPr>
          <p:grpSpPr bwMode="auto">
            <a:xfrm>
              <a:off x="1749895" y="4317179"/>
              <a:ext cx="355506" cy="311067"/>
              <a:chOff x="384" y="3600"/>
              <a:chExt cx="384" cy="336"/>
            </a:xfrm>
          </p:grpSpPr>
          <p:sp>
            <p:nvSpPr>
              <p:cNvPr id="196" name="Line 76">
                <a:extLst>
                  <a:ext uri="{FF2B5EF4-FFF2-40B4-BE49-F238E27FC236}">
                    <a16:creationId xmlns:a16="http://schemas.microsoft.com/office/drawing/2014/main" id="{E9469551-279E-481E-9725-F7996292013C}"/>
                  </a:ext>
                </a:extLst>
              </p:cNvPr>
              <p:cNvSpPr>
                <a:spLocks noChangeShapeType="1"/>
              </p:cNvSpPr>
              <p:nvPr/>
            </p:nvSpPr>
            <p:spPr bwMode="auto">
              <a:xfrm>
                <a:off x="384" y="3936"/>
                <a:ext cx="192" cy="0"/>
              </a:xfrm>
              <a:prstGeom prst="line">
                <a:avLst/>
              </a:prstGeom>
              <a:noFill/>
              <a:ln w="38100">
                <a:solidFill>
                  <a:srgbClr val="FF0066"/>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97" name="Line 77">
                <a:extLst>
                  <a:ext uri="{FF2B5EF4-FFF2-40B4-BE49-F238E27FC236}">
                    <a16:creationId xmlns:a16="http://schemas.microsoft.com/office/drawing/2014/main" id="{B8C00F63-A2A8-43C6-8C50-BBE82A0BBC60}"/>
                  </a:ext>
                </a:extLst>
              </p:cNvPr>
              <p:cNvSpPr>
                <a:spLocks noChangeShapeType="1"/>
              </p:cNvSpPr>
              <p:nvPr/>
            </p:nvSpPr>
            <p:spPr bwMode="auto">
              <a:xfrm>
                <a:off x="576" y="3600"/>
                <a:ext cx="192" cy="0"/>
              </a:xfrm>
              <a:prstGeom prst="line">
                <a:avLst/>
              </a:prstGeom>
              <a:noFill/>
              <a:ln w="38100">
                <a:solidFill>
                  <a:srgbClr val="FF0066"/>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98" name="Line 78">
                <a:extLst>
                  <a:ext uri="{FF2B5EF4-FFF2-40B4-BE49-F238E27FC236}">
                    <a16:creationId xmlns:a16="http://schemas.microsoft.com/office/drawing/2014/main" id="{55C9CB8F-B9A7-42BF-81A5-A01D4E5F6645}"/>
                  </a:ext>
                </a:extLst>
              </p:cNvPr>
              <p:cNvSpPr>
                <a:spLocks noChangeShapeType="1"/>
              </p:cNvSpPr>
              <p:nvPr/>
            </p:nvSpPr>
            <p:spPr bwMode="auto">
              <a:xfrm flipV="1">
                <a:off x="576" y="3600"/>
                <a:ext cx="0" cy="336"/>
              </a:xfrm>
              <a:prstGeom prst="line">
                <a:avLst/>
              </a:prstGeom>
              <a:noFill/>
              <a:ln w="38100">
                <a:solidFill>
                  <a:srgbClr val="FF0066"/>
                </a:solidFill>
                <a:round/>
                <a:headEnd/>
                <a:tailEnd type="triangle" w="med" len="me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grpSp>
        <p:pic>
          <p:nvPicPr>
            <p:cNvPr id="121" name="图片 120">
              <a:extLst>
                <a:ext uri="{FF2B5EF4-FFF2-40B4-BE49-F238E27FC236}">
                  <a16:creationId xmlns:a16="http://schemas.microsoft.com/office/drawing/2014/main" id="{1AAF5A23-C67C-4F37-9FB3-14F83490C51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0812" y="3638059"/>
              <a:ext cx="751985" cy="375993"/>
            </a:xfrm>
            <a:prstGeom prst="rect">
              <a:avLst/>
            </a:prstGeom>
            <a:ln w="19050">
              <a:noFill/>
            </a:ln>
          </p:spPr>
        </p:pic>
        <p:sp>
          <p:nvSpPr>
            <p:cNvPr id="122" name="Line 42">
              <a:extLst>
                <a:ext uri="{FF2B5EF4-FFF2-40B4-BE49-F238E27FC236}">
                  <a16:creationId xmlns:a16="http://schemas.microsoft.com/office/drawing/2014/main" id="{6BD66BF9-3DC0-40E8-92B3-08E7C887F572}"/>
                </a:ext>
              </a:extLst>
            </p:cNvPr>
            <p:cNvSpPr>
              <a:spLocks noChangeShapeType="1"/>
            </p:cNvSpPr>
            <p:nvPr/>
          </p:nvSpPr>
          <p:spPr bwMode="auto">
            <a:xfrm flipH="1">
              <a:off x="870138" y="3899914"/>
              <a:ext cx="730159"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23" name="Line 45">
              <a:extLst>
                <a:ext uri="{FF2B5EF4-FFF2-40B4-BE49-F238E27FC236}">
                  <a16:creationId xmlns:a16="http://schemas.microsoft.com/office/drawing/2014/main" id="{6991E0C3-0F1D-4C9C-A629-7B6ADBAAD061}"/>
                </a:ext>
              </a:extLst>
            </p:cNvPr>
            <p:cNvSpPr>
              <a:spLocks noChangeShapeType="1"/>
            </p:cNvSpPr>
            <p:nvPr/>
          </p:nvSpPr>
          <p:spPr bwMode="auto">
            <a:xfrm flipV="1">
              <a:off x="1563837" y="3322849"/>
              <a:ext cx="855" cy="425866"/>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24" name="Line 45">
              <a:extLst>
                <a:ext uri="{FF2B5EF4-FFF2-40B4-BE49-F238E27FC236}">
                  <a16:creationId xmlns:a16="http://schemas.microsoft.com/office/drawing/2014/main" id="{2F9A96FD-451D-46B1-B088-0A93C1B8C0D7}"/>
                </a:ext>
              </a:extLst>
            </p:cNvPr>
            <p:cNvSpPr>
              <a:spLocks noChangeShapeType="1"/>
            </p:cNvSpPr>
            <p:nvPr/>
          </p:nvSpPr>
          <p:spPr bwMode="auto">
            <a:xfrm flipH="1" flipV="1">
              <a:off x="1566443" y="3322849"/>
              <a:ext cx="1403011" cy="7443"/>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25" name="Line 45">
              <a:extLst>
                <a:ext uri="{FF2B5EF4-FFF2-40B4-BE49-F238E27FC236}">
                  <a16:creationId xmlns:a16="http://schemas.microsoft.com/office/drawing/2014/main" id="{90BC0682-78EA-4E73-A6B9-20DCA9463F1C}"/>
                </a:ext>
              </a:extLst>
            </p:cNvPr>
            <p:cNvSpPr>
              <a:spLocks noChangeShapeType="1"/>
            </p:cNvSpPr>
            <p:nvPr/>
          </p:nvSpPr>
          <p:spPr bwMode="auto">
            <a:xfrm flipV="1">
              <a:off x="1274884" y="3118496"/>
              <a:ext cx="0" cy="77059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26" name="Line 45">
              <a:extLst>
                <a:ext uri="{FF2B5EF4-FFF2-40B4-BE49-F238E27FC236}">
                  <a16:creationId xmlns:a16="http://schemas.microsoft.com/office/drawing/2014/main" id="{E4F49BBB-313D-4A2F-8C92-F0AD08D2AA3F}"/>
                </a:ext>
              </a:extLst>
            </p:cNvPr>
            <p:cNvSpPr>
              <a:spLocks noChangeShapeType="1"/>
            </p:cNvSpPr>
            <p:nvPr/>
          </p:nvSpPr>
          <p:spPr bwMode="auto">
            <a:xfrm flipH="1" flipV="1">
              <a:off x="1274883" y="3108358"/>
              <a:ext cx="2118597" cy="11361"/>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27" name="Line 37">
              <a:extLst>
                <a:ext uri="{FF2B5EF4-FFF2-40B4-BE49-F238E27FC236}">
                  <a16:creationId xmlns:a16="http://schemas.microsoft.com/office/drawing/2014/main" id="{7B7B27BF-2B61-4352-91CE-216BBF5A84C6}"/>
                </a:ext>
              </a:extLst>
            </p:cNvPr>
            <p:cNvSpPr>
              <a:spLocks noChangeShapeType="1"/>
            </p:cNvSpPr>
            <p:nvPr/>
          </p:nvSpPr>
          <p:spPr bwMode="auto">
            <a:xfrm>
              <a:off x="2929529" y="4374071"/>
              <a:ext cx="315803"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28" name="Rectangle 5">
              <a:extLst>
                <a:ext uri="{FF2B5EF4-FFF2-40B4-BE49-F238E27FC236}">
                  <a16:creationId xmlns:a16="http://schemas.microsoft.com/office/drawing/2014/main" id="{70041C03-4539-4B7F-873B-7A0B1DB9D1EA}"/>
                </a:ext>
              </a:extLst>
            </p:cNvPr>
            <p:cNvSpPr>
              <a:spLocks noChangeArrowheads="1"/>
            </p:cNvSpPr>
            <p:nvPr/>
          </p:nvSpPr>
          <p:spPr bwMode="auto">
            <a:xfrm>
              <a:off x="3911557" y="3649197"/>
              <a:ext cx="588001" cy="953570"/>
            </a:xfrm>
            <a:prstGeom prst="rect">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29" name="Rectangle 6">
              <a:extLst>
                <a:ext uri="{FF2B5EF4-FFF2-40B4-BE49-F238E27FC236}">
                  <a16:creationId xmlns:a16="http://schemas.microsoft.com/office/drawing/2014/main" id="{C729E2E4-87F4-498F-A81C-3643D642A707}"/>
                </a:ext>
              </a:extLst>
            </p:cNvPr>
            <p:cNvSpPr>
              <a:spLocks noChangeArrowheads="1"/>
            </p:cNvSpPr>
            <p:nvPr/>
          </p:nvSpPr>
          <p:spPr bwMode="auto">
            <a:xfrm>
              <a:off x="3959418" y="3738999"/>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CN" sz="1500" i="1" dirty="0">
                  <a:solidFill>
                    <a:srgbClr val="000000"/>
                  </a:solidFill>
                  <a:latin typeface="Times New Roman" pitchFamily="18" charset="0"/>
                </a:rPr>
                <a:t>D</a:t>
              </a:r>
              <a:endParaRPr kumimoji="0" lang="en-US" altLang="zh-CN" sz="1500" b="0" i="0" u="none" strike="noStrike" kern="1200" cap="none" spc="0" normalizeH="0" baseline="0" noProof="0" dirty="0">
                <a:ln>
                  <a:noFill/>
                </a:ln>
                <a:solidFill>
                  <a:srgbClr val="000000"/>
                </a:solidFill>
                <a:effectLst/>
                <a:uLnTx/>
                <a:uFillTx/>
              </a:endParaRPr>
            </a:p>
          </p:txBody>
        </p:sp>
        <p:sp>
          <p:nvSpPr>
            <p:cNvPr id="130" name="Rectangle 7">
              <a:extLst>
                <a:ext uri="{FF2B5EF4-FFF2-40B4-BE49-F238E27FC236}">
                  <a16:creationId xmlns:a16="http://schemas.microsoft.com/office/drawing/2014/main" id="{9906550D-653B-4C89-A621-78803DEB7BF7}"/>
                </a:ext>
              </a:extLst>
            </p:cNvPr>
            <p:cNvSpPr>
              <a:spLocks noChangeArrowheads="1"/>
            </p:cNvSpPr>
            <p:nvPr/>
          </p:nvSpPr>
          <p:spPr bwMode="auto">
            <a:xfrm>
              <a:off x="4308116" y="3725112"/>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a:ln>
                  <a:noFill/>
                </a:ln>
                <a:solidFill>
                  <a:srgbClr val="000000"/>
                </a:solidFill>
                <a:effectLst/>
                <a:uLnTx/>
                <a:uFillTx/>
                <a:ea typeface="宋体" pitchFamily="2" charset="-122"/>
                <a:cs typeface="+mn-cs"/>
              </a:endParaRPr>
            </a:p>
          </p:txBody>
        </p:sp>
        <p:sp>
          <p:nvSpPr>
            <p:cNvPr id="131" name="Rectangle 8">
              <a:extLst>
                <a:ext uri="{FF2B5EF4-FFF2-40B4-BE49-F238E27FC236}">
                  <a16:creationId xmlns:a16="http://schemas.microsoft.com/office/drawing/2014/main" id="{C8D93C89-BAFF-407C-B1D9-9C873A89BC99}"/>
                </a:ext>
              </a:extLst>
            </p:cNvPr>
            <p:cNvSpPr>
              <a:spLocks noChangeArrowheads="1"/>
            </p:cNvSpPr>
            <p:nvPr/>
          </p:nvSpPr>
          <p:spPr bwMode="auto">
            <a:xfrm>
              <a:off x="4320936" y="4228745"/>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a:ln>
                  <a:noFill/>
                </a:ln>
                <a:solidFill>
                  <a:srgbClr val="000000"/>
                </a:solidFill>
                <a:effectLst/>
                <a:uLnTx/>
                <a:uFillTx/>
                <a:ea typeface="宋体" pitchFamily="2" charset="-122"/>
                <a:cs typeface="+mn-cs"/>
              </a:endParaRPr>
            </a:p>
          </p:txBody>
        </p:sp>
        <p:sp>
          <p:nvSpPr>
            <p:cNvPr id="132" name="Oval 9">
              <a:extLst>
                <a:ext uri="{FF2B5EF4-FFF2-40B4-BE49-F238E27FC236}">
                  <a16:creationId xmlns:a16="http://schemas.microsoft.com/office/drawing/2014/main" id="{19ECEC6A-B6D7-4EA2-97A9-4FC3E3DAB782}"/>
                </a:ext>
              </a:extLst>
            </p:cNvPr>
            <p:cNvSpPr>
              <a:spLocks noChangeArrowheads="1"/>
            </p:cNvSpPr>
            <p:nvPr/>
          </p:nvSpPr>
          <p:spPr bwMode="auto">
            <a:xfrm>
              <a:off x="4499558" y="4337989"/>
              <a:ext cx="109728" cy="105541"/>
            </a:xfrm>
            <a:prstGeom prst="ellipse">
              <a:avLst/>
            </a:prstGeom>
            <a:solidFill>
              <a:srgbClr val="FFFFFF"/>
            </a:solidFill>
            <a:ln w="1905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33" name="Oval 10">
              <a:extLst>
                <a:ext uri="{FF2B5EF4-FFF2-40B4-BE49-F238E27FC236}">
                  <a16:creationId xmlns:a16="http://schemas.microsoft.com/office/drawing/2014/main" id="{687170AA-E4DF-4F18-B535-1E0FB613378C}"/>
                </a:ext>
              </a:extLst>
            </p:cNvPr>
            <p:cNvSpPr>
              <a:spLocks noChangeArrowheads="1"/>
            </p:cNvSpPr>
            <p:nvPr/>
          </p:nvSpPr>
          <p:spPr bwMode="auto">
            <a:xfrm>
              <a:off x="4499558" y="4337989"/>
              <a:ext cx="109728" cy="105541"/>
            </a:xfrm>
            <a:prstGeom prst="ellips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34" name="Rectangle 11">
              <a:extLst>
                <a:ext uri="{FF2B5EF4-FFF2-40B4-BE49-F238E27FC236}">
                  <a16:creationId xmlns:a16="http://schemas.microsoft.com/office/drawing/2014/main" id="{EDB8477F-DDB1-4C8B-94AE-D2A1B981BFFE}"/>
                </a:ext>
              </a:extLst>
            </p:cNvPr>
            <p:cNvSpPr>
              <a:spLocks noChangeArrowheads="1"/>
            </p:cNvSpPr>
            <p:nvPr/>
          </p:nvSpPr>
          <p:spPr bwMode="auto">
            <a:xfrm>
              <a:off x="4075651" y="4047289"/>
              <a:ext cx="12819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35" name="Freeform 12">
              <a:extLst>
                <a:ext uri="{FF2B5EF4-FFF2-40B4-BE49-F238E27FC236}">
                  <a16:creationId xmlns:a16="http://schemas.microsoft.com/office/drawing/2014/main" id="{11928FA1-7FE2-42AC-8E61-161697A4F09E}"/>
                </a:ext>
              </a:extLst>
            </p:cNvPr>
            <p:cNvSpPr>
              <a:spLocks/>
            </p:cNvSpPr>
            <p:nvPr/>
          </p:nvSpPr>
          <p:spPr bwMode="auto">
            <a:xfrm>
              <a:off x="3911557" y="4073211"/>
              <a:ext cx="147000" cy="212007"/>
            </a:xfrm>
            <a:custGeom>
              <a:avLst/>
              <a:gdLst>
                <a:gd name="T0" fmla="*/ 0 w 172"/>
                <a:gd name="T1" fmla="*/ 229 h 229"/>
                <a:gd name="T2" fmla="*/ 172 w 172"/>
                <a:gd name="T3" fmla="*/ 115 h 229"/>
                <a:gd name="T4" fmla="*/ 0 w 172"/>
                <a:gd name="T5" fmla="*/ 0 h 229"/>
                <a:gd name="T6" fmla="*/ 0 60000 65536"/>
                <a:gd name="T7" fmla="*/ 0 60000 65536"/>
                <a:gd name="T8" fmla="*/ 0 60000 65536"/>
                <a:gd name="T9" fmla="*/ 0 w 172"/>
                <a:gd name="T10" fmla="*/ 0 h 229"/>
                <a:gd name="T11" fmla="*/ 172 w 172"/>
                <a:gd name="T12" fmla="*/ 229 h 229"/>
              </a:gdLst>
              <a:ahLst/>
              <a:cxnLst>
                <a:cxn ang="T6">
                  <a:pos x="T0" y="T1"/>
                </a:cxn>
                <a:cxn ang="T7">
                  <a:pos x="T2" y="T3"/>
                </a:cxn>
                <a:cxn ang="T8">
                  <a:pos x="T4" y="T5"/>
                </a:cxn>
              </a:cxnLst>
              <a:rect l="T9" t="T10" r="T11" b="T12"/>
              <a:pathLst>
                <a:path w="172" h="229">
                  <a:moveTo>
                    <a:pt x="0" y="229"/>
                  </a:moveTo>
                  <a:lnTo>
                    <a:pt x="172" y="115"/>
                  </a:lnTo>
                  <a:lnTo>
                    <a:pt x="0" y="0"/>
                  </a:lnTo>
                </a:path>
              </a:pathLst>
            </a:custGeom>
            <a:noFill/>
            <a:ln w="19050"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36" name="Line 37">
              <a:extLst>
                <a:ext uri="{FF2B5EF4-FFF2-40B4-BE49-F238E27FC236}">
                  <a16:creationId xmlns:a16="http://schemas.microsoft.com/office/drawing/2014/main" id="{BC71DA24-2E6F-4382-9BC0-5C8AE33E8546}"/>
                </a:ext>
              </a:extLst>
            </p:cNvPr>
            <p:cNvSpPr>
              <a:spLocks noChangeShapeType="1"/>
            </p:cNvSpPr>
            <p:nvPr/>
          </p:nvSpPr>
          <p:spPr bwMode="auto">
            <a:xfrm>
              <a:off x="4499559" y="3862130"/>
              <a:ext cx="147000" cy="926"/>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37" name="Line 42">
              <a:extLst>
                <a:ext uri="{FF2B5EF4-FFF2-40B4-BE49-F238E27FC236}">
                  <a16:creationId xmlns:a16="http://schemas.microsoft.com/office/drawing/2014/main" id="{CCE0DF83-B33B-4EDE-B8CC-F2004FEA8829}"/>
                </a:ext>
              </a:extLst>
            </p:cNvPr>
            <p:cNvSpPr>
              <a:spLocks noChangeShapeType="1"/>
            </p:cNvSpPr>
            <p:nvPr/>
          </p:nvSpPr>
          <p:spPr bwMode="auto">
            <a:xfrm flipH="1">
              <a:off x="3242690" y="4179678"/>
              <a:ext cx="668867"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38" name="Line 45">
              <a:extLst>
                <a:ext uri="{FF2B5EF4-FFF2-40B4-BE49-F238E27FC236}">
                  <a16:creationId xmlns:a16="http://schemas.microsoft.com/office/drawing/2014/main" id="{4F08DEDF-617E-4AEE-A6F8-8338524F70CD}"/>
                </a:ext>
              </a:extLst>
            </p:cNvPr>
            <p:cNvSpPr>
              <a:spLocks noChangeShapeType="1"/>
            </p:cNvSpPr>
            <p:nvPr/>
          </p:nvSpPr>
          <p:spPr bwMode="auto">
            <a:xfrm flipV="1">
              <a:off x="4646560" y="3352241"/>
              <a:ext cx="0" cy="509889"/>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39" name="Rectangle 54">
              <a:extLst>
                <a:ext uri="{FF2B5EF4-FFF2-40B4-BE49-F238E27FC236}">
                  <a16:creationId xmlns:a16="http://schemas.microsoft.com/office/drawing/2014/main" id="{9254E0D7-949D-45BB-8475-135E486F7936}"/>
                </a:ext>
              </a:extLst>
            </p:cNvPr>
            <p:cNvSpPr>
              <a:spLocks noChangeArrowheads="1"/>
            </p:cNvSpPr>
            <p:nvPr/>
          </p:nvSpPr>
          <p:spPr bwMode="auto">
            <a:xfrm>
              <a:off x="4385890" y="3361274"/>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40" name="Rectangle 55">
              <a:extLst>
                <a:ext uri="{FF2B5EF4-FFF2-40B4-BE49-F238E27FC236}">
                  <a16:creationId xmlns:a16="http://schemas.microsoft.com/office/drawing/2014/main" id="{E06B7A42-FFD0-49B9-964C-47F75AC028E1}"/>
                </a:ext>
              </a:extLst>
            </p:cNvPr>
            <p:cNvSpPr>
              <a:spLocks noChangeArrowheads="1"/>
            </p:cNvSpPr>
            <p:nvPr/>
          </p:nvSpPr>
          <p:spPr bwMode="auto">
            <a:xfrm>
              <a:off x="4515943" y="3488108"/>
              <a:ext cx="79469" cy="190724"/>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1</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41" name="Text Box 67">
              <a:extLst>
                <a:ext uri="{FF2B5EF4-FFF2-40B4-BE49-F238E27FC236}">
                  <a16:creationId xmlns:a16="http://schemas.microsoft.com/office/drawing/2014/main" id="{ED51ECD2-0EA3-4A0D-A74D-F1E587A8710D}"/>
                </a:ext>
              </a:extLst>
            </p:cNvPr>
            <p:cNvSpPr txBox="1">
              <a:spLocks noChangeArrowheads="1"/>
            </p:cNvSpPr>
            <p:nvPr/>
          </p:nvSpPr>
          <p:spPr bwMode="auto">
            <a:xfrm>
              <a:off x="4209355" y="3810500"/>
              <a:ext cx="266629" cy="432309"/>
            </a:xfrm>
            <a:prstGeom prst="rect">
              <a:avLst/>
            </a:prstGeom>
            <a:noFill/>
            <a:ln w="19050"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70C0"/>
                  </a:solidFill>
                  <a:effectLst/>
                  <a:uLnTx/>
                  <a:uFillTx/>
                  <a:latin typeface="+mn-lt"/>
                  <a:ea typeface="宋体" pitchFamily="2" charset="-122"/>
                  <a:cs typeface="+mn-cs"/>
                </a:rPr>
                <a:t>1</a:t>
              </a:r>
            </a:p>
          </p:txBody>
        </p:sp>
        <p:sp>
          <p:nvSpPr>
            <p:cNvPr id="142" name="Text Box 80">
              <a:extLst>
                <a:ext uri="{FF2B5EF4-FFF2-40B4-BE49-F238E27FC236}">
                  <a16:creationId xmlns:a16="http://schemas.microsoft.com/office/drawing/2014/main" id="{27FE3040-2C6E-43E7-964F-8E07C54786C0}"/>
                </a:ext>
              </a:extLst>
            </p:cNvPr>
            <p:cNvSpPr txBox="1">
              <a:spLocks noChangeArrowheads="1"/>
            </p:cNvSpPr>
            <p:nvPr/>
          </p:nvSpPr>
          <p:spPr bwMode="auto">
            <a:xfrm>
              <a:off x="4514526" y="4333360"/>
              <a:ext cx="266629" cy="432309"/>
            </a:xfrm>
            <a:prstGeom prst="rect">
              <a:avLst/>
            </a:prstGeom>
            <a:noFill/>
            <a:ln w="19050"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70C0"/>
                  </a:solidFill>
                  <a:effectLst/>
                  <a:uLnTx/>
                  <a:uFillTx/>
                  <a:latin typeface="+mn-lt"/>
                  <a:ea typeface="宋体" pitchFamily="2" charset="-122"/>
                  <a:cs typeface="+mn-cs"/>
                </a:rPr>
                <a:t>0</a:t>
              </a:r>
            </a:p>
          </p:txBody>
        </p:sp>
        <p:pic>
          <p:nvPicPr>
            <p:cNvPr id="143" name="图片 142">
              <a:extLst>
                <a:ext uri="{FF2B5EF4-FFF2-40B4-BE49-F238E27FC236}">
                  <a16:creationId xmlns:a16="http://schemas.microsoft.com/office/drawing/2014/main" id="{D44F50BF-78F5-44F4-8F41-F98CBC67D15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97059" y="3652376"/>
              <a:ext cx="751985" cy="375993"/>
            </a:xfrm>
            <a:prstGeom prst="rect">
              <a:avLst/>
            </a:prstGeom>
            <a:ln w="19050">
              <a:noFill/>
            </a:ln>
          </p:spPr>
        </p:pic>
        <p:sp>
          <p:nvSpPr>
            <p:cNvPr id="144" name="Line 45">
              <a:extLst>
                <a:ext uri="{FF2B5EF4-FFF2-40B4-BE49-F238E27FC236}">
                  <a16:creationId xmlns:a16="http://schemas.microsoft.com/office/drawing/2014/main" id="{F3A0A4A5-F078-43DE-B6F7-71BFF963500C}"/>
                </a:ext>
              </a:extLst>
            </p:cNvPr>
            <p:cNvSpPr>
              <a:spLocks noChangeShapeType="1"/>
            </p:cNvSpPr>
            <p:nvPr/>
          </p:nvSpPr>
          <p:spPr bwMode="auto">
            <a:xfrm flipV="1">
              <a:off x="3240084" y="3337166"/>
              <a:ext cx="855" cy="425866"/>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5" name="Line 45">
              <a:extLst>
                <a:ext uri="{FF2B5EF4-FFF2-40B4-BE49-F238E27FC236}">
                  <a16:creationId xmlns:a16="http://schemas.microsoft.com/office/drawing/2014/main" id="{1537FC26-3C05-4E8C-AA75-6017FA778C02}"/>
                </a:ext>
              </a:extLst>
            </p:cNvPr>
            <p:cNvSpPr>
              <a:spLocks noChangeShapeType="1"/>
            </p:cNvSpPr>
            <p:nvPr/>
          </p:nvSpPr>
          <p:spPr bwMode="auto">
            <a:xfrm flipH="1" flipV="1">
              <a:off x="3242690" y="3337166"/>
              <a:ext cx="1403011" cy="7443"/>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6" name="Line 45">
              <a:extLst>
                <a:ext uri="{FF2B5EF4-FFF2-40B4-BE49-F238E27FC236}">
                  <a16:creationId xmlns:a16="http://schemas.microsoft.com/office/drawing/2014/main" id="{AF0DFACD-6FE5-4EAC-BE77-356C9ECCD768}"/>
                </a:ext>
              </a:extLst>
            </p:cNvPr>
            <p:cNvSpPr>
              <a:spLocks noChangeShapeType="1"/>
            </p:cNvSpPr>
            <p:nvPr/>
          </p:nvSpPr>
          <p:spPr bwMode="auto">
            <a:xfrm flipH="1" flipV="1">
              <a:off x="2984471" y="3117913"/>
              <a:ext cx="2118597" cy="11361"/>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7" name="Line 45">
              <a:extLst>
                <a:ext uri="{FF2B5EF4-FFF2-40B4-BE49-F238E27FC236}">
                  <a16:creationId xmlns:a16="http://schemas.microsoft.com/office/drawing/2014/main" id="{EBB8EA21-FD77-4D50-9DF5-F04DEA1A846C}"/>
                </a:ext>
              </a:extLst>
            </p:cNvPr>
            <p:cNvSpPr>
              <a:spLocks noChangeShapeType="1"/>
            </p:cNvSpPr>
            <p:nvPr/>
          </p:nvSpPr>
          <p:spPr bwMode="auto">
            <a:xfrm flipV="1">
              <a:off x="3104908" y="3133216"/>
              <a:ext cx="0" cy="766697"/>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8" name="Line 42">
              <a:extLst>
                <a:ext uri="{FF2B5EF4-FFF2-40B4-BE49-F238E27FC236}">
                  <a16:creationId xmlns:a16="http://schemas.microsoft.com/office/drawing/2014/main" id="{20D6C1F4-D722-43FD-8629-9DE2AAE6FB43}"/>
                </a:ext>
              </a:extLst>
            </p:cNvPr>
            <p:cNvSpPr>
              <a:spLocks noChangeShapeType="1"/>
            </p:cNvSpPr>
            <p:nvPr/>
          </p:nvSpPr>
          <p:spPr bwMode="auto">
            <a:xfrm flipH="1">
              <a:off x="3104834" y="3915646"/>
              <a:ext cx="261322"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9" name="Freeform 58">
              <a:extLst>
                <a:ext uri="{FF2B5EF4-FFF2-40B4-BE49-F238E27FC236}">
                  <a16:creationId xmlns:a16="http://schemas.microsoft.com/office/drawing/2014/main" id="{8822117F-A67C-49E6-93D7-6B9B564F29AC}"/>
                </a:ext>
              </a:extLst>
            </p:cNvPr>
            <p:cNvSpPr>
              <a:spLocks/>
            </p:cNvSpPr>
            <p:nvPr/>
          </p:nvSpPr>
          <p:spPr bwMode="auto">
            <a:xfrm>
              <a:off x="3068016" y="3081337"/>
              <a:ext cx="73152" cy="73152"/>
            </a:xfrm>
            <a:custGeom>
              <a:avLst/>
              <a:gdLst>
                <a:gd name="T0" fmla="*/ 48 w 104"/>
                <a:gd name="T1" fmla="*/ 0 h 104"/>
                <a:gd name="T2" fmla="*/ 94 w 104"/>
                <a:gd name="T3" fmla="*/ 46 h 104"/>
                <a:gd name="T4" fmla="*/ 48 w 104"/>
                <a:gd name="T5" fmla="*/ 92 h 104"/>
                <a:gd name="T6" fmla="*/ 48 w 104"/>
                <a:gd name="T7" fmla="*/ 92 h 104"/>
                <a:gd name="T8" fmla="*/ 0 w 104"/>
                <a:gd name="T9" fmla="*/ 46 h 104"/>
                <a:gd name="T10" fmla="*/ 48 w 104"/>
                <a:gd name="T11" fmla="*/ 0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52" y="0"/>
                  </a:moveTo>
                  <a:cubicBezTo>
                    <a:pt x="81" y="0"/>
                    <a:pt x="104" y="24"/>
                    <a:pt x="104" y="52"/>
                  </a:cubicBezTo>
                  <a:cubicBezTo>
                    <a:pt x="104" y="81"/>
                    <a:pt x="81" y="104"/>
                    <a:pt x="52" y="104"/>
                  </a:cubicBezTo>
                  <a:cubicBezTo>
                    <a:pt x="52" y="104"/>
                    <a:pt x="52" y="104"/>
                    <a:pt x="52" y="104"/>
                  </a:cubicBezTo>
                  <a:cubicBezTo>
                    <a:pt x="23" y="104"/>
                    <a:pt x="0" y="81"/>
                    <a:pt x="0" y="52"/>
                  </a:cubicBezTo>
                  <a:cubicBezTo>
                    <a:pt x="0" y="24"/>
                    <a:pt x="23" y="0"/>
                    <a:pt x="52" y="0"/>
                  </a:cubicBezTo>
                </a:path>
              </a:pathLst>
            </a:custGeom>
            <a:solidFill>
              <a:srgbClr val="000000"/>
            </a:solidFill>
            <a:ln w="1905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50" name="Line 45">
              <a:extLst>
                <a:ext uri="{FF2B5EF4-FFF2-40B4-BE49-F238E27FC236}">
                  <a16:creationId xmlns:a16="http://schemas.microsoft.com/office/drawing/2014/main" id="{1E3520FB-D3E8-4403-AE4A-8D11B5ACC4CC}"/>
                </a:ext>
              </a:extLst>
            </p:cNvPr>
            <p:cNvSpPr>
              <a:spLocks noChangeShapeType="1"/>
            </p:cNvSpPr>
            <p:nvPr/>
          </p:nvSpPr>
          <p:spPr bwMode="auto">
            <a:xfrm flipV="1">
              <a:off x="3243359" y="4179213"/>
              <a:ext cx="0" cy="195783"/>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51" name="Line 37">
              <a:extLst>
                <a:ext uri="{FF2B5EF4-FFF2-40B4-BE49-F238E27FC236}">
                  <a16:creationId xmlns:a16="http://schemas.microsoft.com/office/drawing/2014/main" id="{78BE3B98-5F9F-43F1-9991-0C7940BF501F}"/>
                </a:ext>
              </a:extLst>
            </p:cNvPr>
            <p:cNvSpPr>
              <a:spLocks noChangeShapeType="1"/>
            </p:cNvSpPr>
            <p:nvPr/>
          </p:nvSpPr>
          <p:spPr bwMode="auto">
            <a:xfrm>
              <a:off x="4614875" y="4385478"/>
              <a:ext cx="315803"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52" name="Rectangle 5">
              <a:extLst>
                <a:ext uri="{FF2B5EF4-FFF2-40B4-BE49-F238E27FC236}">
                  <a16:creationId xmlns:a16="http://schemas.microsoft.com/office/drawing/2014/main" id="{D78CDCCC-C340-4F3C-B87B-4C1DB10FE36D}"/>
                </a:ext>
              </a:extLst>
            </p:cNvPr>
            <p:cNvSpPr>
              <a:spLocks noChangeArrowheads="1"/>
            </p:cNvSpPr>
            <p:nvPr/>
          </p:nvSpPr>
          <p:spPr bwMode="auto">
            <a:xfrm>
              <a:off x="5596903" y="3660604"/>
              <a:ext cx="588001" cy="953570"/>
            </a:xfrm>
            <a:prstGeom prst="rect">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53" name="Rectangle 6">
              <a:extLst>
                <a:ext uri="{FF2B5EF4-FFF2-40B4-BE49-F238E27FC236}">
                  <a16:creationId xmlns:a16="http://schemas.microsoft.com/office/drawing/2014/main" id="{A34DF39D-BA3E-4363-A8DE-C4E4B2D51D0B}"/>
                </a:ext>
              </a:extLst>
            </p:cNvPr>
            <p:cNvSpPr>
              <a:spLocks noChangeArrowheads="1"/>
            </p:cNvSpPr>
            <p:nvPr/>
          </p:nvSpPr>
          <p:spPr bwMode="auto">
            <a:xfrm>
              <a:off x="5644764" y="3750406"/>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CN" sz="1500" i="1" dirty="0">
                  <a:solidFill>
                    <a:srgbClr val="000000"/>
                  </a:solidFill>
                  <a:latin typeface="Times New Roman" pitchFamily="18" charset="0"/>
                </a:rPr>
                <a:t>D</a:t>
              </a:r>
              <a:endParaRPr kumimoji="0" lang="en-US" altLang="zh-CN" sz="1500" b="0" i="0" u="none" strike="noStrike" kern="1200" cap="none" spc="0" normalizeH="0" baseline="0" noProof="0" dirty="0">
                <a:ln>
                  <a:noFill/>
                </a:ln>
                <a:solidFill>
                  <a:srgbClr val="000000"/>
                </a:solidFill>
                <a:effectLst/>
                <a:uLnTx/>
                <a:uFillTx/>
              </a:endParaRPr>
            </a:p>
          </p:txBody>
        </p:sp>
        <p:sp>
          <p:nvSpPr>
            <p:cNvPr id="154" name="Rectangle 7">
              <a:extLst>
                <a:ext uri="{FF2B5EF4-FFF2-40B4-BE49-F238E27FC236}">
                  <a16:creationId xmlns:a16="http://schemas.microsoft.com/office/drawing/2014/main" id="{FD3DE4EF-2717-45FB-82EB-71DB71F4077A}"/>
                </a:ext>
              </a:extLst>
            </p:cNvPr>
            <p:cNvSpPr>
              <a:spLocks noChangeArrowheads="1"/>
            </p:cNvSpPr>
            <p:nvPr/>
          </p:nvSpPr>
          <p:spPr bwMode="auto">
            <a:xfrm>
              <a:off x="5993462" y="3736519"/>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a:ln>
                  <a:noFill/>
                </a:ln>
                <a:solidFill>
                  <a:srgbClr val="000000"/>
                </a:solidFill>
                <a:effectLst/>
                <a:uLnTx/>
                <a:uFillTx/>
                <a:ea typeface="宋体" pitchFamily="2" charset="-122"/>
                <a:cs typeface="+mn-cs"/>
              </a:endParaRPr>
            </a:p>
          </p:txBody>
        </p:sp>
        <p:sp>
          <p:nvSpPr>
            <p:cNvPr id="155" name="Rectangle 8">
              <a:extLst>
                <a:ext uri="{FF2B5EF4-FFF2-40B4-BE49-F238E27FC236}">
                  <a16:creationId xmlns:a16="http://schemas.microsoft.com/office/drawing/2014/main" id="{4A1072BA-F558-413F-9DE3-AF9E23B2310A}"/>
                </a:ext>
              </a:extLst>
            </p:cNvPr>
            <p:cNvSpPr>
              <a:spLocks noChangeArrowheads="1"/>
            </p:cNvSpPr>
            <p:nvPr/>
          </p:nvSpPr>
          <p:spPr bwMode="auto">
            <a:xfrm>
              <a:off x="6006282" y="4240152"/>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a:ln>
                  <a:noFill/>
                </a:ln>
                <a:solidFill>
                  <a:srgbClr val="000000"/>
                </a:solidFill>
                <a:effectLst/>
                <a:uLnTx/>
                <a:uFillTx/>
                <a:ea typeface="宋体" pitchFamily="2" charset="-122"/>
                <a:cs typeface="+mn-cs"/>
              </a:endParaRPr>
            </a:p>
          </p:txBody>
        </p:sp>
        <p:sp>
          <p:nvSpPr>
            <p:cNvPr id="156" name="Oval 9">
              <a:extLst>
                <a:ext uri="{FF2B5EF4-FFF2-40B4-BE49-F238E27FC236}">
                  <a16:creationId xmlns:a16="http://schemas.microsoft.com/office/drawing/2014/main" id="{C0BF3B00-169C-4B8B-8CEA-C9E750491748}"/>
                </a:ext>
              </a:extLst>
            </p:cNvPr>
            <p:cNvSpPr>
              <a:spLocks noChangeArrowheads="1"/>
            </p:cNvSpPr>
            <p:nvPr/>
          </p:nvSpPr>
          <p:spPr bwMode="auto">
            <a:xfrm>
              <a:off x="6184904" y="4349396"/>
              <a:ext cx="109728" cy="105541"/>
            </a:xfrm>
            <a:prstGeom prst="ellipse">
              <a:avLst/>
            </a:prstGeom>
            <a:solidFill>
              <a:srgbClr val="FFFFFF"/>
            </a:solidFill>
            <a:ln w="1905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57" name="Oval 10">
              <a:extLst>
                <a:ext uri="{FF2B5EF4-FFF2-40B4-BE49-F238E27FC236}">
                  <a16:creationId xmlns:a16="http://schemas.microsoft.com/office/drawing/2014/main" id="{3A60C5D4-41DB-4EE1-9119-EE9AA1ED5E20}"/>
                </a:ext>
              </a:extLst>
            </p:cNvPr>
            <p:cNvSpPr>
              <a:spLocks noChangeArrowheads="1"/>
            </p:cNvSpPr>
            <p:nvPr/>
          </p:nvSpPr>
          <p:spPr bwMode="auto">
            <a:xfrm>
              <a:off x="6184904" y="4349396"/>
              <a:ext cx="109728" cy="105541"/>
            </a:xfrm>
            <a:prstGeom prst="ellips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58" name="Rectangle 11">
              <a:extLst>
                <a:ext uri="{FF2B5EF4-FFF2-40B4-BE49-F238E27FC236}">
                  <a16:creationId xmlns:a16="http://schemas.microsoft.com/office/drawing/2014/main" id="{B09E4F4F-A9B7-4B96-9C94-20C24E5B393A}"/>
                </a:ext>
              </a:extLst>
            </p:cNvPr>
            <p:cNvSpPr>
              <a:spLocks noChangeArrowheads="1"/>
            </p:cNvSpPr>
            <p:nvPr/>
          </p:nvSpPr>
          <p:spPr bwMode="auto">
            <a:xfrm>
              <a:off x="5760997" y="4058696"/>
              <a:ext cx="12819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59" name="Freeform 12">
              <a:extLst>
                <a:ext uri="{FF2B5EF4-FFF2-40B4-BE49-F238E27FC236}">
                  <a16:creationId xmlns:a16="http://schemas.microsoft.com/office/drawing/2014/main" id="{1333E833-99C9-4190-A956-940C4C28CB6A}"/>
                </a:ext>
              </a:extLst>
            </p:cNvPr>
            <p:cNvSpPr>
              <a:spLocks/>
            </p:cNvSpPr>
            <p:nvPr/>
          </p:nvSpPr>
          <p:spPr bwMode="auto">
            <a:xfrm>
              <a:off x="5596903" y="4084618"/>
              <a:ext cx="147000" cy="212007"/>
            </a:xfrm>
            <a:custGeom>
              <a:avLst/>
              <a:gdLst>
                <a:gd name="T0" fmla="*/ 0 w 172"/>
                <a:gd name="T1" fmla="*/ 229 h 229"/>
                <a:gd name="T2" fmla="*/ 172 w 172"/>
                <a:gd name="T3" fmla="*/ 115 h 229"/>
                <a:gd name="T4" fmla="*/ 0 w 172"/>
                <a:gd name="T5" fmla="*/ 0 h 229"/>
                <a:gd name="T6" fmla="*/ 0 60000 65536"/>
                <a:gd name="T7" fmla="*/ 0 60000 65536"/>
                <a:gd name="T8" fmla="*/ 0 60000 65536"/>
                <a:gd name="T9" fmla="*/ 0 w 172"/>
                <a:gd name="T10" fmla="*/ 0 h 229"/>
                <a:gd name="T11" fmla="*/ 172 w 172"/>
                <a:gd name="T12" fmla="*/ 229 h 229"/>
              </a:gdLst>
              <a:ahLst/>
              <a:cxnLst>
                <a:cxn ang="T6">
                  <a:pos x="T0" y="T1"/>
                </a:cxn>
                <a:cxn ang="T7">
                  <a:pos x="T2" y="T3"/>
                </a:cxn>
                <a:cxn ang="T8">
                  <a:pos x="T4" y="T5"/>
                </a:cxn>
              </a:cxnLst>
              <a:rect l="T9" t="T10" r="T11" b="T12"/>
              <a:pathLst>
                <a:path w="172" h="229">
                  <a:moveTo>
                    <a:pt x="0" y="229"/>
                  </a:moveTo>
                  <a:lnTo>
                    <a:pt x="172" y="115"/>
                  </a:lnTo>
                  <a:lnTo>
                    <a:pt x="0" y="0"/>
                  </a:lnTo>
                </a:path>
              </a:pathLst>
            </a:custGeom>
            <a:noFill/>
            <a:ln w="19050"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60" name="Line 37">
              <a:extLst>
                <a:ext uri="{FF2B5EF4-FFF2-40B4-BE49-F238E27FC236}">
                  <a16:creationId xmlns:a16="http://schemas.microsoft.com/office/drawing/2014/main" id="{275EF923-9D4B-4CF1-B2D3-F6EE788BF20A}"/>
                </a:ext>
              </a:extLst>
            </p:cNvPr>
            <p:cNvSpPr>
              <a:spLocks noChangeShapeType="1"/>
            </p:cNvSpPr>
            <p:nvPr/>
          </p:nvSpPr>
          <p:spPr bwMode="auto">
            <a:xfrm>
              <a:off x="6184905" y="3873537"/>
              <a:ext cx="147000" cy="926"/>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61" name="Line 42">
              <a:extLst>
                <a:ext uri="{FF2B5EF4-FFF2-40B4-BE49-F238E27FC236}">
                  <a16:creationId xmlns:a16="http://schemas.microsoft.com/office/drawing/2014/main" id="{5FFB0AF3-D240-452F-8BF4-0A3244DABFE2}"/>
                </a:ext>
              </a:extLst>
            </p:cNvPr>
            <p:cNvSpPr>
              <a:spLocks noChangeShapeType="1"/>
            </p:cNvSpPr>
            <p:nvPr/>
          </p:nvSpPr>
          <p:spPr bwMode="auto">
            <a:xfrm flipH="1">
              <a:off x="4928036" y="4191085"/>
              <a:ext cx="668867"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62" name="Line 45">
              <a:extLst>
                <a:ext uri="{FF2B5EF4-FFF2-40B4-BE49-F238E27FC236}">
                  <a16:creationId xmlns:a16="http://schemas.microsoft.com/office/drawing/2014/main" id="{88F0FA0C-4B00-4306-883E-7C822DEAC4BC}"/>
                </a:ext>
              </a:extLst>
            </p:cNvPr>
            <p:cNvSpPr>
              <a:spLocks noChangeShapeType="1"/>
            </p:cNvSpPr>
            <p:nvPr/>
          </p:nvSpPr>
          <p:spPr bwMode="auto">
            <a:xfrm flipV="1">
              <a:off x="6331906" y="3363648"/>
              <a:ext cx="0" cy="509889"/>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63" name="Rectangle 54">
              <a:extLst>
                <a:ext uri="{FF2B5EF4-FFF2-40B4-BE49-F238E27FC236}">
                  <a16:creationId xmlns:a16="http://schemas.microsoft.com/office/drawing/2014/main" id="{9DD94806-286F-496F-99C5-9E3B196174BA}"/>
                </a:ext>
              </a:extLst>
            </p:cNvPr>
            <p:cNvSpPr>
              <a:spLocks noChangeArrowheads="1"/>
            </p:cNvSpPr>
            <p:nvPr/>
          </p:nvSpPr>
          <p:spPr bwMode="auto">
            <a:xfrm>
              <a:off x="6071236" y="3372681"/>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64" name="Rectangle 55">
              <a:extLst>
                <a:ext uri="{FF2B5EF4-FFF2-40B4-BE49-F238E27FC236}">
                  <a16:creationId xmlns:a16="http://schemas.microsoft.com/office/drawing/2014/main" id="{66163AFD-02BF-4CCA-9EFD-14BB6C6C7971}"/>
                </a:ext>
              </a:extLst>
            </p:cNvPr>
            <p:cNvSpPr>
              <a:spLocks noChangeArrowheads="1"/>
            </p:cNvSpPr>
            <p:nvPr/>
          </p:nvSpPr>
          <p:spPr bwMode="auto">
            <a:xfrm>
              <a:off x="6201289" y="3499515"/>
              <a:ext cx="79469" cy="190724"/>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2</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65" name="Text Box 67">
              <a:extLst>
                <a:ext uri="{FF2B5EF4-FFF2-40B4-BE49-F238E27FC236}">
                  <a16:creationId xmlns:a16="http://schemas.microsoft.com/office/drawing/2014/main" id="{7A68BC90-3953-4709-9552-CE6DFBFA9C37}"/>
                </a:ext>
              </a:extLst>
            </p:cNvPr>
            <p:cNvSpPr txBox="1">
              <a:spLocks noChangeArrowheads="1"/>
            </p:cNvSpPr>
            <p:nvPr/>
          </p:nvSpPr>
          <p:spPr bwMode="auto">
            <a:xfrm>
              <a:off x="5903666" y="3813562"/>
              <a:ext cx="266629" cy="432309"/>
            </a:xfrm>
            <a:prstGeom prst="rect">
              <a:avLst/>
            </a:prstGeom>
            <a:noFill/>
            <a:ln w="19050"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70C0"/>
                  </a:solidFill>
                  <a:effectLst/>
                  <a:uLnTx/>
                  <a:uFillTx/>
                  <a:latin typeface="+mn-lt"/>
                  <a:ea typeface="宋体" pitchFamily="2" charset="-122"/>
                  <a:cs typeface="+mn-cs"/>
                </a:rPr>
                <a:t>1</a:t>
              </a:r>
            </a:p>
          </p:txBody>
        </p:sp>
        <p:sp>
          <p:nvSpPr>
            <p:cNvPr id="166" name="Text Box 80">
              <a:extLst>
                <a:ext uri="{FF2B5EF4-FFF2-40B4-BE49-F238E27FC236}">
                  <a16:creationId xmlns:a16="http://schemas.microsoft.com/office/drawing/2014/main" id="{F7599327-341A-4DAB-9E23-80641A0F5508}"/>
                </a:ext>
              </a:extLst>
            </p:cNvPr>
            <p:cNvSpPr txBox="1">
              <a:spLocks noChangeArrowheads="1"/>
            </p:cNvSpPr>
            <p:nvPr/>
          </p:nvSpPr>
          <p:spPr bwMode="auto">
            <a:xfrm>
              <a:off x="6199872" y="4344767"/>
              <a:ext cx="266629" cy="432309"/>
            </a:xfrm>
            <a:prstGeom prst="rect">
              <a:avLst/>
            </a:prstGeom>
            <a:noFill/>
            <a:ln w="19050"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70C0"/>
                  </a:solidFill>
                  <a:effectLst/>
                  <a:uLnTx/>
                  <a:uFillTx/>
                  <a:latin typeface="+mn-lt"/>
                  <a:ea typeface="宋体" pitchFamily="2" charset="-122"/>
                  <a:cs typeface="+mn-cs"/>
                </a:rPr>
                <a:t>0</a:t>
              </a:r>
            </a:p>
          </p:txBody>
        </p:sp>
        <p:pic>
          <p:nvPicPr>
            <p:cNvPr id="167" name="图片 166">
              <a:extLst>
                <a:ext uri="{FF2B5EF4-FFF2-40B4-BE49-F238E27FC236}">
                  <a16:creationId xmlns:a16="http://schemas.microsoft.com/office/drawing/2014/main" id="{31E1E890-1600-4678-AA62-C5D50618D20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82405" y="3663783"/>
              <a:ext cx="751985" cy="375993"/>
            </a:xfrm>
            <a:prstGeom prst="rect">
              <a:avLst/>
            </a:prstGeom>
            <a:ln w="19050">
              <a:noFill/>
            </a:ln>
          </p:spPr>
        </p:pic>
        <p:sp>
          <p:nvSpPr>
            <p:cNvPr id="168" name="Line 45">
              <a:extLst>
                <a:ext uri="{FF2B5EF4-FFF2-40B4-BE49-F238E27FC236}">
                  <a16:creationId xmlns:a16="http://schemas.microsoft.com/office/drawing/2014/main" id="{2B54FCC4-7E08-4ED2-BD74-857365A44847}"/>
                </a:ext>
              </a:extLst>
            </p:cNvPr>
            <p:cNvSpPr>
              <a:spLocks noChangeShapeType="1"/>
            </p:cNvSpPr>
            <p:nvPr/>
          </p:nvSpPr>
          <p:spPr bwMode="auto">
            <a:xfrm flipV="1">
              <a:off x="4925430" y="3348573"/>
              <a:ext cx="855" cy="425866"/>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69" name="Line 45">
              <a:extLst>
                <a:ext uri="{FF2B5EF4-FFF2-40B4-BE49-F238E27FC236}">
                  <a16:creationId xmlns:a16="http://schemas.microsoft.com/office/drawing/2014/main" id="{02ED7EC5-3266-45EC-9A83-F9C2A75CD7EF}"/>
                </a:ext>
              </a:extLst>
            </p:cNvPr>
            <p:cNvSpPr>
              <a:spLocks noChangeShapeType="1"/>
            </p:cNvSpPr>
            <p:nvPr/>
          </p:nvSpPr>
          <p:spPr bwMode="auto">
            <a:xfrm flipH="1" flipV="1">
              <a:off x="4928036" y="3348573"/>
              <a:ext cx="1403011" cy="7443"/>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70" name="Line 45">
              <a:extLst>
                <a:ext uri="{FF2B5EF4-FFF2-40B4-BE49-F238E27FC236}">
                  <a16:creationId xmlns:a16="http://schemas.microsoft.com/office/drawing/2014/main" id="{A3C3E6B9-A8FB-4B52-829C-A7C95FE7C1B5}"/>
                </a:ext>
              </a:extLst>
            </p:cNvPr>
            <p:cNvSpPr>
              <a:spLocks noChangeShapeType="1"/>
            </p:cNvSpPr>
            <p:nvPr/>
          </p:nvSpPr>
          <p:spPr bwMode="auto">
            <a:xfrm flipH="1" flipV="1">
              <a:off x="4669816" y="3129320"/>
              <a:ext cx="1802833" cy="9668"/>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71" name="Line 45">
              <a:extLst>
                <a:ext uri="{FF2B5EF4-FFF2-40B4-BE49-F238E27FC236}">
                  <a16:creationId xmlns:a16="http://schemas.microsoft.com/office/drawing/2014/main" id="{A46CFF3A-6D3A-403F-97AC-A4ECFF82EA2E}"/>
                </a:ext>
              </a:extLst>
            </p:cNvPr>
            <p:cNvSpPr>
              <a:spLocks noChangeShapeType="1"/>
            </p:cNvSpPr>
            <p:nvPr/>
          </p:nvSpPr>
          <p:spPr bwMode="auto">
            <a:xfrm flipV="1">
              <a:off x="4790254" y="3144623"/>
              <a:ext cx="0" cy="766697"/>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72" name="Line 42">
              <a:extLst>
                <a:ext uri="{FF2B5EF4-FFF2-40B4-BE49-F238E27FC236}">
                  <a16:creationId xmlns:a16="http://schemas.microsoft.com/office/drawing/2014/main" id="{B04BC15D-4B6A-479B-BFE1-156537B663A5}"/>
                </a:ext>
              </a:extLst>
            </p:cNvPr>
            <p:cNvSpPr>
              <a:spLocks noChangeShapeType="1"/>
            </p:cNvSpPr>
            <p:nvPr/>
          </p:nvSpPr>
          <p:spPr bwMode="auto">
            <a:xfrm flipH="1">
              <a:off x="4787557" y="3927052"/>
              <a:ext cx="261322"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73" name="Freeform 58">
              <a:extLst>
                <a:ext uri="{FF2B5EF4-FFF2-40B4-BE49-F238E27FC236}">
                  <a16:creationId xmlns:a16="http://schemas.microsoft.com/office/drawing/2014/main" id="{755E465E-78D0-4B9F-8199-C628666CE9A6}"/>
                </a:ext>
              </a:extLst>
            </p:cNvPr>
            <p:cNvSpPr>
              <a:spLocks/>
            </p:cNvSpPr>
            <p:nvPr/>
          </p:nvSpPr>
          <p:spPr bwMode="auto">
            <a:xfrm>
              <a:off x="4753362" y="3092744"/>
              <a:ext cx="73152" cy="73152"/>
            </a:xfrm>
            <a:custGeom>
              <a:avLst/>
              <a:gdLst>
                <a:gd name="T0" fmla="*/ 48 w 104"/>
                <a:gd name="T1" fmla="*/ 0 h 104"/>
                <a:gd name="T2" fmla="*/ 94 w 104"/>
                <a:gd name="T3" fmla="*/ 46 h 104"/>
                <a:gd name="T4" fmla="*/ 48 w 104"/>
                <a:gd name="T5" fmla="*/ 92 h 104"/>
                <a:gd name="T6" fmla="*/ 48 w 104"/>
                <a:gd name="T7" fmla="*/ 92 h 104"/>
                <a:gd name="T8" fmla="*/ 0 w 104"/>
                <a:gd name="T9" fmla="*/ 46 h 104"/>
                <a:gd name="T10" fmla="*/ 48 w 104"/>
                <a:gd name="T11" fmla="*/ 0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52" y="0"/>
                  </a:moveTo>
                  <a:cubicBezTo>
                    <a:pt x="81" y="0"/>
                    <a:pt x="104" y="24"/>
                    <a:pt x="104" y="52"/>
                  </a:cubicBezTo>
                  <a:cubicBezTo>
                    <a:pt x="104" y="81"/>
                    <a:pt x="81" y="104"/>
                    <a:pt x="52" y="104"/>
                  </a:cubicBezTo>
                  <a:cubicBezTo>
                    <a:pt x="52" y="104"/>
                    <a:pt x="52" y="104"/>
                    <a:pt x="52" y="104"/>
                  </a:cubicBezTo>
                  <a:cubicBezTo>
                    <a:pt x="23" y="104"/>
                    <a:pt x="0" y="81"/>
                    <a:pt x="0" y="52"/>
                  </a:cubicBezTo>
                  <a:cubicBezTo>
                    <a:pt x="0" y="24"/>
                    <a:pt x="23" y="0"/>
                    <a:pt x="52" y="0"/>
                  </a:cubicBezTo>
                </a:path>
              </a:pathLst>
            </a:custGeom>
            <a:solidFill>
              <a:srgbClr val="000000"/>
            </a:solidFill>
            <a:ln w="1905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74" name="Line 45">
              <a:extLst>
                <a:ext uri="{FF2B5EF4-FFF2-40B4-BE49-F238E27FC236}">
                  <a16:creationId xmlns:a16="http://schemas.microsoft.com/office/drawing/2014/main" id="{85545727-628A-4EA4-91B0-4C41FA2ED8C0}"/>
                </a:ext>
              </a:extLst>
            </p:cNvPr>
            <p:cNvSpPr>
              <a:spLocks noChangeShapeType="1"/>
            </p:cNvSpPr>
            <p:nvPr/>
          </p:nvSpPr>
          <p:spPr bwMode="auto">
            <a:xfrm flipV="1">
              <a:off x="4928705" y="4190620"/>
              <a:ext cx="0" cy="195783"/>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75" name="Line 37">
              <a:extLst>
                <a:ext uri="{FF2B5EF4-FFF2-40B4-BE49-F238E27FC236}">
                  <a16:creationId xmlns:a16="http://schemas.microsoft.com/office/drawing/2014/main" id="{3E78466E-C2E2-4167-B7A1-1C1C62A90B04}"/>
                </a:ext>
              </a:extLst>
            </p:cNvPr>
            <p:cNvSpPr>
              <a:spLocks noChangeShapeType="1"/>
            </p:cNvSpPr>
            <p:nvPr/>
          </p:nvSpPr>
          <p:spPr bwMode="auto">
            <a:xfrm>
              <a:off x="6297271" y="4393200"/>
              <a:ext cx="315803"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76" name="Rectangle 5">
              <a:extLst>
                <a:ext uri="{FF2B5EF4-FFF2-40B4-BE49-F238E27FC236}">
                  <a16:creationId xmlns:a16="http://schemas.microsoft.com/office/drawing/2014/main" id="{4CF0EF3B-922C-4288-9B3A-26684A5B3EDB}"/>
                </a:ext>
              </a:extLst>
            </p:cNvPr>
            <p:cNvSpPr>
              <a:spLocks noChangeArrowheads="1"/>
            </p:cNvSpPr>
            <p:nvPr/>
          </p:nvSpPr>
          <p:spPr bwMode="auto">
            <a:xfrm>
              <a:off x="7279299" y="3668326"/>
              <a:ext cx="588001" cy="953570"/>
            </a:xfrm>
            <a:prstGeom prst="rect">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77" name="Rectangle 6">
              <a:extLst>
                <a:ext uri="{FF2B5EF4-FFF2-40B4-BE49-F238E27FC236}">
                  <a16:creationId xmlns:a16="http://schemas.microsoft.com/office/drawing/2014/main" id="{50996385-42A8-49E7-9738-9EDD10C2D782}"/>
                </a:ext>
              </a:extLst>
            </p:cNvPr>
            <p:cNvSpPr>
              <a:spLocks noChangeArrowheads="1"/>
            </p:cNvSpPr>
            <p:nvPr/>
          </p:nvSpPr>
          <p:spPr bwMode="auto">
            <a:xfrm>
              <a:off x="7327160" y="3758128"/>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CN" sz="1500" i="1" dirty="0">
                  <a:solidFill>
                    <a:srgbClr val="000000"/>
                  </a:solidFill>
                  <a:latin typeface="Times New Roman" pitchFamily="18" charset="0"/>
                </a:rPr>
                <a:t>D</a:t>
              </a:r>
              <a:endParaRPr kumimoji="0" lang="en-US" altLang="zh-CN" sz="1500" b="0" i="0" u="none" strike="noStrike" kern="1200" cap="none" spc="0" normalizeH="0" baseline="0" noProof="0" dirty="0">
                <a:ln>
                  <a:noFill/>
                </a:ln>
                <a:solidFill>
                  <a:srgbClr val="000000"/>
                </a:solidFill>
                <a:effectLst/>
                <a:uLnTx/>
                <a:uFillTx/>
              </a:endParaRPr>
            </a:p>
          </p:txBody>
        </p:sp>
        <p:sp>
          <p:nvSpPr>
            <p:cNvPr id="178" name="Rectangle 7">
              <a:extLst>
                <a:ext uri="{FF2B5EF4-FFF2-40B4-BE49-F238E27FC236}">
                  <a16:creationId xmlns:a16="http://schemas.microsoft.com/office/drawing/2014/main" id="{CF6EF54B-581A-404F-9090-20A2B45AAF49}"/>
                </a:ext>
              </a:extLst>
            </p:cNvPr>
            <p:cNvSpPr>
              <a:spLocks noChangeArrowheads="1"/>
            </p:cNvSpPr>
            <p:nvPr/>
          </p:nvSpPr>
          <p:spPr bwMode="auto">
            <a:xfrm>
              <a:off x="7675858" y="3744241"/>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a:ln>
                  <a:noFill/>
                </a:ln>
                <a:solidFill>
                  <a:srgbClr val="000000"/>
                </a:solidFill>
                <a:effectLst/>
                <a:uLnTx/>
                <a:uFillTx/>
                <a:ea typeface="宋体" pitchFamily="2" charset="-122"/>
                <a:cs typeface="+mn-cs"/>
              </a:endParaRPr>
            </a:p>
          </p:txBody>
        </p:sp>
        <p:sp>
          <p:nvSpPr>
            <p:cNvPr id="179" name="Rectangle 8">
              <a:extLst>
                <a:ext uri="{FF2B5EF4-FFF2-40B4-BE49-F238E27FC236}">
                  <a16:creationId xmlns:a16="http://schemas.microsoft.com/office/drawing/2014/main" id="{56750168-2D22-47FC-B93E-724890B759FC}"/>
                </a:ext>
              </a:extLst>
            </p:cNvPr>
            <p:cNvSpPr>
              <a:spLocks noChangeArrowheads="1"/>
            </p:cNvSpPr>
            <p:nvPr/>
          </p:nvSpPr>
          <p:spPr bwMode="auto">
            <a:xfrm>
              <a:off x="7688678" y="4247874"/>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a:ln>
                  <a:noFill/>
                </a:ln>
                <a:solidFill>
                  <a:srgbClr val="000000"/>
                </a:solidFill>
                <a:effectLst/>
                <a:uLnTx/>
                <a:uFillTx/>
                <a:ea typeface="宋体" pitchFamily="2" charset="-122"/>
                <a:cs typeface="+mn-cs"/>
              </a:endParaRPr>
            </a:p>
          </p:txBody>
        </p:sp>
        <p:sp>
          <p:nvSpPr>
            <p:cNvPr id="180" name="Oval 9">
              <a:extLst>
                <a:ext uri="{FF2B5EF4-FFF2-40B4-BE49-F238E27FC236}">
                  <a16:creationId xmlns:a16="http://schemas.microsoft.com/office/drawing/2014/main" id="{453BDDE2-993D-40FC-9DEB-932F31CB1AFA}"/>
                </a:ext>
              </a:extLst>
            </p:cNvPr>
            <p:cNvSpPr>
              <a:spLocks noChangeArrowheads="1"/>
            </p:cNvSpPr>
            <p:nvPr/>
          </p:nvSpPr>
          <p:spPr bwMode="auto">
            <a:xfrm>
              <a:off x="7867300" y="4357118"/>
              <a:ext cx="109728" cy="105541"/>
            </a:xfrm>
            <a:prstGeom prst="ellipse">
              <a:avLst/>
            </a:prstGeom>
            <a:solidFill>
              <a:srgbClr val="FFFFFF"/>
            </a:solidFill>
            <a:ln w="1905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81" name="Oval 10">
              <a:extLst>
                <a:ext uri="{FF2B5EF4-FFF2-40B4-BE49-F238E27FC236}">
                  <a16:creationId xmlns:a16="http://schemas.microsoft.com/office/drawing/2014/main" id="{F105B76A-7C5D-4424-B232-21B692ECE3D4}"/>
                </a:ext>
              </a:extLst>
            </p:cNvPr>
            <p:cNvSpPr>
              <a:spLocks noChangeArrowheads="1"/>
            </p:cNvSpPr>
            <p:nvPr/>
          </p:nvSpPr>
          <p:spPr bwMode="auto">
            <a:xfrm>
              <a:off x="7867300" y="4357118"/>
              <a:ext cx="109728" cy="105541"/>
            </a:xfrm>
            <a:prstGeom prst="ellips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82" name="Rectangle 11">
              <a:extLst>
                <a:ext uri="{FF2B5EF4-FFF2-40B4-BE49-F238E27FC236}">
                  <a16:creationId xmlns:a16="http://schemas.microsoft.com/office/drawing/2014/main" id="{7299E238-2336-4095-8612-B5CAB3A819EB}"/>
                </a:ext>
              </a:extLst>
            </p:cNvPr>
            <p:cNvSpPr>
              <a:spLocks noChangeArrowheads="1"/>
            </p:cNvSpPr>
            <p:nvPr/>
          </p:nvSpPr>
          <p:spPr bwMode="auto">
            <a:xfrm>
              <a:off x="7443393" y="4066418"/>
              <a:ext cx="12819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83" name="Freeform 12">
              <a:extLst>
                <a:ext uri="{FF2B5EF4-FFF2-40B4-BE49-F238E27FC236}">
                  <a16:creationId xmlns:a16="http://schemas.microsoft.com/office/drawing/2014/main" id="{46179F97-E912-434C-9C3A-69669562AAD0}"/>
                </a:ext>
              </a:extLst>
            </p:cNvPr>
            <p:cNvSpPr>
              <a:spLocks/>
            </p:cNvSpPr>
            <p:nvPr/>
          </p:nvSpPr>
          <p:spPr bwMode="auto">
            <a:xfrm>
              <a:off x="7279299" y="4092340"/>
              <a:ext cx="147000" cy="212007"/>
            </a:xfrm>
            <a:custGeom>
              <a:avLst/>
              <a:gdLst>
                <a:gd name="T0" fmla="*/ 0 w 172"/>
                <a:gd name="T1" fmla="*/ 229 h 229"/>
                <a:gd name="T2" fmla="*/ 172 w 172"/>
                <a:gd name="T3" fmla="*/ 115 h 229"/>
                <a:gd name="T4" fmla="*/ 0 w 172"/>
                <a:gd name="T5" fmla="*/ 0 h 229"/>
                <a:gd name="T6" fmla="*/ 0 60000 65536"/>
                <a:gd name="T7" fmla="*/ 0 60000 65536"/>
                <a:gd name="T8" fmla="*/ 0 60000 65536"/>
                <a:gd name="T9" fmla="*/ 0 w 172"/>
                <a:gd name="T10" fmla="*/ 0 h 229"/>
                <a:gd name="T11" fmla="*/ 172 w 172"/>
                <a:gd name="T12" fmla="*/ 229 h 229"/>
              </a:gdLst>
              <a:ahLst/>
              <a:cxnLst>
                <a:cxn ang="T6">
                  <a:pos x="T0" y="T1"/>
                </a:cxn>
                <a:cxn ang="T7">
                  <a:pos x="T2" y="T3"/>
                </a:cxn>
                <a:cxn ang="T8">
                  <a:pos x="T4" y="T5"/>
                </a:cxn>
              </a:cxnLst>
              <a:rect l="T9" t="T10" r="T11" b="T12"/>
              <a:pathLst>
                <a:path w="172" h="229">
                  <a:moveTo>
                    <a:pt x="0" y="229"/>
                  </a:moveTo>
                  <a:lnTo>
                    <a:pt x="172" y="115"/>
                  </a:lnTo>
                  <a:lnTo>
                    <a:pt x="0" y="0"/>
                  </a:lnTo>
                </a:path>
              </a:pathLst>
            </a:custGeom>
            <a:noFill/>
            <a:ln w="19050"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84" name="Line 37">
              <a:extLst>
                <a:ext uri="{FF2B5EF4-FFF2-40B4-BE49-F238E27FC236}">
                  <a16:creationId xmlns:a16="http://schemas.microsoft.com/office/drawing/2014/main" id="{F7841A61-DFAC-410D-AA81-4026A543AB20}"/>
                </a:ext>
              </a:extLst>
            </p:cNvPr>
            <p:cNvSpPr>
              <a:spLocks noChangeShapeType="1"/>
            </p:cNvSpPr>
            <p:nvPr/>
          </p:nvSpPr>
          <p:spPr bwMode="auto">
            <a:xfrm>
              <a:off x="7867301" y="3881259"/>
              <a:ext cx="147000" cy="926"/>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85" name="Line 42">
              <a:extLst>
                <a:ext uri="{FF2B5EF4-FFF2-40B4-BE49-F238E27FC236}">
                  <a16:creationId xmlns:a16="http://schemas.microsoft.com/office/drawing/2014/main" id="{89DC9860-380A-4457-94A1-A0428375A7A9}"/>
                </a:ext>
              </a:extLst>
            </p:cNvPr>
            <p:cNvSpPr>
              <a:spLocks noChangeShapeType="1"/>
            </p:cNvSpPr>
            <p:nvPr/>
          </p:nvSpPr>
          <p:spPr bwMode="auto">
            <a:xfrm flipH="1">
              <a:off x="6610432" y="4198807"/>
              <a:ext cx="668867"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86" name="Line 45">
              <a:extLst>
                <a:ext uri="{FF2B5EF4-FFF2-40B4-BE49-F238E27FC236}">
                  <a16:creationId xmlns:a16="http://schemas.microsoft.com/office/drawing/2014/main" id="{37C0E4E7-B6D1-4821-86B5-8DE900CEAEEF}"/>
                </a:ext>
              </a:extLst>
            </p:cNvPr>
            <p:cNvSpPr>
              <a:spLocks noChangeShapeType="1"/>
            </p:cNvSpPr>
            <p:nvPr/>
          </p:nvSpPr>
          <p:spPr bwMode="auto">
            <a:xfrm flipV="1">
              <a:off x="8014302" y="3371370"/>
              <a:ext cx="0" cy="509889"/>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87" name="Rectangle 54">
              <a:extLst>
                <a:ext uri="{FF2B5EF4-FFF2-40B4-BE49-F238E27FC236}">
                  <a16:creationId xmlns:a16="http://schemas.microsoft.com/office/drawing/2014/main" id="{A7B4912F-C68E-4125-8621-7211696C237D}"/>
                </a:ext>
              </a:extLst>
            </p:cNvPr>
            <p:cNvSpPr>
              <a:spLocks noChangeArrowheads="1"/>
            </p:cNvSpPr>
            <p:nvPr/>
          </p:nvSpPr>
          <p:spPr bwMode="auto">
            <a:xfrm>
              <a:off x="7753632" y="3380403"/>
              <a:ext cx="139308" cy="230523"/>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Q</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88" name="Rectangle 55">
              <a:extLst>
                <a:ext uri="{FF2B5EF4-FFF2-40B4-BE49-F238E27FC236}">
                  <a16:creationId xmlns:a16="http://schemas.microsoft.com/office/drawing/2014/main" id="{8C9D445E-6596-4541-A774-04760F35214C}"/>
                </a:ext>
              </a:extLst>
            </p:cNvPr>
            <p:cNvSpPr>
              <a:spLocks noChangeArrowheads="1"/>
            </p:cNvSpPr>
            <p:nvPr/>
          </p:nvSpPr>
          <p:spPr bwMode="auto">
            <a:xfrm>
              <a:off x="7883685" y="3507237"/>
              <a:ext cx="79469" cy="190724"/>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5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3</a:t>
              </a:r>
              <a:endParaRPr kumimoji="0" lang="en-US" altLang="zh-CN" sz="15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89" name="Text Box 67">
              <a:extLst>
                <a:ext uri="{FF2B5EF4-FFF2-40B4-BE49-F238E27FC236}">
                  <a16:creationId xmlns:a16="http://schemas.microsoft.com/office/drawing/2014/main" id="{882DFFA6-2227-4FA7-8588-9C20C217AF67}"/>
                </a:ext>
              </a:extLst>
            </p:cNvPr>
            <p:cNvSpPr txBox="1">
              <a:spLocks noChangeArrowheads="1"/>
            </p:cNvSpPr>
            <p:nvPr/>
          </p:nvSpPr>
          <p:spPr bwMode="auto">
            <a:xfrm>
              <a:off x="7569756" y="3830800"/>
              <a:ext cx="266629" cy="432309"/>
            </a:xfrm>
            <a:prstGeom prst="rect">
              <a:avLst/>
            </a:prstGeom>
            <a:noFill/>
            <a:ln w="19050"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70C0"/>
                  </a:solidFill>
                  <a:effectLst/>
                  <a:uLnTx/>
                  <a:uFillTx/>
                  <a:latin typeface="+mn-lt"/>
                  <a:ea typeface="宋体" pitchFamily="2" charset="-122"/>
                  <a:cs typeface="+mn-cs"/>
                </a:rPr>
                <a:t>1</a:t>
              </a:r>
            </a:p>
          </p:txBody>
        </p:sp>
        <p:pic>
          <p:nvPicPr>
            <p:cNvPr id="190" name="图片 189">
              <a:extLst>
                <a:ext uri="{FF2B5EF4-FFF2-40B4-BE49-F238E27FC236}">
                  <a16:creationId xmlns:a16="http://schemas.microsoft.com/office/drawing/2014/main" id="{54F136CB-2223-488B-A22B-03855EA7AAB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64801" y="3671505"/>
              <a:ext cx="751985" cy="375993"/>
            </a:xfrm>
            <a:prstGeom prst="rect">
              <a:avLst/>
            </a:prstGeom>
            <a:ln w="19050">
              <a:noFill/>
            </a:ln>
          </p:spPr>
        </p:pic>
        <p:sp>
          <p:nvSpPr>
            <p:cNvPr id="191" name="Line 45">
              <a:extLst>
                <a:ext uri="{FF2B5EF4-FFF2-40B4-BE49-F238E27FC236}">
                  <a16:creationId xmlns:a16="http://schemas.microsoft.com/office/drawing/2014/main" id="{3A4C5D7A-13AD-4A7A-9FAD-1F68E6E8903C}"/>
                </a:ext>
              </a:extLst>
            </p:cNvPr>
            <p:cNvSpPr>
              <a:spLocks noChangeShapeType="1"/>
            </p:cNvSpPr>
            <p:nvPr/>
          </p:nvSpPr>
          <p:spPr bwMode="auto">
            <a:xfrm flipV="1">
              <a:off x="6607826" y="3356295"/>
              <a:ext cx="855" cy="425866"/>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92" name="Line 45">
              <a:extLst>
                <a:ext uri="{FF2B5EF4-FFF2-40B4-BE49-F238E27FC236}">
                  <a16:creationId xmlns:a16="http://schemas.microsoft.com/office/drawing/2014/main" id="{77678A9D-4454-4FBD-9554-EE98DCC2A198}"/>
                </a:ext>
              </a:extLst>
            </p:cNvPr>
            <p:cNvSpPr>
              <a:spLocks noChangeShapeType="1"/>
            </p:cNvSpPr>
            <p:nvPr/>
          </p:nvSpPr>
          <p:spPr bwMode="auto">
            <a:xfrm flipH="1" flipV="1">
              <a:off x="6610432" y="3356295"/>
              <a:ext cx="1403011" cy="7443"/>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93" name="Line 45">
              <a:extLst>
                <a:ext uri="{FF2B5EF4-FFF2-40B4-BE49-F238E27FC236}">
                  <a16:creationId xmlns:a16="http://schemas.microsoft.com/office/drawing/2014/main" id="{6A5D572F-9853-43EE-8DC6-7BFEE1F6276B}"/>
                </a:ext>
              </a:extLst>
            </p:cNvPr>
            <p:cNvSpPr>
              <a:spLocks noChangeShapeType="1"/>
            </p:cNvSpPr>
            <p:nvPr/>
          </p:nvSpPr>
          <p:spPr bwMode="auto">
            <a:xfrm flipV="1">
              <a:off x="6472650" y="3152345"/>
              <a:ext cx="0" cy="766697"/>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94" name="Line 42">
              <a:extLst>
                <a:ext uri="{FF2B5EF4-FFF2-40B4-BE49-F238E27FC236}">
                  <a16:creationId xmlns:a16="http://schemas.microsoft.com/office/drawing/2014/main" id="{A6759594-423D-4624-B8D2-5DAC760E4108}"/>
                </a:ext>
              </a:extLst>
            </p:cNvPr>
            <p:cNvSpPr>
              <a:spLocks noChangeShapeType="1"/>
            </p:cNvSpPr>
            <p:nvPr/>
          </p:nvSpPr>
          <p:spPr bwMode="auto">
            <a:xfrm flipH="1">
              <a:off x="6472577" y="3934774"/>
              <a:ext cx="261322"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95" name="Line 45">
              <a:extLst>
                <a:ext uri="{FF2B5EF4-FFF2-40B4-BE49-F238E27FC236}">
                  <a16:creationId xmlns:a16="http://schemas.microsoft.com/office/drawing/2014/main" id="{E91592BC-F69F-4CFD-80CD-88ACA5AA9785}"/>
                </a:ext>
              </a:extLst>
            </p:cNvPr>
            <p:cNvSpPr>
              <a:spLocks noChangeShapeType="1"/>
            </p:cNvSpPr>
            <p:nvPr/>
          </p:nvSpPr>
          <p:spPr bwMode="auto">
            <a:xfrm flipV="1">
              <a:off x="6611101" y="4198342"/>
              <a:ext cx="0" cy="195783"/>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5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grpSp>
      <p:sp>
        <p:nvSpPr>
          <p:cNvPr id="199" name="Text Box 100">
            <a:extLst>
              <a:ext uri="{FF2B5EF4-FFF2-40B4-BE49-F238E27FC236}">
                <a16:creationId xmlns:a16="http://schemas.microsoft.com/office/drawing/2014/main" id="{5B979C20-F7AC-42FF-B630-2BA692A9A30E}"/>
              </a:ext>
            </a:extLst>
          </p:cNvPr>
          <p:cNvSpPr txBox="1">
            <a:spLocks noChangeArrowheads="1"/>
          </p:cNvSpPr>
          <p:nvPr/>
        </p:nvSpPr>
        <p:spPr bwMode="auto">
          <a:xfrm>
            <a:off x="2807700" y="4532586"/>
            <a:ext cx="737956" cy="523220"/>
          </a:xfrm>
          <a:prstGeom prst="rect">
            <a:avLst/>
          </a:prstGeom>
          <a:noFill/>
          <a:ln w="9525" algn="ctr">
            <a:noFill/>
            <a:miter lim="800000"/>
            <a:headEnd/>
            <a:tailEnd/>
          </a:ln>
        </p:spPr>
        <p:txBody>
          <a:bodyPr wrap="square">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70C0"/>
                </a:solidFill>
                <a:effectLst/>
                <a:uLnTx/>
                <a:uFillTx/>
                <a:latin typeface="+mn-lt"/>
                <a:ea typeface="宋体" pitchFamily="2" charset="-122"/>
                <a:cs typeface="+mn-cs"/>
                <a:sym typeface="Symbol" pitchFamily="18" charset="2"/>
              </a:rPr>
              <a:t></a:t>
            </a:r>
            <a:r>
              <a:rPr lang="en-US" altLang="zh-CN" sz="2800" b="0" noProof="0" dirty="0">
                <a:solidFill>
                  <a:srgbClr val="0070C0"/>
                </a:solidFill>
                <a:latin typeface="+mn-lt"/>
                <a:sym typeface="Symbol" pitchFamily="18" charset="2"/>
              </a:rPr>
              <a:t>1</a:t>
            </a:r>
            <a:endParaRPr kumimoji="0" lang="en-US" altLang="zh-CN" sz="2800" b="0" i="0" u="none" strike="noStrike" kern="1200" cap="none" spc="0" normalizeH="0" baseline="0" noProof="0" dirty="0">
              <a:ln>
                <a:noFill/>
              </a:ln>
              <a:solidFill>
                <a:srgbClr val="0070C0"/>
              </a:solidFill>
              <a:effectLst/>
              <a:uLnTx/>
              <a:uFillTx/>
              <a:latin typeface="+mn-lt"/>
            </a:endParaRPr>
          </a:p>
        </p:txBody>
      </p:sp>
      <p:sp>
        <p:nvSpPr>
          <p:cNvPr id="203" name="Text Box 100">
            <a:extLst>
              <a:ext uri="{FF2B5EF4-FFF2-40B4-BE49-F238E27FC236}">
                <a16:creationId xmlns:a16="http://schemas.microsoft.com/office/drawing/2014/main" id="{6AFC8387-E7DD-4540-AD22-ED6F757BDB34}"/>
              </a:ext>
            </a:extLst>
          </p:cNvPr>
          <p:cNvSpPr txBox="1">
            <a:spLocks noChangeArrowheads="1"/>
          </p:cNvSpPr>
          <p:nvPr/>
        </p:nvSpPr>
        <p:spPr bwMode="auto">
          <a:xfrm>
            <a:off x="4364503" y="3901072"/>
            <a:ext cx="902100" cy="523220"/>
          </a:xfrm>
          <a:prstGeom prst="rect">
            <a:avLst/>
          </a:prstGeom>
          <a:noFill/>
          <a:ln w="9525" algn="ctr">
            <a:noFill/>
            <a:miter lim="800000"/>
            <a:headEnd/>
            <a:tailEnd/>
          </a:ln>
        </p:spPr>
        <p:txBody>
          <a:bodyPr wrap="square">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70C0"/>
                </a:solidFill>
                <a:effectLst/>
                <a:uLnTx/>
                <a:uFillTx/>
                <a:latin typeface="+mn-lt"/>
                <a:ea typeface="宋体" pitchFamily="2" charset="-122"/>
                <a:cs typeface="+mn-cs"/>
                <a:sym typeface="Symbol" pitchFamily="18" charset="2"/>
              </a:rPr>
              <a:t></a:t>
            </a:r>
            <a:r>
              <a:rPr lang="en-US" altLang="zh-CN" sz="2800" b="0" noProof="0" dirty="0">
                <a:solidFill>
                  <a:srgbClr val="0070C0"/>
                </a:solidFill>
                <a:latin typeface="+mn-lt"/>
                <a:sym typeface="Symbol" pitchFamily="18" charset="2"/>
              </a:rPr>
              <a:t>0</a:t>
            </a:r>
            <a:endParaRPr kumimoji="0" lang="en-US" altLang="zh-CN" sz="2800" b="0" i="0" u="none" strike="noStrike" kern="1200" cap="none" spc="0" normalizeH="0" baseline="0" noProof="0" dirty="0">
              <a:ln>
                <a:noFill/>
              </a:ln>
              <a:solidFill>
                <a:srgbClr val="0070C0"/>
              </a:solidFill>
              <a:effectLst/>
              <a:uLnTx/>
              <a:uFillTx/>
              <a:latin typeface="+mn-lt"/>
            </a:endParaRPr>
          </a:p>
        </p:txBody>
      </p:sp>
      <p:sp>
        <p:nvSpPr>
          <p:cNvPr id="204" name="Text Box 100">
            <a:extLst>
              <a:ext uri="{FF2B5EF4-FFF2-40B4-BE49-F238E27FC236}">
                <a16:creationId xmlns:a16="http://schemas.microsoft.com/office/drawing/2014/main" id="{54178A11-B778-4A56-AE9C-41E3845A2E02}"/>
              </a:ext>
            </a:extLst>
          </p:cNvPr>
          <p:cNvSpPr txBox="1">
            <a:spLocks noChangeArrowheads="1"/>
          </p:cNvSpPr>
          <p:nvPr/>
        </p:nvSpPr>
        <p:spPr bwMode="auto">
          <a:xfrm>
            <a:off x="4825724" y="4545471"/>
            <a:ext cx="737956" cy="523220"/>
          </a:xfrm>
          <a:prstGeom prst="rect">
            <a:avLst/>
          </a:prstGeom>
          <a:noFill/>
          <a:ln w="9525" algn="ctr">
            <a:noFill/>
            <a:miter lim="800000"/>
            <a:headEnd/>
            <a:tailEnd/>
          </a:ln>
        </p:spPr>
        <p:txBody>
          <a:bodyPr wrap="square">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70C0"/>
                </a:solidFill>
                <a:effectLst/>
                <a:uLnTx/>
                <a:uFillTx/>
                <a:latin typeface="+mn-lt"/>
                <a:ea typeface="宋体" pitchFamily="2" charset="-122"/>
                <a:cs typeface="+mn-cs"/>
                <a:sym typeface="Symbol" pitchFamily="18" charset="2"/>
              </a:rPr>
              <a:t></a:t>
            </a:r>
            <a:r>
              <a:rPr lang="en-US" altLang="zh-CN" sz="2800" b="0" noProof="0" dirty="0">
                <a:solidFill>
                  <a:srgbClr val="0070C0"/>
                </a:solidFill>
                <a:latin typeface="+mn-lt"/>
                <a:sym typeface="Symbol" pitchFamily="18" charset="2"/>
              </a:rPr>
              <a:t>1</a:t>
            </a:r>
            <a:endParaRPr kumimoji="0" lang="en-US" altLang="zh-CN" sz="2800" b="0" i="0" u="none" strike="noStrike" kern="1200" cap="none" spc="0" normalizeH="0" baseline="0" noProof="0" dirty="0">
              <a:ln>
                <a:noFill/>
              </a:ln>
              <a:solidFill>
                <a:srgbClr val="0070C0"/>
              </a:solidFill>
              <a:effectLst/>
              <a:uLnTx/>
              <a:uFillTx/>
              <a:latin typeface="+mn-lt"/>
            </a:endParaRPr>
          </a:p>
        </p:txBody>
      </p:sp>
      <p:sp>
        <p:nvSpPr>
          <p:cNvPr id="205" name="Text Box 100">
            <a:extLst>
              <a:ext uri="{FF2B5EF4-FFF2-40B4-BE49-F238E27FC236}">
                <a16:creationId xmlns:a16="http://schemas.microsoft.com/office/drawing/2014/main" id="{2902AC17-CD3E-4DBB-B767-B8D3AD24F3A6}"/>
              </a:ext>
            </a:extLst>
          </p:cNvPr>
          <p:cNvSpPr txBox="1">
            <a:spLocks noChangeArrowheads="1"/>
          </p:cNvSpPr>
          <p:nvPr/>
        </p:nvSpPr>
        <p:spPr bwMode="auto">
          <a:xfrm>
            <a:off x="6874024" y="4545471"/>
            <a:ext cx="737956" cy="523220"/>
          </a:xfrm>
          <a:prstGeom prst="rect">
            <a:avLst/>
          </a:prstGeom>
          <a:noFill/>
          <a:ln w="9525" algn="ctr">
            <a:noFill/>
            <a:miter lim="800000"/>
            <a:headEnd/>
            <a:tailEnd/>
          </a:ln>
        </p:spPr>
        <p:txBody>
          <a:bodyPr wrap="square">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70C0"/>
                </a:solidFill>
                <a:effectLst/>
                <a:uLnTx/>
                <a:uFillTx/>
                <a:latin typeface="+mn-lt"/>
                <a:ea typeface="宋体" pitchFamily="2" charset="-122"/>
                <a:cs typeface="+mn-cs"/>
                <a:sym typeface="Symbol" pitchFamily="18" charset="2"/>
              </a:rPr>
              <a:t></a:t>
            </a:r>
            <a:r>
              <a:rPr lang="en-US" altLang="zh-CN" sz="2800" b="0" noProof="0" dirty="0">
                <a:solidFill>
                  <a:srgbClr val="0070C0"/>
                </a:solidFill>
                <a:latin typeface="+mn-lt"/>
                <a:sym typeface="Symbol" pitchFamily="18" charset="2"/>
              </a:rPr>
              <a:t>1</a:t>
            </a:r>
            <a:endParaRPr kumimoji="0" lang="en-US" altLang="zh-CN" sz="2800" b="0" i="0" u="none" strike="noStrike" kern="1200" cap="none" spc="0" normalizeH="0" baseline="0" noProof="0" dirty="0">
              <a:ln>
                <a:noFill/>
              </a:ln>
              <a:solidFill>
                <a:srgbClr val="0070C0"/>
              </a:solidFill>
              <a:effectLst/>
              <a:uLnTx/>
              <a:uFillTx/>
              <a:latin typeface="+mn-lt"/>
            </a:endParaRPr>
          </a:p>
        </p:txBody>
      </p:sp>
      <p:sp>
        <p:nvSpPr>
          <p:cNvPr id="206" name="Text Box 100">
            <a:extLst>
              <a:ext uri="{FF2B5EF4-FFF2-40B4-BE49-F238E27FC236}">
                <a16:creationId xmlns:a16="http://schemas.microsoft.com/office/drawing/2014/main" id="{024AAD1D-2E75-4C1D-9A4E-07819F2C3D2E}"/>
              </a:ext>
            </a:extLst>
          </p:cNvPr>
          <p:cNvSpPr txBox="1">
            <a:spLocks noChangeArrowheads="1"/>
          </p:cNvSpPr>
          <p:nvPr/>
        </p:nvSpPr>
        <p:spPr bwMode="auto">
          <a:xfrm>
            <a:off x="6402075" y="3910648"/>
            <a:ext cx="902100" cy="523220"/>
          </a:xfrm>
          <a:prstGeom prst="rect">
            <a:avLst/>
          </a:prstGeom>
          <a:noFill/>
          <a:ln w="9525" algn="ctr">
            <a:noFill/>
            <a:miter lim="800000"/>
            <a:headEnd/>
            <a:tailEnd/>
          </a:ln>
        </p:spPr>
        <p:txBody>
          <a:bodyPr wrap="square">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70C0"/>
                </a:solidFill>
                <a:effectLst/>
                <a:uLnTx/>
                <a:uFillTx/>
                <a:latin typeface="+mn-lt"/>
                <a:ea typeface="宋体" pitchFamily="2" charset="-122"/>
                <a:cs typeface="+mn-cs"/>
                <a:sym typeface="Symbol" pitchFamily="18" charset="2"/>
              </a:rPr>
              <a:t></a:t>
            </a:r>
            <a:r>
              <a:rPr lang="en-US" altLang="zh-CN" sz="2800" b="0" noProof="0" dirty="0">
                <a:solidFill>
                  <a:srgbClr val="0070C0"/>
                </a:solidFill>
                <a:latin typeface="+mn-lt"/>
                <a:sym typeface="Symbol" pitchFamily="18" charset="2"/>
              </a:rPr>
              <a:t>0</a:t>
            </a:r>
            <a:endParaRPr kumimoji="0" lang="en-US" altLang="zh-CN" sz="2800" b="0" i="0" u="none" strike="noStrike" kern="1200" cap="none" spc="0" normalizeH="0" baseline="0" noProof="0" dirty="0">
              <a:ln>
                <a:noFill/>
              </a:ln>
              <a:solidFill>
                <a:srgbClr val="0070C0"/>
              </a:solidFill>
              <a:effectLst/>
              <a:uLnTx/>
              <a:uFillTx/>
              <a:latin typeface="+mn-lt"/>
            </a:endParaRPr>
          </a:p>
        </p:txBody>
      </p:sp>
      <p:sp>
        <p:nvSpPr>
          <p:cNvPr id="207" name="Text Box 100">
            <a:extLst>
              <a:ext uri="{FF2B5EF4-FFF2-40B4-BE49-F238E27FC236}">
                <a16:creationId xmlns:a16="http://schemas.microsoft.com/office/drawing/2014/main" id="{01B673E0-D346-49EB-9306-1B61D774C72E}"/>
              </a:ext>
            </a:extLst>
          </p:cNvPr>
          <p:cNvSpPr txBox="1">
            <a:spLocks noChangeArrowheads="1"/>
          </p:cNvSpPr>
          <p:nvPr/>
        </p:nvSpPr>
        <p:spPr bwMode="auto">
          <a:xfrm>
            <a:off x="8399093" y="3937434"/>
            <a:ext cx="902100" cy="523220"/>
          </a:xfrm>
          <a:prstGeom prst="rect">
            <a:avLst/>
          </a:prstGeom>
          <a:noFill/>
          <a:ln w="9525" algn="ctr">
            <a:noFill/>
            <a:miter lim="800000"/>
            <a:headEnd/>
            <a:tailEnd/>
          </a:ln>
        </p:spPr>
        <p:txBody>
          <a:bodyPr wrap="square">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solidFill>
                  <a:srgbClr val="0070C0"/>
                </a:solidFill>
                <a:effectLst/>
                <a:uLnTx/>
                <a:uFillTx/>
                <a:latin typeface="+mn-lt"/>
                <a:ea typeface="宋体" pitchFamily="2" charset="-122"/>
                <a:cs typeface="+mn-cs"/>
                <a:sym typeface="Symbol" pitchFamily="18" charset="2"/>
              </a:rPr>
              <a:t></a:t>
            </a:r>
            <a:r>
              <a:rPr lang="en-US" altLang="zh-CN" sz="2800" b="0" noProof="0" dirty="0">
                <a:solidFill>
                  <a:srgbClr val="0070C0"/>
                </a:solidFill>
                <a:latin typeface="+mn-lt"/>
                <a:sym typeface="Symbol" pitchFamily="18" charset="2"/>
              </a:rPr>
              <a:t>0</a:t>
            </a:r>
            <a:endParaRPr kumimoji="0" lang="en-US" altLang="zh-CN" sz="2800" b="0" i="0" u="none" strike="noStrike" kern="1200" cap="none" spc="0" normalizeH="0" baseline="0" noProof="0" dirty="0">
              <a:ln>
                <a:noFill/>
              </a:ln>
              <a:solidFill>
                <a:srgbClr val="0070C0"/>
              </a:solidFill>
              <a:effectLst/>
              <a:uLnTx/>
              <a:uFillTx/>
              <a:latin typeface="+mn-lt"/>
            </a:endParaRPr>
          </a:p>
        </p:txBody>
      </p:sp>
    </p:spTree>
    <p:extLst>
      <p:ext uri="{BB962C8B-B14F-4D97-AF65-F5344CB8AC3E}">
        <p14:creationId xmlns:p14="http://schemas.microsoft.com/office/powerpoint/2010/main" val="397823241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灯片编号占位符 2"/>
          <p:cNvSpPr>
            <a:spLocks noGrp="1"/>
          </p:cNvSpPr>
          <p:nvPr>
            <p:ph type="sldNum" sz="quarter" idx="12"/>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92E2C372-F8C4-4F0C-B538-16A14AA78744}" type="slidenum">
              <a:rPr kumimoji="0" lang="en-US" altLang="zh-CN" sz="1200" b="0" i="0" u="none" strike="noStrike" kern="1200" cap="none" spc="0" normalizeH="0" baseline="0" noProof="0" smtClean="0">
                <a:ln>
                  <a:noFill/>
                </a:ln>
                <a:solidFill>
                  <a:srgbClr val="000000"/>
                </a:solidFill>
                <a:effectLst/>
                <a:uLnTx/>
                <a:uFillTx/>
                <a:latin typeface="Arial Black"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108</a:t>
            </a:fld>
            <a:endParaRPr kumimoji="0" lang="en-US" altLang="zh-CN" sz="1200" b="0" i="0" u="none" strike="noStrike" kern="1200" cap="none" spc="0" normalizeH="0" baseline="0" noProof="0">
              <a:ln>
                <a:noFill/>
              </a:ln>
              <a:solidFill>
                <a:srgbClr val="000000"/>
              </a:solidFill>
              <a:effectLst/>
              <a:uLnTx/>
              <a:uFillTx/>
              <a:latin typeface="Arial Black" pitchFamily="34" charset="0"/>
              <a:ea typeface="宋体" pitchFamily="2" charset="-122"/>
              <a:cs typeface="+mn-cs"/>
            </a:endParaRPr>
          </a:p>
        </p:txBody>
      </p:sp>
      <p:grpSp>
        <p:nvGrpSpPr>
          <p:cNvPr id="4" name="组合 3">
            <a:extLst>
              <a:ext uri="{FF2B5EF4-FFF2-40B4-BE49-F238E27FC236}">
                <a16:creationId xmlns:a16="http://schemas.microsoft.com/office/drawing/2014/main" id="{37DAF37D-5A09-C040-B953-CE191E997AAB}"/>
              </a:ext>
            </a:extLst>
          </p:cNvPr>
          <p:cNvGrpSpPr/>
          <p:nvPr/>
        </p:nvGrpSpPr>
        <p:grpSpPr>
          <a:xfrm>
            <a:off x="1712912" y="1236662"/>
            <a:ext cx="6581775" cy="5402263"/>
            <a:chOff x="1587500" y="1371600"/>
            <a:chExt cx="6581775" cy="5402263"/>
          </a:xfrm>
        </p:grpSpPr>
        <p:grpSp>
          <p:nvGrpSpPr>
            <p:cNvPr id="2" name="Group 2"/>
            <p:cNvGrpSpPr>
              <a:grpSpLocks noChangeAspect="1"/>
            </p:cNvGrpSpPr>
            <p:nvPr/>
          </p:nvGrpSpPr>
          <p:grpSpPr bwMode="auto">
            <a:xfrm>
              <a:off x="1587500" y="1371600"/>
              <a:ext cx="5118100" cy="5402263"/>
              <a:chOff x="1079" y="466"/>
              <a:chExt cx="3493" cy="3403"/>
            </a:xfrm>
          </p:grpSpPr>
          <p:sp>
            <p:nvSpPr>
              <p:cNvPr id="62483" name="AutoShape 3"/>
              <p:cNvSpPr>
                <a:spLocks noChangeAspect="1" noChangeArrowheads="1" noTextEdit="1"/>
              </p:cNvSpPr>
              <p:nvPr/>
            </p:nvSpPr>
            <p:spPr bwMode="auto">
              <a:xfrm>
                <a:off x="1079" y="466"/>
                <a:ext cx="3493" cy="3403"/>
              </a:xfrm>
              <a:prstGeom prst="rect">
                <a:avLst/>
              </a:prstGeom>
              <a:noFill/>
              <a:ln w="9525">
                <a:noFill/>
                <a:miter lim="800000"/>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mj-lt"/>
                  <a:ea typeface="宋体" pitchFamily="2" charset="-122"/>
                  <a:cs typeface="+mn-cs"/>
                </a:endParaRPr>
              </a:p>
            </p:txBody>
          </p:sp>
          <p:sp>
            <p:nvSpPr>
              <p:cNvPr id="62485" name="Oval 5"/>
              <p:cNvSpPr>
                <a:spLocks noChangeArrowheads="1"/>
              </p:cNvSpPr>
              <p:nvPr/>
            </p:nvSpPr>
            <p:spPr bwMode="auto">
              <a:xfrm>
                <a:off x="1351" y="739"/>
                <a:ext cx="2932" cy="2924"/>
              </a:xfrm>
              <a:prstGeom prst="ellipse">
                <a:avLst/>
              </a:prstGeom>
              <a:noFill/>
              <a:ln w="17463"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mj-lt"/>
                  <a:ea typeface="宋体" pitchFamily="2" charset="-122"/>
                  <a:cs typeface="+mn-cs"/>
                </a:endParaRPr>
              </a:p>
            </p:txBody>
          </p:sp>
          <p:sp>
            <p:nvSpPr>
              <p:cNvPr id="62486" name="Oval 6"/>
              <p:cNvSpPr>
                <a:spLocks noChangeArrowheads="1"/>
              </p:cNvSpPr>
              <p:nvPr/>
            </p:nvSpPr>
            <p:spPr bwMode="auto">
              <a:xfrm>
                <a:off x="3886" y="1093"/>
                <a:ext cx="443" cy="443"/>
              </a:xfrm>
              <a:prstGeom prst="ellipse">
                <a:avLst/>
              </a:prstGeom>
              <a:solidFill>
                <a:srgbClr val="FFFFFF"/>
              </a:solidFill>
              <a:ln w="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mj-lt"/>
                  <a:ea typeface="宋体" pitchFamily="2" charset="-122"/>
                  <a:cs typeface="+mn-cs"/>
                </a:endParaRPr>
              </a:p>
            </p:txBody>
          </p:sp>
          <p:sp>
            <p:nvSpPr>
              <p:cNvPr id="62487" name="Oval 7"/>
              <p:cNvSpPr>
                <a:spLocks noChangeArrowheads="1"/>
              </p:cNvSpPr>
              <p:nvPr/>
            </p:nvSpPr>
            <p:spPr bwMode="auto">
              <a:xfrm>
                <a:off x="3886" y="1093"/>
                <a:ext cx="443" cy="443"/>
              </a:xfrm>
              <a:prstGeom prst="ellipse">
                <a:avLst/>
              </a:prstGeom>
              <a:noFill/>
              <a:ln w="17463"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mj-lt"/>
                  <a:ea typeface="宋体" pitchFamily="2" charset="-122"/>
                  <a:cs typeface="+mn-cs"/>
                </a:endParaRPr>
              </a:p>
            </p:txBody>
          </p:sp>
          <p:sp>
            <p:nvSpPr>
              <p:cNvPr id="62488" name="Rectangle 8"/>
              <p:cNvSpPr>
                <a:spLocks noChangeArrowheads="1"/>
              </p:cNvSpPr>
              <p:nvPr/>
            </p:nvSpPr>
            <p:spPr bwMode="auto">
              <a:xfrm>
                <a:off x="3886" y="1198"/>
                <a:ext cx="446" cy="223"/>
              </a:xfrm>
              <a:prstGeom prst="rect">
                <a:avLst/>
              </a:prstGeom>
              <a:noFill/>
              <a:ln w="9525">
                <a:noFill/>
                <a:miter lim="800000"/>
                <a:headEnd/>
                <a:tailEnd/>
              </a:ln>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300" b="0" i="0" u="none" strike="noStrike" kern="1200" cap="none" spc="0" normalizeH="0" baseline="0" noProof="0" dirty="0">
                    <a:ln>
                      <a:noFill/>
                    </a:ln>
                    <a:solidFill>
                      <a:srgbClr val="000000"/>
                    </a:solidFill>
                    <a:effectLst/>
                    <a:uLnTx/>
                    <a:uFillTx/>
                    <a:latin typeface="+mj-lt"/>
                    <a:ea typeface="宋体" pitchFamily="2" charset="-122"/>
                    <a:cs typeface="+mn-cs"/>
                  </a:rPr>
                  <a:t>0010</a:t>
                </a:r>
                <a:endParaRPr kumimoji="0" lang="en-US" altLang="zh-CN" sz="2800" b="0" i="0" u="none" strike="noStrike" kern="1200" cap="none" spc="0" normalizeH="0" baseline="0" noProof="0" dirty="0">
                  <a:ln>
                    <a:noFill/>
                  </a:ln>
                  <a:solidFill>
                    <a:srgbClr val="000000"/>
                  </a:solidFill>
                  <a:effectLst/>
                  <a:uLnTx/>
                  <a:uFillTx/>
                  <a:latin typeface="+mj-lt"/>
                  <a:ea typeface="宋体" pitchFamily="2" charset="-122"/>
                  <a:cs typeface="+mn-cs"/>
                </a:endParaRPr>
              </a:p>
            </p:txBody>
          </p:sp>
          <p:sp>
            <p:nvSpPr>
              <p:cNvPr id="62489" name="Oval 9"/>
              <p:cNvSpPr>
                <a:spLocks noChangeArrowheads="1"/>
              </p:cNvSpPr>
              <p:nvPr/>
            </p:nvSpPr>
            <p:spPr bwMode="auto">
              <a:xfrm>
                <a:off x="1701" y="3221"/>
                <a:ext cx="445" cy="442"/>
              </a:xfrm>
              <a:prstGeom prst="ellipse">
                <a:avLst/>
              </a:prstGeom>
              <a:solidFill>
                <a:srgbClr val="FFFFFF"/>
              </a:solidFill>
              <a:ln w="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mj-lt"/>
                  <a:ea typeface="宋体" pitchFamily="2" charset="-122"/>
                  <a:cs typeface="+mn-cs"/>
                </a:endParaRPr>
              </a:p>
            </p:txBody>
          </p:sp>
          <p:sp>
            <p:nvSpPr>
              <p:cNvPr id="62490" name="Oval 10"/>
              <p:cNvSpPr>
                <a:spLocks noChangeArrowheads="1"/>
              </p:cNvSpPr>
              <p:nvPr/>
            </p:nvSpPr>
            <p:spPr bwMode="auto">
              <a:xfrm>
                <a:off x="1701" y="3221"/>
                <a:ext cx="445" cy="442"/>
              </a:xfrm>
              <a:prstGeom prst="ellipse">
                <a:avLst/>
              </a:prstGeom>
              <a:noFill/>
              <a:ln w="17463"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mj-lt"/>
                  <a:ea typeface="宋体" pitchFamily="2" charset="-122"/>
                  <a:cs typeface="+mn-cs"/>
                </a:endParaRPr>
              </a:p>
            </p:txBody>
          </p:sp>
          <p:sp>
            <p:nvSpPr>
              <p:cNvPr id="62491" name="Rectangle 11"/>
              <p:cNvSpPr>
                <a:spLocks noChangeArrowheads="1"/>
              </p:cNvSpPr>
              <p:nvPr/>
            </p:nvSpPr>
            <p:spPr bwMode="auto">
              <a:xfrm>
                <a:off x="1706" y="3329"/>
                <a:ext cx="446" cy="223"/>
              </a:xfrm>
              <a:prstGeom prst="rect">
                <a:avLst/>
              </a:prstGeom>
              <a:noFill/>
              <a:ln w="9525">
                <a:noFill/>
                <a:miter lim="800000"/>
                <a:headEnd/>
                <a:tailEnd/>
              </a:ln>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300" b="0" i="0" u="none" strike="noStrike" kern="1200" cap="none" spc="0" normalizeH="0" baseline="0" noProof="0">
                    <a:ln>
                      <a:noFill/>
                    </a:ln>
                    <a:solidFill>
                      <a:srgbClr val="000000"/>
                    </a:solidFill>
                    <a:effectLst/>
                    <a:uLnTx/>
                    <a:uFillTx/>
                    <a:latin typeface="+mj-lt"/>
                    <a:ea typeface="宋体" pitchFamily="2" charset="-122"/>
                    <a:cs typeface="+mn-cs"/>
                  </a:rPr>
                  <a:t>1001</a:t>
                </a:r>
                <a:endParaRPr kumimoji="0" lang="en-US" altLang="zh-CN" sz="2800" b="0" i="0" u="none" strike="noStrike" kern="1200" cap="none" spc="0" normalizeH="0" baseline="0" noProof="0">
                  <a:ln>
                    <a:noFill/>
                  </a:ln>
                  <a:solidFill>
                    <a:srgbClr val="000000"/>
                  </a:solidFill>
                  <a:effectLst/>
                  <a:uLnTx/>
                  <a:uFillTx/>
                  <a:latin typeface="+mj-lt"/>
                  <a:ea typeface="宋体" pitchFamily="2" charset="-122"/>
                  <a:cs typeface="+mn-cs"/>
                </a:endParaRPr>
              </a:p>
            </p:txBody>
          </p:sp>
          <p:sp>
            <p:nvSpPr>
              <p:cNvPr id="62492" name="Oval 12"/>
              <p:cNvSpPr>
                <a:spLocks noChangeArrowheads="1"/>
              </p:cNvSpPr>
              <p:nvPr/>
            </p:nvSpPr>
            <p:spPr bwMode="auto">
              <a:xfrm>
                <a:off x="4070" y="2246"/>
                <a:ext cx="445" cy="442"/>
              </a:xfrm>
              <a:prstGeom prst="ellipse">
                <a:avLst/>
              </a:prstGeom>
              <a:solidFill>
                <a:srgbClr val="FFFFFF"/>
              </a:solidFill>
              <a:ln w="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mj-lt"/>
                  <a:ea typeface="宋体" pitchFamily="2" charset="-122"/>
                  <a:cs typeface="+mn-cs"/>
                </a:endParaRPr>
              </a:p>
            </p:txBody>
          </p:sp>
          <p:sp>
            <p:nvSpPr>
              <p:cNvPr id="62493" name="Oval 13"/>
              <p:cNvSpPr>
                <a:spLocks noChangeArrowheads="1"/>
              </p:cNvSpPr>
              <p:nvPr/>
            </p:nvSpPr>
            <p:spPr bwMode="auto">
              <a:xfrm>
                <a:off x="4070" y="2246"/>
                <a:ext cx="445" cy="442"/>
              </a:xfrm>
              <a:prstGeom prst="ellipse">
                <a:avLst/>
              </a:prstGeom>
              <a:noFill/>
              <a:ln w="17463"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mj-lt"/>
                  <a:ea typeface="宋体" pitchFamily="2" charset="-122"/>
                  <a:cs typeface="+mn-cs"/>
                </a:endParaRPr>
              </a:p>
            </p:txBody>
          </p:sp>
          <p:sp>
            <p:nvSpPr>
              <p:cNvPr id="62494" name="Rectangle 14"/>
              <p:cNvSpPr>
                <a:spLocks noChangeArrowheads="1"/>
              </p:cNvSpPr>
              <p:nvPr/>
            </p:nvSpPr>
            <p:spPr bwMode="auto">
              <a:xfrm>
                <a:off x="4074" y="2357"/>
                <a:ext cx="446" cy="223"/>
              </a:xfrm>
              <a:prstGeom prst="rect">
                <a:avLst/>
              </a:prstGeom>
              <a:noFill/>
              <a:ln w="9525">
                <a:noFill/>
                <a:miter lim="800000"/>
                <a:headEnd/>
                <a:tailEnd/>
              </a:ln>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300" b="0" i="0" u="none" strike="noStrike" kern="1200" cap="none" spc="0" normalizeH="0" baseline="0" noProof="0" dirty="0">
                    <a:ln>
                      <a:noFill/>
                    </a:ln>
                    <a:solidFill>
                      <a:srgbClr val="000000"/>
                    </a:solidFill>
                    <a:effectLst/>
                    <a:uLnTx/>
                    <a:uFillTx/>
                    <a:latin typeface="+mj-lt"/>
                    <a:ea typeface="宋体" pitchFamily="2" charset="-122"/>
                    <a:cs typeface="+mn-cs"/>
                  </a:rPr>
                  <a:t>0100</a:t>
                </a:r>
                <a:endParaRPr kumimoji="0" lang="en-US" altLang="zh-CN" sz="2800" b="0" i="0" u="none" strike="noStrike" kern="1200" cap="none" spc="0" normalizeH="0" baseline="0" noProof="0" dirty="0">
                  <a:ln>
                    <a:noFill/>
                  </a:ln>
                  <a:solidFill>
                    <a:srgbClr val="000000"/>
                  </a:solidFill>
                  <a:effectLst/>
                  <a:uLnTx/>
                  <a:uFillTx/>
                  <a:latin typeface="+mj-lt"/>
                  <a:ea typeface="宋体" pitchFamily="2" charset="-122"/>
                  <a:cs typeface="+mn-cs"/>
                </a:endParaRPr>
              </a:p>
            </p:txBody>
          </p:sp>
          <p:sp>
            <p:nvSpPr>
              <p:cNvPr id="62495" name="Oval 15"/>
              <p:cNvSpPr>
                <a:spLocks noChangeArrowheads="1"/>
              </p:cNvSpPr>
              <p:nvPr/>
            </p:nvSpPr>
            <p:spPr bwMode="auto">
              <a:xfrm>
                <a:off x="1315" y="2777"/>
                <a:ext cx="444" cy="444"/>
              </a:xfrm>
              <a:prstGeom prst="ellipse">
                <a:avLst/>
              </a:prstGeom>
              <a:solidFill>
                <a:srgbClr val="FFFFFF"/>
              </a:solidFill>
              <a:ln w="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mj-lt"/>
                  <a:ea typeface="宋体" pitchFamily="2" charset="-122"/>
                  <a:cs typeface="+mn-cs"/>
                </a:endParaRPr>
              </a:p>
            </p:txBody>
          </p:sp>
          <p:sp>
            <p:nvSpPr>
              <p:cNvPr id="62496" name="Oval 16"/>
              <p:cNvSpPr>
                <a:spLocks noChangeArrowheads="1"/>
              </p:cNvSpPr>
              <p:nvPr/>
            </p:nvSpPr>
            <p:spPr bwMode="auto">
              <a:xfrm>
                <a:off x="1315" y="2777"/>
                <a:ext cx="444" cy="444"/>
              </a:xfrm>
              <a:prstGeom prst="ellipse">
                <a:avLst/>
              </a:prstGeom>
              <a:noFill/>
              <a:ln w="17463"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mj-lt"/>
                  <a:ea typeface="宋体" pitchFamily="2" charset="-122"/>
                  <a:cs typeface="+mn-cs"/>
                </a:endParaRPr>
              </a:p>
            </p:txBody>
          </p:sp>
          <p:sp>
            <p:nvSpPr>
              <p:cNvPr id="62497" name="Rectangle 17"/>
              <p:cNvSpPr>
                <a:spLocks noChangeArrowheads="1"/>
              </p:cNvSpPr>
              <p:nvPr/>
            </p:nvSpPr>
            <p:spPr bwMode="auto">
              <a:xfrm>
                <a:off x="1320" y="2884"/>
                <a:ext cx="446" cy="223"/>
              </a:xfrm>
              <a:prstGeom prst="rect">
                <a:avLst/>
              </a:prstGeom>
              <a:noFill/>
              <a:ln w="9525">
                <a:noFill/>
                <a:miter lim="800000"/>
                <a:headEnd/>
                <a:tailEnd/>
              </a:ln>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300" b="0" i="0" u="none" strike="noStrike" kern="1200" cap="none" spc="0" normalizeH="0" baseline="0" noProof="0">
                    <a:ln>
                      <a:noFill/>
                    </a:ln>
                    <a:solidFill>
                      <a:srgbClr val="000000"/>
                    </a:solidFill>
                    <a:effectLst/>
                    <a:uLnTx/>
                    <a:uFillTx/>
                    <a:latin typeface="+mj-lt"/>
                    <a:ea typeface="宋体" pitchFamily="2" charset="-122"/>
                    <a:cs typeface="+mn-cs"/>
                  </a:rPr>
                  <a:t>1010</a:t>
                </a:r>
                <a:endParaRPr kumimoji="0" lang="en-US" altLang="zh-CN" sz="2800" b="0" i="0" u="none" strike="noStrike" kern="1200" cap="none" spc="0" normalizeH="0" baseline="0" noProof="0">
                  <a:ln>
                    <a:noFill/>
                  </a:ln>
                  <a:solidFill>
                    <a:srgbClr val="000000"/>
                  </a:solidFill>
                  <a:effectLst/>
                  <a:uLnTx/>
                  <a:uFillTx/>
                  <a:latin typeface="+mj-lt"/>
                  <a:ea typeface="宋体" pitchFamily="2" charset="-122"/>
                  <a:cs typeface="+mn-cs"/>
                </a:endParaRPr>
              </a:p>
            </p:txBody>
          </p:sp>
          <p:sp>
            <p:nvSpPr>
              <p:cNvPr id="62498" name="Oval 18"/>
              <p:cNvSpPr>
                <a:spLocks noChangeArrowheads="1"/>
              </p:cNvSpPr>
              <p:nvPr/>
            </p:nvSpPr>
            <p:spPr bwMode="auto">
              <a:xfrm>
                <a:off x="1308" y="1093"/>
                <a:ext cx="445" cy="443"/>
              </a:xfrm>
              <a:prstGeom prst="ellipse">
                <a:avLst/>
              </a:prstGeom>
              <a:solidFill>
                <a:srgbClr val="FFFFFF"/>
              </a:solidFill>
              <a:ln w="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mj-lt"/>
                  <a:ea typeface="宋体" pitchFamily="2" charset="-122"/>
                  <a:cs typeface="+mn-cs"/>
                </a:endParaRPr>
              </a:p>
            </p:txBody>
          </p:sp>
          <p:sp>
            <p:nvSpPr>
              <p:cNvPr id="62499" name="Oval 19"/>
              <p:cNvSpPr>
                <a:spLocks noChangeArrowheads="1"/>
              </p:cNvSpPr>
              <p:nvPr/>
            </p:nvSpPr>
            <p:spPr bwMode="auto">
              <a:xfrm>
                <a:off x="1308" y="1093"/>
                <a:ext cx="445" cy="443"/>
              </a:xfrm>
              <a:prstGeom prst="ellipse">
                <a:avLst/>
              </a:prstGeom>
              <a:noFill/>
              <a:ln w="17463"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mj-lt"/>
                  <a:ea typeface="宋体" pitchFamily="2" charset="-122"/>
                  <a:cs typeface="+mn-cs"/>
                </a:endParaRPr>
              </a:p>
            </p:txBody>
          </p:sp>
          <p:sp>
            <p:nvSpPr>
              <p:cNvPr id="62500" name="Rectangle 20"/>
              <p:cNvSpPr>
                <a:spLocks noChangeArrowheads="1"/>
              </p:cNvSpPr>
              <p:nvPr/>
            </p:nvSpPr>
            <p:spPr bwMode="auto">
              <a:xfrm>
                <a:off x="1309" y="1198"/>
                <a:ext cx="431" cy="223"/>
              </a:xfrm>
              <a:prstGeom prst="rect">
                <a:avLst/>
              </a:prstGeom>
              <a:noFill/>
              <a:ln w="9525">
                <a:noFill/>
                <a:miter lim="800000"/>
                <a:headEnd/>
                <a:tailEnd/>
              </a:ln>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300" b="0" i="0" u="none" strike="noStrike" kern="1200" cap="none" spc="0" normalizeH="0" baseline="0" noProof="0">
                    <a:ln>
                      <a:noFill/>
                    </a:ln>
                    <a:solidFill>
                      <a:srgbClr val="000000"/>
                    </a:solidFill>
                    <a:effectLst/>
                    <a:uLnTx/>
                    <a:uFillTx/>
                    <a:latin typeface="+mj-lt"/>
                    <a:ea typeface="宋体" pitchFamily="2" charset="-122"/>
                    <a:cs typeface="+mn-cs"/>
                  </a:rPr>
                  <a:t>1101</a:t>
                </a:r>
                <a:endParaRPr kumimoji="0" lang="en-US" altLang="zh-CN" sz="2800" b="0" i="0" u="none" strike="noStrike" kern="1200" cap="none" spc="0" normalizeH="0" baseline="0" noProof="0">
                  <a:ln>
                    <a:noFill/>
                  </a:ln>
                  <a:solidFill>
                    <a:srgbClr val="000000"/>
                  </a:solidFill>
                  <a:effectLst/>
                  <a:uLnTx/>
                  <a:uFillTx/>
                  <a:latin typeface="+mj-lt"/>
                  <a:ea typeface="宋体" pitchFamily="2" charset="-122"/>
                  <a:cs typeface="+mn-cs"/>
                </a:endParaRPr>
              </a:p>
            </p:txBody>
          </p:sp>
          <p:sp>
            <p:nvSpPr>
              <p:cNvPr id="62501" name="Oval 21"/>
              <p:cNvSpPr>
                <a:spLocks noChangeArrowheads="1"/>
              </p:cNvSpPr>
              <p:nvPr/>
            </p:nvSpPr>
            <p:spPr bwMode="auto">
              <a:xfrm>
                <a:off x="3537" y="3221"/>
                <a:ext cx="444" cy="442"/>
              </a:xfrm>
              <a:prstGeom prst="ellipse">
                <a:avLst/>
              </a:prstGeom>
              <a:solidFill>
                <a:srgbClr val="FFFFFF"/>
              </a:solidFill>
              <a:ln w="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mj-lt"/>
                  <a:ea typeface="宋体" pitchFamily="2" charset="-122"/>
                  <a:cs typeface="+mn-cs"/>
                </a:endParaRPr>
              </a:p>
            </p:txBody>
          </p:sp>
          <p:sp>
            <p:nvSpPr>
              <p:cNvPr id="62502" name="Oval 22"/>
              <p:cNvSpPr>
                <a:spLocks noChangeArrowheads="1"/>
              </p:cNvSpPr>
              <p:nvPr/>
            </p:nvSpPr>
            <p:spPr bwMode="auto">
              <a:xfrm>
                <a:off x="3537" y="3221"/>
                <a:ext cx="444" cy="442"/>
              </a:xfrm>
              <a:prstGeom prst="ellipse">
                <a:avLst/>
              </a:prstGeom>
              <a:noFill/>
              <a:ln w="17463"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mj-lt"/>
                  <a:ea typeface="宋体" pitchFamily="2" charset="-122"/>
                  <a:cs typeface="+mn-cs"/>
                </a:endParaRPr>
              </a:p>
            </p:txBody>
          </p:sp>
          <p:sp>
            <p:nvSpPr>
              <p:cNvPr id="62503" name="Rectangle 23"/>
              <p:cNvSpPr>
                <a:spLocks noChangeArrowheads="1"/>
              </p:cNvSpPr>
              <p:nvPr/>
            </p:nvSpPr>
            <p:spPr bwMode="auto">
              <a:xfrm>
                <a:off x="3547" y="3329"/>
                <a:ext cx="431" cy="223"/>
              </a:xfrm>
              <a:prstGeom prst="rect">
                <a:avLst/>
              </a:prstGeom>
              <a:noFill/>
              <a:ln w="9525">
                <a:noFill/>
                <a:miter lim="800000"/>
                <a:headEnd/>
                <a:tailEnd/>
              </a:ln>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300" b="0" i="0" u="none" strike="noStrike" kern="1200" cap="none" spc="0" normalizeH="0" baseline="0" noProof="0">
                    <a:ln>
                      <a:noFill/>
                    </a:ln>
                    <a:solidFill>
                      <a:srgbClr val="000000"/>
                    </a:solidFill>
                    <a:effectLst/>
                    <a:uLnTx/>
                    <a:uFillTx/>
                    <a:latin typeface="+mj-lt"/>
                    <a:ea typeface="宋体" pitchFamily="2" charset="-122"/>
                    <a:cs typeface="+mn-cs"/>
                  </a:rPr>
                  <a:t>0110</a:t>
                </a:r>
                <a:endParaRPr kumimoji="0" lang="en-US" altLang="zh-CN" sz="2800" b="0" i="0" u="none" strike="noStrike" kern="1200" cap="none" spc="0" normalizeH="0" baseline="0" noProof="0">
                  <a:ln>
                    <a:noFill/>
                  </a:ln>
                  <a:solidFill>
                    <a:srgbClr val="000000"/>
                  </a:solidFill>
                  <a:effectLst/>
                  <a:uLnTx/>
                  <a:uFillTx/>
                  <a:latin typeface="+mj-lt"/>
                  <a:ea typeface="宋体" pitchFamily="2" charset="-122"/>
                  <a:cs typeface="+mn-cs"/>
                </a:endParaRPr>
              </a:p>
            </p:txBody>
          </p:sp>
          <p:sp>
            <p:nvSpPr>
              <p:cNvPr id="62504" name="Oval 24"/>
              <p:cNvSpPr>
                <a:spLocks noChangeArrowheads="1"/>
              </p:cNvSpPr>
              <p:nvPr/>
            </p:nvSpPr>
            <p:spPr bwMode="auto">
              <a:xfrm>
                <a:off x="1138" y="2246"/>
                <a:ext cx="444" cy="442"/>
              </a:xfrm>
              <a:prstGeom prst="ellipse">
                <a:avLst/>
              </a:prstGeom>
              <a:solidFill>
                <a:srgbClr val="FFFFFF"/>
              </a:solidFill>
              <a:ln w="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mj-lt"/>
                  <a:ea typeface="宋体" pitchFamily="2" charset="-122"/>
                  <a:cs typeface="+mn-cs"/>
                </a:endParaRPr>
              </a:p>
            </p:txBody>
          </p:sp>
          <p:sp>
            <p:nvSpPr>
              <p:cNvPr id="62505" name="Oval 25"/>
              <p:cNvSpPr>
                <a:spLocks noChangeArrowheads="1"/>
              </p:cNvSpPr>
              <p:nvPr/>
            </p:nvSpPr>
            <p:spPr bwMode="auto">
              <a:xfrm>
                <a:off x="1138" y="2246"/>
                <a:ext cx="444" cy="442"/>
              </a:xfrm>
              <a:prstGeom prst="ellipse">
                <a:avLst/>
              </a:prstGeom>
              <a:noFill/>
              <a:ln w="17463"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mj-lt"/>
                  <a:ea typeface="宋体" pitchFamily="2" charset="-122"/>
                  <a:cs typeface="+mn-cs"/>
                </a:endParaRPr>
              </a:p>
            </p:txBody>
          </p:sp>
          <p:sp>
            <p:nvSpPr>
              <p:cNvPr id="62506" name="Rectangle 26"/>
              <p:cNvSpPr>
                <a:spLocks noChangeArrowheads="1"/>
              </p:cNvSpPr>
              <p:nvPr/>
            </p:nvSpPr>
            <p:spPr bwMode="auto">
              <a:xfrm>
                <a:off x="1145" y="2357"/>
                <a:ext cx="431" cy="223"/>
              </a:xfrm>
              <a:prstGeom prst="rect">
                <a:avLst/>
              </a:prstGeom>
              <a:noFill/>
              <a:ln w="9525">
                <a:noFill/>
                <a:miter lim="800000"/>
                <a:headEnd/>
                <a:tailEnd/>
              </a:ln>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300" b="0" i="0" u="none" strike="noStrike" kern="1200" cap="none" spc="0" normalizeH="0" baseline="0" noProof="0">
                    <a:ln>
                      <a:noFill/>
                    </a:ln>
                    <a:solidFill>
                      <a:srgbClr val="000000"/>
                    </a:solidFill>
                    <a:effectLst/>
                    <a:uLnTx/>
                    <a:uFillTx/>
                    <a:latin typeface="+mj-lt"/>
                    <a:ea typeface="宋体" pitchFamily="2" charset="-122"/>
                    <a:cs typeface="+mn-cs"/>
                  </a:rPr>
                  <a:t>1011</a:t>
                </a:r>
                <a:endParaRPr kumimoji="0" lang="en-US" altLang="zh-CN" sz="2800" b="0" i="0" u="none" strike="noStrike" kern="1200" cap="none" spc="0" normalizeH="0" baseline="0" noProof="0">
                  <a:ln>
                    <a:noFill/>
                  </a:ln>
                  <a:solidFill>
                    <a:srgbClr val="000000"/>
                  </a:solidFill>
                  <a:effectLst/>
                  <a:uLnTx/>
                  <a:uFillTx/>
                  <a:latin typeface="+mj-lt"/>
                  <a:ea typeface="宋体" pitchFamily="2" charset="-122"/>
                  <a:cs typeface="+mn-cs"/>
                </a:endParaRPr>
              </a:p>
            </p:txBody>
          </p:sp>
          <p:sp>
            <p:nvSpPr>
              <p:cNvPr id="62507" name="Oval 27"/>
              <p:cNvSpPr>
                <a:spLocks noChangeArrowheads="1"/>
              </p:cNvSpPr>
              <p:nvPr/>
            </p:nvSpPr>
            <p:spPr bwMode="auto">
              <a:xfrm>
                <a:off x="3892" y="2777"/>
                <a:ext cx="445" cy="444"/>
              </a:xfrm>
              <a:prstGeom prst="ellipse">
                <a:avLst/>
              </a:prstGeom>
              <a:solidFill>
                <a:srgbClr val="FFFFFF"/>
              </a:solidFill>
              <a:ln w="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mj-lt"/>
                  <a:ea typeface="宋体" pitchFamily="2" charset="-122"/>
                  <a:cs typeface="+mn-cs"/>
                </a:endParaRPr>
              </a:p>
            </p:txBody>
          </p:sp>
          <p:sp>
            <p:nvSpPr>
              <p:cNvPr id="62508" name="Oval 28"/>
              <p:cNvSpPr>
                <a:spLocks noChangeArrowheads="1"/>
              </p:cNvSpPr>
              <p:nvPr/>
            </p:nvSpPr>
            <p:spPr bwMode="auto">
              <a:xfrm>
                <a:off x="3892" y="2777"/>
                <a:ext cx="445" cy="444"/>
              </a:xfrm>
              <a:prstGeom prst="ellipse">
                <a:avLst/>
              </a:prstGeom>
              <a:noFill/>
              <a:ln w="17463"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mj-lt"/>
                  <a:ea typeface="宋体" pitchFamily="2" charset="-122"/>
                  <a:cs typeface="+mn-cs"/>
                </a:endParaRPr>
              </a:p>
            </p:txBody>
          </p:sp>
          <p:sp>
            <p:nvSpPr>
              <p:cNvPr id="62509" name="Rectangle 29"/>
              <p:cNvSpPr>
                <a:spLocks noChangeArrowheads="1"/>
              </p:cNvSpPr>
              <p:nvPr/>
            </p:nvSpPr>
            <p:spPr bwMode="auto">
              <a:xfrm>
                <a:off x="3898" y="2884"/>
                <a:ext cx="446" cy="223"/>
              </a:xfrm>
              <a:prstGeom prst="rect">
                <a:avLst/>
              </a:prstGeom>
              <a:noFill/>
              <a:ln w="9525">
                <a:noFill/>
                <a:miter lim="800000"/>
                <a:headEnd/>
                <a:tailEnd/>
              </a:ln>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300" b="0" i="0" u="none" strike="noStrike" kern="1200" cap="none" spc="0" normalizeH="0" baseline="0" noProof="0">
                    <a:ln>
                      <a:noFill/>
                    </a:ln>
                    <a:solidFill>
                      <a:srgbClr val="000000"/>
                    </a:solidFill>
                    <a:effectLst/>
                    <a:uLnTx/>
                    <a:uFillTx/>
                    <a:latin typeface="+mj-lt"/>
                    <a:ea typeface="宋体" pitchFamily="2" charset="-122"/>
                    <a:cs typeface="+mn-cs"/>
                  </a:rPr>
                  <a:t>0101</a:t>
                </a:r>
                <a:endParaRPr kumimoji="0" lang="en-US" altLang="zh-CN" sz="2800" b="0" i="0" u="none" strike="noStrike" kern="1200" cap="none" spc="0" normalizeH="0" baseline="0" noProof="0">
                  <a:ln>
                    <a:noFill/>
                  </a:ln>
                  <a:solidFill>
                    <a:srgbClr val="000000"/>
                  </a:solidFill>
                  <a:effectLst/>
                  <a:uLnTx/>
                  <a:uFillTx/>
                  <a:latin typeface="+mj-lt"/>
                  <a:ea typeface="宋体" pitchFamily="2" charset="-122"/>
                  <a:cs typeface="+mn-cs"/>
                </a:endParaRPr>
              </a:p>
            </p:txBody>
          </p:sp>
          <p:sp>
            <p:nvSpPr>
              <p:cNvPr id="62510" name="Oval 30"/>
              <p:cNvSpPr>
                <a:spLocks noChangeArrowheads="1"/>
              </p:cNvSpPr>
              <p:nvPr/>
            </p:nvSpPr>
            <p:spPr bwMode="auto">
              <a:xfrm>
                <a:off x="2952" y="517"/>
                <a:ext cx="445" cy="443"/>
              </a:xfrm>
              <a:prstGeom prst="ellipse">
                <a:avLst/>
              </a:prstGeom>
              <a:solidFill>
                <a:srgbClr val="FFFFFF"/>
              </a:solidFill>
              <a:ln w="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mj-lt"/>
                  <a:ea typeface="宋体" pitchFamily="2" charset="-122"/>
                  <a:cs typeface="+mn-cs"/>
                </a:endParaRPr>
              </a:p>
            </p:txBody>
          </p:sp>
          <p:sp>
            <p:nvSpPr>
              <p:cNvPr id="62511" name="Oval 31"/>
              <p:cNvSpPr>
                <a:spLocks noChangeArrowheads="1"/>
              </p:cNvSpPr>
              <p:nvPr/>
            </p:nvSpPr>
            <p:spPr bwMode="auto">
              <a:xfrm>
                <a:off x="2952" y="517"/>
                <a:ext cx="445" cy="443"/>
              </a:xfrm>
              <a:prstGeom prst="ellipse">
                <a:avLst/>
              </a:prstGeom>
              <a:noFill/>
              <a:ln w="17463"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mj-lt"/>
                  <a:ea typeface="宋体" pitchFamily="2" charset="-122"/>
                  <a:cs typeface="+mn-cs"/>
                </a:endParaRPr>
              </a:p>
            </p:txBody>
          </p:sp>
          <p:sp>
            <p:nvSpPr>
              <p:cNvPr id="62512" name="Rectangle 32"/>
              <p:cNvSpPr>
                <a:spLocks noChangeArrowheads="1"/>
              </p:cNvSpPr>
              <p:nvPr/>
            </p:nvSpPr>
            <p:spPr bwMode="auto">
              <a:xfrm>
                <a:off x="2961" y="624"/>
                <a:ext cx="446" cy="223"/>
              </a:xfrm>
              <a:prstGeom prst="rect">
                <a:avLst/>
              </a:prstGeom>
              <a:noFill/>
              <a:ln w="9525">
                <a:noFill/>
                <a:miter lim="800000"/>
                <a:headEnd/>
                <a:tailEnd/>
              </a:ln>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300" b="0" i="0" u="none" strike="noStrike" kern="1200" cap="none" spc="0" normalizeH="0" baseline="0" noProof="0">
                    <a:ln>
                      <a:noFill/>
                    </a:ln>
                    <a:solidFill>
                      <a:srgbClr val="000000"/>
                    </a:solidFill>
                    <a:effectLst/>
                    <a:uLnTx/>
                    <a:uFillTx/>
                    <a:latin typeface="+mj-lt"/>
                    <a:ea typeface="宋体" pitchFamily="2" charset="-122"/>
                    <a:cs typeface="+mn-cs"/>
                  </a:rPr>
                  <a:t>0000</a:t>
                </a:r>
                <a:endParaRPr kumimoji="0" lang="en-US" altLang="zh-CN" sz="2800" b="0" i="0" u="none" strike="noStrike" kern="1200" cap="none" spc="0" normalizeH="0" baseline="0" noProof="0">
                  <a:ln>
                    <a:noFill/>
                  </a:ln>
                  <a:solidFill>
                    <a:srgbClr val="000000"/>
                  </a:solidFill>
                  <a:effectLst/>
                  <a:uLnTx/>
                  <a:uFillTx/>
                  <a:latin typeface="+mj-lt"/>
                  <a:ea typeface="宋体" pitchFamily="2" charset="-122"/>
                  <a:cs typeface="+mn-cs"/>
                </a:endParaRPr>
              </a:p>
            </p:txBody>
          </p:sp>
          <p:sp>
            <p:nvSpPr>
              <p:cNvPr id="62513" name="Oval 33"/>
              <p:cNvSpPr>
                <a:spLocks noChangeArrowheads="1"/>
              </p:cNvSpPr>
              <p:nvPr/>
            </p:nvSpPr>
            <p:spPr bwMode="auto">
              <a:xfrm>
                <a:off x="2301" y="3398"/>
                <a:ext cx="445" cy="443"/>
              </a:xfrm>
              <a:prstGeom prst="ellipse">
                <a:avLst/>
              </a:prstGeom>
              <a:solidFill>
                <a:srgbClr val="FFFFFF"/>
              </a:solidFill>
              <a:ln w="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mj-lt"/>
                  <a:ea typeface="宋体" pitchFamily="2" charset="-122"/>
                  <a:cs typeface="+mn-cs"/>
                </a:endParaRPr>
              </a:p>
            </p:txBody>
          </p:sp>
          <p:sp>
            <p:nvSpPr>
              <p:cNvPr id="62514" name="Oval 34"/>
              <p:cNvSpPr>
                <a:spLocks noChangeArrowheads="1"/>
              </p:cNvSpPr>
              <p:nvPr/>
            </p:nvSpPr>
            <p:spPr bwMode="auto">
              <a:xfrm>
                <a:off x="2301" y="3398"/>
                <a:ext cx="445" cy="443"/>
              </a:xfrm>
              <a:prstGeom prst="ellipse">
                <a:avLst/>
              </a:prstGeom>
              <a:noFill/>
              <a:ln w="17463"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mj-lt"/>
                  <a:ea typeface="宋体" pitchFamily="2" charset="-122"/>
                  <a:cs typeface="+mn-cs"/>
                </a:endParaRPr>
              </a:p>
            </p:txBody>
          </p:sp>
          <p:sp>
            <p:nvSpPr>
              <p:cNvPr id="62515" name="Rectangle 35"/>
              <p:cNvSpPr>
                <a:spLocks noChangeArrowheads="1"/>
              </p:cNvSpPr>
              <p:nvPr/>
            </p:nvSpPr>
            <p:spPr bwMode="auto">
              <a:xfrm>
                <a:off x="2305" y="3505"/>
                <a:ext cx="446" cy="223"/>
              </a:xfrm>
              <a:prstGeom prst="rect">
                <a:avLst/>
              </a:prstGeom>
              <a:noFill/>
              <a:ln w="9525">
                <a:noFill/>
                <a:miter lim="800000"/>
                <a:headEnd/>
                <a:tailEnd/>
              </a:ln>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300" b="0" i="0" u="none" strike="noStrike" kern="1200" cap="none" spc="0" normalizeH="0" baseline="0" noProof="0">
                    <a:ln>
                      <a:noFill/>
                    </a:ln>
                    <a:solidFill>
                      <a:srgbClr val="000000"/>
                    </a:solidFill>
                    <a:effectLst/>
                    <a:uLnTx/>
                    <a:uFillTx/>
                    <a:latin typeface="+mj-lt"/>
                    <a:ea typeface="宋体" pitchFamily="2" charset="-122"/>
                    <a:cs typeface="+mn-cs"/>
                  </a:rPr>
                  <a:t>1000</a:t>
                </a:r>
                <a:endParaRPr kumimoji="0" lang="en-US" altLang="zh-CN" sz="2800" b="0" i="0" u="none" strike="noStrike" kern="1200" cap="none" spc="0" normalizeH="0" baseline="0" noProof="0">
                  <a:ln>
                    <a:noFill/>
                  </a:ln>
                  <a:solidFill>
                    <a:srgbClr val="000000"/>
                  </a:solidFill>
                  <a:effectLst/>
                  <a:uLnTx/>
                  <a:uFillTx/>
                  <a:latin typeface="+mj-lt"/>
                  <a:ea typeface="宋体" pitchFamily="2" charset="-122"/>
                  <a:cs typeface="+mn-cs"/>
                </a:endParaRPr>
              </a:p>
            </p:txBody>
          </p:sp>
          <p:sp>
            <p:nvSpPr>
              <p:cNvPr id="62516" name="Oval 36"/>
              <p:cNvSpPr>
                <a:spLocks noChangeArrowheads="1"/>
              </p:cNvSpPr>
              <p:nvPr/>
            </p:nvSpPr>
            <p:spPr bwMode="auto">
              <a:xfrm>
                <a:off x="1168" y="1625"/>
                <a:ext cx="444" cy="443"/>
              </a:xfrm>
              <a:prstGeom prst="ellipse">
                <a:avLst/>
              </a:prstGeom>
              <a:solidFill>
                <a:srgbClr val="FFFFFF"/>
              </a:solidFill>
              <a:ln w="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mj-lt"/>
                  <a:ea typeface="宋体" pitchFamily="2" charset="-122"/>
                  <a:cs typeface="+mn-cs"/>
                </a:endParaRPr>
              </a:p>
            </p:txBody>
          </p:sp>
          <p:sp>
            <p:nvSpPr>
              <p:cNvPr id="62517" name="Oval 37"/>
              <p:cNvSpPr>
                <a:spLocks noChangeArrowheads="1"/>
              </p:cNvSpPr>
              <p:nvPr/>
            </p:nvSpPr>
            <p:spPr bwMode="auto">
              <a:xfrm>
                <a:off x="1168" y="1625"/>
                <a:ext cx="444" cy="443"/>
              </a:xfrm>
              <a:prstGeom prst="ellipse">
                <a:avLst/>
              </a:prstGeom>
              <a:noFill/>
              <a:ln w="17463"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mj-lt"/>
                  <a:ea typeface="宋体" pitchFamily="2" charset="-122"/>
                  <a:cs typeface="+mn-cs"/>
                </a:endParaRPr>
              </a:p>
            </p:txBody>
          </p:sp>
          <p:sp>
            <p:nvSpPr>
              <p:cNvPr id="62518" name="Rectangle 38"/>
              <p:cNvSpPr>
                <a:spLocks noChangeArrowheads="1"/>
              </p:cNvSpPr>
              <p:nvPr/>
            </p:nvSpPr>
            <p:spPr bwMode="auto">
              <a:xfrm>
                <a:off x="1168" y="1737"/>
                <a:ext cx="431" cy="223"/>
              </a:xfrm>
              <a:prstGeom prst="rect">
                <a:avLst/>
              </a:prstGeom>
              <a:noFill/>
              <a:ln w="9525">
                <a:noFill/>
                <a:miter lim="800000"/>
                <a:headEnd/>
                <a:tailEnd/>
              </a:ln>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300" b="0" i="0" u="none" strike="noStrike" kern="1200" cap="none" spc="0" normalizeH="0" baseline="0" noProof="0">
                    <a:ln>
                      <a:noFill/>
                    </a:ln>
                    <a:solidFill>
                      <a:srgbClr val="000000"/>
                    </a:solidFill>
                    <a:effectLst/>
                    <a:uLnTx/>
                    <a:uFillTx/>
                    <a:latin typeface="+mj-lt"/>
                    <a:ea typeface="宋体" pitchFamily="2" charset="-122"/>
                    <a:cs typeface="+mn-cs"/>
                  </a:rPr>
                  <a:t>1100</a:t>
                </a:r>
                <a:endParaRPr kumimoji="0" lang="en-US" altLang="zh-CN" sz="2800" b="0" i="0" u="none" strike="noStrike" kern="1200" cap="none" spc="0" normalizeH="0" baseline="0" noProof="0">
                  <a:ln>
                    <a:noFill/>
                  </a:ln>
                  <a:solidFill>
                    <a:srgbClr val="000000"/>
                  </a:solidFill>
                  <a:effectLst/>
                  <a:uLnTx/>
                  <a:uFillTx/>
                  <a:latin typeface="+mj-lt"/>
                  <a:ea typeface="宋体" pitchFamily="2" charset="-122"/>
                  <a:cs typeface="+mn-cs"/>
                </a:endParaRPr>
              </a:p>
            </p:txBody>
          </p:sp>
          <p:sp>
            <p:nvSpPr>
              <p:cNvPr id="62519" name="Oval 39"/>
              <p:cNvSpPr>
                <a:spLocks noChangeArrowheads="1"/>
              </p:cNvSpPr>
              <p:nvPr/>
            </p:nvSpPr>
            <p:spPr bwMode="auto">
              <a:xfrm>
                <a:off x="1790" y="739"/>
                <a:ext cx="445" cy="443"/>
              </a:xfrm>
              <a:prstGeom prst="ellipse">
                <a:avLst/>
              </a:prstGeom>
              <a:solidFill>
                <a:srgbClr val="FFFFFF"/>
              </a:solidFill>
              <a:ln w="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mj-lt"/>
                  <a:ea typeface="宋体" pitchFamily="2" charset="-122"/>
                  <a:cs typeface="+mn-cs"/>
                </a:endParaRPr>
              </a:p>
            </p:txBody>
          </p:sp>
          <p:sp>
            <p:nvSpPr>
              <p:cNvPr id="62520" name="Oval 40"/>
              <p:cNvSpPr>
                <a:spLocks noChangeArrowheads="1"/>
              </p:cNvSpPr>
              <p:nvPr/>
            </p:nvSpPr>
            <p:spPr bwMode="auto">
              <a:xfrm>
                <a:off x="1790" y="739"/>
                <a:ext cx="445" cy="443"/>
              </a:xfrm>
              <a:prstGeom prst="ellipse">
                <a:avLst/>
              </a:prstGeom>
              <a:noFill/>
              <a:ln w="17463"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mj-lt"/>
                  <a:ea typeface="宋体" pitchFamily="2" charset="-122"/>
                  <a:cs typeface="+mn-cs"/>
                </a:endParaRPr>
              </a:p>
            </p:txBody>
          </p:sp>
          <p:sp>
            <p:nvSpPr>
              <p:cNvPr id="62521" name="Rectangle 41"/>
              <p:cNvSpPr>
                <a:spLocks noChangeArrowheads="1"/>
              </p:cNvSpPr>
              <p:nvPr/>
            </p:nvSpPr>
            <p:spPr bwMode="auto">
              <a:xfrm>
                <a:off x="1801" y="846"/>
                <a:ext cx="417" cy="223"/>
              </a:xfrm>
              <a:prstGeom prst="rect">
                <a:avLst/>
              </a:prstGeom>
              <a:noFill/>
              <a:ln w="9525">
                <a:noFill/>
                <a:miter lim="800000"/>
                <a:headEnd/>
                <a:tailEnd/>
              </a:ln>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300" b="0" i="0" u="none" strike="noStrike" kern="1200" cap="none" spc="0" normalizeH="0" baseline="0" noProof="0">
                    <a:ln>
                      <a:noFill/>
                    </a:ln>
                    <a:solidFill>
                      <a:srgbClr val="000000"/>
                    </a:solidFill>
                    <a:effectLst/>
                    <a:uLnTx/>
                    <a:uFillTx/>
                    <a:latin typeface="+mj-lt"/>
                    <a:ea typeface="宋体" pitchFamily="2" charset="-122"/>
                    <a:cs typeface="+mn-cs"/>
                  </a:rPr>
                  <a:t>1110</a:t>
                </a:r>
                <a:endParaRPr kumimoji="0" lang="en-US" altLang="zh-CN" sz="2800" b="0" i="0" u="none" strike="noStrike" kern="1200" cap="none" spc="0" normalizeH="0" baseline="0" noProof="0">
                  <a:ln>
                    <a:noFill/>
                  </a:ln>
                  <a:solidFill>
                    <a:srgbClr val="000000"/>
                  </a:solidFill>
                  <a:effectLst/>
                  <a:uLnTx/>
                  <a:uFillTx/>
                  <a:latin typeface="+mj-lt"/>
                  <a:ea typeface="宋体" pitchFamily="2" charset="-122"/>
                  <a:cs typeface="+mn-cs"/>
                </a:endParaRPr>
              </a:p>
            </p:txBody>
          </p:sp>
          <p:sp>
            <p:nvSpPr>
              <p:cNvPr id="62522" name="Oval 42"/>
              <p:cNvSpPr>
                <a:spLocks noChangeArrowheads="1"/>
              </p:cNvSpPr>
              <p:nvPr/>
            </p:nvSpPr>
            <p:spPr bwMode="auto">
              <a:xfrm>
                <a:off x="2323" y="495"/>
                <a:ext cx="445" cy="443"/>
              </a:xfrm>
              <a:prstGeom prst="ellipse">
                <a:avLst/>
              </a:prstGeom>
              <a:solidFill>
                <a:srgbClr val="FFFFFF"/>
              </a:solidFill>
              <a:ln w="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mj-lt"/>
                  <a:ea typeface="宋体" pitchFamily="2" charset="-122"/>
                  <a:cs typeface="+mn-cs"/>
                </a:endParaRPr>
              </a:p>
            </p:txBody>
          </p:sp>
          <p:sp>
            <p:nvSpPr>
              <p:cNvPr id="62523" name="Oval 43"/>
              <p:cNvSpPr>
                <a:spLocks noChangeArrowheads="1"/>
              </p:cNvSpPr>
              <p:nvPr/>
            </p:nvSpPr>
            <p:spPr bwMode="auto">
              <a:xfrm>
                <a:off x="2323" y="495"/>
                <a:ext cx="445" cy="443"/>
              </a:xfrm>
              <a:prstGeom prst="ellipse">
                <a:avLst/>
              </a:prstGeom>
              <a:noFill/>
              <a:ln w="17463"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mj-lt"/>
                  <a:ea typeface="宋体" pitchFamily="2" charset="-122"/>
                  <a:cs typeface="+mn-cs"/>
                </a:endParaRPr>
              </a:p>
            </p:txBody>
          </p:sp>
          <p:sp>
            <p:nvSpPr>
              <p:cNvPr id="62524" name="Rectangle 44"/>
              <p:cNvSpPr>
                <a:spLocks noChangeArrowheads="1"/>
              </p:cNvSpPr>
              <p:nvPr/>
            </p:nvSpPr>
            <p:spPr bwMode="auto">
              <a:xfrm>
                <a:off x="2328" y="601"/>
                <a:ext cx="399" cy="221"/>
              </a:xfrm>
              <a:prstGeom prst="rect">
                <a:avLst/>
              </a:prstGeom>
              <a:noFill/>
              <a:ln w="9525">
                <a:noFill/>
                <a:miter lim="800000"/>
                <a:headEnd/>
                <a:tailEnd/>
              </a:ln>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300" b="0" i="0" u="none" strike="noStrike" kern="1200" cap="none" spc="0" normalizeH="0" baseline="0" noProof="0" dirty="0">
                    <a:ln>
                      <a:noFill/>
                    </a:ln>
                    <a:solidFill>
                      <a:srgbClr val="000000"/>
                    </a:solidFill>
                    <a:effectLst/>
                    <a:uLnTx/>
                    <a:uFillTx/>
                    <a:latin typeface="+mj-lt"/>
                    <a:ea typeface="宋体" pitchFamily="2" charset="-122"/>
                    <a:cs typeface="+mn-cs"/>
                  </a:rPr>
                  <a:t>1111</a:t>
                </a:r>
                <a:endParaRPr kumimoji="0" lang="en-US" altLang="zh-CN" sz="2800" b="0" i="0" u="none" strike="noStrike" kern="1200" cap="none" spc="0" normalizeH="0" baseline="0" noProof="0" dirty="0">
                  <a:ln>
                    <a:noFill/>
                  </a:ln>
                  <a:solidFill>
                    <a:srgbClr val="000000"/>
                  </a:solidFill>
                  <a:effectLst/>
                  <a:uLnTx/>
                  <a:uFillTx/>
                  <a:latin typeface="+mj-lt"/>
                  <a:ea typeface="宋体" pitchFamily="2" charset="-122"/>
                  <a:cs typeface="+mn-cs"/>
                </a:endParaRPr>
              </a:p>
            </p:txBody>
          </p:sp>
          <p:sp>
            <p:nvSpPr>
              <p:cNvPr id="62525" name="Oval 45"/>
              <p:cNvSpPr>
                <a:spLocks noChangeArrowheads="1"/>
              </p:cNvSpPr>
              <p:nvPr/>
            </p:nvSpPr>
            <p:spPr bwMode="auto">
              <a:xfrm>
                <a:off x="2967" y="3398"/>
                <a:ext cx="445" cy="443"/>
              </a:xfrm>
              <a:prstGeom prst="ellipse">
                <a:avLst/>
              </a:prstGeom>
              <a:solidFill>
                <a:srgbClr val="FFFFFF"/>
              </a:solidFill>
              <a:ln w="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mj-lt"/>
                  <a:ea typeface="宋体" pitchFamily="2" charset="-122"/>
                  <a:cs typeface="+mn-cs"/>
                </a:endParaRPr>
              </a:p>
            </p:txBody>
          </p:sp>
          <p:sp>
            <p:nvSpPr>
              <p:cNvPr id="62526" name="Oval 46"/>
              <p:cNvSpPr>
                <a:spLocks noChangeArrowheads="1"/>
              </p:cNvSpPr>
              <p:nvPr/>
            </p:nvSpPr>
            <p:spPr bwMode="auto">
              <a:xfrm>
                <a:off x="2967" y="3398"/>
                <a:ext cx="445" cy="443"/>
              </a:xfrm>
              <a:prstGeom prst="ellipse">
                <a:avLst/>
              </a:prstGeom>
              <a:noFill/>
              <a:ln w="17463"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mj-lt"/>
                  <a:ea typeface="宋体" pitchFamily="2" charset="-122"/>
                  <a:cs typeface="+mn-cs"/>
                </a:endParaRPr>
              </a:p>
            </p:txBody>
          </p:sp>
          <p:sp>
            <p:nvSpPr>
              <p:cNvPr id="62527" name="Rectangle 47"/>
              <p:cNvSpPr>
                <a:spLocks noChangeArrowheads="1"/>
              </p:cNvSpPr>
              <p:nvPr/>
            </p:nvSpPr>
            <p:spPr bwMode="auto">
              <a:xfrm>
                <a:off x="2979" y="3505"/>
                <a:ext cx="417" cy="223"/>
              </a:xfrm>
              <a:prstGeom prst="rect">
                <a:avLst/>
              </a:prstGeom>
              <a:noFill/>
              <a:ln w="9525">
                <a:noFill/>
                <a:miter lim="800000"/>
                <a:headEnd/>
                <a:tailEnd/>
              </a:ln>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300" b="0" i="0" u="none" strike="noStrike" kern="1200" cap="none" spc="0" normalizeH="0" baseline="0" noProof="0" dirty="0">
                    <a:ln>
                      <a:noFill/>
                    </a:ln>
                    <a:solidFill>
                      <a:srgbClr val="000000"/>
                    </a:solidFill>
                    <a:effectLst/>
                    <a:uLnTx/>
                    <a:uFillTx/>
                    <a:latin typeface="+mj-lt"/>
                    <a:ea typeface="宋体" pitchFamily="2" charset="-122"/>
                    <a:cs typeface="+mn-cs"/>
                  </a:rPr>
                  <a:t>0111</a:t>
                </a:r>
                <a:endParaRPr kumimoji="0" lang="en-US" altLang="zh-CN" sz="2800" b="0" i="0" u="none" strike="noStrike" kern="1200" cap="none" spc="0" normalizeH="0" baseline="0" noProof="0" dirty="0">
                  <a:ln>
                    <a:noFill/>
                  </a:ln>
                  <a:solidFill>
                    <a:srgbClr val="000000"/>
                  </a:solidFill>
                  <a:effectLst/>
                  <a:uLnTx/>
                  <a:uFillTx/>
                  <a:latin typeface="+mj-lt"/>
                  <a:ea typeface="宋体" pitchFamily="2" charset="-122"/>
                  <a:cs typeface="+mn-cs"/>
                </a:endParaRPr>
              </a:p>
            </p:txBody>
          </p:sp>
          <p:sp>
            <p:nvSpPr>
              <p:cNvPr id="62528" name="Oval 48"/>
              <p:cNvSpPr>
                <a:spLocks noChangeArrowheads="1"/>
              </p:cNvSpPr>
              <p:nvPr/>
            </p:nvSpPr>
            <p:spPr bwMode="auto">
              <a:xfrm>
                <a:off x="4041" y="1625"/>
                <a:ext cx="444" cy="443"/>
              </a:xfrm>
              <a:prstGeom prst="ellipse">
                <a:avLst/>
              </a:prstGeom>
              <a:solidFill>
                <a:srgbClr val="FFFFFF"/>
              </a:solidFill>
              <a:ln w="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mj-lt"/>
                  <a:ea typeface="宋体" pitchFamily="2" charset="-122"/>
                  <a:cs typeface="+mn-cs"/>
                </a:endParaRPr>
              </a:p>
            </p:txBody>
          </p:sp>
          <p:sp>
            <p:nvSpPr>
              <p:cNvPr id="62529" name="Oval 49"/>
              <p:cNvSpPr>
                <a:spLocks noChangeArrowheads="1"/>
              </p:cNvSpPr>
              <p:nvPr/>
            </p:nvSpPr>
            <p:spPr bwMode="auto">
              <a:xfrm>
                <a:off x="4041" y="1625"/>
                <a:ext cx="444" cy="443"/>
              </a:xfrm>
              <a:prstGeom prst="ellipse">
                <a:avLst/>
              </a:prstGeom>
              <a:noFill/>
              <a:ln w="17463"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mj-lt"/>
                  <a:ea typeface="宋体" pitchFamily="2" charset="-122"/>
                  <a:cs typeface="+mn-cs"/>
                </a:endParaRPr>
              </a:p>
            </p:txBody>
          </p:sp>
          <p:sp>
            <p:nvSpPr>
              <p:cNvPr id="62530" name="Rectangle 50"/>
              <p:cNvSpPr>
                <a:spLocks noChangeArrowheads="1"/>
              </p:cNvSpPr>
              <p:nvPr/>
            </p:nvSpPr>
            <p:spPr bwMode="auto">
              <a:xfrm>
                <a:off x="4050" y="1737"/>
                <a:ext cx="431" cy="223"/>
              </a:xfrm>
              <a:prstGeom prst="rect">
                <a:avLst/>
              </a:prstGeom>
              <a:noFill/>
              <a:ln w="9525">
                <a:noFill/>
                <a:miter lim="800000"/>
                <a:headEnd/>
                <a:tailEnd/>
              </a:ln>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300" b="0" i="0" u="none" strike="noStrike" kern="1200" cap="none" spc="0" normalizeH="0" baseline="0" noProof="0">
                    <a:ln>
                      <a:noFill/>
                    </a:ln>
                    <a:solidFill>
                      <a:srgbClr val="000000"/>
                    </a:solidFill>
                    <a:effectLst/>
                    <a:uLnTx/>
                    <a:uFillTx/>
                    <a:latin typeface="+mj-lt"/>
                    <a:ea typeface="宋体" pitchFamily="2" charset="-122"/>
                    <a:cs typeface="+mn-cs"/>
                  </a:rPr>
                  <a:t>0011</a:t>
                </a:r>
                <a:endParaRPr kumimoji="0" lang="en-US" altLang="zh-CN" sz="2800" b="0" i="0" u="none" strike="noStrike" kern="1200" cap="none" spc="0" normalizeH="0" baseline="0" noProof="0">
                  <a:ln>
                    <a:noFill/>
                  </a:ln>
                  <a:solidFill>
                    <a:srgbClr val="000000"/>
                  </a:solidFill>
                  <a:effectLst/>
                  <a:uLnTx/>
                  <a:uFillTx/>
                  <a:latin typeface="+mj-lt"/>
                  <a:ea typeface="宋体" pitchFamily="2" charset="-122"/>
                  <a:cs typeface="+mn-cs"/>
                </a:endParaRPr>
              </a:p>
            </p:txBody>
          </p:sp>
          <p:sp>
            <p:nvSpPr>
              <p:cNvPr id="62531" name="Oval 51"/>
              <p:cNvSpPr>
                <a:spLocks noChangeArrowheads="1"/>
              </p:cNvSpPr>
              <p:nvPr/>
            </p:nvSpPr>
            <p:spPr bwMode="auto">
              <a:xfrm>
                <a:off x="3479" y="739"/>
                <a:ext cx="444" cy="443"/>
              </a:xfrm>
              <a:prstGeom prst="ellipse">
                <a:avLst/>
              </a:prstGeom>
              <a:solidFill>
                <a:srgbClr val="FFFFFF"/>
              </a:solidFill>
              <a:ln w="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mj-lt"/>
                  <a:ea typeface="宋体" pitchFamily="2" charset="-122"/>
                  <a:cs typeface="+mn-cs"/>
                </a:endParaRPr>
              </a:p>
            </p:txBody>
          </p:sp>
          <p:sp>
            <p:nvSpPr>
              <p:cNvPr id="62532" name="Freeform 52"/>
              <p:cNvSpPr>
                <a:spLocks/>
              </p:cNvSpPr>
              <p:nvPr/>
            </p:nvSpPr>
            <p:spPr bwMode="auto">
              <a:xfrm>
                <a:off x="3479" y="739"/>
                <a:ext cx="444" cy="443"/>
              </a:xfrm>
              <a:custGeom>
                <a:avLst/>
                <a:gdLst>
                  <a:gd name="T0" fmla="*/ 444 w 444"/>
                  <a:gd name="T1" fmla="*/ 221 h 443"/>
                  <a:gd name="T2" fmla="*/ 221 w 444"/>
                  <a:gd name="T3" fmla="*/ 0 h 443"/>
                  <a:gd name="T4" fmla="*/ 0 w 444"/>
                  <a:gd name="T5" fmla="*/ 221 h 443"/>
                  <a:gd name="T6" fmla="*/ 221 w 444"/>
                  <a:gd name="T7" fmla="*/ 443 h 443"/>
                  <a:gd name="T8" fmla="*/ 444 w 444"/>
                  <a:gd name="T9" fmla="*/ 221 h 443"/>
                  <a:gd name="T10" fmla="*/ 0 60000 65536"/>
                  <a:gd name="T11" fmla="*/ 0 60000 65536"/>
                  <a:gd name="T12" fmla="*/ 0 60000 65536"/>
                  <a:gd name="T13" fmla="*/ 0 60000 65536"/>
                  <a:gd name="T14" fmla="*/ 0 60000 65536"/>
                  <a:gd name="T15" fmla="*/ 0 w 444"/>
                  <a:gd name="T16" fmla="*/ 0 h 443"/>
                  <a:gd name="T17" fmla="*/ 444 w 444"/>
                  <a:gd name="T18" fmla="*/ 443 h 443"/>
                </a:gdLst>
                <a:ahLst/>
                <a:cxnLst>
                  <a:cxn ang="T10">
                    <a:pos x="T0" y="T1"/>
                  </a:cxn>
                  <a:cxn ang="T11">
                    <a:pos x="T2" y="T3"/>
                  </a:cxn>
                  <a:cxn ang="T12">
                    <a:pos x="T4" y="T5"/>
                  </a:cxn>
                  <a:cxn ang="T13">
                    <a:pos x="T6" y="T7"/>
                  </a:cxn>
                  <a:cxn ang="T14">
                    <a:pos x="T8" y="T9"/>
                  </a:cxn>
                </a:cxnLst>
                <a:rect l="T15" t="T16" r="T17" b="T18"/>
                <a:pathLst>
                  <a:path w="444" h="443">
                    <a:moveTo>
                      <a:pt x="444" y="221"/>
                    </a:moveTo>
                    <a:cubicBezTo>
                      <a:pt x="444" y="99"/>
                      <a:pt x="345" y="0"/>
                      <a:pt x="221" y="0"/>
                    </a:cubicBezTo>
                    <a:cubicBezTo>
                      <a:pt x="99" y="0"/>
                      <a:pt x="0" y="99"/>
                      <a:pt x="0" y="221"/>
                    </a:cubicBezTo>
                    <a:cubicBezTo>
                      <a:pt x="0" y="344"/>
                      <a:pt x="99" y="443"/>
                      <a:pt x="221" y="443"/>
                    </a:cubicBezTo>
                    <a:cubicBezTo>
                      <a:pt x="345" y="443"/>
                      <a:pt x="444" y="344"/>
                      <a:pt x="444" y="221"/>
                    </a:cubicBezTo>
                  </a:path>
                </a:pathLst>
              </a:custGeom>
              <a:noFill/>
              <a:ln w="17463"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mj-lt"/>
                  <a:ea typeface="宋体" pitchFamily="2" charset="-122"/>
                  <a:cs typeface="+mn-cs"/>
                </a:endParaRPr>
              </a:p>
            </p:txBody>
          </p:sp>
          <p:sp>
            <p:nvSpPr>
              <p:cNvPr id="62533" name="Rectangle 53"/>
              <p:cNvSpPr>
                <a:spLocks noChangeArrowheads="1"/>
              </p:cNvSpPr>
              <p:nvPr/>
            </p:nvSpPr>
            <p:spPr bwMode="auto">
              <a:xfrm>
                <a:off x="3488" y="846"/>
                <a:ext cx="446" cy="223"/>
              </a:xfrm>
              <a:prstGeom prst="rect">
                <a:avLst/>
              </a:prstGeom>
              <a:noFill/>
              <a:ln w="9525">
                <a:noFill/>
                <a:miter lim="800000"/>
                <a:headEnd/>
                <a:tailEnd/>
              </a:ln>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300" b="0" i="0" u="none" strike="noStrike" kern="1200" cap="none" spc="0" normalizeH="0" baseline="0" noProof="0">
                    <a:ln>
                      <a:noFill/>
                    </a:ln>
                    <a:solidFill>
                      <a:srgbClr val="000000"/>
                    </a:solidFill>
                    <a:effectLst/>
                    <a:uLnTx/>
                    <a:uFillTx/>
                    <a:latin typeface="+mj-lt"/>
                    <a:ea typeface="宋体" pitchFamily="2" charset="-122"/>
                    <a:cs typeface="+mn-cs"/>
                  </a:rPr>
                  <a:t>0001</a:t>
                </a:r>
                <a:endParaRPr kumimoji="0" lang="en-US" altLang="zh-CN" sz="2800" b="0" i="0" u="none" strike="noStrike" kern="1200" cap="none" spc="0" normalizeH="0" baseline="0" noProof="0">
                  <a:ln>
                    <a:noFill/>
                  </a:ln>
                  <a:solidFill>
                    <a:srgbClr val="000000"/>
                  </a:solidFill>
                  <a:effectLst/>
                  <a:uLnTx/>
                  <a:uFillTx/>
                  <a:latin typeface="+mj-lt"/>
                  <a:ea typeface="宋体" pitchFamily="2" charset="-122"/>
                  <a:cs typeface="+mn-cs"/>
                </a:endParaRPr>
              </a:p>
            </p:txBody>
          </p:sp>
        </p:grpSp>
        <p:grpSp>
          <p:nvGrpSpPr>
            <p:cNvPr id="3" name="Group 54"/>
            <p:cNvGrpSpPr>
              <a:grpSpLocks noChangeAspect="1"/>
            </p:cNvGrpSpPr>
            <p:nvPr/>
          </p:nvGrpSpPr>
          <p:grpSpPr bwMode="auto">
            <a:xfrm>
              <a:off x="6705600" y="1981200"/>
              <a:ext cx="1463675" cy="855663"/>
              <a:chOff x="4934" y="300"/>
              <a:chExt cx="998" cy="539"/>
            </a:xfrm>
          </p:grpSpPr>
          <p:sp>
            <p:nvSpPr>
              <p:cNvPr id="62472" name="AutoShape 55"/>
              <p:cNvSpPr>
                <a:spLocks noChangeAspect="1" noChangeArrowheads="1" noTextEdit="1"/>
              </p:cNvSpPr>
              <p:nvPr/>
            </p:nvSpPr>
            <p:spPr bwMode="auto">
              <a:xfrm>
                <a:off x="4934" y="300"/>
                <a:ext cx="998" cy="539"/>
              </a:xfrm>
              <a:prstGeom prst="rect">
                <a:avLst/>
              </a:prstGeom>
              <a:noFill/>
              <a:ln w="9525">
                <a:noFill/>
                <a:miter lim="800000"/>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mj-lt"/>
                  <a:ea typeface="宋体" pitchFamily="2" charset="-122"/>
                  <a:cs typeface="+mn-cs"/>
                </a:endParaRPr>
              </a:p>
            </p:txBody>
          </p:sp>
          <p:sp>
            <p:nvSpPr>
              <p:cNvPr id="62473" name="Oval 56"/>
              <p:cNvSpPr>
                <a:spLocks noChangeArrowheads="1"/>
              </p:cNvSpPr>
              <p:nvPr/>
            </p:nvSpPr>
            <p:spPr bwMode="auto">
              <a:xfrm>
                <a:off x="4975" y="327"/>
                <a:ext cx="919" cy="486"/>
              </a:xfrm>
              <a:prstGeom prst="ellipse">
                <a:avLst/>
              </a:prstGeom>
              <a:solidFill>
                <a:srgbClr val="FFFFFF"/>
              </a:solidFill>
              <a:ln w="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mj-lt"/>
                  <a:ea typeface="宋体" pitchFamily="2" charset="-122"/>
                  <a:cs typeface="+mn-cs"/>
                </a:endParaRPr>
              </a:p>
            </p:txBody>
          </p:sp>
          <p:sp>
            <p:nvSpPr>
              <p:cNvPr id="62474" name="Oval 57"/>
              <p:cNvSpPr>
                <a:spLocks noChangeArrowheads="1"/>
              </p:cNvSpPr>
              <p:nvPr/>
            </p:nvSpPr>
            <p:spPr bwMode="auto">
              <a:xfrm>
                <a:off x="4975" y="327"/>
                <a:ext cx="919" cy="486"/>
              </a:xfrm>
              <a:prstGeom prst="ellipse">
                <a:avLst/>
              </a:prstGeom>
              <a:noFill/>
              <a:ln w="1587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mj-lt"/>
                  <a:ea typeface="宋体" pitchFamily="2" charset="-122"/>
                  <a:cs typeface="+mn-cs"/>
                </a:endParaRPr>
              </a:p>
            </p:txBody>
          </p:sp>
          <p:sp>
            <p:nvSpPr>
              <p:cNvPr id="62475" name="Rectangle 58"/>
              <p:cNvSpPr>
                <a:spLocks noChangeArrowheads="1"/>
              </p:cNvSpPr>
              <p:nvPr/>
            </p:nvSpPr>
            <p:spPr bwMode="auto">
              <a:xfrm>
                <a:off x="5073" y="471"/>
                <a:ext cx="143" cy="204"/>
              </a:xfrm>
              <a:prstGeom prst="rect">
                <a:avLst/>
              </a:prstGeom>
              <a:noFill/>
              <a:ln w="9525">
                <a:noFill/>
                <a:miter lim="800000"/>
                <a:headEnd/>
                <a:tailEnd/>
              </a:ln>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100" b="0" i="0" u="none" strike="noStrike" kern="1200" cap="none" spc="0" normalizeH="0" baseline="0" noProof="0">
                    <a:ln>
                      <a:noFill/>
                    </a:ln>
                    <a:solidFill>
                      <a:srgbClr val="000000"/>
                    </a:solidFill>
                    <a:effectLst/>
                    <a:uLnTx/>
                    <a:uFillTx/>
                    <a:latin typeface="+mj-lt"/>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mj-lt"/>
                  <a:ea typeface="宋体" pitchFamily="2" charset="-122"/>
                  <a:cs typeface="+mn-cs"/>
                </a:endParaRPr>
              </a:p>
            </p:txBody>
          </p:sp>
          <p:sp>
            <p:nvSpPr>
              <p:cNvPr id="62476" name="Rectangle 59"/>
              <p:cNvSpPr>
                <a:spLocks noChangeArrowheads="1"/>
              </p:cNvSpPr>
              <p:nvPr/>
            </p:nvSpPr>
            <p:spPr bwMode="auto">
              <a:xfrm>
                <a:off x="5191" y="568"/>
                <a:ext cx="73" cy="145"/>
              </a:xfrm>
              <a:prstGeom prst="rect">
                <a:avLst/>
              </a:prstGeom>
              <a:noFill/>
              <a:ln w="9525">
                <a:noFill/>
                <a:miter lim="800000"/>
                <a:headEnd/>
                <a:tailEnd/>
              </a:ln>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500" b="0" i="0" u="none" strike="noStrike" kern="1200" cap="none" spc="0" normalizeH="0" baseline="0" noProof="0">
                    <a:ln>
                      <a:noFill/>
                    </a:ln>
                    <a:solidFill>
                      <a:srgbClr val="000000"/>
                    </a:solidFill>
                    <a:effectLst/>
                    <a:uLnTx/>
                    <a:uFillTx/>
                    <a:latin typeface="+mj-lt"/>
                    <a:ea typeface="宋体" pitchFamily="2" charset="-122"/>
                    <a:cs typeface="+mn-cs"/>
                  </a:rPr>
                  <a:t>3</a:t>
                </a:r>
                <a:endParaRPr kumimoji="0" lang="en-US" altLang="zh-CN" sz="2800" b="0" i="0" u="none" strike="noStrike" kern="1200" cap="none" spc="0" normalizeH="0" baseline="0" noProof="0">
                  <a:ln>
                    <a:noFill/>
                  </a:ln>
                  <a:solidFill>
                    <a:srgbClr val="000000"/>
                  </a:solidFill>
                  <a:effectLst/>
                  <a:uLnTx/>
                  <a:uFillTx/>
                  <a:latin typeface="+mj-lt"/>
                  <a:ea typeface="宋体" pitchFamily="2" charset="-122"/>
                  <a:cs typeface="+mn-cs"/>
                </a:endParaRPr>
              </a:p>
            </p:txBody>
          </p:sp>
          <p:sp>
            <p:nvSpPr>
              <p:cNvPr id="62477" name="Rectangle 60"/>
              <p:cNvSpPr>
                <a:spLocks noChangeArrowheads="1"/>
              </p:cNvSpPr>
              <p:nvPr/>
            </p:nvSpPr>
            <p:spPr bwMode="auto">
              <a:xfrm>
                <a:off x="5255" y="471"/>
                <a:ext cx="143" cy="204"/>
              </a:xfrm>
              <a:prstGeom prst="rect">
                <a:avLst/>
              </a:prstGeom>
              <a:noFill/>
              <a:ln w="9525">
                <a:noFill/>
                <a:miter lim="800000"/>
                <a:headEnd/>
                <a:tailEnd/>
              </a:ln>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100" b="0" i="0" u="none" strike="noStrike" kern="1200" cap="none" spc="0" normalizeH="0" baseline="0" noProof="0">
                    <a:ln>
                      <a:noFill/>
                    </a:ln>
                    <a:solidFill>
                      <a:srgbClr val="000000"/>
                    </a:solidFill>
                    <a:effectLst/>
                    <a:uLnTx/>
                    <a:uFillTx/>
                    <a:latin typeface="+mj-lt"/>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mj-lt"/>
                  <a:ea typeface="宋体" pitchFamily="2" charset="-122"/>
                  <a:cs typeface="+mn-cs"/>
                </a:endParaRPr>
              </a:p>
            </p:txBody>
          </p:sp>
          <p:sp>
            <p:nvSpPr>
              <p:cNvPr id="62478" name="Rectangle 61"/>
              <p:cNvSpPr>
                <a:spLocks noChangeArrowheads="1"/>
              </p:cNvSpPr>
              <p:nvPr/>
            </p:nvSpPr>
            <p:spPr bwMode="auto">
              <a:xfrm>
                <a:off x="5372" y="568"/>
                <a:ext cx="73" cy="145"/>
              </a:xfrm>
              <a:prstGeom prst="rect">
                <a:avLst/>
              </a:prstGeom>
              <a:noFill/>
              <a:ln w="9525">
                <a:noFill/>
                <a:miter lim="800000"/>
                <a:headEnd/>
                <a:tailEnd/>
              </a:ln>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500" b="0" i="0" u="none" strike="noStrike" kern="1200" cap="none" spc="0" normalizeH="0" baseline="0" noProof="0">
                    <a:ln>
                      <a:noFill/>
                    </a:ln>
                    <a:solidFill>
                      <a:srgbClr val="000000"/>
                    </a:solidFill>
                    <a:effectLst/>
                    <a:uLnTx/>
                    <a:uFillTx/>
                    <a:latin typeface="+mj-lt"/>
                    <a:ea typeface="宋体" pitchFamily="2" charset="-122"/>
                    <a:cs typeface="+mn-cs"/>
                  </a:rPr>
                  <a:t>2</a:t>
                </a:r>
                <a:endParaRPr kumimoji="0" lang="en-US" altLang="zh-CN" sz="2800" b="0" i="0" u="none" strike="noStrike" kern="1200" cap="none" spc="0" normalizeH="0" baseline="0" noProof="0">
                  <a:ln>
                    <a:noFill/>
                  </a:ln>
                  <a:solidFill>
                    <a:srgbClr val="000000"/>
                  </a:solidFill>
                  <a:effectLst/>
                  <a:uLnTx/>
                  <a:uFillTx/>
                  <a:latin typeface="+mj-lt"/>
                  <a:ea typeface="宋体" pitchFamily="2" charset="-122"/>
                  <a:cs typeface="+mn-cs"/>
                </a:endParaRPr>
              </a:p>
            </p:txBody>
          </p:sp>
          <p:sp>
            <p:nvSpPr>
              <p:cNvPr id="62479" name="Rectangle 62"/>
              <p:cNvSpPr>
                <a:spLocks noChangeArrowheads="1"/>
              </p:cNvSpPr>
              <p:nvPr/>
            </p:nvSpPr>
            <p:spPr bwMode="auto">
              <a:xfrm>
                <a:off x="5437" y="471"/>
                <a:ext cx="143" cy="204"/>
              </a:xfrm>
              <a:prstGeom prst="rect">
                <a:avLst/>
              </a:prstGeom>
              <a:noFill/>
              <a:ln w="9525">
                <a:noFill/>
                <a:miter lim="800000"/>
                <a:headEnd/>
                <a:tailEnd/>
              </a:ln>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100" b="0" i="0" u="none" strike="noStrike" kern="1200" cap="none" spc="0" normalizeH="0" baseline="0" noProof="0">
                    <a:ln>
                      <a:noFill/>
                    </a:ln>
                    <a:solidFill>
                      <a:srgbClr val="000000"/>
                    </a:solidFill>
                    <a:effectLst/>
                    <a:uLnTx/>
                    <a:uFillTx/>
                    <a:latin typeface="+mj-lt"/>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mj-lt"/>
                  <a:ea typeface="宋体" pitchFamily="2" charset="-122"/>
                  <a:cs typeface="+mn-cs"/>
                </a:endParaRPr>
              </a:p>
            </p:txBody>
          </p:sp>
          <p:sp>
            <p:nvSpPr>
              <p:cNvPr id="62480" name="Rectangle 63"/>
              <p:cNvSpPr>
                <a:spLocks noChangeArrowheads="1"/>
              </p:cNvSpPr>
              <p:nvPr/>
            </p:nvSpPr>
            <p:spPr bwMode="auto">
              <a:xfrm>
                <a:off x="5554" y="568"/>
                <a:ext cx="73" cy="145"/>
              </a:xfrm>
              <a:prstGeom prst="rect">
                <a:avLst/>
              </a:prstGeom>
              <a:noFill/>
              <a:ln w="9525">
                <a:noFill/>
                <a:miter lim="800000"/>
                <a:headEnd/>
                <a:tailEnd/>
              </a:ln>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500" b="0" i="0" u="none" strike="noStrike" kern="1200" cap="none" spc="0" normalizeH="0" baseline="0" noProof="0">
                    <a:ln>
                      <a:noFill/>
                    </a:ln>
                    <a:solidFill>
                      <a:srgbClr val="000000"/>
                    </a:solidFill>
                    <a:effectLst/>
                    <a:uLnTx/>
                    <a:uFillTx/>
                    <a:latin typeface="+mj-lt"/>
                    <a:ea typeface="宋体" pitchFamily="2" charset="-122"/>
                    <a:cs typeface="+mn-cs"/>
                  </a:rPr>
                  <a:t>1</a:t>
                </a:r>
                <a:endParaRPr kumimoji="0" lang="en-US" altLang="zh-CN" sz="2800" b="0" i="0" u="none" strike="noStrike" kern="1200" cap="none" spc="0" normalizeH="0" baseline="0" noProof="0">
                  <a:ln>
                    <a:noFill/>
                  </a:ln>
                  <a:solidFill>
                    <a:srgbClr val="000000"/>
                  </a:solidFill>
                  <a:effectLst/>
                  <a:uLnTx/>
                  <a:uFillTx/>
                  <a:latin typeface="+mj-lt"/>
                  <a:ea typeface="宋体" pitchFamily="2" charset="-122"/>
                  <a:cs typeface="+mn-cs"/>
                </a:endParaRPr>
              </a:p>
            </p:txBody>
          </p:sp>
          <p:sp>
            <p:nvSpPr>
              <p:cNvPr id="62481" name="Rectangle 64"/>
              <p:cNvSpPr>
                <a:spLocks noChangeArrowheads="1"/>
              </p:cNvSpPr>
              <p:nvPr/>
            </p:nvSpPr>
            <p:spPr bwMode="auto">
              <a:xfrm>
                <a:off x="5618" y="471"/>
                <a:ext cx="143" cy="204"/>
              </a:xfrm>
              <a:prstGeom prst="rect">
                <a:avLst/>
              </a:prstGeom>
              <a:noFill/>
              <a:ln w="9525">
                <a:noFill/>
                <a:miter lim="800000"/>
                <a:headEnd/>
                <a:tailEnd/>
              </a:ln>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100" b="0" i="0" u="none" strike="noStrike" kern="1200" cap="none" spc="0" normalizeH="0" baseline="0" noProof="0">
                    <a:ln>
                      <a:noFill/>
                    </a:ln>
                    <a:solidFill>
                      <a:srgbClr val="000000"/>
                    </a:solidFill>
                    <a:effectLst/>
                    <a:uLnTx/>
                    <a:uFillTx/>
                    <a:latin typeface="+mj-lt"/>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mj-lt"/>
                  <a:ea typeface="宋体" pitchFamily="2" charset="-122"/>
                  <a:cs typeface="+mn-cs"/>
                </a:endParaRPr>
              </a:p>
            </p:txBody>
          </p:sp>
          <p:sp>
            <p:nvSpPr>
              <p:cNvPr id="62482" name="Rectangle 65"/>
              <p:cNvSpPr>
                <a:spLocks noChangeArrowheads="1"/>
              </p:cNvSpPr>
              <p:nvPr/>
            </p:nvSpPr>
            <p:spPr bwMode="auto">
              <a:xfrm>
                <a:off x="5736" y="568"/>
                <a:ext cx="73" cy="145"/>
              </a:xfrm>
              <a:prstGeom prst="rect">
                <a:avLst/>
              </a:prstGeom>
              <a:noFill/>
              <a:ln w="9525">
                <a:noFill/>
                <a:miter lim="800000"/>
                <a:headEnd/>
                <a:tailEnd/>
              </a:ln>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500" b="0" i="0" u="none" strike="noStrike" kern="1200" cap="none" spc="0" normalizeH="0" baseline="0" noProof="0">
                    <a:ln>
                      <a:noFill/>
                    </a:ln>
                    <a:solidFill>
                      <a:srgbClr val="000000"/>
                    </a:solidFill>
                    <a:effectLst/>
                    <a:uLnTx/>
                    <a:uFillTx/>
                    <a:latin typeface="+mj-lt"/>
                    <a:ea typeface="宋体" pitchFamily="2" charset="-122"/>
                    <a:cs typeface="+mn-cs"/>
                  </a:rPr>
                  <a:t>0</a:t>
                </a:r>
                <a:endParaRPr kumimoji="0" lang="en-US" altLang="zh-CN" sz="2800" b="0" i="0" u="none" strike="noStrike" kern="1200" cap="none" spc="0" normalizeH="0" baseline="0" noProof="0">
                  <a:ln>
                    <a:noFill/>
                  </a:ln>
                  <a:solidFill>
                    <a:srgbClr val="000000"/>
                  </a:solidFill>
                  <a:effectLst/>
                  <a:uLnTx/>
                  <a:uFillTx/>
                  <a:latin typeface="+mj-lt"/>
                  <a:ea typeface="宋体" pitchFamily="2" charset="-122"/>
                  <a:cs typeface="+mn-cs"/>
                </a:endParaRPr>
              </a:p>
            </p:txBody>
          </p:sp>
        </p:grpSp>
      </p:grpSp>
      <p:sp>
        <p:nvSpPr>
          <p:cNvPr id="74" name="AutoShape 67">
            <a:extLst>
              <a:ext uri="{FF2B5EF4-FFF2-40B4-BE49-F238E27FC236}">
                <a16:creationId xmlns:a16="http://schemas.microsoft.com/office/drawing/2014/main" id="{2EAC2555-9253-4314-B932-644514EE8CF2}"/>
              </a:ext>
            </a:extLst>
          </p:cNvPr>
          <p:cNvSpPr>
            <a:spLocks noChangeArrowheads="1"/>
          </p:cNvSpPr>
          <p:nvPr/>
        </p:nvSpPr>
        <p:spPr bwMode="auto">
          <a:xfrm>
            <a:off x="4317876" y="2373313"/>
            <a:ext cx="1447800" cy="3276600"/>
          </a:xfrm>
          <a:prstGeom prst="curvedLeftArrow">
            <a:avLst>
              <a:gd name="adj1" fmla="val 45263"/>
              <a:gd name="adj2" fmla="val 90526"/>
              <a:gd name="adj3" fmla="val 33333"/>
            </a:avLst>
          </a:prstGeom>
          <a:solidFill>
            <a:schemeClr val="accent3">
              <a:lumMod val="40000"/>
              <a:lumOff val="60000"/>
            </a:schemeClr>
          </a:solidFill>
          <a:ln w="9525">
            <a:solidFill>
              <a:srgbClr val="6666CC"/>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75" name="AutoShape 68">
            <a:extLst>
              <a:ext uri="{FF2B5EF4-FFF2-40B4-BE49-F238E27FC236}">
                <a16:creationId xmlns:a16="http://schemas.microsoft.com/office/drawing/2014/main" id="{41AABD0C-0FED-405C-A5B7-0EF2F43713D3}"/>
              </a:ext>
            </a:extLst>
          </p:cNvPr>
          <p:cNvSpPr>
            <a:spLocks noChangeArrowheads="1"/>
          </p:cNvSpPr>
          <p:nvPr/>
        </p:nvSpPr>
        <p:spPr bwMode="auto">
          <a:xfrm flipH="1" flipV="1">
            <a:off x="2617989" y="2144924"/>
            <a:ext cx="1447800" cy="3276600"/>
          </a:xfrm>
          <a:prstGeom prst="curvedLeftArrow">
            <a:avLst>
              <a:gd name="adj1" fmla="val 45263"/>
              <a:gd name="adj2" fmla="val 90526"/>
              <a:gd name="adj3" fmla="val 33333"/>
            </a:avLst>
          </a:prstGeom>
          <a:solidFill>
            <a:schemeClr val="accent3">
              <a:lumMod val="40000"/>
              <a:lumOff val="60000"/>
            </a:schemeClr>
          </a:solidFill>
          <a:ln w="9525">
            <a:solidFill>
              <a:srgbClr val="6666CC"/>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5" name="Title 4">
            <a:extLst>
              <a:ext uri="{FF2B5EF4-FFF2-40B4-BE49-F238E27FC236}">
                <a16:creationId xmlns:a16="http://schemas.microsoft.com/office/drawing/2014/main" id="{7231ACCD-6D94-332A-948D-B4CB3E9FA509}"/>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t>模</a:t>
            </a:r>
            <a:r>
              <a:rPr lang="en-US" altLang="zh-CN" dirty="0"/>
              <a:t>16</a:t>
            </a:r>
            <a:r>
              <a:rPr lang="zh-CN" altLang="en-US" dirty="0"/>
              <a:t>的加法计数器</a:t>
            </a:r>
            <a:endParaRPr lang="en-CN" altLang="zh-CN" sz="4000" dirty="0">
              <a:solidFill>
                <a:srgbClr val="0000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9758170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F26B4368-C8CD-EC41-B8F5-C1FCCC4A0A30}"/>
              </a:ext>
            </a:extLst>
          </p:cNvPr>
          <p:cNvSpPr>
            <a:spLocks noGrp="1"/>
          </p:cNvSpPr>
          <p:nvPr>
            <p:ph type="sldNum" sz="quarter" idx="12"/>
          </p:nvPr>
        </p:nvSpPr>
        <p:spPr/>
        <p:txBody>
          <a:bodyPr/>
          <a:lstStyle/>
          <a:p>
            <a:pPr>
              <a:defRPr/>
            </a:pPr>
            <a:fld id="{3259D7DD-E1BE-4482-9234-29898EB39847}" type="slidenum">
              <a:rPr lang="en-US" altLang="zh-CN" smtClean="0"/>
              <a:pPr>
                <a:defRPr/>
              </a:pPr>
              <a:t>109</a:t>
            </a:fld>
            <a:endParaRPr lang="en-US" altLang="zh-CN" dirty="0"/>
          </a:p>
        </p:txBody>
      </p:sp>
      <p:sp>
        <p:nvSpPr>
          <p:cNvPr id="3" name="内容占位符 2">
            <a:extLst>
              <a:ext uri="{FF2B5EF4-FFF2-40B4-BE49-F238E27FC236}">
                <a16:creationId xmlns:a16="http://schemas.microsoft.com/office/drawing/2014/main" id="{6B6870FB-F4F1-094A-A745-4CA8A68596FF}"/>
              </a:ext>
            </a:extLst>
          </p:cNvPr>
          <p:cNvSpPr>
            <a:spLocks noGrp="1"/>
          </p:cNvSpPr>
          <p:nvPr>
            <p:ph idx="4294967295"/>
          </p:nvPr>
        </p:nvSpPr>
        <p:spPr>
          <a:xfrm>
            <a:off x="457200" y="1333365"/>
            <a:ext cx="4876799" cy="5256213"/>
          </a:xfrm>
        </p:spPr>
        <p:txBody>
          <a:bodyPr/>
          <a:lstStyle/>
          <a:p>
            <a:r>
              <a:rPr kumimoji="1" lang="zh-CN" altLang="en-US" sz="2800" b="0" dirty="0">
                <a:ea typeface="+mn-ea"/>
              </a:rPr>
              <a:t>异步计数器</a:t>
            </a:r>
            <a:endParaRPr lang="en-US" altLang="zh-CN" sz="2800" b="0" kern="0" dirty="0">
              <a:solidFill>
                <a:srgbClr val="000000"/>
              </a:solidFill>
              <a:ea typeface="+mn-ea"/>
            </a:endParaRPr>
          </a:p>
          <a:p>
            <a:pPr lvl="1"/>
            <a:r>
              <a:rPr lang="zh-CN" altLang="en-US" sz="2400" b="0" kern="0" dirty="0">
                <a:solidFill>
                  <a:srgbClr val="000000"/>
                </a:solidFill>
                <a:ea typeface="+mn-ea"/>
              </a:rPr>
              <a:t>不同的触发信号</a:t>
            </a:r>
            <a:endParaRPr lang="en-US" altLang="zh-CN" sz="2400" b="0" kern="0" dirty="0">
              <a:solidFill>
                <a:srgbClr val="C00000"/>
              </a:solidFill>
              <a:ea typeface="+mn-ea"/>
            </a:endParaRPr>
          </a:p>
          <a:p>
            <a:r>
              <a:rPr kumimoji="1" lang="zh-CN" altLang="en-US" sz="2800" b="0" dirty="0">
                <a:ea typeface="+mn-ea"/>
              </a:rPr>
              <a:t>同步计数器</a:t>
            </a:r>
            <a:endParaRPr lang="en-US" altLang="zh-CN" sz="2800" b="0" kern="0" dirty="0">
              <a:solidFill>
                <a:srgbClr val="000000"/>
              </a:solidFill>
              <a:ea typeface="+mn-ea"/>
            </a:endParaRPr>
          </a:p>
          <a:p>
            <a:pPr lvl="1"/>
            <a:r>
              <a:rPr lang="zh-CN" altLang="en-US" sz="2400" b="0" kern="0" dirty="0">
                <a:solidFill>
                  <a:srgbClr val="000000"/>
                </a:solidFill>
                <a:ea typeface="+mn-ea"/>
              </a:rPr>
              <a:t>所有触发器相同触发信号</a:t>
            </a:r>
            <a:endParaRPr lang="en-US" altLang="zh-CN" sz="2400" b="0" kern="0" dirty="0">
              <a:solidFill>
                <a:srgbClr val="C00000"/>
              </a:solidFill>
              <a:ea typeface="+mn-ea"/>
            </a:endParaRPr>
          </a:p>
          <a:p>
            <a:pPr>
              <a:spcBef>
                <a:spcPts val="0"/>
              </a:spcBef>
            </a:pPr>
            <a:r>
              <a:rPr kumimoji="1" lang="zh-CN" altLang="en-US" sz="2800" b="0" dirty="0">
                <a:ea typeface="+mn-ea"/>
              </a:rPr>
              <a:t>现象</a:t>
            </a:r>
            <a:endParaRPr kumimoji="1" lang="en-US" altLang="zh-CN" sz="2800" b="0" dirty="0">
              <a:ea typeface="+mn-ea"/>
            </a:endParaRPr>
          </a:p>
          <a:p>
            <a:pPr lvl="1"/>
            <a:r>
              <a:rPr lang="en-US" altLang="zh-CN" sz="2400" b="0" kern="0" dirty="0">
                <a:solidFill>
                  <a:srgbClr val="000000"/>
                </a:solidFill>
                <a:ea typeface="+mn-ea"/>
              </a:rPr>
              <a:t>Q</a:t>
            </a:r>
            <a:r>
              <a:rPr lang="en-US" altLang="zh-CN" sz="2400" b="0" kern="0" baseline="-25000" dirty="0">
                <a:solidFill>
                  <a:srgbClr val="000000"/>
                </a:solidFill>
                <a:ea typeface="+mn-ea"/>
              </a:rPr>
              <a:t>0</a:t>
            </a:r>
            <a:r>
              <a:rPr lang="zh-CN" altLang="en-US" sz="2400" b="0" kern="0" dirty="0">
                <a:solidFill>
                  <a:srgbClr val="000000"/>
                </a:solidFill>
                <a:ea typeface="+mn-ea"/>
              </a:rPr>
              <a:t>必须翻转</a:t>
            </a:r>
            <a:endParaRPr lang="en-US" altLang="zh-CN" sz="2400" b="0" kern="0" dirty="0">
              <a:solidFill>
                <a:srgbClr val="000000"/>
              </a:solidFill>
              <a:ea typeface="+mn-ea"/>
            </a:endParaRPr>
          </a:p>
          <a:p>
            <a:pPr lvl="1"/>
            <a:r>
              <a:rPr lang="en-US" altLang="zh-CN" sz="2400" b="0" kern="0" dirty="0">
                <a:solidFill>
                  <a:srgbClr val="000000"/>
                </a:solidFill>
                <a:ea typeface="+mn-ea"/>
              </a:rPr>
              <a:t>Q</a:t>
            </a:r>
            <a:r>
              <a:rPr lang="en-US" altLang="zh-CN" sz="2400" b="0" kern="0" baseline="-25000" dirty="0">
                <a:solidFill>
                  <a:srgbClr val="000000"/>
                </a:solidFill>
                <a:ea typeface="+mn-ea"/>
              </a:rPr>
              <a:t>i</a:t>
            </a:r>
            <a:r>
              <a:rPr lang="zh-CN" altLang="en-US" sz="2400" b="0" kern="0" dirty="0">
                <a:solidFill>
                  <a:srgbClr val="000000"/>
                </a:solidFill>
                <a:ea typeface="+mn-ea"/>
              </a:rPr>
              <a:t>是否翻转，取决于所有低位的触发器的状态是否都为</a:t>
            </a:r>
            <a:r>
              <a:rPr lang="en-US" altLang="zh-CN" sz="2400" b="0" kern="0" dirty="0">
                <a:solidFill>
                  <a:srgbClr val="000000"/>
                </a:solidFill>
                <a:ea typeface="+mn-ea"/>
              </a:rPr>
              <a:t>1</a:t>
            </a:r>
            <a:endParaRPr kumimoji="1" lang="en-US" altLang="zh-CN" sz="2400" b="0" dirty="0">
              <a:ea typeface="+mn-ea"/>
            </a:endParaRPr>
          </a:p>
        </p:txBody>
      </p:sp>
      <p:sp>
        <p:nvSpPr>
          <p:cNvPr id="6" name="Title 4">
            <a:extLst>
              <a:ext uri="{FF2B5EF4-FFF2-40B4-BE49-F238E27FC236}">
                <a16:creationId xmlns:a16="http://schemas.microsoft.com/office/drawing/2014/main" id="{50EE9EA7-591C-B952-1C5F-BA5C2C363C9C}"/>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kumimoji="1" lang="zh-CN" altLang="en-US" dirty="0"/>
              <a:t>同步模</a:t>
            </a:r>
            <a:r>
              <a:rPr kumimoji="1" lang="en-US" altLang="zh-CN" dirty="0"/>
              <a:t>16</a:t>
            </a:r>
            <a:r>
              <a:rPr kumimoji="1" lang="zh-CN" altLang="en-US" dirty="0"/>
              <a:t>加法计数器设计</a:t>
            </a:r>
            <a:endParaRPr lang="en-CN" altLang="zh-CN" sz="4000" dirty="0">
              <a:solidFill>
                <a:srgbClr val="0000FF"/>
              </a:solidFill>
              <a:latin typeface="Arial" panose="020B0604020202020204" pitchFamily="34" charset="0"/>
              <a:cs typeface="Arial" panose="020B0604020202020204" pitchFamily="34" charset="0"/>
            </a:endParaRPr>
          </a:p>
        </p:txBody>
      </p:sp>
      <p:pic>
        <p:nvPicPr>
          <p:cNvPr id="2" name="图片 1">
            <a:extLst>
              <a:ext uri="{FF2B5EF4-FFF2-40B4-BE49-F238E27FC236}">
                <a16:creationId xmlns:a16="http://schemas.microsoft.com/office/drawing/2014/main" id="{91CA8C7D-F998-43AC-9109-F532EC6EB1D3}"/>
              </a:ext>
            </a:extLst>
          </p:cNvPr>
          <p:cNvPicPr>
            <a:picLocks noChangeAspect="1"/>
          </p:cNvPicPr>
          <p:nvPr/>
        </p:nvPicPr>
        <p:blipFill>
          <a:blip r:embed="rId2"/>
          <a:stretch>
            <a:fillRect/>
          </a:stretch>
        </p:blipFill>
        <p:spPr>
          <a:xfrm>
            <a:off x="5204821" y="1600200"/>
            <a:ext cx="3763557" cy="3048000"/>
          </a:xfrm>
          <a:prstGeom prst="rect">
            <a:avLst/>
          </a:prstGeom>
        </p:spPr>
      </p:pic>
    </p:spTree>
    <p:extLst>
      <p:ext uri="{BB962C8B-B14F-4D97-AF65-F5344CB8AC3E}">
        <p14:creationId xmlns:p14="http://schemas.microsoft.com/office/powerpoint/2010/main" val="18950838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74" name="Object 6"/>
          <p:cNvGraphicFramePr>
            <a:graphicFrameLocks noChangeAspect="1"/>
          </p:cNvGraphicFramePr>
          <p:nvPr>
            <p:extLst>
              <p:ext uri="{D42A27DB-BD31-4B8C-83A1-F6EECF244321}">
                <p14:modId xmlns:p14="http://schemas.microsoft.com/office/powerpoint/2010/main" val="3447061221"/>
              </p:ext>
            </p:extLst>
          </p:nvPr>
        </p:nvGraphicFramePr>
        <p:xfrm>
          <a:off x="4584700" y="1487480"/>
          <a:ext cx="4438160" cy="1502590"/>
        </p:xfrm>
        <a:graphic>
          <a:graphicData uri="http://schemas.openxmlformats.org/presentationml/2006/ole">
            <mc:AlternateContent xmlns:mc="http://schemas.openxmlformats.org/markup-compatibility/2006">
              <mc:Choice xmlns:v="urn:schemas-microsoft-com:vml" Requires="v">
                <p:oleObj name="Photo Editor 照片" r:id="rId3" imgW="24809524" imgH="8400000" progId="">
                  <p:embed/>
                </p:oleObj>
              </mc:Choice>
              <mc:Fallback>
                <p:oleObj name="Photo Editor 照片" r:id="rId3" imgW="24809524" imgH="8400000" progId="">
                  <p:embed/>
                  <p:pic>
                    <p:nvPicPr>
                      <p:cNvPr id="7174"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84700" y="1487480"/>
                        <a:ext cx="4438160" cy="1502590"/>
                      </a:xfrm>
                      <a:prstGeom prst="rect">
                        <a:avLst/>
                      </a:prstGeom>
                      <a:noFill/>
                      <a:ln>
                        <a:noFill/>
                      </a:ln>
                    </p:spPr>
                  </p:pic>
                </p:oleObj>
              </mc:Fallback>
            </mc:AlternateContent>
          </a:graphicData>
        </a:graphic>
      </p:graphicFrame>
      <p:sp>
        <p:nvSpPr>
          <p:cNvPr id="4" name="灯片编号占位符 3">
            <a:extLst>
              <a:ext uri="{FF2B5EF4-FFF2-40B4-BE49-F238E27FC236}">
                <a16:creationId xmlns:a16="http://schemas.microsoft.com/office/drawing/2014/main" id="{1B0D16E8-4EC6-4625-8D05-1975351906A9}"/>
              </a:ext>
            </a:extLst>
          </p:cNvPr>
          <p:cNvSpPr>
            <a:spLocks noGrp="1"/>
          </p:cNvSpPr>
          <p:nvPr>
            <p:ph type="sldNum" sz="quarter" idx="12"/>
          </p:nvPr>
        </p:nvSpPr>
        <p:spPr/>
        <p:txBody>
          <a:bodyPr/>
          <a:lstStyle/>
          <a:p>
            <a:fld id="{176ACFD1-D213-4B9C-817B-45486DBF105A}" type="slidenum">
              <a:rPr lang="en-US" smtClean="0">
                <a:solidFill>
                  <a:prstClr val="black"/>
                </a:solidFill>
              </a:rPr>
              <a:pPr/>
              <a:t>110</a:t>
            </a:fld>
            <a:endParaRPr lang="en-US">
              <a:solidFill>
                <a:prstClr val="black"/>
              </a:solidFill>
            </a:endParaRPr>
          </a:p>
        </p:txBody>
      </p:sp>
      <p:sp>
        <p:nvSpPr>
          <p:cNvPr id="7171" name="Rectangle 3"/>
          <p:cNvSpPr>
            <a:spLocks noGrp="1" noChangeArrowheads="1"/>
          </p:cNvSpPr>
          <p:nvPr>
            <p:ph idx="4294967295"/>
          </p:nvPr>
        </p:nvSpPr>
        <p:spPr>
          <a:xfrm>
            <a:off x="381000" y="1383605"/>
            <a:ext cx="4437063" cy="2333625"/>
          </a:xfrm>
        </p:spPr>
        <p:txBody>
          <a:bodyPr>
            <a:normAutofit/>
          </a:bodyPr>
          <a:lstStyle/>
          <a:p>
            <a:pPr algn="l"/>
            <a:r>
              <a:rPr lang="zh-CN" altLang="en-US" sz="2800" b="0" dirty="0">
                <a:latin typeface="Arial" panose="020B0604020202020204" pitchFamily="34" charset="0"/>
                <a:ea typeface="SimHei" panose="02010609060101010101" pitchFamily="49" charset="-122"/>
                <a:cs typeface="Arial" panose="020B0604020202020204" pitchFamily="34" charset="0"/>
              </a:rPr>
              <a:t>同步时序电路</a:t>
            </a:r>
          </a:p>
          <a:p>
            <a:pPr lvl="1"/>
            <a:r>
              <a:rPr lang="zh-CN" altLang="en-US" sz="2400" b="0" dirty="0">
                <a:latin typeface="Arial" panose="020B0604020202020204" pitchFamily="34" charset="0"/>
                <a:ea typeface="SimHei" panose="02010609060101010101" pitchFamily="49" charset="-122"/>
                <a:cs typeface="Arial" panose="020B0604020202020204" pitchFamily="34" charset="0"/>
              </a:rPr>
              <a:t>所有触发器</a:t>
            </a:r>
            <a:r>
              <a:rPr lang="zh-CN" altLang="en-US" sz="2400" b="0" dirty="0">
                <a:solidFill>
                  <a:srgbClr val="3333FF"/>
                </a:solidFill>
                <a:latin typeface="Arial" panose="020B0604020202020204" pitchFamily="34" charset="0"/>
                <a:ea typeface="SimHei" panose="02010609060101010101" pitchFamily="49" charset="-122"/>
                <a:cs typeface="Arial" panose="020B0604020202020204" pitchFamily="34" charset="0"/>
              </a:rPr>
              <a:t>“相同”</a:t>
            </a:r>
            <a:r>
              <a:rPr lang="zh-CN" altLang="en-US" sz="2400" b="0" dirty="0">
                <a:latin typeface="Arial" panose="020B0604020202020204" pitchFamily="34" charset="0"/>
                <a:ea typeface="SimHei" panose="02010609060101010101" pitchFamily="49" charset="-122"/>
                <a:cs typeface="Arial" panose="020B0604020202020204" pitchFamily="34" charset="0"/>
              </a:rPr>
              <a:t>时钟</a:t>
            </a:r>
            <a:endParaRPr lang="en-US" altLang="zh-CN" sz="2400" b="0" dirty="0">
              <a:latin typeface="Arial" panose="020B0604020202020204" pitchFamily="34" charset="0"/>
              <a:ea typeface="SimHei" panose="02010609060101010101" pitchFamily="49" charset="-122"/>
              <a:cs typeface="Arial" panose="020B0604020202020204" pitchFamily="34" charset="0"/>
            </a:endParaRPr>
          </a:p>
          <a:p>
            <a:pPr lvl="1" algn="l"/>
            <a:r>
              <a:rPr lang="zh-CN" altLang="en-US" sz="2400" b="0" dirty="0">
                <a:latin typeface="Arial" panose="020B0604020202020204" pitchFamily="34" charset="0"/>
                <a:ea typeface="SimHei" panose="02010609060101010101" pitchFamily="49" charset="-122"/>
                <a:cs typeface="Arial" panose="020B0604020202020204" pitchFamily="34" charset="0"/>
              </a:rPr>
              <a:t>状态在同一个时钟触发沿变化</a:t>
            </a:r>
            <a:endParaRPr lang="zh-CN" altLang="en-US" sz="2400" b="0" dirty="0">
              <a:solidFill>
                <a:srgbClr val="0066CC"/>
              </a:solidFill>
              <a:latin typeface="Arial" panose="020B0604020202020204" pitchFamily="34" charset="0"/>
              <a:ea typeface="SimHei" panose="02010609060101010101" pitchFamily="49" charset="-122"/>
              <a:cs typeface="Arial" panose="020B0604020202020204" pitchFamily="34" charset="0"/>
            </a:endParaRPr>
          </a:p>
        </p:txBody>
      </p:sp>
      <p:sp>
        <p:nvSpPr>
          <p:cNvPr id="10" name="Rectangle 3">
            <a:extLst>
              <a:ext uri="{FF2B5EF4-FFF2-40B4-BE49-F238E27FC236}">
                <a16:creationId xmlns:a16="http://schemas.microsoft.com/office/drawing/2014/main" id="{4AAC1B8B-BE66-4B12-8A02-C58B74597EF9}"/>
              </a:ext>
            </a:extLst>
          </p:cNvPr>
          <p:cNvSpPr txBox="1">
            <a:spLocks noChangeArrowheads="1"/>
          </p:cNvSpPr>
          <p:nvPr/>
        </p:nvSpPr>
        <p:spPr>
          <a:xfrm>
            <a:off x="381001" y="3819510"/>
            <a:ext cx="4231368" cy="2333625"/>
          </a:xfrm>
          <a:prstGeom prst="rect">
            <a:avLst/>
          </a:prstGeom>
          <a:noFill/>
          <a:ln>
            <a:noFill/>
          </a:ln>
          <a:effectLst/>
        </p:spPr>
        <p:txBody>
          <a:bodyPr vert="horz" wrap="square" lIns="91440" tIns="45720" rIns="91440" bIns="45720" numCol="1" anchor="t" anchorCtr="0" compatLnSpc="1">
            <a:prstTxWarp prst="textNoShape">
              <a:avLst/>
            </a:prstTxWarp>
            <a:normAutofit/>
          </a:bodyPr>
          <a:lstStyle>
            <a:lvl1pPr marL="342900" indent="-342900" eaLnBrk="1" hangingPunct="1">
              <a:spcBef>
                <a:spcPct val="20000"/>
              </a:spcBef>
              <a:buChar char="•"/>
              <a:defRPr sz="3200" b="1">
                <a:latin typeface="Arial" panose="020B0604020202020204" pitchFamily="34" charset="0"/>
                <a:ea typeface="SimHei" panose="02010609060101010101" pitchFamily="49" charset="-122"/>
                <a:cs typeface="Arial" panose="020B0604020202020204" pitchFamily="34" charset="0"/>
              </a:defRPr>
            </a:lvl1pPr>
            <a:lvl2pPr marL="742950" lvl="1" indent="-285750" eaLnBrk="1" hangingPunct="1">
              <a:spcBef>
                <a:spcPct val="20000"/>
              </a:spcBef>
              <a:buChar char="–"/>
              <a:defRPr sz="2800" b="1">
                <a:latin typeface="Arial" panose="020B0604020202020204" pitchFamily="34" charset="0"/>
                <a:ea typeface="SimHei" panose="02010609060101010101" pitchFamily="49" charset="-122"/>
                <a:cs typeface="Arial" panose="020B0604020202020204" pitchFamily="34" charset="0"/>
              </a:defRPr>
            </a:lvl2pPr>
            <a:lvl3pPr marL="1143000" indent="-228600" eaLnBrk="1" hangingPunct="1">
              <a:spcBef>
                <a:spcPct val="20000"/>
              </a:spcBef>
              <a:buChar char="•"/>
              <a:defRPr sz="2400" b="1">
                <a:latin typeface="+mn-lt"/>
                <a:ea typeface="黑体" panose="02010609060101010101" pitchFamily="49" charset="-122"/>
              </a:defRPr>
            </a:lvl3pPr>
            <a:lvl4pPr marL="1600200" indent="-228600" eaLnBrk="1" hangingPunct="1">
              <a:spcBef>
                <a:spcPct val="20000"/>
              </a:spcBef>
              <a:buChar char="–"/>
              <a:defRPr sz="2000" b="1">
                <a:latin typeface="+mn-lt"/>
                <a:ea typeface="黑体" panose="02010609060101010101" pitchFamily="49" charset="-122"/>
              </a:defRPr>
            </a:lvl4pPr>
            <a:lvl5pPr marL="2057400" indent="-228600" eaLnBrk="1" hangingPunct="1">
              <a:spcBef>
                <a:spcPct val="20000"/>
              </a:spcBef>
              <a:buChar char="»"/>
              <a:defRPr sz="2000" b="1">
                <a:latin typeface="+mn-lt"/>
                <a:ea typeface="黑体" panose="02010609060101010101" pitchFamily="49" charset="-122"/>
              </a:defRPr>
            </a:lvl5pPr>
            <a:lvl6pPr marL="2514600" indent="-228600" fontAlgn="base">
              <a:spcBef>
                <a:spcPct val="20000"/>
              </a:spcBef>
              <a:spcAft>
                <a:spcPct val="0"/>
              </a:spcAft>
              <a:buChar char="»"/>
              <a:defRPr sz="2000" b="1">
                <a:latin typeface="+mn-lt"/>
                <a:ea typeface="+mn-ea"/>
              </a:defRPr>
            </a:lvl6pPr>
            <a:lvl7pPr marL="2971800" indent="-228600" fontAlgn="base">
              <a:spcBef>
                <a:spcPct val="20000"/>
              </a:spcBef>
              <a:spcAft>
                <a:spcPct val="0"/>
              </a:spcAft>
              <a:buChar char="»"/>
              <a:defRPr sz="2000" b="1">
                <a:latin typeface="+mn-lt"/>
                <a:ea typeface="+mn-ea"/>
              </a:defRPr>
            </a:lvl7pPr>
            <a:lvl8pPr marL="3429000" indent="-228600" fontAlgn="base">
              <a:spcBef>
                <a:spcPct val="20000"/>
              </a:spcBef>
              <a:spcAft>
                <a:spcPct val="0"/>
              </a:spcAft>
              <a:buChar char="»"/>
              <a:defRPr sz="2000" b="1">
                <a:latin typeface="+mn-lt"/>
                <a:ea typeface="+mn-ea"/>
              </a:defRPr>
            </a:lvl8pPr>
            <a:lvl9pPr marL="3886200" indent="-228600" fontAlgn="base">
              <a:spcBef>
                <a:spcPct val="20000"/>
              </a:spcBef>
              <a:spcAft>
                <a:spcPct val="0"/>
              </a:spcAft>
              <a:buChar char="»"/>
              <a:defRPr sz="2000" b="1">
                <a:latin typeface="+mn-lt"/>
                <a:ea typeface="+mn-ea"/>
              </a:defRPr>
            </a:lvl9pPr>
          </a:lstStyle>
          <a:p>
            <a:r>
              <a:rPr lang="zh-CN" altLang="en-US" sz="2800" b="0" dirty="0"/>
              <a:t>异步时序电路</a:t>
            </a:r>
            <a:endParaRPr lang="en-US" altLang="zh-CN" sz="2800" b="0" dirty="0"/>
          </a:p>
          <a:p>
            <a:pPr lvl="1"/>
            <a:r>
              <a:rPr lang="zh-CN" altLang="en-US" sz="2400" b="0" dirty="0">
                <a:solidFill>
                  <a:srgbClr val="3333FF"/>
                </a:solidFill>
              </a:rPr>
              <a:t>没有时钟</a:t>
            </a:r>
            <a:r>
              <a:rPr lang="en-US" altLang="zh-CN" sz="2400" b="0" dirty="0">
                <a:solidFill>
                  <a:srgbClr val="3333FF"/>
                </a:solidFill>
              </a:rPr>
              <a:t>, or </a:t>
            </a:r>
            <a:r>
              <a:rPr lang="zh-CN" altLang="en-US" sz="2400" b="0" dirty="0">
                <a:solidFill>
                  <a:srgbClr val="3333FF"/>
                </a:solidFill>
              </a:rPr>
              <a:t>不同时钟</a:t>
            </a:r>
            <a:r>
              <a:rPr lang="en-US" altLang="zh-CN" sz="2400" b="0" dirty="0">
                <a:solidFill>
                  <a:srgbClr val="3333FF"/>
                </a:solidFill>
              </a:rPr>
              <a:t> </a:t>
            </a:r>
          </a:p>
          <a:p>
            <a:pPr lvl="1"/>
            <a:r>
              <a:rPr lang="zh-CN" altLang="en-US" sz="2400" b="0" dirty="0"/>
              <a:t>状态在</a:t>
            </a:r>
            <a:r>
              <a:rPr lang="zh-CN" altLang="en-US" sz="2400" b="0" dirty="0">
                <a:solidFill>
                  <a:srgbClr val="3333FF"/>
                </a:solidFill>
              </a:rPr>
              <a:t>不同时钟的不同触发沿</a:t>
            </a:r>
            <a:r>
              <a:rPr lang="zh-CN" altLang="en-US" sz="2400" b="0" dirty="0"/>
              <a:t>改变</a:t>
            </a:r>
          </a:p>
        </p:txBody>
      </p:sp>
      <p:sp>
        <p:nvSpPr>
          <p:cNvPr id="2" name="Title 4">
            <a:extLst>
              <a:ext uri="{FF2B5EF4-FFF2-40B4-BE49-F238E27FC236}">
                <a16:creationId xmlns:a16="http://schemas.microsoft.com/office/drawing/2014/main" id="{720D5514-5C11-5B58-693C-F9A406B40493}"/>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latin typeface="Arial" panose="020B0604020202020204" pitchFamily="34" charset="0"/>
                <a:cs typeface="Arial" panose="020B0604020202020204" pitchFamily="34" charset="0"/>
              </a:rPr>
              <a:t>同步</a:t>
            </a:r>
            <a:r>
              <a:rPr lang="en-US" altLang="zh-CN" dirty="0">
                <a:latin typeface="Arial" panose="020B0604020202020204" pitchFamily="34" charset="0"/>
                <a:cs typeface="Arial" panose="020B0604020202020204" pitchFamily="34" charset="0"/>
              </a:rPr>
              <a:t> vs </a:t>
            </a:r>
            <a:r>
              <a:rPr lang="zh-CN" altLang="en-US" dirty="0">
                <a:latin typeface="Arial" panose="020B0604020202020204" pitchFamily="34" charset="0"/>
                <a:cs typeface="Arial" panose="020B0604020202020204" pitchFamily="34" charset="0"/>
              </a:rPr>
              <a:t>异步</a:t>
            </a:r>
            <a:endParaRPr lang="en-CN" altLang="zh-CN" sz="4000" dirty="0">
              <a:solidFill>
                <a:srgbClr val="0000FF"/>
              </a:solidFill>
              <a:latin typeface="Arial" panose="020B0604020202020204" pitchFamily="34" charset="0"/>
              <a:cs typeface="Arial" panose="020B0604020202020204" pitchFamily="34" charset="0"/>
            </a:endParaRPr>
          </a:p>
        </p:txBody>
      </p:sp>
      <p:grpSp>
        <p:nvGrpSpPr>
          <p:cNvPr id="8" name="组合 7">
            <a:extLst>
              <a:ext uri="{FF2B5EF4-FFF2-40B4-BE49-F238E27FC236}">
                <a16:creationId xmlns:a16="http://schemas.microsoft.com/office/drawing/2014/main" id="{5543B3B3-18F2-4453-8D14-4E669E909035}"/>
              </a:ext>
            </a:extLst>
          </p:cNvPr>
          <p:cNvGrpSpPr>
            <a:grpSpLocks noChangeAspect="1"/>
          </p:cNvGrpSpPr>
          <p:nvPr/>
        </p:nvGrpSpPr>
        <p:grpSpPr>
          <a:xfrm>
            <a:off x="4692273" y="4343399"/>
            <a:ext cx="4223014" cy="910646"/>
            <a:chOff x="870138" y="3081337"/>
            <a:chExt cx="7144164" cy="1540559"/>
          </a:xfrm>
        </p:grpSpPr>
        <p:sp>
          <p:nvSpPr>
            <p:cNvPr id="9" name="Rectangle 5">
              <a:extLst>
                <a:ext uri="{FF2B5EF4-FFF2-40B4-BE49-F238E27FC236}">
                  <a16:creationId xmlns:a16="http://schemas.microsoft.com/office/drawing/2014/main" id="{B1CF52EE-DA02-4A2A-8C64-A1775E56E303}"/>
                </a:ext>
              </a:extLst>
            </p:cNvPr>
            <p:cNvSpPr>
              <a:spLocks noChangeArrowheads="1"/>
            </p:cNvSpPr>
            <p:nvPr/>
          </p:nvSpPr>
          <p:spPr bwMode="auto">
            <a:xfrm>
              <a:off x="2235310" y="3634880"/>
              <a:ext cx="588001" cy="953570"/>
            </a:xfrm>
            <a:prstGeom prst="rect">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1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 name="Rectangle 6">
              <a:extLst>
                <a:ext uri="{FF2B5EF4-FFF2-40B4-BE49-F238E27FC236}">
                  <a16:creationId xmlns:a16="http://schemas.microsoft.com/office/drawing/2014/main" id="{B111CEC0-EED9-441E-A39B-411BC8641DB8}"/>
                </a:ext>
              </a:extLst>
            </p:cNvPr>
            <p:cNvSpPr>
              <a:spLocks noChangeArrowheads="1"/>
            </p:cNvSpPr>
            <p:nvPr/>
          </p:nvSpPr>
          <p:spPr bwMode="auto">
            <a:xfrm>
              <a:off x="2283170" y="3724681"/>
              <a:ext cx="173557" cy="286369"/>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CN" sz="1100" i="1" dirty="0">
                  <a:solidFill>
                    <a:srgbClr val="000000"/>
                  </a:solidFill>
                  <a:latin typeface="Times New Roman" pitchFamily="18" charset="0"/>
                </a:rPr>
                <a:t>D</a:t>
              </a:r>
              <a:endParaRPr kumimoji="0" lang="en-US" altLang="zh-CN" sz="1100" b="0" i="0" u="none" strike="noStrike" kern="1200" cap="none" spc="0" normalizeH="0" baseline="0" noProof="0" dirty="0">
                <a:ln>
                  <a:noFill/>
                </a:ln>
                <a:solidFill>
                  <a:srgbClr val="000000"/>
                </a:solidFill>
                <a:effectLst/>
                <a:uLnTx/>
                <a:uFillTx/>
              </a:endParaRPr>
            </a:p>
          </p:txBody>
        </p:sp>
        <p:sp>
          <p:nvSpPr>
            <p:cNvPr id="12" name="Rectangle 7">
              <a:extLst>
                <a:ext uri="{FF2B5EF4-FFF2-40B4-BE49-F238E27FC236}">
                  <a16:creationId xmlns:a16="http://schemas.microsoft.com/office/drawing/2014/main" id="{A6212491-B909-484C-80E4-DCFADBAA90F4}"/>
                </a:ext>
              </a:extLst>
            </p:cNvPr>
            <p:cNvSpPr>
              <a:spLocks noChangeArrowheads="1"/>
            </p:cNvSpPr>
            <p:nvPr/>
          </p:nvSpPr>
          <p:spPr bwMode="auto">
            <a:xfrm>
              <a:off x="2631870" y="3710796"/>
              <a:ext cx="173557" cy="286369"/>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1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1100" b="0" i="0" u="none" strike="noStrike" kern="1200" cap="none" spc="0" normalizeH="0" baseline="0" noProof="0">
                <a:ln>
                  <a:noFill/>
                </a:ln>
                <a:solidFill>
                  <a:srgbClr val="000000"/>
                </a:solidFill>
                <a:effectLst/>
                <a:uLnTx/>
                <a:uFillTx/>
                <a:ea typeface="宋体" pitchFamily="2" charset="-122"/>
                <a:cs typeface="+mn-cs"/>
              </a:endParaRPr>
            </a:p>
          </p:txBody>
        </p:sp>
        <p:sp>
          <p:nvSpPr>
            <p:cNvPr id="13" name="Rectangle 8">
              <a:extLst>
                <a:ext uri="{FF2B5EF4-FFF2-40B4-BE49-F238E27FC236}">
                  <a16:creationId xmlns:a16="http://schemas.microsoft.com/office/drawing/2014/main" id="{DD736615-710A-4846-AA98-260DF6D69B50}"/>
                </a:ext>
              </a:extLst>
            </p:cNvPr>
            <p:cNvSpPr>
              <a:spLocks noChangeArrowheads="1"/>
            </p:cNvSpPr>
            <p:nvPr/>
          </p:nvSpPr>
          <p:spPr bwMode="auto">
            <a:xfrm>
              <a:off x="2644690" y="4214428"/>
              <a:ext cx="173557" cy="286369"/>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1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Q</a:t>
              </a:r>
              <a:endParaRPr kumimoji="0" lang="en-US" altLang="zh-CN" sz="11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4" name="Oval 9">
              <a:extLst>
                <a:ext uri="{FF2B5EF4-FFF2-40B4-BE49-F238E27FC236}">
                  <a16:creationId xmlns:a16="http://schemas.microsoft.com/office/drawing/2014/main" id="{803BB66F-E3B6-445F-A7E5-C96B9ACB6131}"/>
                </a:ext>
              </a:extLst>
            </p:cNvPr>
            <p:cNvSpPr>
              <a:spLocks noChangeArrowheads="1"/>
            </p:cNvSpPr>
            <p:nvPr/>
          </p:nvSpPr>
          <p:spPr bwMode="auto">
            <a:xfrm>
              <a:off x="2823311" y="4323672"/>
              <a:ext cx="109728" cy="105541"/>
            </a:xfrm>
            <a:prstGeom prst="ellipse">
              <a:avLst/>
            </a:prstGeom>
            <a:solidFill>
              <a:srgbClr val="FFFFFF"/>
            </a:solidFill>
            <a:ln w="1905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1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5" name="Oval 10">
              <a:extLst>
                <a:ext uri="{FF2B5EF4-FFF2-40B4-BE49-F238E27FC236}">
                  <a16:creationId xmlns:a16="http://schemas.microsoft.com/office/drawing/2014/main" id="{5E0CFDF5-11C0-4106-A8C3-5D8D0ADD0504}"/>
                </a:ext>
              </a:extLst>
            </p:cNvPr>
            <p:cNvSpPr>
              <a:spLocks noChangeArrowheads="1"/>
            </p:cNvSpPr>
            <p:nvPr/>
          </p:nvSpPr>
          <p:spPr bwMode="auto">
            <a:xfrm>
              <a:off x="2823311" y="4323672"/>
              <a:ext cx="109728" cy="105541"/>
            </a:xfrm>
            <a:prstGeom prst="ellips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1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6" name="Rectangle 11">
              <a:extLst>
                <a:ext uri="{FF2B5EF4-FFF2-40B4-BE49-F238E27FC236}">
                  <a16:creationId xmlns:a16="http://schemas.microsoft.com/office/drawing/2014/main" id="{DD09DD6E-5FAD-4CF8-AD7A-38A39B8FA436}"/>
                </a:ext>
              </a:extLst>
            </p:cNvPr>
            <p:cNvSpPr>
              <a:spLocks noChangeArrowheads="1"/>
            </p:cNvSpPr>
            <p:nvPr/>
          </p:nvSpPr>
          <p:spPr bwMode="auto">
            <a:xfrm>
              <a:off x="2399404" y="4032972"/>
              <a:ext cx="160000" cy="286369"/>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1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t>
              </a:r>
              <a:endParaRPr kumimoji="0" lang="en-US" altLang="zh-CN" sz="11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17" name="Freeform 12">
              <a:extLst>
                <a:ext uri="{FF2B5EF4-FFF2-40B4-BE49-F238E27FC236}">
                  <a16:creationId xmlns:a16="http://schemas.microsoft.com/office/drawing/2014/main" id="{F6172382-5EF4-4538-84C9-6007EB56DF9A}"/>
                </a:ext>
              </a:extLst>
            </p:cNvPr>
            <p:cNvSpPr>
              <a:spLocks/>
            </p:cNvSpPr>
            <p:nvPr/>
          </p:nvSpPr>
          <p:spPr bwMode="auto">
            <a:xfrm>
              <a:off x="2235310" y="4058894"/>
              <a:ext cx="147000" cy="212007"/>
            </a:xfrm>
            <a:custGeom>
              <a:avLst/>
              <a:gdLst>
                <a:gd name="T0" fmla="*/ 0 w 172"/>
                <a:gd name="T1" fmla="*/ 229 h 229"/>
                <a:gd name="T2" fmla="*/ 172 w 172"/>
                <a:gd name="T3" fmla="*/ 115 h 229"/>
                <a:gd name="T4" fmla="*/ 0 w 172"/>
                <a:gd name="T5" fmla="*/ 0 h 229"/>
                <a:gd name="T6" fmla="*/ 0 60000 65536"/>
                <a:gd name="T7" fmla="*/ 0 60000 65536"/>
                <a:gd name="T8" fmla="*/ 0 60000 65536"/>
                <a:gd name="T9" fmla="*/ 0 w 172"/>
                <a:gd name="T10" fmla="*/ 0 h 229"/>
                <a:gd name="T11" fmla="*/ 172 w 172"/>
                <a:gd name="T12" fmla="*/ 229 h 229"/>
              </a:gdLst>
              <a:ahLst/>
              <a:cxnLst>
                <a:cxn ang="T6">
                  <a:pos x="T0" y="T1"/>
                </a:cxn>
                <a:cxn ang="T7">
                  <a:pos x="T2" y="T3"/>
                </a:cxn>
                <a:cxn ang="T8">
                  <a:pos x="T4" y="T5"/>
                </a:cxn>
              </a:cxnLst>
              <a:rect l="T9" t="T10" r="T11" b="T12"/>
              <a:pathLst>
                <a:path w="172" h="229">
                  <a:moveTo>
                    <a:pt x="0" y="229"/>
                  </a:moveTo>
                  <a:lnTo>
                    <a:pt x="172" y="115"/>
                  </a:lnTo>
                  <a:lnTo>
                    <a:pt x="0" y="0"/>
                  </a:lnTo>
                </a:path>
              </a:pathLst>
            </a:custGeom>
            <a:noFill/>
            <a:ln w="19050"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1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8" name="Line 37">
              <a:extLst>
                <a:ext uri="{FF2B5EF4-FFF2-40B4-BE49-F238E27FC236}">
                  <a16:creationId xmlns:a16="http://schemas.microsoft.com/office/drawing/2014/main" id="{24DD5ED6-761B-48E5-9661-FADA8755321D}"/>
                </a:ext>
              </a:extLst>
            </p:cNvPr>
            <p:cNvSpPr>
              <a:spLocks noChangeShapeType="1"/>
            </p:cNvSpPr>
            <p:nvPr/>
          </p:nvSpPr>
          <p:spPr bwMode="auto">
            <a:xfrm>
              <a:off x="2823312" y="3847813"/>
              <a:ext cx="147000" cy="926"/>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1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9" name="Line 42">
              <a:extLst>
                <a:ext uri="{FF2B5EF4-FFF2-40B4-BE49-F238E27FC236}">
                  <a16:creationId xmlns:a16="http://schemas.microsoft.com/office/drawing/2014/main" id="{C72D3ED1-391C-4782-9E69-E2B2F245B243}"/>
                </a:ext>
              </a:extLst>
            </p:cNvPr>
            <p:cNvSpPr>
              <a:spLocks noChangeShapeType="1"/>
            </p:cNvSpPr>
            <p:nvPr/>
          </p:nvSpPr>
          <p:spPr bwMode="auto">
            <a:xfrm flipH="1">
              <a:off x="1745594" y="4165361"/>
              <a:ext cx="489716" cy="926"/>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1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20" name="Rectangle 43">
              <a:extLst>
                <a:ext uri="{FF2B5EF4-FFF2-40B4-BE49-F238E27FC236}">
                  <a16:creationId xmlns:a16="http://schemas.microsoft.com/office/drawing/2014/main" id="{9A175606-BA89-4FFF-AE81-773ED4D1F967}"/>
                </a:ext>
              </a:extLst>
            </p:cNvPr>
            <p:cNvSpPr>
              <a:spLocks noChangeArrowheads="1"/>
            </p:cNvSpPr>
            <p:nvPr/>
          </p:nvSpPr>
          <p:spPr bwMode="auto">
            <a:xfrm>
              <a:off x="1307385" y="4038940"/>
              <a:ext cx="333557" cy="286369"/>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100" b="0" i="0" u="none" strike="noStrike" kern="1200" cap="none" spc="0" normalizeH="0" baseline="0" noProof="0" dirty="0">
                  <a:ln>
                    <a:noFill/>
                  </a:ln>
                  <a:solidFill>
                    <a:srgbClr val="000000"/>
                  </a:solidFill>
                  <a:effectLst/>
                  <a:uLnTx/>
                  <a:uFillTx/>
                  <a:latin typeface="+mn-lt"/>
                </a:rPr>
                <a:t>CP</a:t>
              </a:r>
            </a:p>
          </p:txBody>
        </p:sp>
        <p:sp>
          <p:nvSpPr>
            <p:cNvPr id="21" name="Line 45">
              <a:extLst>
                <a:ext uri="{FF2B5EF4-FFF2-40B4-BE49-F238E27FC236}">
                  <a16:creationId xmlns:a16="http://schemas.microsoft.com/office/drawing/2014/main" id="{EE8CE561-035C-495B-8DD6-579842714E04}"/>
                </a:ext>
              </a:extLst>
            </p:cNvPr>
            <p:cNvSpPr>
              <a:spLocks noChangeShapeType="1"/>
            </p:cNvSpPr>
            <p:nvPr/>
          </p:nvSpPr>
          <p:spPr bwMode="auto">
            <a:xfrm flipV="1">
              <a:off x="2970313" y="3337924"/>
              <a:ext cx="0" cy="509889"/>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1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22" name="Rectangle 54">
              <a:extLst>
                <a:ext uri="{FF2B5EF4-FFF2-40B4-BE49-F238E27FC236}">
                  <a16:creationId xmlns:a16="http://schemas.microsoft.com/office/drawing/2014/main" id="{A867F547-E6AB-4316-90A0-D53DB3D96E1E}"/>
                </a:ext>
              </a:extLst>
            </p:cNvPr>
            <p:cNvSpPr>
              <a:spLocks noChangeArrowheads="1"/>
            </p:cNvSpPr>
            <p:nvPr/>
          </p:nvSpPr>
          <p:spPr bwMode="auto">
            <a:xfrm>
              <a:off x="2709643" y="3346957"/>
              <a:ext cx="173557" cy="286369"/>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1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Q</a:t>
              </a:r>
              <a:endParaRPr kumimoji="0" lang="en-US" altLang="zh-CN" sz="11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23" name="Rectangle 55">
              <a:extLst>
                <a:ext uri="{FF2B5EF4-FFF2-40B4-BE49-F238E27FC236}">
                  <a16:creationId xmlns:a16="http://schemas.microsoft.com/office/drawing/2014/main" id="{42D99324-46F4-4D2B-94A5-64599DB1951A}"/>
                </a:ext>
              </a:extLst>
            </p:cNvPr>
            <p:cNvSpPr>
              <a:spLocks noChangeArrowheads="1"/>
            </p:cNvSpPr>
            <p:nvPr/>
          </p:nvSpPr>
          <p:spPr bwMode="auto">
            <a:xfrm>
              <a:off x="2839696" y="3473791"/>
              <a:ext cx="119321" cy="286369"/>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1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0</a:t>
              </a:r>
              <a:endParaRPr kumimoji="0" lang="en-US" altLang="zh-CN" sz="11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24" name="Freeform 58">
              <a:extLst>
                <a:ext uri="{FF2B5EF4-FFF2-40B4-BE49-F238E27FC236}">
                  <a16:creationId xmlns:a16="http://schemas.microsoft.com/office/drawing/2014/main" id="{43712B28-8701-4E11-902F-A001F050D3F1}"/>
                </a:ext>
              </a:extLst>
            </p:cNvPr>
            <p:cNvSpPr>
              <a:spLocks/>
            </p:cNvSpPr>
            <p:nvPr/>
          </p:nvSpPr>
          <p:spPr bwMode="auto">
            <a:xfrm>
              <a:off x="1240163" y="3854673"/>
              <a:ext cx="73152" cy="73152"/>
            </a:xfrm>
            <a:custGeom>
              <a:avLst/>
              <a:gdLst>
                <a:gd name="T0" fmla="*/ 48 w 104"/>
                <a:gd name="T1" fmla="*/ 0 h 104"/>
                <a:gd name="T2" fmla="*/ 94 w 104"/>
                <a:gd name="T3" fmla="*/ 46 h 104"/>
                <a:gd name="T4" fmla="*/ 48 w 104"/>
                <a:gd name="T5" fmla="*/ 92 h 104"/>
                <a:gd name="T6" fmla="*/ 48 w 104"/>
                <a:gd name="T7" fmla="*/ 92 h 104"/>
                <a:gd name="T8" fmla="*/ 0 w 104"/>
                <a:gd name="T9" fmla="*/ 46 h 104"/>
                <a:gd name="T10" fmla="*/ 48 w 104"/>
                <a:gd name="T11" fmla="*/ 0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52" y="0"/>
                  </a:moveTo>
                  <a:cubicBezTo>
                    <a:pt x="81" y="0"/>
                    <a:pt x="104" y="24"/>
                    <a:pt x="104" y="52"/>
                  </a:cubicBezTo>
                  <a:cubicBezTo>
                    <a:pt x="104" y="81"/>
                    <a:pt x="81" y="104"/>
                    <a:pt x="52" y="104"/>
                  </a:cubicBezTo>
                  <a:cubicBezTo>
                    <a:pt x="52" y="104"/>
                    <a:pt x="52" y="104"/>
                    <a:pt x="52" y="104"/>
                  </a:cubicBezTo>
                  <a:cubicBezTo>
                    <a:pt x="23" y="104"/>
                    <a:pt x="0" y="81"/>
                    <a:pt x="0" y="52"/>
                  </a:cubicBezTo>
                  <a:cubicBezTo>
                    <a:pt x="0" y="24"/>
                    <a:pt x="23" y="0"/>
                    <a:pt x="52" y="0"/>
                  </a:cubicBezTo>
                </a:path>
              </a:pathLst>
            </a:custGeom>
            <a:solidFill>
              <a:srgbClr val="000000"/>
            </a:solidFill>
            <a:ln w="1905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1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25" name="Rectangle 63">
              <a:extLst>
                <a:ext uri="{FF2B5EF4-FFF2-40B4-BE49-F238E27FC236}">
                  <a16:creationId xmlns:a16="http://schemas.microsoft.com/office/drawing/2014/main" id="{3C5D7C2A-0FC1-461F-9B66-3E98BA079AEA}"/>
                </a:ext>
              </a:extLst>
            </p:cNvPr>
            <p:cNvSpPr>
              <a:spLocks noChangeArrowheads="1"/>
            </p:cNvSpPr>
            <p:nvPr/>
          </p:nvSpPr>
          <p:spPr bwMode="auto">
            <a:xfrm>
              <a:off x="916454" y="3593226"/>
              <a:ext cx="110" cy="416537"/>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600" b="0" i="0" u="none" strike="noStrike" kern="1200" cap="none" spc="0" normalizeH="0" baseline="0" noProof="0" dirty="0">
                <a:ln>
                  <a:noFill/>
                </a:ln>
                <a:solidFill>
                  <a:srgbClr val="000000"/>
                </a:solidFill>
                <a:effectLst/>
                <a:uLnTx/>
                <a:uFillTx/>
                <a:latin typeface="+mn-lt"/>
                <a:ea typeface="宋体" pitchFamily="2" charset="-122"/>
                <a:cs typeface="+mn-cs"/>
              </a:endParaRPr>
            </a:p>
          </p:txBody>
        </p:sp>
        <p:pic>
          <p:nvPicPr>
            <p:cNvPr id="29" name="图片 28">
              <a:extLst>
                <a:ext uri="{FF2B5EF4-FFF2-40B4-BE49-F238E27FC236}">
                  <a16:creationId xmlns:a16="http://schemas.microsoft.com/office/drawing/2014/main" id="{CBB8B4B4-866F-44D3-B1DB-04F05AB33E1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20812" y="3638059"/>
              <a:ext cx="751985" cy="375993"/>
            </a:xfrm>
            <a:prstGeom prst="rect">
              <a:avLst/>
            </a:prstGeom>
            <a:ln w="19050">
              <a:noFill/>
            </a:ln>
          </p:spPr>
        </p:pic>
        <p:sp>
          <p:nvSpPr>
            <p:cNvPr id="30" name="Line 42">
              <a:extLst>
                <a:ext uri="{FF2B5EF4-FFF2-40B4-BE49-F238E27FC236}">
                  <a16:creationId xmlns:a16="http://schemas.microsoft.com/office/drawing/2014/main" id="{B9AA9C13-D746-416E-A14E-AD69DED7AA26}"/>
                </a:ext>
              </a:extLst>
            </p:cNvPr>
            <p:cNvSpPr>
              <a:spLocks noChangeShapeType="1"/>
            </p:cNvSpPr>
            <p:nvPr/>
          </p:nvSpPr>
          <p:spPr bwMode="auto">
            <a:xfrm flipH="1">
              <a:off x="870138" y="3899914"/>
              <a:ext cx="730159"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1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31" name="Line 45">
              <a:extLst>
                <a:ext uri="{FF2B5EF4-FFF2-40B4-BE49-F238E27FC236}">
                  <a16:creationId xmlns:a16="http://schemas.microsoft.com/office/drawing/2014/main" id="{6FB2F19F-6750-4A14-8E65-946EC8B61145}"/>
                </a:ext>
              </a:extLst>
            </p:cNvPr>
            <p:cNvSpPr>
              <a:spLocks noChangeShapeType="1"/>
            </p:cNvSpPr>
            <p:nvPr/>
          </p:nvSpPr>
          <p:spPr bwMode="auto">
            <a:xfrm flipV="1">
              <a:off x="1563837" y="3322849"/>
              <a:ext cx="855" cy="425866"/>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1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32" name="Line 45">
              <a:extLst>
                <a:ext uri="{FF2B5EF4-FFF2-40B4-BE49-F238E27FC236}">
                  <a16:creationId xmlns:a16="http://schemas.microsoft.com/office/drawing/2014/main" id="{F84A51E6-4472-4D50-AF76-4C28FD43FC89}"/>
                </a:ext>
              </a:extLst>
            </p:cNvPr>
            <p:cNvSpPr>
              <a:spLocks noChangeShapeType="1"/>
            </p:cNvSpPr>
            <p:nvPr/>
          </p:nvSpPr>
          <p:spPr bwMode="auto">
            <a:xfrm flipH="1" flipV="1">
              <a:off x="1566443" y="3322849"/>
              <a:ext cx="1403011" cy="7443"/>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1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33" name="Line 45">
              <a:extLst>
                <a:ext uri="{FF2B5EF4-FFF2-40B4-BE49-F238E27FC236}">
                  <a16:creationId xmlns:a16="http://schemas.microsoft.com/office/drawing/2014/main" id="{75C7C131-6F1A-4706-A37B-230BD81DD850}"/>
                </a:ext>
              </a:extLst>
            </p:cNvPr>
            <p:cNvSpPr>
              <a:spLocks noChangeShapeType="1"/>
            </p:cNvSpPr>
            <p:nvPr/>
          </p:nvSpPr>
          <p:spPr bwMode="auto">
            <a:xfrm flipV="1">
              <a:off x="1274884" y="3118496"/>
              <a:ext cx="0" cy="77059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1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34" name="Line 45">
              <a:extLst>
                <a:ext uri="{FF2B5EF4-FFF2-40B4-BE49-F238E27FC236}">
                  <a16:creationId xmlns:a16="http://schemas.microsoft.com/office/drawing/2014/main" id="{80E79B88-801B-4F38-94A2-625783C4637F}"/>
                </a:ext>
              </a:extLst>
            </p:cNvPr>
            <p:cNvSpPr>
              <a:spLocks noChangeShapeType="1"/>
            </p:cNvSpPr>
            <p:nvPr/>
          </p:nvSpPr>
          <p:spPr bwMode="auto">
            <a:xfrm flipH="1" flipV="1">
              <a:off x="1274883" y="3108358"/>
              <a:ext cx="2118597" cy="11361"/>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1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35" name="Line 37">
              <a:extLst>
                <a:ext uri="{FF2B5EF4-FFF2-40B4-BE49-F238E27FC236}">
                  <a16:creationId xmlns:a16="http://schemas.microsoft.com/office/drawing/2014/main" id="{B46EDB06-14E2-4A8B-AE8A-FCF5EF1B3E47}"/>
                </a:ext>
              </a:extLst>
            </p:cNvPr>
            <p:cNvSpPr>
              <a:spLocks noChangeShapeType="1"/>
            </p:cNvSpPr>
            <p:nvPr/>
          </p:nvSpPr>
          <p:spPr bwMode="auto">
            <a:xfrm>
              <a:off x="2929529" y="4374071"/>
              <a:ext cx="315803"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1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36" name="Rectangle 5">
              <a:extLst>
                <a:ext uri="{FF2B5EF4-FFF2-40B4-BE49-F238E27FC236}">
                  <a16:creationId xmlns:a16="http://schemas.microsoft.com/office/drawing/2014/main" id="{FCFA18F8-400E-4E4C-B665-8430B8F568D2}"/>
                </a:ext>
              </a:extLst>
            </p:cNvPr>
            <p:cNvSpPr>
              <a:spLocks noChangeArrowheads="1"/>
            </p:cNvSpPr>
            <p:nvPr/>
          </p:nvSpPr>
          <p:spPr bwMode="auto">
            <a:xfrm>
              <a:off x="3911557" y="3649197"/>
              <a:ext cx="588001" cy="953570"/>
            </a:xfrm>
            <a:prstGeom prst="rect">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1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37" name="Rectangle 6">
              <a:extLst>
                <a:ext uri="{FF2B5EF4-FFF2-40B4-BE49-F238E27FC236}">
                  <a16:creationId xmlns:a16="http://schemas.microsoft.com/office/drawing/2014/main" id="{880BC9BF-0DF4-4C52-8D8A-FA1031436BF2}"/>
                </a:ext>
              </a:extLst>
            </p:cNvPr>
            <p:cNvSpPr>
              <a:spLocks noChangeArrowheads="1"/>
            </p:cNvSpPr>
            <p:nvPr/>
          </p:nvSpPr>
          <p:spPr bwMode="auto">
            <a:xfrm>
              <a:off x="3959418" y="3738998"/>
              <a:ext cx="173557" cy="286369"/>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CN" sz="1100" i="1" dirty="0">
                  <a:solidFill>
                    <a:srgbClr val="000000"/>
                  </a:solidFill>
                  <a:latin typeface="Times New Roman" pitchFamily="18" charset="0"/>
                </a:rPr>
                <a:t>D</a:t>
              </a:r>
              <a:endParaRPr kumimoji="0" lang="en-US" altLang="zh-CN" sz="1100" b="0" i="0" u="none" strike="noStrike" kern="1200" cap="none" spc="0" normalizeH="0" baseline="0" noProof="0" dirty="0">
                <a:ln>
                  <a:noFill/>
                </a:ln>
                <a:solidFill>
                  <a:srgbClr val="000000"/>
                </a:solidFill>
                <a:effectLst/>
                <a:uLnTx/>
                <a:uFillTx/>
              </a:endParaRPr>
            </a:p>
          </p:txBody>
        </p:sp>
        <p:sp>
          <p:nvSpPr>
            <p:cNvPr id="38" name="Rectangle 7">
              <a:extLst>
                <a:ext uri="{FF2B5EF4-FFF2-40B4-BE49-F238E27FC236}">
                  <a16:creationId xmlns:a16="http://schemas.microsoft.com/office/drawing/2014/main" id="{CC72B461-1927-417B-A2E5-E30BB2DBDE37}"/>
                </a:ext>
              </a:extLst>
            </p:cNvPr>
            <p:cNvSpPr>
              <a:spLocks noChangeArrowheads="1"/>
            </p:cNvSpPr>
            <p:nvPr/>
          </p:nvSpPr>
          <p:spPr bwMode="auto">
            <a:xfrm>
              <a:off x="4308116" y="3725113"/>
              <a:ext cx="173557" cy="286369"/>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1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1100" b="0" i="0" u="none" strike="noStrike" kern="1200" cap="none" spc="0" normalizeH="0" baseline="0" noProof="0">
                <a:ln>
                  <a:noFill/>
                </a:ln>
                <a:solidFill>
                  <a:srgbClr val="000000"/>
                </a:solidFill>
                <a:effectLst/>
                <a:uLnTx/>
                <a:uFillTx/>
                <a:ea typeface="宋体" pitchFamily="2" charset="-122"/>
                <a:cs typeface="+mn-cs"/>
              </a:endParaRPr>
            </a:p>
          </p:txBody>
        </p:sp>
        <p:sp>
          <p:nvSpPr>
            <p:cNvPr id="39" name="Rectangle 8">
              <a:extLst>
                <a:ext uri="{FF2B5EF4-FFF2-40B4-BE49-F238E27FC236}">
                  <a16:creationId xmlns:a16="http://schemas.microsoft.com/office/drawing/2014/main" id="{F8C0DED3-D4E6-4293-8F2F-AC04CE9A15C6}"/>
                </a:ext>
              </a:extLst>
            </p:cNvPr>
            <p:cNvSpPr>
              <a:spLocks noChangeArrowheads="1"/>
            </p:cNvSpPr>
            <p:nvPr/>
          </p:nvSpPr>
          <p:spPr bwMode="auto">
            <a:xfrm>
              <a:off x="4320935" y="4228745"/>
              <a:ext cx="173557" cy="286369"/>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1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1100" b="0" i="0" u="none" strike="noStrike" kern="1200" cap="none" spc="0" normalizeH="0" baseline="0" noProof="0">
                <a:ln>
                  <a:noFill/>
                </a:ln>
                <a:solidFill>
                  <a:srgbClr val="000000"/>
                </a:solidFill>
                <a:effectLst/>
                <a:uLnTx/>
                <a:uFillTx/>
                <a:ea typeface="宋体" pitchFamily="2" charset="-122"/>
                <a:cs typeface="+mn-cs"/>
              </a:endParaRPr>
            </a:p>
          </p:txBody>
        </p:sp>
        <p:sp>
          <p:nvSpPr>
            <p:cNvPr id="40" name="Oval 9">
              <a:extLst>
                <a:ext uri="{FF2B5EF4-FFF2-40B4-BE49-F238E27FC236}">
                  <a16:creationId xmlns:a16="http://schemas.microsoft.com/office/drawing/2014/main" id="{9F016EBC-1056-4D13-9362-E58081EA4C0C}"/>
                </a:ext>
              </a:extLst>
            </p:cNvPr>
            <p:cNvSpPr>
              <a:spLocks noChangeArrowheads="1"/>
            </p:cNvSpPr>
            <p:nvPr/>
          </p:nvSpPr>
          <p:spPr bwMode="auto">
            <a:xfrm>
              <a:off x="4499558" y="4337989"/>
              <a:ext cx="109728" cy="105541"/>
            </a:xfrm>
            <a:prstGeom prst="ellipse">
              <a:avLst/>
            </a:prstGeom>
            <a:solidFill>
              <a:srgbClr val="FFFFFF"/>
            </a:solidFill>
            <a:ln w="1905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1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41" name="Oval 10">
              <a:extLst>
                <a:ext uri="{FF2B5EF4-FFF2-40B4-BE49-F238E27FC236}">
                  <a16:creationId xmlns:a16="http://schemas.microsoft.com/office/drawing/2014/main" id="{DC0E9E45-EE25-4351-BAF6-A174A61C415A}"/>
                </a:ext>
              </a:extLst>
            </p:cNvPr>
            <p:cNvSpPr>
              <a:spLocks noChangeArrowheads="1"/>
            </p:cNvSpPr>
            <p:nvPr/>
          </p:nvSpPr>
          <p:spPr bwMode="auto">
            <a:xfrm>
              <a:off x="4499558" y="4337989"/>
              <a:ext cx="109728" cy="105541"/>
            </a:xfrm>
            <a:prstGeom prst="ellips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1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42" name="Rectangle 11">
              <a:extLst>
                <a:ext uri="{FF2B5EF4-FFF2-40B4-BE49-F238E27FC236}">
                  <a16:creationId xmlns:a16="http://schemas.microsoft.com/office/drawing/2014/main" id="{4E493A81-89F3-441F-8EC2-432F56E952E2}"/>
                </a:ext>
              </a:extLst>
            </p:cNvPr>
            <p:cNvSpPr>
              <a:spLocks noChangeArrowheads="1"/>
            </p:cNvSpPr>
            <p:nvPr/>
          </p:nvSpPr>
          <p:spPr bwMode="auto">
            <a:xfrm>
              <a:off x="4075651" y="4047289"/>
              <a:ext cx="160000" cy="286369"/>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1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t>
              </a:r>
              <a:endParaRPr kumimoji="0" lang="en-US" altLang="zh-CN" sz="11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43" name="Freeform 12">
              <a:extLst>
                <a:ext uri="{FF2B5EF4-FFF2-40B4-BE49-F238E27FC236}">
                  <a16:creationId xmlns:a16="http://schemas.microsoft.com/office/drawing/2014/main" id="{4FD57C4F-BE89-4F22-A406-56B352995B43}"/>
                </a:ext>
              </a:extLst>
            </p:cNvPr>
            <p:cNvSpPr>
              <a:spLocks/>
            </p:cNvSpPr>
            <p:nvPr/>
          </p:nvSpPr>
          <p:spPr bwMode="auto">
            <a:xfrm>
              <a:off x="3911557" y="4073211"/>
              <a:ext cx="147000" cy="212007"/>
            </a:xfrm>
            <a:custGeom>
              <a:avLst/>
              <a:gdLst>
                <a:gd name="T0" fmla="*/ 0 w 172"/>
                <a:gd name="T1" fmla="*/ 229 h 229"/>
                <a:gd name="T2" fmla="*/ 172 w 172"/>
                <a:gd name="T3" fmla="*/ 115 h 229"/>
                <a:gd name="T4" fmla="*/ 0 w 172"/>
                <a:gd name="T5" fmla="*/ 0 h 229"/>
                <a:gd name="T6" fmla="*/ 0 60000 65536"/>
                <a:gd name="T7" fmla="*/ 0 60000 65536"/>
                <a:gd name="T8" fmla="*/ 0 60000 65536"/>
                <a:gd name="T9" fmla="*/ 0 w 172"/>
                <a:gd name="T10" fmla="*/ 0 h 229"/>
                <a:gd name="T11" fmla="*/ 172 w 172"/>
                <a:gd name="T12" fmla="*/ 229 h 229"/>
              </a:gdLst>
              <a:ahLst/>
              <a:cxnLst>
                <a:cxn ang="T6">
                  <a:pos x="T0" y="T1"/>
                </a:cxn>
                <a:cxn ang="T7">
                  <a:pos x="T2" y="T3"/>
                </a:cxn>
                <a:cxn ang="T8">
                  <a:pos x="T4" y="T5"/>
                </a:cxn>
              </a:cxnLst>
              <a:rect l="T9" t="T10" r="T11" b="T12"/>
              <a:pathLst>
                <a:path w="172" h="229">
                  <a:moveTo>
                    <a:pt x="0" y="229"/>
                  </a:moveTo>
                  <a:lnTo>
                    <a:pt x="172" y="115"/>
                  </a:lnTo>
                  <a:lnTo>
                    <a:pt x="0" y="0"/>
                  </a:lnTo>
                </a:path>
              </a:pathLst>
            </a:custGeom>
            <a:noFill/>
            <a:ln w="19050"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1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44" name="Line 37">
              <a:extLst>
                <a:ext uri="{FF2B5EF4-FFF2-40B4-BE49-F238E27FC236}">
                  <a16:creationId xmlns:a16="http://schemas.microsoft.com/office/drawing/2014/main" id="{D9D98404-2885-44CC-9691-88E104385A7E}"/>
                </a:ext>
              </a:extLst>
            </p:cNvPr>
            <p:cNvSpPr>
              <a:spLocks noChangeShapeType="1"/>
            </p:cNvSpPr>
            <p:nvPr/>
          </p:nvSpPr>
          <p:spPr bwMode="auto">
            <a:xfrm>
              <a:off x="4499559" y="3862130"/>
              <a:ext cx="147000" cy="926"/>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1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45" name="Line 42">
              <a:extLst>
                <a:ext uri="{FF2B5EF4-FFF2-40B4-BE49-F238E27FC236}">
                  <a16:creationId xmlns:a16="http://schemas.microsoft.com/office/drawing/2014/main" id="{67A52CA8-5DBF-49E4-BDB7-A98F0981D1BC}"/>
                </a:ext>
              </a:extLst>
            </p:cNvPr>
            <p:cNvSpPr>
              <a:spLocks noChangeShapeType="1"/>
            </p:cNvSpPr>
            <p:nvPr/>
          </p:nvSpPr>
          <p:spPr bwMode="auto">
            <a:xfrm flipH="1">
              <a:off x="3242690" y="4179678"/>
              <a:ext cx="668867"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1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46" name="Line 45">
              <a:extLst>
                <a:ext uri="{FF2B5EF4-FFF2-40B4-BE49-F238E27FC236}">
                  <a16:creationId xmlns:a16="http://schemas.microsoft.com/office/drawing/2014/main" id="{D969C587-01C0-4EDC-93AB-58267707F264}"/>
                </a:ext>
              </a:extLst>
            </p:cNvPr>
            <p:cNvSpPr>
              <a:spLocks noChangeShapeType="1"/>
            </p:cNvSpPr>
            <p:nvPr/>
          </p:nvSpPr>
          <p:spPr bwMode="auto">
            <a:xfrm flipV="1">
              <a:off x="4646560" y="3352241"/>
              <a:ext cx="0" cy="509889"/>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1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47" name="Rectangle 54">
              <a:extLst>
                <a:ext uri="{FF2B5EF4-FFF2-40B4-BE49-F238E27FC236}">
                  <a16:creationId xmlns:a16="http://schemas.microsoft.com/office/drawing/2014/main" id="{1FB49FCC-FA32-4B30-8D13-E4214046D944}"/>
                </a:ext>
              </a:extLst>
            </p:cNvPr>
            <p:cNvSpPr>
              <a:spLocks noChangeArrowheads="1"/>
            </p:cNvSpPr>
            <p:nvPr/>
          </p:nvSpPr>
          <p:spPr bwMode="auto">
            <a:xfrm>
              <a:off x="4385891" y="3361274"/>
              <a:ext cx="173557" cy="286369"/>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1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Q</a:t>
              </a:r>
              <a:endParaRPr kumimoji="0" lang="en-US" altLang="zh-CN" sz="11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48" name="Rectangle 55">
              <a:extLst>
                <a:ext uri="{FF2B5EF4-FFF2-40B4-BE49-F238E27FC236}">
                  <a16:creationId xmlns:a16="http://schemas.microsoft.com/office/drawing/2014/main" id="{26CB0975-D902-489F-9F22-47E58723BF61}"/>
                </a:ext>
              </a:extLst>
            </p:cNvPr>
            <p:cNvSpPr>
              <a:spLocks noChangeArrowheads="1"/>
            </p:cNvSpPr>
            <p:nvPr/>
          </p:nvSpPr>
          <p:spPr bwMode="auto">
            <a:xfrm>
              <a:off x="4515944" y="3488108"/>
              <a:ext cx="119321" cy="286369"/>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1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1</a:t>
              </a:r>
              <a:endParaRPr kumimoji="0" lang="en-US" altLang="zh-CN" sz="1100" b="0" i="0" u="none" strike="noStrike" kern="1200" cap="none" spc="0" normalizeH="0" baseline="0" noProof="0" dirty="0">
                <a:ln>
                  <a:noFill/>
                </a:ln>
                <a:solidFill>
                  <a:srgbClr val="000000"/>
                </a:solidFill>
                <a:effectLst/>
                <a:uLnTx/>
                <a:uFillTx/>
                <a:ea typeface="宋体" pitchFamily="2" charset="-122"/>
                <a:cs typeface="+mn-cs"/>
              </a:endParaRPr>
            </a:p>
          </p:txBody>
        </p:sp>
        <p:pic>
          <p:nvPicPr>
            <p:cNvPr id="51" name="图片 50">
              <a:extLst>
                <a:ext uri="{FF2B5EF4-FFF2-40B4-BE49-F238E27FC236}">
                  <a16:creationId xmlns:a16="http://schemas.microsoft.com/office/drawing/2014/main" id="{C57F113B-9C47-4800-8189-2C6172719E2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197059" y="3652376"/>
              <a:ext cx="751985" cy="375993"/>
            </a:xfrm>
            <a:prstGeom prst="rect">
              <a:avLst/>
            </a:prstGeom>
            <a:ln w="19050">
              <a:noFill/>
            </a:ln>
          </p:spPr>
        </p:pic>
        <p:sp>
          <p:nvSpPr>
            <p:cNvPr id="52" name="Line 45">
              <a:extLst>
                <a:ext uri="{FF2B5EF4-FFF2-40B4-BE49-F238E27FC236}">
                  <a16:creationId xmlns:a16="http://schemas.microsoft.com/office/drawing/2014/main" id="{83FFCDF4-8311-42F5-9C18-64438E04BFE9}"/>
                </a:ext>
              </a:extLst>
            </p:cNvPr>
            <p:cNvSpPr>
              <a:spLocks noChangeShapeType="1"/>
            </p:cNvSpPr>
            <p:nvPr/>
          </p:nvSpPr>
          <p:spPr bwMode="auto">
            <a:xfrm flipV="1">
              <a:off x="3240084" y="3337166"/>
              <a:ext cx="855" cy="425866"/>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1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53" name="Line 45">
              <a:extLst>
                <a:ext uri="{FF2B5EF4-FFF2-40B4-BE49-F238E27FC236}">
                  <a16:creationId xmlns:a16="http://schemas.microsoft.com/office/drawing/2014/main" id="{DEA3BDFA-38A0-417A-AA62-C3FDCFBC8D3C}"/>
                </a:ext>
              </a:extLst>
            </p:cNvPr>
            <p:cNvSpPr>
              <a:spLocks noChangeShapeType="1"/>
            </p:cNvSpPr>
            <p:nvPr/>
          </p:nvSpPr>
          <p:spPr bwMode="auto">
            <a:xfrm flipH="1" flipV="1">
              <a:off x="3242690" y="3337166"/>
              <a:ext cx="1403011" cy="7443"/>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1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54" name="Line 45">
              <a:extLst>
                <a:ext uri="{FF2B5EF4-FFF2-40B4-BE49-F238E27FC236}">
                  <a16:creationId xmlns:a16="http://schemas.microsoft.com/office/drawing/2014/main" id="{4CDE5611-CF39-4451-AEDD-A708F0834AA1}"/>
                </a:ext>
              </a:extLst>
            </p:cNvPr>
            <p:cNvSpPr>
              <a:spLocks noChangeShapeType="1"/>
            </p:cNvSpPr>
            <p:nvPr/>
          </p:nvSpPr>
          <p:spPr bwMode="auto">
            <a:xfrm flipH="1" flipV="1">
              <a:off x="2984471" y="3117913"/>
              <a:ext cx="2118597" cy="11361"/>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1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55" name="Line 45">
              <a:extLst>
                <a:ext uri="{FF2B5EF4-FFF2-40B4-BE49-F238E27FC236}">
                  <a16:creationId xmlns:a16="http://schemas.microsoft.com/office/drawing/2014/main" id="{A7681046-3D1A-46D0-A513-C1E17777FB0C}"/>
                </a:ext>
              </a:extLst>
            </p:cNvPr>
            <p:cNvSpPr>
              <a:spLocks noChangeShapeType="1"/>
            </p:cNvSpPr>
            <p:nvPr/>
          </p:nvSpPr>
          <p:spPr bwMode="auto">
            <a:xfrm flipV="1">
              <a:off x="3104908" y="3133216"/>
              <a:ext cx="0" cy="766697"/>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1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56" name="Line 42">
              <a:extLst>
                <a:ext uri="{FF2B5EF4-FFF2-40B4-BE49-F238E27FC236}">
                  <a16:creationId xmlns:a16="http://schemas.microsoft.com/office/drawing/2014/main" id="{ECB62E60-03B5-4F13-8F02-49363B6B8DFA}"/>
                </a:ext>
              </a:extLst>
            </p:cNvPr>
            <p:cNvSpPr>
              <a:spLocks noChangeShapeType="1"/>
            </p:cNvSpPr>
            <p:nvPr/>
          </p:nvSpPr>
          <p:spPr bwMode="auto">
            <a:xfrm flipH="1">
              <a:off x="3104834" y="3915646"/>
              <a:ext cx="261322"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1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57" name="Freeform 58">
              <a:extLst>
                <a:ext uri="{FF2B5EF4-FFF2-40B4-BE49-F238E27FC236}">
                  <a16:creationId xmlns:a16="http://schemas.microsoft.com/office/drawing/2014/main" id="{A36CF81A-7F34-427A-BCBC-FD0DA81109A2}"/>
                </a:ext>
              </a:extLst>
            </p:cNvPr>
            <p:cNvSpPr>
              <a:spLocks/>
            </p:cNvSpPr>
            <p:nvPr/>
          </p:nvSpPr>
          <p:spPr bwMode="auto">
            <a:xfrm>
              <a:off x="3068016" y="3081337"/>
              <a:ext cx="73152" cy="73152"/>
            </a:xfrm>
            <a:custGeom>
              <a:avLst/>
              <a:gdLst>
                <a:gd name="T0" fmla="*/ 48 w 104"/>
                <a:gd name="T1" fmla="*/ 0 h 104"/>
                <a:gd name="T2" fmla="*/ 94 w 104"/>
                <a:gd name="T3" fmla="*/ 46 h 104"/>
                <a:gd name="T4" fmla="*/ 48 w 104"/>
                <a:gd name="T5" fmla="*/ 92 h 104"/>
                <a:gd name="T6" fmla="*/ 48 w 104"/>
                <a:gd name="T7" fmla="*/ 92 h 104"/>
                <a:gd name="T8" fmla="*/ 0 w 104"/>
                <a:gd name="T9" fmla="*/ 46 h 104"/>
                <a:gd name="T10" fmla="*/ 48 w 104"/>
                <a:gd name="T11" fmla="*/ 0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52" y="0"/>
                  </a:moveTo>
                  <a:cubicBezTo>
                    <a:pt x="81" y="0"/>
                    <a:pt x="104" y="24"/>
                    <a:pt x="104" y="52"/>
                  </a:cubicBezTo>
                  <a:cubicBezTo>
                    <a:pt x="104" y="81"/>
                    <a:pt x="81" y="104"/>
                    <a:pt x="52" y="104"/>
                  </a:cubicBezTo>
                  <a:cubicBezTo>
                    <a:pt x="52" y="104"/>
                    <a:pt x="52" y="104"/>
                    <a:pt x="52" y="104"/>
                  </a:cubicBezTo>
                  <a:cubicBezTo>
                    <a:pt x="23" y="104"/>
                    <a:pt x="0" y="81"/>
                    <a:pt x="0" y="52"/>
                  </a:cubicBezTo>
                  <a:cubicBezTo>
                    <a:pt x="0" y="24"/>
                    <a:pt x="23" y="0"/>
                    <a:pt x="52" y="0"/>
                  </a:cubicBezTo>
                </a:path>
              </a:pathLst>
            </a:custGeom>
            <a:solidFill>
              <a:srgbClr val="000000"/>
            </a:solidFill>
            <a:ln w="1905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1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58" name="Line 45">
              <a:extLst>
                <a:ext uri="{FF2B5EF4-FFF2-40B4-BE49-F238E27FC236}">
                  <a16:creationId xmlns:a16="http://schemas.microsoft.com/office/drawing/2014/main" id="{318517E0-CB37-4B24-BCCB-23F810099024}"/>
                </a:ext>
              </a:extLst>
            </p:cNvPr>
            <p:cNvSpPr>
              <a:spLocks noChangeShapeType="1"/>
            </p:cNvSpPr>
            <p:nvPr/>
          </p:nvSpPr>
          <p:spPr bwMode="auto">
            <a:xfrm flipV="1">
              <a:off x="3243359" y="4179213"/>
              <a:ext cx="0" cy="195783"/>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1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59" name="Line 37">
              <a:extLst>
                <a:ext uri="{FF2B5EF4-FFF2-40B4-BE49-F238E27FC236}">
                  <a16:creationId xmlns:a16="http://schemas.microsoft.com/office/drawing/2014/main" id="{6DBF571B-A383-47FD-8584-9C42F9139877}"/>
                </a:ext>
              </a:extLst>
            </p:cNvPr>
            <p:cNvSpPr>
              <a:spLocks noChangeShapeType="1"/>
            </p:cNvSpPr>
            <p:nvPr/>
          </p:nvSpPr>
          <p:spPr bwMode="auto">
            <a:xfrm>
              <a:off x="4614875" y="4385478"/>
              <a:ext cx="315803"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1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0" name="Rectangle 5">
              <a:extLst>
                <a:ext uri="{FF2B5EF4-FFF2-40B4-BE49-F238E27FC236}">
                  <a16:creationId xmlns:a16="http://schemas.microsoft.com/office/drawing/2014/main" id="{BCA9B422-9AB8-45CF-B513-49C6B5675523}"/>
                </a:ext>
              </a:extLst>
            </p:cNvPr>
            <p:cNvSpPr>
              <a:spLocks noChangeArrowheads="1"/>
            </p:cNvSpPr>
            <p:nvPr/>
          </p:nvSpPr>
          <p:spPr bwMode="auto">
            <a:xfrm>
              <a:off x="5596903" y="3660604"/>
              <a:ext cx="588001" cy="953570"/>
            </a:xfrm>
            <a:prstGeom prst="rect">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1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 name="Rectangle 6">
              <a:extLst>
                <a:ext uri="{FF2B5EF4-FFF2-40B4-BE49-F238E27FC236}">
                  <a16:creationId xmlns:a16="http://schemas.microsoft.com/office/drawing/2014/main" id="{DCAB8B34-4329-49E9-B182-CF7FFC64526F}"/>
                </a:ext>
              </a:extLst>
            </p:cNvPr>
            <p:cNvSpPr>
              <a:spLocks noChangeArrowheads="1"/>
            </p:cNvSpPr>
            <p:nvPr/>
          </p:nvSpPr>
          <p:spPr bwMode="auto">
            <a:xfrm>
              <a:off x="5644763" y="3750406"/>
              <a:ext cx="173557" cy="286369"/>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CN" sz="1100" i="1" dirty="0">
                  <a:solidFill>
                    <a:srgbClr val="000000"/>
                  </a:solidFill>
                  <a:latin typeface="Times New Roman" pitchFamily="18" charset="0"/>
                </a:rPr>
                <a:t>D</a:t>
              </a:r>
              <a:endParaRPr kumimoji="0" lang="en-US" altLang="zh-CN" sz="1100" b="0" i="0" u="none" strike="noStrike" kern="1200" cap="none" spc="0" normalizeH="0" baseline="0" noProof="0" dirty="0">
                <a:ln>
                  <a:noFill/>
                </a:ln>
                <a:solidFill>
                  <a:srgbClr val="000000"/>
                </a:solidFill>
                <a:effectLst/>
                <a:uLnTx/>
                <a:uFillTx/>
              </a:endParaRPr>
            </a:p>
          </p:txBody>
        </p:sp>
        <p:sp>
          <p:nvSpPr>
            <p:cNvPr id="62" name="Rectangle 7">
              <a:extLst>
                <a:ext uri="{FF2B5EF4-FFF2-40B4-BE49-F238E27FC236}">
                  <a16:creationId xmlns:a16="http://schemas.microsoft.com/office/drawing/2014/main" id="{9BDE4EA8-38FB-4D85-83B6-7A75F7F87900}"/>
                </a:ext>
              </a:extLst>
            </p:cNvPr>
            <p:cNvSpPr>
              <a:spLocks noChangeArrowheads="1"/>
            </p:cNvSpPr>
            <p:nvPr/>
          </p:nvSpPr>
          <p:spPr bwMode="auto">
            <a:xfrm>
              <a:off x="5993463" y="3736518"/>
              <a:ext cx="173557" cy="286369"/>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1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1100" b="0" i="0" u="none" strike="noStrike" kern="1200" cap="none" spc="0" normalizeH="0" baseline="0" noProof="0">
                <a:ln>
                  <a:noFill/>
                </a:ln>
                <a:solidFill>
                  <a:srgbClr val="000000"/>
                </a:solidFill>
                <a:effectLst/>
                <a:uLnTx/>
                <a:uFillTx/>
                <a:ea typeface="宋体" pitchFamily="2" charset="-122"/>
                <a:cs typeface="+mn-cs"/>
              </a:endParaRPr>
            </a:p>
          </p:txBody>
        </p:sp>
        <p:sp>
          <p:nvSpPr>
            <p:cNvPr id="63" name="Rectangle 8">
              <a:extLst>
                <a:ext uri="{FF2B5EF4-FFF2-40B4-BE49-F238E27FC236}">
                  <a16:creationId xmlns:a16="http://schemas.microsoft.com/office/drawing/2014/main" id="{406DDD5B-B185-407E-992F-B54004B34AB0}"/>
                </a:ext>
              </a:extLst>
            </p:cNvPr>
            <p:cNvSpPr>
              <a:spLocks noChangeArrowheads="1"/>
            </p:cNvSpPr>
            <p:nvPr/>
          </p:nvSpPr>
          <p:spPr bwMode="auto">
            <a:xfrm>
              <a:off x="6006284" y="4240152"/>
              <a:ext cx="173557" cy="286369"/>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1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1100" b="0" i="0" u="none" strike="noStrike" kern="1200" cap="none" spc="0" normalizeH="0" baseline="0" noProof="0">
                <a:ln>
                  <a:noFill/>
                </a:ln>
                <a:solidFill>
                  <a:srgbClr val="000000"/>
                </a:solidFill>
                <a:effectLst/>
                <a:uLnTx/>
                <a:uFillTx/>
                <a:ea typeface="宋体" pitchFamily="2" charset="-122"/>
                <a:cs typeface="+mn-cs"/>
              </a:endParaRPr>
            </a:p>
          </p:txBody>
        </p:sp>
        <p:sp>
          <p:nvSpPr>
            <p:cNvPr id="64" name="Oval 9">
              <a:extLst>
                <a:ext uri="{FF2B5EF4-FFF2-40B4-BE49-F238E27FC236}">
                  <a16:creationId xmlns:a16="http://schemas.microsoft.com/office/drawing/2014/main" id="{EAE4DF72-C4A3-48F7-8E3B-7C5A649E8966}"/>
                </a:ext>
              </a:extLst>
            </p:cNvPr>
            <p:cNvSpPr>
              <a:spLocks noChangeArrowheads="1"/>
            </p:cNvSpPr>
            <p:nvPr/>
          </p:nvSpPr>
          <p:spPr bwMode="auto">
            <a:xfrm>
              <a:off x="6184904" y="4349396"/>
              <a:ext cx="109728" cy="105541"/>
            </a:xfrm>
            <a:prstGeom prst="ellipse">
              <a:avLst/>
            </a:prstGeom>
            <a:solidFill>
              <a:srgbClr val="FFFFFF"/>
            </a:solidFill>
            <a:ln w="1905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1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5" name="Oval 10">
              <a:extLst>
                <a:ext uri="{FF2B5EF4-FFF2-40B4-BE49-F238E27FC236}">
                  <a16:creationId xmlns:a16="http://schemas.microsoft.com/office/drawing/2014/main" id="{EB9E2F0F-EDFB-4C12-A34E-1D0E3FB17D3C}"/>
                </a:ext>
              </a:extLst>
            </p:cNvPr>
            <p:cNvSpPr>
              <a:spLocks noChangeArrowheads="1"/>
            </p:cNvSpPr>
            <p:nvPr/>
          </p:nvSpPr>
          <p:spPr bwMode="auto">
            <a:xfrm>
              <a:off x="6184904" y="4349396"/>
              <a:ext cx="109728" cy="105541"/>
            </a:xfrm>
            <a:prstGeom prst="ellips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1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6" name="Rectangle 11">
              <a:extLst>
                <a:ext uri="{FF2B5EF4-FFF2-40B4-BE49-F238E27FC236}">
                  <a16:creationId xmlns:a16="http://schemas.microsoft.com/office/drawing/2014/main" id="{B6F49E5B-455A-483C-81AE-3ADE1968A3B5}"/>
                </a:ext>
              </a:extLst>
            </p:cNvPr>
            <p:cNvSpPr>
              <a:spLocks noChangeArrowheads="1"/>
            </p:cNvSpPr>
            <p:nvPr/>
          </p:nvSpPr>
          <p:spPr bwMode="auto">
            <a:xfrm>
              <a:off x="5760996" y="4058696"/>
              <a:ext cx="160000" cy="286369"/>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1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t>
              </a:r>
              <a:endParaRPr kumimoji="0" lang="en-US" altLang="zh-CN" sz="11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67" name="Freeform 12">
              <a:extLst>
                <a:ext uri="{FF2B5EF4-FFF2-40B4-BE49-F238E27FC236}">
                  <a16:creationId xmlns:a16="http://schemas.microsoft.com/office/drawing/2014/main" id="{1B83DE4C-BC4D-4191-8475-BA5242E68BFB}"/>
                </a:ext>
              </a:extLst>
            </p:cNvPr>
            <p:cNvSpPr>
              <a:spLocks/>
            </p:cNvSpPr>
            <p:nvPr/>
          </p:nvSpPr>
          <p:spPr bwMode="auto">
            <a:xfrm>
              <a:off x="5596903" y="4084618"/>
              <a:ext cx="147000" cy="212007"/>
            </a:xfrm>
            <a:custGeom>
              <a:avLst/>
              <a:gdLst>
                <a:gd name="T0" fmla="*/ 0 w 172"/>
                <a:gd name="T1" fmla="*/ 229 h 229"/>
                <a:gd name="T2" fmla="*/ 172 w 172"/>
                <a:gd name="T3" fmla="*/ 115 h 229"/>
                <a:gd name="T4" fmla="*/ 0 w 172"/>
                <a:gd name="T5" fmla="*/ 0 h 229"/>
                <a:gd name="T6" fmla="*/ 0 60000 65536"/>
                <a:gd name="T7" fmla="*/ 0 60000 65536"/>
                <a:gd name="T8" fmla="*/ 0 60000 65536"/>
                <a:gd name="T9" fmla="*/ 0 w 172"/>
                <a:gd name="T10" fmla="*/ 0 h 229"/>
                <a:gd name="T11" fmla="*/ 172 w 172"/>
                <a:gd name="T12" fmla="*/ 229 h 229"/>
              </a:gdLst>
              <a:ahLst/>
              <a:cxnLst>
                <a:cxn ang="T6">
                  <a:pos x="T0" y="T1"/>
                </a:cxn>
                <a:cxn ang="T7">
                  <a:pos x="T2" y="T3"/>
                </a:cxn>
                <a:cxn ang="T8">
                  <a:pos x="T4" y="T5"/>
                </a:cxn>
              </a:cxnLst>
              <a:rect l="T9" t="T10" r="T11" b="T12"/>
              <a:pathLst>
                <a:path w="172" h="229">
                  <a:moveTo>
                    <a:pt x="0" y="229"/>
                  </a:moveTo>
                  <a:lnTo>
                    <a:pt x="172" y="115"/>
                  </a:lnTo>
                  <a:lnTo>
                    <a:pt x="0" y="0"/>
                  </a:lnTo>
                </a:path>
              </a:pathLst>
            </a:custGeom>
            <a:noFill/>
            <a:ln w="19050"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1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8" name="Line 37">
              <a:extLst>
                <a:ext uri="{FF2B5EF4-FFF2-40B4-BE49-F238E27FC236}">
                  <a16:creationId xmlns:a16="http://schemas.microsoft.com/office/drawing/2014/main" id="{D5B17746-36D9-4042-820E-C936E2FEB3E0}"/>
                </a:ext>
              </a:extLst>
            </p:cNvPr>
            <p:cNvSpPr>
              <a:spLocks noChangeShapeType="1"/>
            </p:cNvSpPr>
            <p:nvPr/>
          </p:nvSpPr>
          <p:spPr bwMode="auto">
            <a:xfrm>
              <a:off x="6184905" y="3873537"/>
              <a:ext cx="147000" cy="926"/>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1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9" name="Line 42">
              <a:extLst>
                <a:ext uri="{FF2B5EF4-FFF2-40B4-BE49-F238E27FC236}">
                  <a16:creationId xmlns:a16="http://schemas.microsoft.com/office/drawing/2014/main" id="{7757755D-6977-447E-956B-4AED2417B95B}"/>
                </a:ext>
              </a:extLst>
            </p:cNvPr>
            <p:cNvSpPr>
              <a:spLocks noChangeShapeType="1"/>
            </p:cNvSpPr>
            <p:nvPr/>
          </p:nvSpPr>
          <p:spPr bwMode="auto">
            <a:xfrm flipH="1">
              <a:off x="4928036" y="4191085"/>
              <a:ext cx="668867"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1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70" name="Line 45">
              <a:extLst>
                <a:ext uri="{FF2B5EF4-FFF2-40B4-BE49-F238E27FC236}">
                  <a16:creationId xmlns:a16="http://schemas.microsoft.com/office/drawing/2014/main" id="{95D71F90-8533-4203-9C25-FAC81B324C6B}"/>
                </a:ext>
              </a:extLst>
            </p:cNvPr>
            <p:cNvSpPr>
              <a:spLocks noChangeShapeType="1"/>
            </p:cNvSpPr>
            <p:nvPr/>
          </p:nvSpPr>
          <p:spPr bwMode="auto">
            <a:xfrm flipV="1">
              <a:off x="6331906" y="3363648"/>
              <a:ext cx="0" cy="509889"/>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1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71" name="Rectangle 54">
              <a:extLst>
                <a:ext uri="{FF2B5EF4-FFF2-40B4-BE49-F238E27FC236}">
                  <a16:creationId xmlns:a16="http://schemas.microsoft.com/office/drawing/2014/main" id="{C869FBED-3113-4518-AE0E-241213777926}"/>
                </a:ext>
              </a:extLst>
            </p:cNvPr>
            <p:cNvSpPr>
              <a:spLocks noChangeArrowheads="1"/>
            </p:cNvSpPr>
            <p:nvPr/>
          </p:nvSpPr>
          <p:spPr bwMode="auto">
            <a:xfrm>
              <a:off x="6071236" y="3372682"/>
              <a:ext cx="173557" cy="286369"/>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1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Q</a:t>
              </a:r>
              <a:endParaRPr kumimoji="0" lang="en-US" altLang="zh-CN" sz="11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72" name="Rectangle 55">
              <a:extLst>
                <a:ext uri="{FF2B5EF4-FFF2-40B4-BE49-F238E27FC236}">
                  <a16:creationId xmlns:a16="http://schemas.microsoft.com/office/drawing/2014/main" id="{53C0C0BE-03FD-4B25-91CB-A2A919D89A1C}"/>
                </a:ext>
              </a:extLst>
            </p:cNvPr>
            <p:cNvSpPr>
              <a:spLocks noChangeArrowheads="1"/>
            </p:cNvSpPr>
            <p:nvPr/>
          </p:nvSpPr>
          <p:spPr bwMode="auto">
            <a:xfrm>
              <a:off x="6201289" y="3499515"/>
              <a:ext cx="119321" cy="286369"/>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1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2</a:t>
              </a:r>
              <a:endParaRPr kumimoji="0" lang="en-US" altLang="zh-CN" sz="1100" b="0" i="0" u="none" strike="noStrike" kern="1200" cap="none" spc="0" normalizeH="0" baseline="0" noProof="0" dirty="0">
                <a:ln>
                  <a:noFill/>
                </a:ln>
                <a:solidFill>
                  <a:srgbClr val="000000"/>
                </a:solidFill>
                <a:effectLst/>
                <a:uLnTx/>
                <a:uFillTx/>
                <a:ea typeface="宋体" pitchFamily="2" charset="-122"/>
                <a:cs typeface="+mn-cs"/>
              </a:endParaRPr>
            </a:p>
          </p:txBody>
        </p:sp>
        <p:pic>
          <p:nvPicPr>
            <p:cNvPr id="75" name="图片 74">
              <a:extLst>
                <a:ext uri="{FF2B5EF4-FFF2-40B4-BE49-F238E27FC236}">
                  <a16:creationId xmlns:a16="http://schemas.microsoft.com/office/drawing/2014/main" id="{7BB696E0-4413-4AD1-83F9-69A6D1E74D2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882405" y="3663783"/>
              <a:ext cx="751985" cy="375993"/>
            </a:xfrm>
            <a:prstGeom prst="rect">
              <a:avLst/>
            </a:prstGeom>
            <a:ln w="19050">
              <a:noFill/>
            </a:ln>
          </p:spPr>
        </p:pic>
        <p:sp>
          <p:nvSpPr>
            <p:cNvPr id="76" name="Line 45">
              <a:extLst>
                <a:ext uri="{FF2B5EF4-FFF2-40B4-BE49-F238E27FC236}">
                  <a16:creationId xmlns:a16="http://schemas.microsoft.com/office/drawing/2014/main" id="{98951037-261B-4A99-8A47-382DE90D5BC4}"/>
                </a:ext>
              </a:extLst>
            </p:cNvPr>
            <p:cNvSpPr>
              <a:spLocks noChangeShapeType="1"/>
            </p:cNvSpPr>
            <p:nvPr/>
          </p:nvSpPr>
          <p:spPr bwMode="auto">
            <a:xfrm flipV="1">
              <a:off x="4925430" y="3348573"/>
              <a:ext cx="855" cy="425866"/>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1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77" name="Line 45">
              <a:extLst>
                <a:ext uri="{FF2B5EF4-FFF2-40B4-BE49-F238E27FC236}">
                  <a16:creationId xmlns:a16="http://schemas.microsoft.com/office/drawing/2014/main" id="{9E9203B8-1C66-45DB-908C-5106095B5396}"/>
                </a:ext>
              </a:extLst>
            </p:cNvPr>
            <p:cNvSpPr>
              <a:spLocks noChangeShapeType="1"/>
            </p:cNvSpPr>
            <p:nvPr/>
          </p:nvSpPr>
          <p:spPr bwMode="auto">
            <a:xfrm flipH="1" flipV="1">
              <a:off x="4928036" y="3348573"/>
              <a:ext cx="1403011" cy="7443"/>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1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78" name="Line 45">
              <a:extLst>
                <a:ext uri="{FF2B5EF4-FFF2-40B4-BE49-F238E27FC236}">
                  <a16:creationId xmlns:a16="http://schemas.microsoft.com/office/drawing/2014/main" id="{8B66C5E9-82E2-4A56-9312-CEAFB0E06321}"/>
                </a:ext>
              </a:extLst>
            </p:cNvPr>
            <p:cNvSpPr>
              <a:spLocks noChangeShapeType="1"/>
            </p:cNvSpPr>
            <p:nvPr/>
          </p:nvSpPr>
          <p:spPr bwMode="auto">
            <a:xfrm flipH="1" flipV="1">
              <a:off x="4669816" y="3129320"/>
              <a:ext cx="1802833" cy="9668"/>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1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79" name="Line 45">
              <a:extLst>
                <a:ext uri="{FF2B5EF4-FFF2-40B4-BE49-F238E27FC236}">
                  <a16:creationId xmlns:a16="http://schemas.microsoft.com/office/drawing/2014/main" id="{659CD23D-7A55-440D-943D-302BC8365D8E}"/>
                </a:ext>
              </a:extLst>
            </p:cNvPr>
            <p:cNvSpPr>
              <a:spLocks noChangeShapeType="1"/>
            </p:cNvSpPr>
            <p:nvPr/>
          </p:nvSpPr>
          <p:spPr bwMode="auto">
            <a:xfrm flipV="1">
              <a:off x="4790254" y="3144623"/>
              <a:ext cx="0" cy="766697"/>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1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80" name="Line 42">
              <a:extLst>
                <a:ext uri="{FF2B5EF4-FFF2-40B4-BE49-F238E27FC236}">
                  <a16:creationId xmlns:a16="http://schemas.microsoft.com/office/drawing/2014/main" id="{23AD5914-5BBA-490E-BBF0-776C47B4FB2B}"/>
                </a:ext>
              </a:extLst>
            </p:cNvPr>
            <p:cNvSpPr>
              <a:spLocks noChangeShapeType="1"/>
            </p:cNvSpPr>
            <p:nvPr/>
          </p:nvSpPr>
          <p:spPr bwMode="auto">
            <a:xfrm flipH="1">
              <a:off x="4787557" y="3927052"/>
              <a:ext cx="261322"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1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81" name="Freeform 58">
              <a:extLst>
                <a:ext uri="{FF2B5EF4-FFF2-40B4-BE49-F238E27FC236}">
                  <a16:creationId xmlns:a16="http://schemas.microsoft.com/office/drawing/2014/main" id="{FD6A48EC-751C-494A-8E57-0EE7FCC5D88F}"/>
                </a:ext>
              </a:extLst>
            </p:cNvPr>
            <p:cNvSpPr>
              <a:spLocks/>
            </p:cNvSpPr>
            <p:nvPr/>
          </p:nvSpPr>
          <p:spPr bwMode="auto">
            <a:xfrm>
              <a:off x="4753362" y="3092744"/>
              <a:ext cx="73152" cy="73152"/>
            </a:xfrm>
            <a:custGeom>
              <a:avLst/>
              <a:gdLst>
                <a:gd name="T0" fmla="*/ 48 w 104"/>
                <a:gd name="T1" fmla="*/ 0 h 104"/>
                <a:gd name="T2" fmla="*/ 94 w 104"/>
                <a:gd name="T3" fmla="*/ 46 h 104"/>
                <a:gd name="T4" fmla="*/ 48 w 104"/>
                <a:gd name="T5" fmla="*/ 92 h 104"/>
                <a:gd name="T6" fmla="*/ 48 w 104"/>
                <a:gd name="T7" fmla="*/ 92 h 104"/>
                <a:gd name="T8" fmla="*/ 0 w 104"/>
                <a:gd name="T9" fmla="*/ 46 h 104"/>
                <a:gd name="T10" fmla="*/ 48 w 104"/>
                <a:gd name="T11" fmla="*/ 0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52" y="0"/>
                  </a:moveTo>
                  <a:cubicBezTo>
                    <a:pt x="81" y="0"/>
                    <a:pt x="104" y="24"/>
                    <a:pt x="104" y="52"/>
                  </a:cubicBezTo>
                  <a:cubicBezTo>
                    <a:pt x="104" y="81"/>
                    <a:pt x="81" y="104"/>
                    <a:pt x="52" y="104"/>
                  </a:cubicBezTo>
                  <a:cubicBezTo>
                    <a:pt x="52" y="104"/>
                    <a:pt x="52" y="104"/>
                    <a:pt x="52" y="104"/>
                  </a:cubicBezTo>
                  <a:cubicBezTo>
                    <a:pt x="23" y="104"/>
                    <a:pt x="0" y="81"/>
                    <a:pt x="0" y="52"/>
                  </a:cubicBezTo>
                  <a:cubicBezTo>
                    <a:pt x="0" y="24"/>
                    <a:pt x="23" y="0"/>
                    <a:pt x="52" y="0"/>
                  </a:cubicBezTo>
                </a:path>
              </a:pathLst>
            </a:custGeom>
            <a:solidFill>
              <a:srgbClr val="000000"/>
            </a:solidFill>
            <a:ln w="1905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1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82" name="Line 45">
              <a:extLst>
                <a:ext uri="{FF2B5EF4-FFF2-40B4-BE49-F238E27FC236}">
                  <a16:creationId xmlns:a16="http://schemas.microsoft.com/office/drawing/2014/main" id="{C6BF8295-DF30-45F1-8E95-77C6871F8C62}"/>
                </a:ext>
              </a:extLst>
            </p:cNvPr>
            <p:cNvSpPr>
              <a:spLocks noChangeShapeType="1"/>
            </p:cNvSpPr>
            <p:nvPr/>
          </p:nvSpPr>
          <p:spPr bwMode="auto">
            <a:xfrm flipV="1">
              <a:off x="4928705" y="4190620"/>
              <a:ext cx="0" cy="195783"/>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1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83" name="Line 37">
              <a:extLst>
                <a:ext uri="{FF2B5EF4-FFF2-40B4-BE49-F238E27FC236}">
                  <a16:creationId xmlns:a16="http://schemas.microsoft.com/office/drawing/2014/main" id="{F3E6C817-81DF-43FA-984E-D1BED219A05D}"/>
                </a:ext>
              </a:extLst>
            </p:cNvPr>
            <p:cNvSpPr>
              <a:spLocks noChangeShapeType="1"/>
            </p:cNvSpPr>
            <p:nvPr/>
          </p:nvSpPr>
          <p:spPr bwMode="auto">
            <a:xfrm>
              <a:off x="6297271" y="4393200"/>
              <a:ext cx="315803"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1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84" name="Rectangle 5">
              <a:extLst>
                <a:ext uri="{FF2B5EF4-FFF2-40B4-BE49-F238E27FC236}">
                  <a16:creationId xmlns:a16="http://schemas.microsoft.com/office/drawing/2014/main" id="{A01F5A36-5A62-41AB-AE58-E8AD8C75A4C6}"/>
                </a:ext>
              </a:extLst>
            </p:cNvPr>
            <p:cNvSpPr>
              <a:spLocks noChangeArrowheads="1"/>
            </p:cNvSpPr>
            <p:nvPr/>
          </p:nvSpPr>
          <p:spPr bwMode="auto">
            <a:xfrm>
              <a:off x="7279299" y="3668326"/>
              <a:ext cx="588001" cy="953570"/>
            </a:xfrm>
            <a:prstGeom prst="rect">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1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85" name="Rectangle 6">
              <a:extLst>
                <a:ext uri="{FF2B5EF4-FFF2-40B4-BE49-F238E27FC236}">
                  <a16:creationId xmlns:a16="http://schemas.microsoft.com/office/drawing/2014/main" id="{088D00F8-7C4B-466F-A7D7-2B588DBB05AE}"/>
                </a:ext>
              </a:extLst>
            </p:cNvPr>
            <p:cNvSpPr>
              <a:spLocks noChangeArrowheads="1"/>
            </p:cNvSpPr>
            <p:nvPr/>
          </p:nvSpPr>
          <p:spPr bwMode="auto">
            <a:xfrm>
              <a:off x="7327160" y="3758128"/>
              <a:ext cx="173557" cy="286369"/>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CN" sz="1100" i="1" dirty="0">
                  <a:solidFill>
                    <a:srgbClr val="000000"/>
                  </a:solidFill>
                  <a:latin typeface="Times New Roman" pitchFamily="18" charset="0"/>
                </a:rPr>
                <a:t>D</a:t>
              </a:r>
              <a:endParaRPr kumimoji="0" lang="en-US" altLang="zh-CN" sz="1100" b="0" i="0" u="none" strike="noStrike" kern="1200" cap="none" spc="0" normalizeH="0" baseline="0" noProof="0" dirty="0">
                <a:ln>
                  <a:noFill/>
                </a:ln>
                <a:solidFill>
                  <a:srgbClr val="000000"/>
                </a:solidFill>
                <a:effectLst/>
                <a:uLnTx/>
                <a:uFillTx/>
              </a:endParaRPr>
            </a:p>
          </p:txBody>
        </p:sp>
        <p:sp>
          <p:nvSpPr>
            <p:cNvPr id="86" name="Rectangle 7">
              <a:extLst>
                <a:ext uri="{FF2B5EF4-FFF2-40B4-BE49-F238E27FC236}">
                  <a16:creationId xmlns:a16="http://schemas.microsoft.com/office/drawing/2014/main" id="{3329F07B-4CDA-426D-A07A-E192F9FA9898}"/>
                </a:ext>
              </a:extLst>
            </p:cNvPr>
            <p:cNvSpPr>
              <a:spLocks noChangeArrowheads="1"/>
            </p:cNvSpPr>
            <p:nvPr/>
          </p:nvSpPr>
          <p:spPr bwMode="auto">
            <a:xfrm>
              <a:off x="7675856" y="3744241"/>
              <a:ext cx="173557" cy="286369"/>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1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1100" b="0" i="0" u="none" strike="noStrike" kern="1200" cap="none" spc="0" normalizeH="0" baseline="0" noProof="0">
                <a:ln>
                  <a:noFill/>
                </a:ln>
                <a:solidFill>
                  <a:srgbClr val="000000"/>
                </a:solidFill>
                <a:effectLst/>
                <a:uLnTx/>
                <a:uFillTx/>
                <a:ea typeface="宋体" pitchFamily="2" charset="-122"/>
                <a:cs typeface="+mn-cs"/>
              </a:endParaRPr>
            </a:p>
          </p:txBody>
        </p:sp>
        <p:sp>
          <p:nvSpPr>
            <p:cNvPr id="87" name="Rectangle 8">
              <a:extLst>
                <a:ext uri="{FF2B5EF4-FFF2-40B4-BE49-F238E27FC236}">
                  <a16:creationId xmlns:a16="http://schemas.microsoft.com/office/drawing/2014/main" id="{6E0FB6AF-C85B-4AB0-AB06-E309D0E1BA70}"/>
                </a:ext>
              </a:extLst>
            </p:cNvPr>
            <p:cNvSpPr>
              <a:spLocks noChangeArrowheads="1"/>
            </p:cNvSpPr>
            <p:nvPr/>
          </p:nvSpPr>
          <p:spPr bwMode="auto">
            <a:xfrm>
              <a:off x="7688679" y="4247875"/>
              <a:ext cx="173557" cy="286369"/>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1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1100" b="0" i="0" u="none" strike="noStrike" kern="1200" cap="none" spc="0" normalizeH="0" baseline="0" noProof="0">
                <a:ln>
                  <a:noFill/>
                </a:ln>
                <a:solidFill>
                  <a:srgbClr val="000000"/>
                </a:solidFill>
                <a:effectLst/>
                <a:uLnTx/>
                <a:uFillTx/>
                <a:ea typeface="宋体" pitchFamily="2" charset="-122"/>
                <a:cs typeface="+mn-cs"/>
              </a:endParaRPr>
            </a:p>
          </p:txBody>
        </p:sp>
        <p:sp>
          <p:nvSpPr>
            <p:cNvPr id="88" name="Oval 9">
              <a:extLst>
                <a:ext uri="{FF2B5EF4-FFF2-40B4-BE49-F238E27FC236}">
                  <a16:creationId xmlns:a16="http://schemas.microsoft.com/office/drawing/2014/main" id="{E85F8870-E623-49B5-95D3-898D8D6D3794}"/>
                </a:ext>
              </a:extLst>
            </p:cNvPr>
            <p:cNvSpPr>
              <a:spLocks noChangeArrowheads="1"/>
            </p:cNvSpPr>
            <p:nvPr/>
          </p:nvSpPr>
          <p:spPr bwMode="auto">
            <a:xfrm>
              <a:off x="7867300" y="4357118"/>
              <a:ext cx="109728" cy="105541"/>
            </a:xfrm>
            <a:prstGeom prst="ellipse">
              <a:avLst/>
            </a:prstGeom>
            <a:solidFill>
              <a:srgbClr val="FFFFFF"/>
            </a:solidFill>
            <a:ln w="1905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1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89" name="Oval 10">
              <a:extLst>
                <a:ext uri="{FF2B5EF4-FFF2-40B4-BE49-F238E27FC236}">
                  <a16:creationId xmlns:a16="http://schemas.microsoft.com/office/drawing/2014/main" id="{7C795696-76ED-48AB-94DF-015600760656}"/>
                </a:ext>
              </a:extLst>
            </p:cNvPr>
            <p:cNvSpPr>
              <a:spLocks noChangeArrowheads="1"/>
            </p:cNvSpPr>
            <p:nvPr/>
          </p:nvSpPr>
          <p:spPr bwMode="auto">
            <a:xfrm>
              <a:off x="7867300" y="4357118"/>
              <a:ext cx="109728" cy="105541"/>
            </a:xfrm>
            <a:prstGeom prst="ellips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1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90" name="Rectangle 11">
              <a:extLst>
                <a:ext uri="{FF2B5EF4-FFF2-40B4-BE49-F238E27FC236}">
                  <a16:creationId xmlns:a16="http://schemas.microsoft.com/office/drawing/2014/main" id="{72B0E577-607B-4783-8DCA-3EE1DB389332}"/>
                </a:ext>
              </a:extLst>
            </p:cNvPr>
            <p:cNvSpPr>
              <a:spLocks noChangeArrowheads="1"/>
            </p:cNvSpPr>
            <p:nvPr/>
          </p:nvSpPr>
          <p:spPr bwMode="auto">
            <a:xfrm>
              <a:off x="7443393" y="4066417"/>
              <a:ext cx="160000" cy="286369"/>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1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t>
              </a:r>
              <a:endParaRPr kumimoji="0" lang="en-US" altLang="zh-CN" sz="11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91" name="Freeform 12">
              <a:extLst>
                <a:ext uri="{FF2B5EF4-FFF2-40B4-BE49-F238E27FC236}">
                  <a16:creationId xmlns:a16="http://schemas.microsoft.com/office/drawing/2014/main" id="{BCB709D2-2C50-4B50-B21F-2629EC1EB21A}"/>
                </a:ext>
              </a:extLst>
            </p:cNvPr>
            <p:cNvSpPr>
              <a:spLocks/>
            </p:cNvSpPr>
            <p:nvPr/>
          </p:nvSpPr>
          <p:spPr bwMode="auto">
            <a:xfrm>
              <a:off x="7279299" y="4092340"/>
              <a:ext cx="147000" cy="212007"/>
            </a:xfrm>
            <a:custGeom>
              <a:avLst/>
              <a:gdLst>
                <a:gd name="T0" fmla="*/ 0 w 172"/>
                <a:gd name="T1" fmla="*/ 229 h 229"/>
                <a:gd name="T2" fmla="*/ 172 w 172"/>
                <a:gd name="T3" fmla="*/ 115 h 229"/>
                <a:gd name="T4" fmla="*/ 0 w 172"/>
                <a:gd name="T5" fmla="*/ 0 h 229"/>
                <a:gd name="T6" fmla="*/ 0 60000 65536"/>
                <a:gd name="T7" fmla="*/ 0 60000 65536"/>
                <a:gd name="T8" fmla="*/ 0 60000 65536"/>
                <a:gd name="T9" fmla="*/ 0 w 172"/>
                <a:gd name="T10" fmla="*/ 0 h 229"/>
                <a:gd name="T11" fmla="*/ 172 w 172"/>
                <a:gd name="T12" fmla="*/ 229 h 229"/>
              </a:gdLst>
              <a:ahLst/>
              <a:cxnLst>
                <a:cxn ang="T6">
                  <a:pos x="T0" y="T1"/>
                </a:cxn>
                <a:cxn ang="T7">
                  <a:pos x="T2" y="T3"/>
                </a:cxn>
                <a:cxn ang="T8">
                  <a:pos x="T4" y="T5"/>
                </a:cxn>
              </a:cxnLst>
              <a:rect l="T9" t="T10" r="T11" b="T12"/>
              <a:pathLst>
                <a:path w="172" h="229">
                  <a:moveTo>
                    <a:pt x="0" y="229"/>
                  </a:moveTo>
                  <a:lnTo>
                    <a:pt x="172" y="115"/>
                  </a:lnTo>
                  <a:lnTo>
                    <a:pt x="0" y="0"/>
                  </a:lnTo>
                </a:path>
              </a:pathLst>
            </a:custGeom>
            <a:noFill/>
            <a:ln w="19050"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1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92" name="Line 37">
              <a:extLst>
                <a:ext uri="{FF2B5EF4-FFF2-40B4-BE49-F238E27FC236}">
                  <a16:creationId xmlns:a16="http://schemas.microsoft.com/office/drawing/2014/main" id="{E6ED7F84-2C00-4962-B12D-44D13BB394CD}"/>
                </a:ext>
              </a:extLst>
            </p:cNvPr>
            <p:cNvSpPr>
              <a:spLocks noChangeShapeType="1"/>
            </p:cNvSpPr>
            <p:nvPr/>
          </p:nvSpPr>
          <p:spPr bwMode="auto">
            <a:xfrm>
              <a:off x="7867301" y="3881259"/>
              <a:ext cx="147000" cy="926"/>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1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93" name="Line 42">
              <a:extLst>
                <a:ext uri="{FF2B5EF4-FFF2-40B4-BE49-F238E27FC236}">
                  <a16:creationId xmlns:a16="http://schemas.microsoft.com/office/drawing/2014/main" id="{8DB17907-2A9E-4AC8-8992-0CB583C1CD54}"/>
                </a:ext>
              </a:extLst>
            </p:cNvPr>
            <p:cNvSpPr>
              <a:spLocks noChangeShapeType="1"/>
            </p:cNvSpPr>
            <p:nvPr/>
          </p:nvSpPr>
          <p:spPr bwMode="auto">
            <a:xfrm flipH="1">
              <a:off x="6610432" y="4198807"/>
              <a:ext cx="668867"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1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94" name="Line 45">
              <a:extLst>
                <a:ext uri="{FF2B5EF4-FFF2-40B4-BE49-F238E27FC236}">
                  <a16:creationId xmlns:a16="http://schemas.microsoft.com/office/drawing/2014/main" id="{50678CEF-5C96-4169-AB60-80AC9508F62A}"/>
                </a:ext>
              </a:extLst>
            </p:cNvPr>
            <p:cNvSpPr>
              <a:spLocks noChangeShapeType="1"/>
            </p:cNvSpPr>
            <p:nvPr/>
          </p:nvSpPr>
          <p:spPr bwMode="auto">
            <a:xfrm flipV="1">
              <a:off x="8014302" y="3371370"/>
              <a:ext cx="0" cy="509889"/>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1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95" name="Rectangle 54">
              <a:extLst>
                <a:ext uri="{FF2B5EF4-FFF2-40B4-BE49-F238E27FC236}">
                  <a16:creationId xmlns:a16="http://schemas.microsoft.com/office/drawing/2014/main" id="{D255EA47-9653-4A4D-840C-93A2836AB097}"/>
                </a:ext>
              </a:extLst>
            </p:cNvPr>
            <p:cNvSpPr>
              <a:spLocks noChangeArrowheads="1"/>
            </p:cNvSpPr>
            <p:nvPr/>
          </p:nvSpPr>
          <p:spPr bwMode="auto">
            <a:xfrm>
              <a:off x="7753631" y="3380403"/>
              <a:ext cx="173557" cy="286369"/>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1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Q</a:t>
              </a:r>
              <a:endParaRPr kumimoji="0" lang="en-US" altLang="zh-CN" sz="1100" b="0" i="0" u="none" strike="noStrike" kern="1200" cap="none" spc="0" normalizeH="0" baseline="0" noProof="0" dirty="0">
                <a:ln>
                  <a:noFill/>
                </a:ln>
                <a:solidFill>
                  <a:srgbClr val="000000"/>
                </a:solidFill>
                <a:effectLst/>
                <a:uLnTx/>
                <a:uFillTx/>
                <a:ea typeface="宋体" pitchFamily="2" charset="-122"/>
                <a:cs typeface="+mn-cs"/>
              </a:endParaRPr>
            </a:p>
          </p:txBody>
        </p:sp>
        <p:sp>
          <p:nvSpPr>
            <p:cNvPr id="96" name="Rectangle 55">
              <a:extLst>
                <a:ext uri="{FF2B5EF4-FFF2-40B4-BE49-F238E27FC236}">
                  <a16:creationId xmlns:a16="http://schemas.microsoft.com/office/drawing/2014/main" id="{76E2930E-3D8B-4C8B-BC01-C8A66C0C137A}"/>
                </a:ext>
              </a:extLst>
            </p:cNvPr>
            <p:cNvSpPr>
              <a:spLocks noChangeArrowheads="1"/>
            </p:cNvSpPr>
            <p:nvPr/>
          </p:nvSpPr>
          <p:spPr bwMode="auto">
            <a:xfrm>
              <a:off x="7883684" y="3507238"/>
              <a:ext cx="119321" cy="286369"/>
            </a:xfrm>
            <a:prstGeom prst="rect">
              <a:avLst/>
            </a:prstGeom>
            <a:noFill/>
            <a:ln w="19050">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1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3</a:t>
              </a:r>
              <a:endParaRPr kumimoji="0" lang="en-US" altLang="zh-CN" sz="1100" b="0" i="0" u="none" strike="noStrike" kern="1200" cap="none" spc="0" normalizeH="0" baseline="0" noProof="0" dirty="0">
                <a:ln>
                  <a:noFill/>
                </a:ln>
                <a:solidFill>
                  <a:srgbClr val="000000"/>
                </a:solidFill>
                <a:effectLst/>
                <a:uLnTx/>
                <a:uFillTx/>
                <a:ea typeface="宋体" pitchFamily="2" charset="-122"/>
                <a:cs typeface="+mn-cs"/>
              </a:endParaRPr>
            </a:p>
          </p:txBody>
        </p:sp>
        <p:pic>
          <p:nvPicPr>
            <p:cNvPr id="98" name="图片 97">
              <a:extLst>
                <a:ext uri="{FF2B5EF4-FFF2-40B4-BE49-F238E27FC236}">
                  <a16:creationId xmlns:a16="http://schemas.microsoft.com/office/drawing/2014/main" id="{CF3F9EDF-8EEA-44CB-B74B-1178B466B39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564801" y="3671505"/>
              <a:ext cx="751985" cy="375993"/>
            </a:xfrm>
            <a:prstGeom prst="rect">
              <a:avLst/>
            </a:prstGeom>
            <a:ln w="19050">
              <a:noFill/>
            </a:ln>
          </p:spPr>
        </p:pic>
        <p:sp>
          <p:nvSpPr>
            <p:cNvPr id="99" name="Line 45">
              <a:extLst>
                <a:ext uri="{FF2B5EF4-FFF2-40B4-BE49-F238E27FC236}">
                  <a16:creationId xmlns:a16="http://schemas.microsoft.com/office/drawing/2014/main" id="{A96DCA38-03E1-4B3E-B60F-FF5984111FC8}"/>
                </a:ext>
              </a:extLst>
            </p:cNvPr>
            <p:cNvSpPr>
              <a:spLocks noChangeShapeType="1"/>
            </p:cNvSpPr>
            <p:nvPr/>
          </p:nvSpPr>
          <p:spPr bwMode="auto">
            <a:xfrm flipV="1">
              <a:off x="6607826" y="3356295"/>
              <a:ext cx="855" cy="425866"/>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1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00" name="Line 45">
              <a:extLst>
                <a:ext uri="{FF2B5EF4-FFF2-40B4-BE49-F238E27FC236}">
                  <a16:creationId xmlns:a16="http://schemas.microsoft.com/office/drawing/2014/main" id="{D8C61EA4-0412-497A-9175-2D7C092D8BF9}"/>
                </a:ext>
              </a:extLst>
            </p:cNvPr>
            <p:cNvSpPr>
              <a:spLocks noChangeShapeType="1"/>
            </p:cNvSpPr>
            <p:nvPr/>
          </p:nvSpPr>
          <p:spPr bwMode="auto">
            <a:xfrm flipH="1" flipV="1">
              <a:off x="6610432" y="3356295"/>
              <a:ext cx="1403011" cy="7443"/>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1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01" name="Line 45">
              <a:extLst>
                <a:ext uri="{FF2B5EF4-FFF2-40B4-BE49-F238E27FC236}">
                  <a16:creationId xmlns:a16="http://schemas.microsoft.com/office/drawing/2014/main" id="{5090F0EA-5241-4E9A-A159-4F34E9EEE01F}"/>
                </a:ext>
              </a:extLst>
            </p:cNvPr>
            <p:cNvSpPr>
              <a:spLocks noChangeShapeType="1"/>
            </p:cNvSpPr>
            <p:nvPr/>
          </p:nvSpPr>
          <p:spPr bwMode="auto">
            <a:xfrm flipV="1">
              <a:off x="6472650" y="3152345"/>
              <a:ext cx="0" cy="766697"/>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1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02" name="Line 42">
              <a:extLst>
                <a:ext uri="{FF2B5EF4-FFF2-40B4-BE49-F238E27FC236}">
                  <a16:creationId xmlns:a16="http://schemas.microsoft.com/office/drawing/2014/main" id="{B0877777-2CE5-4E58-BF5E-8475D9E893F5}"/>
                </a:ext>
              </a:extLst>
            </p:cNvPr>
            <p:cNvSpPr>
              <a:spLocks noChangeShapeType="1"/>
            </p:cNvSpPr>
            <p:nvPr/>
          </p:nvSpPr>
          <p:spPr bwMode="auto">
            <a:xfrm flipH="1">
              <a:off x="6472577" y="3934774"/>
              <a:ext cx="261322" cy="0"/>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1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03" name="Line 45">
              <a:extLst>
                <a:ext uri="{FF2B5EF4-FFF2-40B4-BE49-F238E27FC236}">
                  <a16:creationId xmlns:a16="http://schemas.microsoft.com/office/drawing/2014/main" id="{C711CBE2-CF6C-4AB3-AD52-516E61F835F5}"/>
                </a:ext>
              </a:extLst>
            </p:cNvPr>
            <p:cNvSpPr>
              <a:spLocks noChangeShapeType="1"/>
            </p:cNvSpPr>
            <p:nvPr/>
          </p:nvSpPr>
          <p:spPr bwMode="auto">
            <a:xfrm flipV="1">
              <a:off x="6611101" y="4198342"/>
              <a:ext cx="0" cy="195783"/>
            </a:xfrm>
            <a:prstGeom prst="line">
              <a:avLst/>
            </a:prstGeom>
            <a:noFill/>
            <a:ln w="19050"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1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grpSp>
    </p:spTree>
    <p:extLst>
      <p:ext uri="{BB962C8B-B14F-4D97-AF65-F5344CB8AC3E}">
        <p14:creationId xmlns:p14="http://schemas.microsoft.com/office/powerpoint/2010/main" val="3766032900"/>
      </p:ext>
    </p:extLst>
  </p:cSld>
  <p:clrMapOvr>
    <a:masterClrMapping/>
  </p:clrMapOvr>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8" name="内容占位符 2">
                <a:extLst>
                  <a:ext uri="{FF2B5EF4-FFF2-40B4-BE49-F238E27FC236}">
                    <a16:creationId xmlns:a16="http://schemas.microsoft.com/office/drawing/2014/main" id="{AFC5D781-8466-4D69-A5CF-4CC99AF9DEC1}"/>
                  </a:ext>
                </a:extLst>
              </p:cNvPr>
              <p:cNvSpPr txBox="1">
                <a:spLocks/>
              </p:cNvSpPr>
              <p:nvPr/>
            </p:nvSpPr>
            <p:spPr>
              <a:xfrm>
                <a:off x="457200" y="1246095"/>
                <a:ext cx="8345639" cy="1843766"/>
              </a:xfrm>
              <a:prstGeom prst="rect">
                <a:avLst/>
              </a:prstGeom>
            </p:spPr>
            <p:txBody>
              <a:bodyPr vert="horz" lIns="91440" tIns="45720" rIns="91440" bIns="45720" rtlCol="0">
                <a:normAutofit/>
              </a:bodyPr>
              <a:lstStyle>
                <a:lvl1pPr marL="406400" indent="-406400" algn="l" defTabSz="685800" rtl="0" eaLnBrk="1" latinLnBrk="0" hangingPunct="1">
                  <a:lnSpc>
                    <a:spcPct val="120000"/>
                  </a:lnSpc>
                  <a:spcBef>
                    <a:spcPct val="20000"/>
                  </a:spcBef>
                  <a:buFont typeface="Wingdings" pitchFamily="2" charset="2"/>
                  <a:buChar char="v"/>
                  <a:tabLst/>
                  <a:defRPr sz="2400" kern="1200">
                    <a:solidFill>
                      <a:schemeClr val="tx1"/>
                    </a:solidFill>
                    <a:latin typeface="Microsoft YaHei" charset="0"/>
                    <a:ea typeface="Microsoft YaHei" charset="0"/>
                    <a:cs typeface="Microsoft YaHei" charset="0"/>
                  </a:defRPr>
                </a:lvl1pPr>
                <a:lvl2pPr marL="685800" indent="-342900" algn="l" defTabSz="685800" rtl="0" eaLnBrk="1" latinLnBrk="0" hangingPunct="1">
                  <a:lnSpc>
                    <a:spcPct val="120000"/>
                  </a:lnSpc>
                  <a:spcBef>
                    <a:spcPts val="0"/>
                  </a:spcBef>
                  <a:buFont typeface="Wingdings" pitchFamily="2" charset="2"/>
                  <a:buChar char="ü"/>
                  <a:defRPr sz="2100" kern="1200">
                    <a:solidFill>
                      <a:schemeClr val="tx1"/>
                    </a:solidFill>
                    <a:latin typeface="Microsoft YaHei" charset="0"/>
                    <a:ea typeface="Microsoft YaHei" charset="0"/>
                    <a:cs typeface="Microsoft YaHei" charset="0"/>
                  </a:defRPr>
                </a:lvl2pPr>
                <a:lvl3pPr marL="857250" indent="-171450" algn="l" defTabSz="685800" rtl="0" eaLnBrk="1" latinLnBrk="0" hangingPunct="1">
                  <a:lnSpc>
                    <a:spcPct val="120000"/>
                  </a:lnSpc>
                  <a:spcBef>
                    <a:spcPts val="0"/>
                  </a:spcBef>
                  <a:buFont typeface="Arial" panose="020B0604020202020204" pitchFamily="34" charset="0"/>
                  <a:buChar char="•"/>
                  <a:defRPr sz="1800" kern="1200">
                    <a:solidFill>
                      <a:schemeClr val="tx1"/>
                    </a:solidFill>
                    <a:latin typeface="Microsoft YaHei" charset="0"/>
                    <a:ea typeface="Microsoft YaHei" charset="0"/>
                    <a:cs typeface="Microsoft YaHei" charset="0"/>
                  </a:defRPr>
                </a:lvl3pPr>
                <a:lvl4pPr marL="1200150" indent="-171450" algn="l" defTabSz="685800" rtl="0" eaLnBrk="1" latinLnBrk="0" hangingPunct="1">
                  <a:lnSpc>
                    <a:spcPct val="120000"/>
                  </a:lnSpc>
                  <a:spcBef>
                    <a:spcPts val="0"/>
                  </a:spcBef>
                  <a:buFont typeface="Arial" panose="020B0604020202020204" pitchFamily="34" charset="0"/>
                  <a:buChar char="–"/>
                  <a:defRPr sz="1500" kern="1200">
                    <a:solidFill>
                      <a:schemeClr val="tx1"/>
                    </a:solidFill>
                    <a:latin typeface="Microsoft YaHei" charset="0"/>
                    <a:ea typeface="Microsoft YaHei" charset="0"/>
                    <a:cs typeface="Microsoft YaHei" charset="0"/>
                  </a:defRPr>
                </a:lvl4pPr>
                <a:lvl5pPr marL="1543050" indent="-171450" algn="l" defTabSz="685800" rtl="0" eaLnBrk="1" latinLnBrk="0" hangingPunct="1">
                  <a:lnSpc>
                    <a:spcPct val="120000"/>
                  </a:lnSpc>
                  <a:spcBef>
                    <a:spcPts val="0"/>
                  </a:spcBef>
                  <a:buFont typeface="Arial" panose="020B0604020202020204" pitchFamily="34" charset="0"/>
                  <a:buChar char="»"/>
                  <a:defRPr sz="1500" kern="1200">
                    <a:solidFill>
                      <a:schemeClr val="tx1"/>
                    </a:solidFill>
                    <a:latin typeface="Microsoft YaHei" charset="0"/>
                    <a:ea typeface="Microsoft YaHei" charset="0"/>
                    <a:cs typeface="Microsoft YaHei" charset="0"/>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a:lstStyle>
              <a:p>
                <a:pPr fontAlgn="auto">
                  <a:spcAft>
                    <a:spcPts val="0"/>
                  </a:spcAft>
                  <a:buFont typeface="Arial" panose="020B0604020202020204" pitchFamily="34" charset="0"/>
                  <a:buChar char="•"/>
                </a:pPr>
                <a:r>
                  <a:rPr lang="en-US" altLang="zh-CN" kern="0" dirty="0">
                    <a:solidFill>
                      <a:srgbClr val="000000"/>
                    </a:solidFill>
                    <a:latin typeface="Arial" panose="020B0604020202020204" pitchFamily="34" charset="0"/>
                    <a:ea typeface="SimHei" panose="02010609060101010101" pitchFamily="49" charset="-122"/>
                    <a:cs typeface="Arial" panose="020B0604020202020204" pitchFamily="34" charset="0"/>
                  </a:rPr>
                  <a:t>Q</a:t>
                </a:r>
                <a:r>
                  <a:rPr lang="en-US" altLang="zh-CN" kern="0" baseline="-25000" dirty="0">
                    <a:solidFill>
                      <a:srgbClr val="000000"/>
                    </a:solidFill>
                    <a:latin typeface="Arial" panose="020B0604020202020204" pitchFamily="34" charset="0"/>
                    <a:ea typeface="SimHei" panose="02010609060101010101" pitchFamily="49" charset="-122"/>
                    <a:cs typeface="Arial" panose="020B0604020202020204" pitchFamily="34" charset="0"/>
                  </a:rPr>
                  <a:t>0</a:t>
                </a:r>
                <a:r>
                  <a:rPr lang="zh-CN" altLang="en-US" kern="0" dirty="0">
                    <a:solidFill>
                      <a:srgbClr val="000000"/>
                    </a:solidFill>
                    <a:latin typeface="Arial" panose="020B0604020202020204" pitchFamily="34" charset="0"/>
                    <a:ea typeface="SimHei" panose="02010609060101010101" pitchFamily="49" charset="-122"/>
                    <a:cs typeface="Arial" panose="020B0604020202020204" pitchFamily="34" charset="0"/>
                  </a:rPr>
                  <a:t>必须翻转</a:t>
                </a:r>
                <a:endParaRPr lang="en-US" altLang="zh-CN" kern="0" dirty="0">
                  <a:solidFill>
                    <a:srgbClr val="000000"/>
                  </a:solidFill>
                  <a:latin typeface="Arial" panose="020B0604020202020204" pitchFamily="34" charset="0"/>
                  <a:ea typeface="SimHei" panose="02010609060101010101" pitchFamily="49" charset="-122"/>
                  <a:cs typeface="Arial" panose="020B0604020202020204" pitchFamily="34" charset="0"/>
                </a:endParaRPr>
              </a:p>
              <a:p>
                <a:pPr lvl="1" fontAlgn="auto">
                  <a:spcAft>
                    <a:spcPts val="0"/>
                  </a:spcAft>
                  <a:buFontTx/>
                  <a:buChar char="‾"/>
                </a:pPr>
                <a14:m>
                  <m:oMath xmlns:m="http://schemas.openxmlformats.org/officeDocument/2006/math">
                    <m:sSup>
                      <m:sSupPr>
                        <m:ctrlPr>
                          <a:rPr lang="en-US" altLang="zh-CN" sz="2000" i="1" smtClean="0">
                            <a:latin typeface="Cambria Math" panose="02040503050406030204" pitchFamily="18" charset="0"/>
                          </a:rPr>
                        </m:ctrlPr>
                      </m:sSupPr>
                      <m:e>
                        <m:r>
                          <a:rPr lang="en-US" altLang="zh-CN" sz="2000" i="1" smtClean="0">
                            <a:latin typeface="Cambria Math" panose="02040503050406030204" pitchFamily="18" charset="0"/>
                          </a:rPr>
                          <m:t>𝑄</m:t>
                        </m:r>
                      </m:e>
                      <m:sup>
                        <m:r>
                          <a:rPr lang="en-US" altLang="zh-CN" sz="2000" i="1" smtClean="0">
                            <a:latin typeface="Cambria Math" panose="02040503050406030204" pitchFamily="18" charset="0"/>
                          </a:rPr>
                          <m:t>+</m:t>
                        </m:r>
                      </m:sup>
                    </m:sSup>
                    <m:r>
                      <a:rPr lang="en-US" altLang="zh-CN" sz="2000" i="1" smtClean="0">
                        <a:latin typeface="Cambria Math" panose="02040503050406030204" pitchFamily="18" charset="0"/>
                      </a:rPr>
                      <m:t>=</m:t>
                    </m:r>
                    <m:r>
                      <a:rPr lang="en-US" altLang="zh-CN" sz="2000" i="1">
                        <a:latin typeface="Cambria Math" panose="02040503050406030204" pitchFamily="18" charset="0"/>
                      </a:rPr>
                      <m:t>𝐼𝑛</m:t>
                    </m:r>
                    <m:r>
                      <a:rPr lang="en-US" altLang="zh-CN" sz="2000" i="1" smtClean="0">
                        <a:latin typeface="Cambria Math" panose="02040503050406030204" pitchFamily="18" charset="0"/>
                        <a:ea typeface="Cambria Math" panose="02040503050406030204" pitchFamily="18" charset="0"/>
                      </a:rPr>
                      <m:t>⨁</m:t>
                    </m:r>
                    <m:r>
                      <a:rPr lang="en-US" altLang="zh-CN" sz="2000" i="1" smtClean="0">
                        <a:latin typeface="Cambria Math" panose="02040503050406030204" pitchFamily="18" charset="0"/>
                        <a:ea typeface="Cambria Math" panose="02040503050406030204" pitchFamily="18" charset="0"/>
                      </a:rPr>
                      <m:t>𝑄</m:t>
                    </m:r>
                  </m:oMath>
                </a14:m>
                <a:r>
                  <a:rPr lang="en-US" altLang="zh-CN" sz="2000" kern="0" dirty="0">
                    <a:latin typeface="Arial" panose="020B0604020202020204" pitchFamily="34" charset="0"/>
                    <a:ea typeface="SimHei" panose="02010609060101010101" pitchFamily="49" charset="-122"/>
                    <a:cs typeface="Arial" panose="020B0604020202020204" pitchFamily="34" charset="0"/>
                  </a:rPr>
                  <a:t>,</a:t>
                </a:r>
                <a:r>
                  <a:rPr lang="en-US" altLang="zh-CN" sz="2000" kern="0" dirty="0">
                    <a:solidFill>
                      <a:srgbClr val="C00000"/>
                    </a:solidFill>
                    <a:latin typeface="Arial" panose="020B0604020202020204" pitchFamily="34" charset="0"/>
                    <a:ea typeface="SimHei" panose="02010609060101010101" pitchFamily="49" charset="-122"/>
                    <a:cs typeface="Arial" panose="020B0604020202020204" pitchFamily="34" charset="0"/>
                  </a:rPr>
                  <a:t> </a:t>
                </a:r>
                <a:r>
                  <a:rPr lang="en-US" altLang="zh-CN" sz="2000" kern="0" dirty="0">
                    <a:solidFill>
                      <a:srgbClr val="3333FF"/>
                    </a:solidFill>
                    <a:latin typeface="Arial" panose="020B0604020202020204" pitchFamily="34" charset="0"/>
                    <a:ea typeface="SimHei" panose="02010609060101010101" pitchFamily="49" charset="-122"/>
                    <a:cs typeface="Arial" panose="020B0604020202020204" pitchFamily="34" charset="0"/>
                  </a:rPr>
                  <a:t>set In to 1</a:t>
                </a:r>
              </a:p>
              <a:p>
                <a:pPr fontAlgn="auto">
                  <a:spcAft>
                    <a:spcPts val="0"/>
                  </a:spcAft>
                  <a:buFont typeface="Arial" panose="020B0604020202020204" pitchFamily="34" charset="0"/>
                  <a:buChar char="•"/>
                </a:pPr>
                <a:r>
                  <a:rPr lang="en-US" altLang="zh-CN" kern="0" dirty="0">
                    <a:solidFill>
                      <a:srgbClr val="000000"/>
                    </a:solidFill>
                    <a:latin typeface="Arial" panose="020B0604020202020204" pitchFamily="34" charset="0"/>
                    <a:ea typeface="SimHei" panose="02010609060101010101" pitchFamily="49" charset="-122"/>
                    <a:cs typeface="Arial" panose="020B0604020202020204" pitchFamily="34" charset="0"/>
                  </a:rPr>
                  <a:t>Qi</a:t>
                </a:r>
                <a:r>
                  <a:rPr lang="zh-CN" altLang="en-US" kern="0" dirty="0">
                    <a:solidFill>
                      <a:srgbClr val="000000"/>
                    </a:solidFill>
                    <a:latin typeface="Arial" panose="020B0604020202020204" pitchFamily="34" charset="0"/>
                    <a:ea typeface="SimHei" panose="02010609060101010101" pitchFamily="49" charset="-122"/>
                    <a:cs typeface="Arial" panose="020B0604020202020204" pitchFamily="34" charset="0"/>
                  </a:rPr>
                  <a:t>是否翻转，取决于所有低位的触发器的状态是否都为</a:t>
                </a:r>
                <a:r>
                  <a:rPr lang="en-US" altLang="zh-CN" kern="0" dirty="0">
                    <a:solidFill>
                      <a:srgbClr val="000000"/>
                    </a:solidFill>
                    <a:latin typeface="Arial" panose="020B0604020202020204" pitchFamily="34" charset="0"/>
                    <a:ea typeface="SimHei" panose="02010609060101010101" pitchFamily="49" charset="-122"/>
                    <a:cs typeface="Arial" panose="020B0604020202020204" pitchFamily="34" charset="0"/>
                  </a:rPr>
                  <a:t>1 </a:t>
                </a:r>
              </a:p>
              <a:p>
                <a:pPr lvl="1" fontAlgn="auto">
                  <a:spcAft>
                    <a:spcPts val="0"/>
                  </a:spcAft>
                  <a:buFont typeface="Arial" panose="020B0604020202020204" pitchFamily="34" charset="0"/>
                  <a:buChar char="‾"/>
                </a:pPr>
                <a:r>
                  <a:rPr lang="en-US" altLang="zh-CN" sz="2000" kern="0" dirty="0" err="1">
                    <a:solidFill>
                      <a:srgbClr val="3333FF"/>
                    </a:solidFill>
                    <a:latin typeface="Arial" panose="020B0604020202020204" pitchFamily="34" charset="0"/>
                    <a:ea typeface="SimHei" panose="02010609060101010101" pitchFamily="49" charset="-122"/>
                    <a:cs typeface="Arial" panose="020B0604020202020204" pitchFamily="34" charset="0"/>
                  </a:rPr>
                  <a:t>In</a:t>
                </a:r>
                <a:r>
                  <a:rPr lang="en-US" altLang="zh-CN" sz="2000" kern="0" baseline="-25000" dirty="0" err="1">
                    <a:solidFill>
                      <a:srgbClr val="3333FF"/>
                    </a:solidFill>
                    <a:latin typeface="Arial" panose="020B0604020202020204" pitchFamily="34" charset="0"/>
                    <a:ea typeface="SimHei" panose="02010609060101010101" pitchFamily="49" charset="-122"/>
                    <a:cs typeface="Arial" panose="020B0604020202020204" pitchFamily="34" charset="0"/>
                  </a:rPr>
                  <a:t>i</a:t>
                </a:r>
                <a:r>
                  <a:rPr lang="en-US" altLang="zh-CN" sz="2000" kern="0" dirty="0">
                    <a:solidFill>
                      <a:srgbClr val="3333FF"/>
                    </a:solidFill>
                    <a:latin typeface="Arial" panose="020B0604020202020204" pitchFamily="34" charset="0"/>
                    <a:ea typeface="SimHei" panose="02010609060101010101" pitchFamily="49" charset="-122"/>
                    <a:cs typeface="Arial" panose="020B0604020202020204" pitchFamily="34" charset="0"/>
                  </a:rPr>
                  <a:t> </a:t>
                </a:r>
                <a:r>
                  <a:rPr lang="zh-CN" altLang="en-US" sz="2000" kern="0" dirty="0">
                    <a:solidFill>
                      <a:srgbClr val="3333FF"/>
                    </a:solidFill>
                    <a:latin typeface="Arial" panose="020B0604020202020204" pitchFamily="34" charset="0"/>
                    <a:ea typeface="SimHei" panose="02010609060101010101" pitchFamily="49" charset="-122"/>
                    <a:cs typeface="Arial" panose="020B0604020202020204" pitchFamily="34" charset="0"/>
                  </a:rPr>
                  <a:t>为所有低位触发器状态的与</a:t>
                </a:r>
                <a:endParaRPr lang="en-US" altLang="zh-CN" sz="2000" kern="0" dirty="0">
                  <a:solidFill>
                    <a:srgbClr val="3333FF"/>
                  </a:solidFill>
                  <a:latin typeface="Arial" panose="020B0604020202020204" pitchFamily="34" charset="0"/>
                  <a:ea typeface="SimHei" panose="02010609060101010101" pitchFamily="49" charset="-122"/>
                  <a:cs typeface="Arial" panose="020B0604020202020204" pitchFamily="34" charset="0"/>
                </a:endParaRPr>
              </a:p>
            </p:txBody>
          </p:sp>
        </mc:Choice>
        <mc:Fallback xmlns="">
          <p:sp>
            <p:nvSpPr>
              <p:cNvPr id="108" name="内容占位符 2">
                <a:extLst>
                  <a:ext uri="{FF2B5EF4-FFF2-40B4-BE49-F238E27FC236}">
                    <a16:creationId xmlns:a16="http://schemas.microsoft.com/office/drawing/2014/main" id="{AFC5D781-8466-4D69-A5CF-4CC99AF9DEC1}"/>
                  </a:ext>
                </a:extLst>
              </p:cNvPr>
              <p:cNvSpPr txBox="1">
                <a:spLocks noRot="1" noChangeAspect="1" noMove="1" noResize="1" noEditPoints="1" noAdjustHandles="1" noChangeArrowheads="1" noChangeShapeType="1" noTextEdit="1"/>
              </p:cNvSpPr>
              <p:nvPr/>
            </p:nvSpPr>
            <p:spPr>
              <a:xfrm>
                <a:off x="457200" y="1246095"/>
                <a:ext cx="8345639" cy="1843766"/>
              </a:xfrm>
              <a:prstGeom prst="rect">
                <a:avLst/>
              </a:prstGeom>
              <a:blipFill>
                <a:blip r:embed="rId4"/>
                <a:stretch>
                  <a:fillRect l="-950" t="-1980" b="-330"/>
                </a:stretch>
              </a:blipFill>
            </p:spPr>
            <p:txBody>
              <a:bodyPr/>
              <a:lstStyle/>
              <a:p>
                <a:r>
                  <a:rPr lang="zh-CN" altLang="en-US">
                    <a:noFill/>
                  </a:rPr>
                  <a:t> </a:t>
                </a:r>
              </a:p>
            </p:txBody>
          </p:sp>
        </mc:Fallback>
      </mc:AlternateContent>
      <p:sp>
        <p:nvSpPr>
          <p:cNvPr id="104" name="灯片编号占位符 10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259D7DD-E1BE-4482-9234-29898EB39847}" type="slidenum">
              <a:rPr kumimoji="0" lang="en-US" altLang="zh-CN" i="0" u="none" strike="noStrike" kern="1200" cap="none" spc="0" normalizeH="0" baseline="0" noProof="0" smtClean="0">
                <a:ln>
                  <a:noFill/>
                </a:ln>
                <a:solidFill>
                  <a:srgbClr val="000000"/>
                </a:solidFill>
                <a:effectLst/>
                <a:uLnTx/>
                <a:uFillTx/>
                <a:latin typeface="Arial" panose="020B0604020202020204" pitchFamily="34" charset="0"/>
                <a:ea typeface="宋体" pitchFamily="2" charset="-122"/>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111</a:t>
            </a:fld>
            <a:endParaRPr kumimoji="0" lang="en-US" altLang="zh-CN" i="0" u="none" strike="noStrike" kern="1200" cap="none" spc="0" normalizeH="0" baseline="0" noProof="0" dirty="0">
              <a:ln>
                <a:noFill/>
              </a:ln>
              <a:solidFill>
                <a:srgbClr val="000000"/>
              </a:solidFill>
              <a:effectLst/>
              <a:uLnTx/>
              <a:uFillTx/>
              <a:latin typeface="Arial" panose="020B0604020202020204" pitchFamily="34" charset="0"/>
              <a:ea typeface="宋体" pitchFamily="2" charset="-122"/>
              <a:cs typeface="Arial" panose="020B0604020202020204" pitchFamily="34" charset="0"/>
            </a:endParaRPr>
          </a:p>
        </p:txBody>
      </p:sp>
      <p:graphicFrame>
        <p:nvGraphicFramePr>
          <p:cNvPr id="745571" name="Object 99"/>
          <p:cNvGraphicFramePr>
            <a:graphicFrameLocks noGrp="1" noChangeAspect="1"/>
          </p:cNvGraphicFramePr>
          <p:nvPr>
            <p:ph idx="4294967295"/>
            <p:extLst>
              <p:ext uri="{D42A27DB-BD31-4B8C-83A1-F6EECF244321}">
                <p14:modId xmlns:p14="http://schemas.microsoft.com/office/powerpoint/2010/main" val="2323065948"/>
              </p:ext>
            </p:extLst>
          </p:nvPr>
        </p:nvGraphicFramePr>
        <p:xfrm>
          <a:off x="3484563" y="4902606"/>
          <a:ext cx="439737" cy="508000"/>
        </p:xfrm>
        <a:graphic>
          <a:graphicData uri="http://schemas.openxmlformats.org/presentationml/2006/ole">
            <mc:AlternateContent xmlns:mc="http://schemas.openxmlformats.org/markup-compatibility/2006">
              <mc:Choice xmlns:v="urn:schemas-microsoft-com:vml" Requires="v">
                <p:oleObj name="Equation" r:id="rId5" imgW="164880" imgH="190440" progId="Equation.DSMT4">
                  <p:embed/>
                </p:oleObj>
              </mc:Choice>
              <mc:Fallback>
                <p:oleObj name="Equation" r:id="rId5" imgW="164880" imgH="190440" progId="Equation.DSMT4">
                  <p:embed/>
                  <p:pic>
                    <p:nvPicPr>
                      <p:cNvPr id="745571" name="Object 9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84563" y="4902606"/>
                        <a:ext cx="439737" cy="5080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745475" name="Text Box 3"/>
          <p:cNvSpPr txBox="1">
            <a:spLocks noChangeArrowheads="1"/>
          </p:cNvSpPr>
          <p:nvPr/>
        </p:nvSpPr>
        <p:spPr bwMode="auto">
          <a:xfrm>
            <a:off x="3940489" y="6245225"/>
            <a:ext cx="4210539" cy="400110"/>
          </a:xfrm>
          <a:prstGeom prst="rect">
            <a:avLst/>
          </a:prstGeom>
          <a:noFill/>
          <a:ln w="9525">
            <a:noFill/>
            <a:miter lim="800000"/>
            <a:headEnd/>
            <a:tailEnd/>
          </a:ln>
        </p:spPr>
        <p:txBody>
          <a:bodyPr wrap="square">
            <a:spAutoFit/>
          </a:bodyPr>
          <a:lstStyle/>
          <a:p>
            <a:pPr lvl="0" algn="ctr">
              <a:defRPr/>
            </a:pPr>
            <a:r>
              <a:rPr lang="zh-CN" altLang="en-US" sz="2000" b="0" dirty="0">
                <a:solidFill>
                  <a:srgbClr val="000000"/>
                </a:solidFill>
                <a:latin typeface="黑体" panose="02010609060101010101" pitchFamily="49" charset="-122"/>
                <a:ea typeface="黑体" panose="02010609060101010101" pitchFamily="49" charset="-122"/>
              </a:rPr>
              <a:t>注意与门输入端的数目依次增加！</a:t>
            </a:r>
            <a:endParaRPr lang="en-US" altLang="zh-CN" sz="2000" b="0" dirty="0">
              <a:solidFill>
                <a:srgbClr val="000000"/>
              </a:solidFill>
              <a:latin typeface="黑体" panose="02010609060101010101" pitchFamily="49" charset="-122"/>
              <a:ea typeface="黑体" panose="02010609060101010101" pitchFamily="49" charset="-122"/>
            </a:endParaRPr>
          </a:p>
        </p:txBody>
      </p:sp>
      <p:sp>
        <p:nvSpPr>
          <p:cNvPr id="6154" name="AutoShape 5"/>
          <p:cNvSpPr>
            <a:spLocks noChangeAspect="1" noChangeArrowheads="1" noTextEdit="1"/>
          </p:cNvSpPr>
          <p:nvPr/>
        </p:nvSpPr>
        <p:spPr bwMode="auto">
          <a:xfrm rot="16200000">
            <a:off x="2043906" y="699295"/>
            <a:ext cx="4391025" cy="6192838"/>
          </a:xfrm>
          <a:prstGeom prst="rect">
            <a:avLst/>
          </a:prstGeom>
          <a:noFill/>
          <a:ln w="9525">
            <a:noFill/>
            <a:miter lim="800000"/>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55" name="Rectangle 6"/>
          <p:cNvSpPr>
            <a:spLocks noChangeArrowheads="1"/>
          </p:cNvSpPr>
          <p:nvPr/>
        </p:nvSpPr>
        <p:spPr bwMode="auto">
          <a:xfrm rot="16200000">
            <a:off x="1782653" y="3418204"/>
            <a:ext cx="690311" cy="1120775"/>
          </a:xfrm>
          <a:prstGeom prst="rect">
            <a:avLst/>
          </a:prstGeom>
          <a:noFill/>
          <a:ln w="1587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56" name="Rectangle 7"/>
          <p:cNvSpPr>
            <a:spLocks noChangeArrowheads="1"/>
          </p:cNvSpPr>
          <p:nvPr/>
        </p:nvSpPr>
        <p:spPr bwMode="auto">
          <a:xfrm rot="16200000">
            <a:off x="1727615" y="4035388"/>
            <a:ext cx="193964" cy="32316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1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D</a:t>
            </a:r>
            <a:endParaRPr kumimoji="0" lang="en-US" altLang="zh-CN" sz="2800" b="0" i="0" u="none" strike="noStrike" kern="1200" cap="none" spc="0" normalizeH="0" baseline="0" noProof="0" dirty="0">
              <a:ln>
                <a:noFill/>
              </a:ln>
              <a:solidFill>
                <a:srgbClr val="000000"/>
              </a:solidFill>
              <a:effectLst/>
              <a:uLnTx/>
              <a:uFillTx/>
              <a:latin typeface="Arial" charset="0"/>
              <a:ea typeface="宋体" pitchFamily="2" charset="-122"/>
              <a:cs typeface="+mn-cs"/>
            </a:endParaRPr>
          </a:p>
        </p:txBody>
      </p:sp>
      <p:sp>
        <p:nvSpPr>
          <p:cNvPr id="6157" name="Rectangle 8"/>
          <p:cNvSpPr>
            <a:spLocks noChangeArrowheads="1"/>
          </p:cNvSpPr>
          <p:nvPr/>
        </p:nvSpPr>
        <p:spPr bwMode="auto">
          <a:xfrm rot="16200000">
            <a:off x="1712723" y="3602806"/>
            <a:ext cx="191997" cy="32067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1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158" name="Line 9"/>
          <p:cNvSpPr>
            <a:spLocks noChangeShapeType="1"/>
          </p:cNvSpPr>
          <p:nvPr/>
        </p:nvSpPr>
        <p:spPr bwMode="auto">
          <a:xfrm rot="16200000">
            <a:off x="1565365" y="3380554"/>
            <a:ext cx="504176" cy="1588"/>
          </a:xfrm>
          <a:prstGeom prst="line">
            <a:avLst/>
          </a:prstGeom>
          <a:noFill/>
          <a:ln w="1587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59" name="Rectangle 10"/>
          <p:cNvSpPr>
            <a:spLocks noChangeArrowheads="1"/>
          </p:cNvSpPr>
          <p:nvPr/>
        </p:nvSpPr>
        <p:spPr bwMode="auto">
          <a:xfrm rot="16200000">
            <a:off x="2320735" y="3589616"/>
            <a:ext cx="191997" cy="32067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1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160" name="Oval 11"/>
          <p:cNvSpPr>
            <a:spLocks noChangeArrowheads="1"/>
          </p:cNvSpPr>
          <p:nvPr/>
        </p:nvSpPr>
        <p:spPr bwMode="auto">
          <a:xfrm rot="16200000">
            <a:off x="2386929" y="3519493"/>
            <a:ext cx="104060" cy="123825"/>
          </a:xfrm>
          <a:prstGeom prst="ellipse">
            <a:avLst/>
          </a:prstGeom>
          <a:solidFill>
            <a:srgbClr val="FFFFFF"/>
          </a:solidFill>
          <a:ln w="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61" name="Oval 12"/>
          <p:cNvSpPr>
            <a:spLocks noChangeArrowheads="1"/>
          </p:cNvSpPr>
          <p:nvPr/>
        </p:nvSpPr>
        <p:spPr bwMode="auto">
          <a:xfrm rot="16200000">
            <a:off x="2386929" y="3519493"/>
            <a:ext cx="104060" cy="123825"/>
          </a:xfrm>
          <a:prstGeom prst="ellipse">
            <a:avLst/>
          </a:prstGeom>
          <a:noFill/>
          <a:ln w="1587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62" name="Rectangle 13"/>
          <p:cNvSpPr>
            <a:spLocks noChangeArrowheads="1"/>
          </p:cNvSpPr>
          <p:nvPr/>
        </p:nvSpPr>
        <p:spPr bwMode="auto">
          <a:xfrm rot="16200000">
            <a:off x="2113018" y="3883474"/>
            <a:ext cx="178807" cy="32067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1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C</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163" name="Freeform 14"/>
          <p:cNvSpPr>
            <a:spLocks/>
          </p:cNvSpPr>
          <p:nvPr/>
        </p:nvSpPr>
        <p:spPr bwMode="auto">
          <a:xfrm rot="16200000">
            <a:off x="2103250" y="4113450"/>
            <a:ext cx="172944" cy="247650"/>
          </a:xfrm>
          <a:custGeom>
            <a:avLst/>
            <a:gdLst>
              <a:gd name="T0" fmla="*/ 0 w 118"/>
              <a:gd name="T1" fmla="*/ 156 h 156"/>
              <a:gd name="T2" fmla="*/ 118 w 118"/>
              <a:gd name="T3" fmla="*/ 78 h 156"/>
              <a:gd name="T4" fmla="*/ 0 w 118"/>
              <a:gd name="T5" fmla="*/ 0 h 156"/>
              <a:gd name="T6" fmla="*/ 0 60000 65536"/>
              <a:gd name="T7" fmla="*/ 0 60000 65536"/>
              <a:gd name="T8" fmla="*/ 0 60000 65536"/>
              <a:gd name="T9" fmla="*/ 0 w 118"/>
              <a:gd name="T10" fmla="*/ 0 h 156"/>
              <a:gd name="T11" fmla="*/ 118 w 118"/>
              <a:gd name="T12" fmla="*/ 156 h 156"/>
            </a:gdLst>
            <a:ahLst/>
            <a:cxnLst>
              <a:cxn ang="T6">
                <a:pos x="T0" y="T1"/>
              </a:cxn>
              <a:cxn ang="T7">
                <a:pos x="T2" y="T3"/>
              </a:cxn>
              <a:cxn ang="T8">
                <a:pos x="T4" y="T5"/>
              </a:cxn>
            </a:cxnLst>
            <a:rect l="T9" t="T10" r="T11" b="T12"/>
            <a:pathLst>
              <a:path w="118" h="156">
                <a:moveTo>
                  <a:pt x="0" y="156"/>
                </a:moveTo>
                <a:lnTo>
                  <a:pt x="118" y="78"/>
                </a:lnTo>
                <a:lnTo>
                  <a:pt x="0" y="0"/>
                </a:lnTo>
              </a:path>
            </a:pathLst>
          </a:custGeom>
          <a:noFill/>
          <a:ln w="15875"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64" name="Rectangle 15"/>
          <p:cNvSpPr>
            <a:spLocks noChangeArrowheads="1"/>
          </p:cNvSpPr>
          <p:nvPr/>
        </p:nvSpPr>
        <p:spPr bwMode="auto">
          <a:xfrm rot="16200000">
            <a:off x="3274904" y="3419791"/>
            <a:ext cx="690311" cy="1117600"/>
          </a:xfrm>
          <a:prstGeom prst="rect">
            <a:avLst/>
          </a:prstGeom>
          <a:noFill/>
          <a:ln w="1587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65" name="Rectangle 16"/>
          <p:cNvSpPr>
            <a:spLocks noChangeArrowheads="1"/>
          </p:cNvSpPr>
          <p:nvPr/>
        </p:nvSpPr>
        <p:spPr bwMode="auto">
          <a:xfrm rot="16200000">
            <a:off x="3223040" y="4033922"/>
            <a:ext cx="193964" cy="32316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1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D</a:t>
            </a:r>
            <a:endParaRPr kumimoji="0" lang="en-US" altLang="zh-CN" sz="2800" b="0" i="0" u="none" strike="noStrike" kern="1200" cap="none" spc="0" normalizeH="0" baseline="0" noProof="0" dirty="0">
              <a:ln>
                <a:noFill/>
              </a:ln>
              <a:solidFill>
                <a:srgbClr val="000000"/>
              </a:solidFill>
              <a:effectLst/>
              <a:uLnTx/>
              <a:uFillTx/>
              <a:latin typeface="Arial" charset="0"/>
              <a:ea typeface="宋体" pitchFamily="2" charset="-122"/>
              <a:cs typeface="+mn-cs"/>
            </a:endParaRPr>
          </a:p>
        </p:txBody>
      </p:sp>
      <p:sp>
        <p:nvSpPr>
          <p:cNvPr id="6166" name="Rectangle 17"/>
          <p:cNvSpPr>
            <a:spLocks noChangeArrowheads="1"/>
          </p:cNvSpPr>
          <p:nvPr/>
        </p:nvSpPr>
        <p:spPr bwMode="auto">
          <a:xfrm rot="16200000">
            <a:off x="3208148" y="3601341"/>
            <a:ext cx="191997" cy="32067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1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167" name="Line 18"/>
          <p:cNvSpPr>
            <a:spLocks noChangeShapeType="1"/>
          </p:cNvSpPr>
          <p:nvPr/>
        </p:nvSpPr>
        <p:spPr bwMode="auto">
          <a:xfrm rot="16200000">
            <a:off x="3202399" y="4446502"/>
            <a:ext cx="216196" cy="0"/>
          </a:xfrm>
          <a:prstGeom prst="line">
            <a:avLst/>
          </a:prstGeom>
          <a:noFill/>
          <a:ln w="1587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68" name="Line 19"/>
          <p:cNvSpPr>
            <a:spLocks noChangeShapeType="1"/>
          </p:cNvSpPr>
          <p:nvPr/>
        </p:nvSpPr>
        <p:spPr bwMode="auto">
          <a:xfrm rot="16200000">
            <a:off x="3057615" y="3380554"/>
            <a:ext cx="504176" cy="1588"/>
          </a:xfrm>
          <a:prstGeom prst="line">
            <a:avLst/>
          </a:prstGeom>
          <a:noFill/>
          <a:ln w="1587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69" name="Rectangle 20"/>
          <p:cNvSpPr>
            <a:spLocks noChangeArrowheads="1"/>
          </p:cNvSpPr>
          <p:nvPr/>
        </p:nvSpPr>
        <p:spPr bwMode="auto">
          <a:xfrm rot="16200000">
            <a:off x="3816161" y="3588150"/>
            <a:ext cx="191997" cy="32067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1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170" name="Oval 21"/>
          <p:cNvSpPr>
            <a:spLocks noChangeArrowheads="1"/>
          </p:cNvSpPr>
          <p:nvPr/>
        </p:nvSpPr>
        <p:spPr bwMode="auto">
          <a:xfrm rot="16200000">
            <a:off x="3879180" y="3519493"/>
            <a:ext cx="104060" cy="123825"/>
          </a:xfrm>
          <a:prstGeom prst="ellipse">
            <a:avLst/>
          </a:prstGeom>
          <a:solidFill>
            <a:srgbClr val="FFFFFF"/>
          </a:solidFill>
          <a:ln w="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71" name="Oval 22"/>
          <p:cNvSpPr>
            <a:spLocks noChangeArrowheads="1"/>
          </p:cNvSpPr>
          <p:nvPr/>
        </p:nvSpPr>
        <p:spPr bwMode="auto">
          <a:xfrm rot="16200000">
            <a:off x="3879180" y="3519493"/>
            <a:ext cx="104060" cy="123825"/>
          </a:xfrm>
          <a:prstGeom prst="ellipse">
            <a:avLst/>
          </a:prstGeom>
          <a:noFill/>
          <a:ln w="1587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72" name="Rectangle 23"/>
          <p:cNvSpPr>
            <a:spLocks noChangeArrowheads="1"/>
          </p:cNvSpPr>
          <p:nvPr/>
        </p:nvSpPr>
        <p:spPr bwMode="auto">
          <a:xfrm rot="16200000">
            <a:off x="3610031" y="3883474"/>
            <a:ext cx="178807" cy="32067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1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C</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173" name="Freeform 24"/>
          <p:cNvSpPr>
            <a:spLocks/>
          </p:cNvSpPr>
          <p:nvPr/>
        </p:nvSpPr>
        <p:spPr bwMode="auto">
          <a:xfrm rot="16200000">
            <a:off x="3595500" y="4113450"/>
            <a:ext cx="172944" cy="247650"/>
          </a:xfrm>
          <a:custGeom>
            <a:avLst/>
            <a:gdLst>
              <a:gd name="T0" fmla="*/ 0 w 118"/>
              <a:gd name="T1" fmla="*/ 156 h 156"/>
              <a:gd name="T2" fmla="*/ 118 w 118"/>
              <a:gd name="T3" fmla="*/ 78 h 156"/>
              <a:gd name="T4" fmla="*/ 0 w 118"/>
              <a:gd name="T5" fmla="*/ 0 h 156"/>
              <a:gd name="T6" fmla="*/ 0 60000 65536"/>
              <a:gd name="T7" fmla="*/ 0 60000 65536"/>
              <a:gd name="T8" fmla="*/ 0 60000 65536"/>
              <a:gd name="T9" fmla="*/ 0 w 118"/>
              <a:gd name="T10" fmla="*/ 0 h 156"/>
              <a:gd name="T11" fmla="*/ 118 w 118"/>
              <a:gd name="T12" fmla="*/ 156 h 156"/>
            </a:gdLst>
            <a:ahLst/>
            <a:cxnLst>
              <a:cxn ang="T6">
                <a:pos x="T0" y="T1"/>
              </a:cxn>
              <a:cxn ang="T7">
                <a:pos x="T2" y="T3"/>
              </a:cxn>
              <a:cxn ang="T8">
                <a:pos x="T4" y="T5"/>
              </a:cxn>
            </a:cxnLst>
            <a:rect l="T9" t="T10" r="T11" b="T12"/>
            <a:pathLst>
              <a:path w="118" h="156">
                <a:moveTo>
                  <a:pt x="0" y="156"/>
                </a:moveTo>
                <a:lnTo>
                  <a:pt x="118" y="78"/>
                </a:lnTo>
                <a:lnTo>
                  <a:pt x="0" y="0"/>
                </a:lnTo>
              </a:path>
            </a:pathLst>
          </a:custGeom>
          <a:noFill/>
          <a:ln w="15875"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74" name="Rectangle 25"/>
          <p:cNvSpPr>
            <a:spLocks noChangeArrowheads="1"/>
          </p:cNvSpPr>
          <p:nvPr/>
        </p:nvSpPr>
        <p:spPr bwMode="auto">
          <a:xfrm rot="16200000">
            <a:off x="4767948" y="3418998"/>
            <a:ext cx="690311" cy="1119188"/>
          </a:xfrm>
          <a:prstGeom prst="rect">
            <a:avLst/>
          </a:prstGeom>
          <a:noFill/>
          <a:ln w="1587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75" name="Rectangle 26"/>
          <p:cNvSpPr>
            <a:spLocks noChangeArrowheads="1"/>
          </p:cNvSpPr>
          <p:nvPr/>
        </p:nvSpPr>
        <p:spPr bwMode="auto">
          <a:xfrm rot="16200000">
            <a:off x="4720053" y="4033922"/>
            <a:ext cx="193964" cy="32316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1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D</a:t>
            </a:r>
            <a:endParaRPr kumimoji="0" lang="en-US" altLang="zh-CN" sz="2800" b="0" i="0" u="none" strike="noStrike" kern="1200" cap="none" spc="0" normalizeH="0" baseline="0" noProof="0" dirty="0">
              <a:ln>
                <a:noFill/>
              </a:ln>
              <a:solidFill>
                <a:srgbClr val="000000"/>
              </a:solidFill>
              <a:effectLst/>
              <a:uLnTx/>
              <a:uFillTx/>
              <a:latin typeface="Arial" charset="0"/>
              <a:ea typeface="宋体" pitchFamily="2" charset="-122"/>
              <a:cs typeface="+mn-cs"/>
            </a:endParaRPr>
          </a:p>
        </p:txBody>
      </p:sp>
      <p:sp>
        <p:nvSpPr>
          <p:cNvPr id="6176" name="Rectangle 27"/>
          <p:cNvSpPr>
            <a:spLocks noChangeArrowheads="1"/>
          </p:cNvSpPr>
          <p:nvPr/>
        </p:nvSpPr>
        <p:spPr bwMode="auto">
          <a:xfrm rot="16200000">
            <a:off x="4703573" y="3601341"/>
            <a:ext cx="191997" cy="32067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1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178" name="Line 29"/>
          <p:cNvSpPr>
            <a:spLocks noChangeShapeType="1"/>
          </p:cNvSpPr>
          <p:nvPr/>
        </p:nvSpPr>
        <p:spPr bwMode="auto">
          <a:xfrm rot="16200000">
            <a:off x="4551453" y="3380554"/>
            <a:ext cx="504176" cy="1588"/>
          </a:xfrm>
          <a:prstGeom prst="line">
            <a:avLst/>
          </a:prstGeom>
          <a:noFill/>
          <a:ln w="1587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79" name="Rectangle 30"/>
          <p:cNvSpPr>
            <a:spLocks noChangeArrowheads="1"/>
          </p:cNvSpPr>
          <p:nvPr/>
        </p:nvSpPr>
        <p:spPr bwMode="auto">
          <a:xfrm rot="16200000">
            <a:off x="5311586" y="3588150"/>
            <a:ext cx="191997" cy="32067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1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180" name="Oval 31"/>
          <p:cNvSpPr>
            <a:spLocks noChangeArrowheads="1"/>
          </p:cNvSpPr>
          <p:nvPr/>
        </p:nvSpPr>
        <p:spPr bwMode="auto">
          <a:xfrm rot="16200000">
            <a:off x="5371430" y="3519493"/>
            <a:ext cx="104060" cy="123825"/>
          </a:xfrm>
          <a:prstGeom prst="ellipse">
            <a:avLst/>
          </a:prstGeom>
          <a:solidFill>
            <a:srgbClr val="FFFFFF"/>
          </a:solidFill>
          <a:ln w="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81" name="Oval 32"/>
          <p:cNvSpPr>
            <a:spLocks noChangeArrowheads="1"/>
          </p:cNvSpPr>
          <p:nvPr/>
        </p:nvSpPr>
        <p:spPr bwMode="auto">
          <a:xfrm rot="16200000">
            <a:off x="5371430" y="3519493"/>
            <a:ext cx="104060" cy="123825"/>
          </a:xfrm>
          <a:prstGeom prst="ellipse">
            <a:avLst/>
          </a:prstGeom>
          <a:noFill/>
          <a:ln w="1587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82" name="Rectangle 33"/>
          <p:cNvSpPr>
            <a:spLocks noChangeArrowheads="1"/>
          </p:cNvSpPr>
          <p:nvPr/>
        </p:nvSpPr>
        <p:spPr bwMode="auto">
          <a:xfrm rot="16200000">
            <a:off x="5087994" y="3883474"/>
            <a:ext cx="178807" cy="32067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1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C</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183" name="Freeform 34"/>
          <p:cNvSpPr>
            <a:spLocks/>
          </p:cNvSpPr>
          <p:nvPr/>
        </p:nvSpPr>
        <p:spPr bwMode="auto">
          <a:xfrm rot="16200000">
            <a:off x="5088544" y="4112656"/>
            <a:ext cx="172944" cy="249238"/>
          </a:xfrm>
          <a:custGeom>
            <a:avLst/>
            <a:gdLst>
              <a:gd name="T0" fmla="*/ 0 w 118"/>
              <a:gd name="T1" fmla="*/ 157 h 157"/>
              <a:gd name="T2" fmla="*/ 118 w 118"/>
              <a:gd name="T3" fmla="*/ 78 h 157"/>
              <a:gd name="T4" fmla="*/ 0 w 118"/>
              <a:gd name="T5" fmla="*/ 0 h 157"/>
              <a:gd name="T6" fmla="*/ 0 60000 65536"/>
              <a:gd name="T7" fmla="*/ 0 60000 65536"/>
              <a:gd name="T8" fmla="*/ 0 60000 65536"/>
              <a:gd name="T9" fmla="*/ 0 w 118"/>
              <a:gd name="T10" fmla="*/ 0 h 157"/>
              <a:gd name="T11" fmla="*/ 118 w 118"/>
              <a:gd name="T12" fmla="*/ 157 h 157"/>
            </a:gdLst>
            <a:ahLst/>
            <a:cxnLst>
              <a:cxn ang="T6">
                <a:pos x="T0" y="T1"/>
              </a:cxn>
              <a:cxn ang="T7">
                <a:pos x="T2" y="T3"/>
              </a:cxn>
              <a:cxn ang="T8">
                <a:pos x="T4" y="T5"/>
              </a:cxn>
            </a:cxnLst>
            <a:rect l="T9" t="T10" r="T11" b="T12"/>
            <a:pathLst>
              <a:path w="118" h="157">
                <a:moveTo>
                  <a:pt x="0" y="157"/>
                </a:moveTo>
                <a:lnTo>
                  <a:pt x="118" y="78"/>
                </a:lnTo>
                <a:lnTo>
                  <a:pt x="0" y="0"/>
                </a:lnTo>
              </a:path>
            </a:pathLst>
          </a:custGeom>
          <a:noFill/>
          <a:ln w="15875"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84" name="Rectangle 35"/>
          <p:cNvSpPr>
            <a:spLocks noChangeArrowheads="1"/>
          </p:cNvSpPr>
          <p:nvPr/>
        </p:nvSpPr>
        <p:spPr bwMode="auto">
          <a:xfrm rot="16200000">
            <a:off x="6260198" y="3418998"/>
            <a:ext cx="690311" cy="1119188"/>
          </a:xfrm>
          <a:prstGeom prst="rect">
            <a:avLst/>
          </a:prstGeom>
          <a:noFill/>
          <a:ln w="1587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85" name="Rectangle 36"/>
          <p:cNvSpPr>
            <a:spLocks noChangeArrowheads="1"/>
          </p:cNvSpPr>
          <p:nvPr/>
        </p:nvSpPr>
        <p:spPr bwMode="auto">
          <a:xfrm rot="16200000">
            <a:off x="6198016" y="4033922"/>
            <a:ext cx="193964" cy="32316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1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D</a:t>
            </a:r>
            <a:endParaRPr kumimoji="0" lang="en-US" altLang="zh-CN" sz="2800" b="0" i="0" u="none" strike="noStrike" kern="1200" cap="none" spc="0" normalizeH="0" baseline="0" noProof="0" dirty="0">
              <a:ln>
                <a:noFill/>
              </a:ln>
              <a:solidFill>
                <a:srgbClr val="000000"/>
              </a:solidFill>
              <a:effectLst/>
              <a:uLnTx/>
              <a:uFillTx/>
              <a:latin typeface="Arial" charset="0"/>
              <a:ea typeface="宋体" pitchFamily="2" charset="-122"/>
              <a:cs typeface="+mn-cs"/>
            </a:endParaRPr>
          </a:p>
        </p:txBody>
      </p:sp>
      <p:sp>
        <p:nvSpPr>
          <p:cNvPr id="6186" name="Rectangle 37"/>
          <p:cNvSpPr>
            <a:spLocks noChangeArrowheads="1"/>
          </p:cNvSpPr>
          <p:nvPr/>
        </p:nvSpPr>
        <p:spPr bwMode="auto">
          <a:xfrm rot="16200000">
            <a:off x="6198999" y="3601341"/>
            <a:ext cx="191997" cy="32067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1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188" name="Line 39"/>
          <p:cNvSpPr>
            <a:spLocks noChangeShapeType="1"/>
          </p:cNvSpPr>
          <p:nvPr/>
        </p:nvSpPr>
        <p:spPr bwMode="auto">
          <a:xfrm rot="16200000">
            <a:off x="6042115" y="3380554"/>
            <a:ext cx="504176" cy="1588"/>
          </a:xfrm>
          <a:prstGeom prst="line">
            <a:avLst/>
          </a:prstGeom>
          <a:noFill/>
          <a:ln w="1587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89" name="Rectangle 40"/>
          <p:cNvSpPr>
            <a:spLocks noChangeArrowheads="1"/>
          </p:cNvSpPr>
          <p:nvPr/>
        </p:nvSpPr>
        <p:spPr bwMode="auto">
          <a:xfrm rot="16200000">
            <a:off x="6791136" y="3588150"/>
            <a:ext cx="191997" cy="32067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1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190" name="Oval 41"/>
          <p:cNvSpPr>
            <a:spLocks noChangeArrowheads="1"/>
          </p:cNvSpPr>
          <p:nvPr/>
        </p:nvSpPr>
        <p:spPr bwMode="auto">
          <a:xfrm rot="16200000">
            <a:off x="6863680" y="3519493"/>
            <a:ext cx="104060" cy="123825"/>
          </a:xfrm>
          <a:prstGeom prst="ellipse">
            <a:avLst/>
          </a:prstGeom>
          <a:solidFill>
            <a:srgbClr val="FFFFFF"/>
          </a:solidFill>
          <a:ln w="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91" name="Oval 42"/>
          <p:cNvSpPr>
            <a:spLocks noChangeArrowheads="1"/>
          </p:cNvSpPr>
          <p:nvPr/>
        </p:nvSpPr>
        <p:spPr bwMode="auto">
          <a:xfrm rot="16200000">
            <a:off x="6863680" y="3519493"/>
            <a:ext cx="104060" cy="123825"/>
          </a:xfrm>
          <a:prstGeom prst="ellipse">
            <a:avLst/>
          </a:prstGeom>
          <a:noFill/>
          <a:ln w="1587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92" name="Rectangle 43"/>
          <p:cNvSpPr>
            <a:spLocks noChangeArrowheads="1"/>
          </p:cNvSpPr>
          <p:nvPr/>
        </p:nvSpPr>
        <p:spPr bwMode="auto">
          <a:xfrm rot="16200000">
            <a:off x="6585006" y="3883474"/>
            <a:ext cx="178807" cy="32067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1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t>
            </a:r>
            <a:endParaRPr kumimoji="0" lang="en-US" altLang="zh-CN" sz="2800" b="0" i="0" u="none" strike="noStrike" kern="1200" cap="none" spc="0" normalizeH="0" baseline="0" noProof="0" dirty="0">
              <a:ln>
                <a:noFill/>
              </a:ln>
              <a:solidFill>
                <a:srgbClr val="000000"/>
              </a:solidFill>
              <a:effectLst/>
              <a:uLnTx/>
              <a:uFillTx/>
              <a:latin typeface="Arial" charset="0"/>
              <a:ea typeface="宋体" pitchFamily="2" charset="-122"/>
              <a:cs typeface="+mn-cs"/>
            </a:endParaRPr>
          </a:p>
        </p:txBody>
      </p:sp>
      <p:sp>
        <p:nvSpPr>
          <p:cNvPr id="6193" name="Freeform 44"/>
          <p:cNvSpPr>
            <a:spLocks/>
          </p:cNvSpPr>
          <p:nvPr/>
        </p:nvSpPr>
        <p:spPr bwMode="auto">
          <a:xfrm rot="16200000">
            <a:off x="6580794" y="4112656"/>
            <a:ext cx="172944" cy="249238"/>
          </a:xfrm>
          <a:custGeom>
            <a:avLst/>
            <a:gdLst>
              <a:gd name="T0" fmla="*/ 0 w 118"/>
              <a:gd name="T1" fmla="*/ 157 h 157"/>
              <a:gd name="T2" fmla="*/ 118 w 118"/>
              <a:gd name="T3" fmla="*/ 79 h 157"/>
              <a:gd name="T4" fmla="*/ 0 w 118"/>
              <a:gd name="T5" fmla="*/ 0 h 157"/>
              <a:gd name="T6" fmla="*/ 0 60000 65536"/>
              <a:gd name="T7" fmla="*/ 0 60000 65536"/>
              <a:gd name="T8" fmla="*/ 0 60000 65536"/>
              <a:gd name="T9" fmla="*/ 0 w 118"/>
              <a:gd name="T10" fmla="*/ 0 h 157"/>
              <a:gd name="T11" fmla="*/ 118 w 118"/>
              <a:gd name="T12" fmla="*/ 157 h 157"/>
            </a:gdLst>
            <a:ahLst/>
            <a:cxnLst>
              <a:cxn ang="T6">
                <a:pos x="T0" y="T1"/>
              </a:cxn>
              <a:cxn ang="T7">
                <a:pos x="T2" y="T3"/>
              </a:cxn>
              <a:cxn ang="T8">
                <a:pos x="T4" y="T5"/>
              </a:cxn>
            </a:cxnLst>
            <a:rect l="T9" t="T10" r="T11" b="T12"/>
            <a:pathLst>
              <a:path w="118" h="157">
                <a:moveTo>
                  <a:pt x="0" y="157"/>
                </a:moveTo>
                <a:lnTo>
                  <a:pt x="118" y="79"/>
                </a:lnTo>
                <a:lnTo>
                  <a:pt x="0" y="0"/>
                </a:lnTo>
              </a:path>
            </a:pathLst>
          </a:custGeom>
          <a:noFill/>
          <a:ln w="15875"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94" name="Freeform 45"/>
          <p:cNvSpPr>
            <a:spLocks/>
          </p:cNvSpPr>
          <p:nvPr/>
        </p:nvSpPr>
        <p:spPr bwMode="auto">
          <a:xfrm rot="16200000">
            <a:off x="4814767" y="1713359"/>
            <a:ext cx="98198" cy="5348288"/>
          </a:xfrm>
          <a:custGeom>
            <a:avLst/>
            <a:gdLst>
              <a:gd name="T0" fmla="*/ 235 w 235"/>
              <a:gd name="T1" fmla="*/ 0 h 3369"/>
              <a:gd name="T2" fmla="*/ 0 w 235"/>
              <a:gd name="T3" fmla="*/ 0 h 3369"/>
              <a:gd name="T4" fmla="*/ 0 w 235"/>
              <a:gd name="T5" fmla="*/ 3369 h 3369"/>
              <a:gd name="T6" fmla="*/ 0 60000 65536"/>
              <a:gd name="T7" fmla="*/ 0 60000 65536"/>
              <a:gd name="T8" fmla="*/ 0 60000 65536"/>
              <a:gd name="T9" fmla="*/ 0 w 235"/>
              <a:gd name="T10" fmla="*/ 0 h 3369"/>
              <a:gd name="T11" fmla="*/ 235 w 235"/>
              <a:gd name="T12" fmla="*/ 3369 h 3369"/>
            </a:gdLst>
            <a:ahLst/>
            <a:cxnLst>
              <a:cxn ang="T6">
                <a:pos x="T0" y="T1"/>
              </a:cxn>
              <a:cxn ang="T7">
                <a:pos x="T2" y="T3"/>
              </a:cxn>
              <a:cxn ang="T8">
                <a:pos x="T4" y="T5"/>
              </a:cxn>
            </a:cxnLst>
            <a:rect l="T9" t="T10" r="T11" b="T12"/>
            <a:pathLst>
              <a:path w="235" h="3369">
                <a:moveTo>
                  <a:pt x="235" y="0"/>
                </a:moveTo>
                <a:lnTo>
                  <a:pt x="0" y="0"/>
                </a:lnTo>
                <a:lnTo>
                  <a:pt x="0" y="3369"/>
                </a:lnTo>
              </a:path>
            </a:pathLst>
          </a:custGeom>
          <a:noFill/>
          <a:ln w="15875"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95" name="Line 46"/>
          <p:cNvSpPr>
            <a:spLocks noChangeShapeType="1"/>
          </p:cNvSpPr>
          <p:nvPr/>
        </p:nvSpPr>
        <p:spPr bwMode="auto">
          <a:xfrm rot="16200000" flipH="1">
            <a:off x="6613902" y="4379496"/>
            <a:ext cx="111493" cy="0"/>
          </a:xfrm>
          <a:prstGeom prst="line">
            <a:avLst/>
          </a:prstGeom>
          <a:noFill/>
          <a:ln w="1587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96" name="Freeform 47"/>
          <p:cNvSpPr>
            <a:spLocks/>
          </p:cNvSpPr>
          <p:nvPr/>
        </p:nvSpPr>
        <p:spPr bwMode="auto">
          <a:xfrm rot="16200000">
            <a:off x="6618169" y="4382793"/>
            <a:ext cx="98197" cy="106363"/>
          </a:xfrm>
          <a:custGeom>
            <a:avLst/>
            <a:gdLst>
              <a:gd name="T0" fmla="*/ 43 w 104"/>
              <a:gd name="T1" fmla="*/ 22 h 104"/>
              <a:gd name="T2" fmla="*/ 22 w 104"/>
              <a:gd name="T3" fmla="*/ 0 h 104"/>
              <a:gd name="T4" fmla="*/ 0 w 104"/>
              <a:gd name="T5" fmla="*/ 22 h 104"/>
              <a:gd name="T6" fmla="*/ 0 w 104"/>
              <a:gd name="T7" fmla="*/ 22 h 104"/>
              <a:gd name="T8" fmla="*/ 22 w 104"/>
              <a:gd name="T9" fmla="*/ 43 h 104"/>
              <a:gd name="T10" fmla="*/ 43 w 104"/>
              <a:gd name="T11" fmla="*/ 22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104" y="52"/>
                </a:moveTo>
                <a:cubicBezTo>
                  <a:pt x="104" y="23"/>
                  <a:pt x="81" y="0"/>
                  <a:pt x="52" y="0"/>
                </a:cubicBezTo>
                <a:cubicBezTo>
                  <a:pt x="23" y="0"/>
                  <a:pt x="0" y="23"/>
                  <a:pt x="0" y="52"/>
                </a:cubicBezTo>
                <a:cubicBezTo>
                  <a:pt x="0" y="52"/>
                  <a:pt x="0" y="52"/>
                  <a:pt x="0" y="52"/>
                </a:cubicBezTo>
                <a:cubicBezTo>
                  <a:pt x="0" y="80"/>
                  <a:pt x="23" y="104"/>
                  <a:pt x="52" y="104"/>
                </a:cubicBezTo>
                <a:cubicBezTo>
                  <a:pt x="81" y="104"/>
                  <a:pt x="104" y="80"/>
                  <a:pt x="104" y="52"/>
                </a:cubicBezTo>
              </a:path>
            </a:pathLst>
          </a:custGeom>
          <a:solidFill>
            <a:srgbClr val="000000"/>
          </a:solidFill>
          <a:ln w="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97" name="Line 48"/>
          <p:cNvSpPr>
            <a:spLocks noChangeShapeType="1"/>
          </p:cNvSpPr>
          <p:nvPr/>
        </p:nvSpPr>
        <p:spPr bwMode="auto">
          <a:xfrm rot="16200000" flipH="1">
            <a:off x="5129991" y="4375315"/>
            <a:ext cx="91637" cy="0"/>
          </a:xfrm>
          <a:prstGeom prst="line">
            <a:avLst/>
          </a:prstGeom>
          <a:noFill/>
          <a:ln w="1587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98" name="Freeform 49"/>
          <p:cNvSpPr>
            <a:spLocks/>
          </p:cNvSpPr>
          <p:nvPr/>
        </p:nvSpPr>
        <p:spPr bwMode="auto">
          <a:xfrm rot="16200000">
            <a:off x="5125917" y="4368684"/>
            <a:ext cx="98197" cy="106363"/>
          </a:xfrm>
          <a:custGeom>
            <a:avLst/>
            <a:gdLst>
              <a:gd name="T0" fmla="*/ 43 w 104"/>
              <a:gd name="T1" fmla="*/ 22 h 104"/>
              <a:gd name="T2" fmla="*/ 22 w 104"/>
              <a:gd name="T3" fmla="*/ 0 h 104"/>
              <a:gd name="T4" fmla="*/ 0 w 104"/>
              <a:gd name="T5" fmla="*/ 22 h 104"/>
              <a:gd name="T6" fmla="*/ 0 w 104"/>
              <a:gd name="T7" fmla="*/ 22 h 104"/>
              <a:gd name="T8" fmla="*/ 22 w 104"/>
              <a:gd name="T9" fmla="*/ 43 h 104"/>
              <a:gd name="T10" fmla="*/ 43 w 104"/>
              <a:gd name="T11" fmla="*/ 22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104" y="52"/>
                </a:moveTo>
                <a:cubicBezTo>
                  <a:pt x="104" y="23"/>
                  <a:pt x="81" y="0"/>
                  <a:pt x="52" y="0"/>
                </a:cubicBezTo>
                <a:cubicBezTo>
                  <a:pt x="23" y="0"/>
                  <a:pt x="0" y="23"/>
                  <a:pt x="0" y="52"/>
                </a:cubicBezTo>
                <a:cubicBezTo>
                  <a:pt x="0" y="52"/>
                  <a:pt x="0" y="52"/>
                  <a:pt x="0" y="52"/>
                </a:cubicBezTo>
                <a:cubicBezTo>
                  <a:pt x="0" y="81"/>
                  <a:pt x="23" y="104"/>
                  <a:pt x="52" y="104"/>
                </a:cubicBezTo>
                <a:cubicBezTo>
                  <a:pt x="81" y="104"/>
                  <a:pt x="104" y="81"/>
                  <a:pt x="104" y="52"/>
                </a:cubicBezTo>
              </a:path>
            </a:pathLst>
          </a:custGeom>
          <a:solidFill>
            <a:srgbClr val="000000"/>
          </a:solidFill>
          <a:ln w="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199" name="Line 50"/>
          <p:cNvSpPr>
            <a:spLocks noChangeShapeType="1"/>
          </p:cNvSpPr>
          <p:nvPr/>
        </p:nvSpPr>
        <p:spPr bwMode="auto">
          <a:xfrm rot="16200000" flipH="1">
            <a:off x="3627375" y="4384151"/>
            <a:ext cx="112370" cy="0"/>
          </a:xfrm>
          <a:prstGeom prst="line">
            <a:avLst/>
          </a:prstGeom>
          <a:noFill/>
          <a:ln w="1587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200" name="Freeform 51"/>
          <p:cNvSpPr>
            <a:spLocks/>
          </p:cNvSpPr>
          <p:nvPr/>
        </p:nvSpPr>
        <p:spPr bwMode="auto">
          <a:xfrm rot="16200000">
            <a:off x="3633667" y="4387887"/>
            <a:ext cx="98197" cy="106363"/>
          </a:xfrm>
          <a:custGeom>
            <a:avLst/>
            <a:gdLst>
              <a:gd name="T0" fmla="*/ 43 w 104"/>
              <a:gd name="T1" fmla="*/ 22 h 104"/>
              <a:gd name="T2" fmla="*/ 22 w 104"/>
              <a:gd name="T3" fmla="*/ 0 h 104"/>
              <a:gd name="T4" fmla="*/ 0 w 104"/>
              <a:gd name="T5" fmla="*/ 22 h 104"/>
              <a:gd name="T6" fmla="*/ 0 w 104"/>
              <a:gd name="T7" fmla="*/ 22 h 104"/>
              <a:gd name="T8" fmla="*/ 22 w 104"/>
              <a:gd name="T9" fmla="*/ 43 h 104"/>
              <a:gd name="T10" fmla="*/ 43 w 104"/>
              <a:gd name="T11" fmla="*/ 22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104" y="52"/>
                </a:moveTo>
                <a:cubicBezTo>
                  <a:pt x="104" y="23"/>
                  <a:pt x="81" y="0"/>
                  <a:pt x="52" y="0"/>
                </a:cubicBezTo>
                <a:cubicBezTo>
                  <a:pt x="23" y="0"/>
                  <a:pt x="0" y="23"/>
                  <a:pt x="0" y="52"/>
                </a:cubicBezTo>
                <a:cubicBezTo>
                  <a:pt x="0" y="52"/>
                  <a:pt x="0" y="52"/>
                  <a:pt x="0" y="52"/>
                </a:cubicBezTo>
                <a:cubicBezTo>
                  <a:pt x="0" y="81"/>
                  <a:pt x="23" y="104"/>
                  <a:pt x="52" y="104"/>
                </a:cubicBezTo>
                <a:cubicBezTo>
                  <a:pt x="81" y="104"/>
                  <a:pt x="104" y="81"/>
                  <a:pt x="104" y="52"/>
                </a:cubicBezTo>
              </a:path>
            </a:pathLst>
          </a:custGeom>
          <a:solidFill>
            <a:srgbClr val="000000"/>
          </a:solidFill>
          <a:ln w="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201" name="Line 52"/>
          <p:cNvSpPr>
            <a:spLocks noChangeShapeType="1"/>
          </p:cNvSpPr>
          <p:nvPr/>
        </p:nvSpPr>
        <p:spPr bwMode="auto">
          <a:xfrm rot="16200000" flipH="1">
            <a:off x="1243678" y="5801102"/>
            <a:ext cx="1322173" cy="0"/>
          </a:xfrm>
          <a:prstGeom prst="line">
            <a:avLst/>
          </a:prstGeom>
          <a:noFill/>
          <a:ln w="1587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202" name="Freeform 53"/>
          <p:cNvSpPr>
            <a:spLocks noEditPoints="1"/>
          </p:cNvSpPr>
          <p:nvPr/>
        </p:nvSpPr>
        <p:spPr bwMode="auto">
          <a:xfrm rot="16200000">
            <a:off x="3060275" y="5362894"/>
            <a:ext cx="690311" cy="187325"/>
          </a:xfrm>
          <a:custGeom>
            <a:avLst/>
            <a:gdLst>
              <a:gd name="T0" fmla="*/ 0 w 471"/>
              <a:gd name="T1" fmla="*/ 0 h 118"/>
              <a:gd name="T2" fmla="*/ 236 w 471"/>
              <a:gd name="T3" fmla="*/ 0 h 118"/>
              <a:gd name="T4" fmla="*/ 0 w 471"/>
              <a:gd name="T5" fmla="*/ 118 h 118"/>
              <a:gd name="T6" fmla="*/ 236 w 471"/>
              <a:gd name="T7" fmla="*/ 118 h 118"/>
              <a:gd name="T8" fmla="*/ 471 w 471"/>
              <a:gd name="T9" fmla="*/ 59 h 118"/>
              <a:gd name="T10" fmla="*/ 236 w 471"/>
              <a:gd name="T11" fmla="*/ 59 h 118"/>
              <a:gd name="T12" fmla="*/ 0 60000 65536"/>
              <a:gd name="T13" fmla="*/ 0 60000 65536"/>
              <a:gd name="T14" fmla="*/ 0 60000 65536"/>
              <a:gd name="T15" fmla="*/ 0 60000 65536"/>
              <a:gd name="T16" fmla="*/ 0 60000 65536"/>
              <a:gd name="T17" fmla="*/ 0 60000 65536"/>
              <a:gd name="T18" fmla="*/ 0 w 471"/>
              <a:gd name="T19" fmla="*/ 0 h 118"/>
              <a:gd name="T20" fmla="*/ 471 w 471"/>
              <a:gd name="T21" fmla="*/ 118 h 118"/>
            </a:gdLst>
            <a:ahLst/>
            <a:cxnLst>
              <a:cxn ang="T12">
                <a:pos x="T0" y="T1"/>
              </a:cxn>
              <a:cxn ang="T13">
                <a:pos x="T2" y="T3"/>
              </a:cxn>
              <a:cxn ang="T14">
                <a:pos x="T4" y="T5"/>
              </a:cxn>
              <a:cxn ang="T15">
                <a:pos x="T6" y="T7"/>
              </a:cxn>
              <a:cxn ang="T16">
                <a:pos x="T8" y="T9"/>
              </a:cxn>
              <a:cxn ang="T17">
                <a:pos x="T10" y="T11"/>
              </a:cxn>
            </a:cxnLst>
            <a:rect l="T18" t="T19" r="T20" b="T21"/>
            <a:pathLst>
              <a:path w="471" h="118">
                <a:moveTo>
                  <a:pt x="0" y="0"/>
                </a:moveTo>
                <a:lnTo>
                  <a:pt x="236" y="0"/>
                </a:lnTo>
                <a:moveTo>
                  <a:pt x="0" y="118"/>
                </a:moveTo>
                <a:lnTo>
                  <a:pt x="236" y="118"/>
                </a:lnTo>
                <a:moveTo>
                  <a:pt x="471" y="59"/>
                </a:moveTo>
                <a:lnTo>
                  <a:pt x="236" y="59"/>
                </a:lnTo>
              </a:path>
            </a:pathLst>
          </a:custGeom>
          <a:noFill/>
          <a:ln w="15875"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205" name="Freeform 56"/>
          <p:cNvSpPr>
            <a:spLocks/>
          </p:cNvSpPr>
          <p:nvPr/>
        </p:nvSpPr>
        <p:spPr bwMode="auto">
          <a:xfrm rot="16200000">
            <a:off x="3181189" y="5268498"/>
            <a:ext cx="448483" cy="374650"/>
          </a:xfrm>
          <a:custGeom>
            <a:avLst/>
            <a:gdLst>
              <a:gd name="T0" fmla="*/ 122 w 474"/>
              <a:gd name="T1" fmla="*/ 153 h 364"/>
              <a:gd name="T2" fmla="*/ 0 w 474"/>
              <a:gd name="T3" fmla="*/ 153 h 364"/>
              <a:gd name="T4" fmla="*/ 0 w 474"/>
              <a:gd name="T5" fmla="*/ 0 h 364"/>
              <a:gd name="T6" fmla="*/ 122 w 474"/>
              <a:gd name="T7" fmla="*/ 0 h 364"/>
              <a:gd name="T8" fmla="*/ 198 w 474"/>
              <a:gd name="T9" fmla="*/ 77 h 364"/>
              <a:gd name="T10" fmla="*/ 122 w 474"/>
              <a:gd name="T11" fmla="*/ 153 h 364"/>
              <a:gd name="T12" fmla="*/ 122 w 474"/>
              <a:gd name="T13" fmla="*/ 153 h 364"/>
              <a:gd name="T14" fmla="*/ 0 60000 65536"/>
              <a:gd name="T15" fmla="*/ 0 60000 65536"/>
              <a:gd name="T16" fmla="*/ 0 60000 65536"/>
              <a:gd name="T17" fmla="*/ 0 60000 65536"/>
              <a:gd name="T18" fmla="*/ 0 60000 65536"/>
              <a:gd name="T19" fmla="*/ 0 60000 65536"/>
              <a:gd name="T20" fmla="*/ 0 60000 65536"/>
              <a:gd name="T21" fmla="*/ 0 w 474"/>
              <a:gd name="T22" fmla="*/ 0 h 364"/>
              <a:gd name="T23" fmla="*/ 474 w 474"/>
              <a:gd name="T24" fmla="*/ 364 h 3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4" h="364">
                <a:moveTo>
                  <a:pt x="292" y="364"/>
                </a:moveTo>
                <a:lnTo>
                  <a:pt x="0" y="364"/>
                </a:lnTo>
                <a:lnTo>
                  <a:pt x="0" y="0"/>
                </a:lnTo>
                <a:lnTo>
                  <a:pt x="292" y="0"/>
                </a:lnTo>
                <a:cubicBezTo>
                  <a:pt x="392" y="0"/>
                  <a:pt x="474" y="82"/>
                  <a:pt x="474" y="182"/>
                </a:cubicBezTo>
                <a:cubicBezTo>
                  <a:pt x="474" y="282"/>
                  <a:pt x="392" y="364"/>
                  <a:pt x="292" y="364"/>
                </a:cubicBezTo>
                <a:cubicBezTo>
                  <a:pt x="292" y="364"/>
                  <a:pt x="292" y="364"/>
                  <a:pt x="292" y="364"/>
                </a:cubicBezTo>
                <a:close/>
              </a:path>
            </a:pathLst>
          </a:custGeom>
          <a:solidFill>
            <a:srgbClr val="FFFFFF"/>
          </a:solidFill>
          <a:ln w="15875">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207" name="Freeform 58"/>
          <p:cNvSpPr>
            <a:spLocks noEditPoints="1"/>
          </p:cNvSpPr>
          <p:nvPr/>
        </p:nvSpPr>
        <p:spPr bwMode="auto">
          <a:xfrm rot="16200000">
            <a:off x="4862273" y="5621332"/>
            <a:ext cx="68273" cy="185738"/>
          </a:xfrm>
          <a:custGeom>
            <a:avLst/>
            <a:gdLst>
              <a:gd name="T0" fmla="*/ 0 w 471"/>
              <a:gd name="T1" fmla="*/ 0 h 117"/>
              <a:gd name="T2" fmla="*/ 236 w 471"/>
              <a:gd name="T3" fmla="*/ 0 h 117"/>
              <a:gd name="T4" fmla="*/ 0 w 471"/>
              <a:gd name="T5" fmla="*/ 59 h 117"/>
              <a:gd name="T6" fmla="*/ 236 w 471"/>
              <a:gd name="T7" fmla="*/ 59 h 117"/>
              <a:gd name="T8" fmla="*/ 0 w 471"/>
              <a:gd name="T9" fmla="*/ 117 h 117"/>
              <a:gd name="T10" fmla="*/ 236 w 471"/>
              <a:gd name="T11" fmla="*/ 117 h 117"/>
              <a:gd name="T12" fmla="*/ 471 w 471"/>
              <a:gd name="T13" fmla="*/ 59 h 117"/>
              <a:gd name="T14" fmla="*/ 236 w 471"/>
              <a:gd name="T15" fmla="*/ 59 h 117"/>
              <a:gd name="T16" fmla="*/ 0 60000 65536"/>
              <a:gd name="T17" fmla="*/ 0 60000 65536"/>
              <a:gd name="T18" fmla="*/ 0 60000 65536"/>
              <a:gd name="T19" fmla="*/ 0 60000 65536"/>
              <a:gd name="T20" fmla="*/ 0 60000 65536"/>
              <a:gd name="T21" fmla="*/ 0 60000 65536"/>
              <a:gd name="T22" fmla="*/ 0 60000 65536"/>
              <a:gd name="T23" fmla="*/ 0 60000 65536"/>
              <a:gd name="T24" fmla="*/ 0 w 471"/>
              <a:gd name="T25" fmla="*/ 0 h 117"/>
              <a:gd name="T26" fmla="*/ 471 w 471"/>
              <a:gd name="T27" fmla="*/ 117 h 1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1" h="117">
                <a:moveTo>
                  <a:pt x="0" y="0"/>
                </a:moveTo>
                <a:lnTo>
                  <a:pt x="236" y="0"/>
                </a:lnTo>
                <a:moveTo>
                  <a:pt x="0" y="59"/>
                </a:moveTo>
                <a:lnTo>
                  <a:pt x="236" y="59"/>
                </a:lnTo>
                <a:moveTo>
                  <a:pt x="0" y="117"/>
                </a:moveTo>
                <a:lnTo>
                  <a:pt x="236" y="117"/>
                </a:lnTo>
                <a:moveTo>
                  <a:pt x="471" y="59"/>
                </a:moveTo>
                <a:lnTo>
                  <a:pt x="236" y="59"/>
                </a:lnTo>
              </a:path>
            </a:pathLst>
          </a:custGeom>
          <a:noFill/>
          <a:ln w="15875"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211" name="Freeform 62"/>
          <p:cNvSpPr>
            <a:spLocks/>
          </p:cNvSpPr>
          <p:nvPr/>
        </p:nvSpPr>
        <p:spPr bwMode="auto">
          <a:xfrm rot="16200000">
            <a:off x="4672168" y="5269292"/>
            <a:ext cx="448483" cy="373063"/>
          </a:xfrm>
          <a:custGeom>
            <a:avLst/>
            <a:gdLst>
              <a:gd name="T0" fmla="*/ 122 w 474"/>
              <a:gd name="T1" fmla="*/ 152 h 363"/>
              <a:gd name="T2" fmla="*/ 0 w 474"/>
              <a:gd name="T3" fmla="*/ 152 h 363"/>
              <a:gd name="T4" fmla="*/ 0 w 474"/>
              <a:gd name="T5" fmla="*/ 0 h 363"/>
              <a:gd name="T6" fmla="*/ 122 w 474"/>
              <a:gd name="T7" fmla="*/ 0 h 363"/>
              <a:gd name="T8" fmla="*/ 198 w 474"/>
              <a:gd name="T9" fmla="*/ 76 h 363"/>
              <a:gd name="T10" fmla="*/ 122 w 474"/>
              <a:gd name="T11" fmla="*/ 152 h 363"/>
              <a:gd name="T12" fmla="*/ 122 w 474"/>
              <a:gd name="T13" fmla="*/ 152 h 363"/>
              <a:gd name="T14" fmla="*/ 0 60000 65536"/>
              <a:gd name="T15" fmla="*/ 0 60000 65536"/>
              <a:gd name="T16" fmla="*/ 0 60000 65536"/>
              <a:gd name="T17" fmla="*/ 0 60000 65536"/>
              <a:gd name="T18" fmla="*/ 0 60000 65536"/>
              <a:gd name="T19" fmla="*/ 0 60000 65536"/>
              <a:gd name="T20" fmla="*/ 0 60000 65536"/>
              <a:gd name="T21" fmla="*/ 0 w 474"/>
              <a:gd name="T22" fmla="*/ 0 h 363"/>
              <a:gd name="T23" fmla="*/ 474 w 474"/>
              <a:gd name="T24" fmla="*/ 363 h 3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4" h="363">
                <a:moveTo>
                  <a:pt x="292" y="363"/>
                </a:moveTo>
                <a:lnTo>
                  <a:pt x="0" y="363"/>
                </a:lnTo>
                <a:lnTo>
                  <a:pt x="0" y="0"/>
                </a:lnTo>
                <a:lnTo>
                  <a:pt x="292" y="0"/>
                </a:lnTo>
                <a:cubicBezTo>
                  <a:pt x="392" y="0"/>
                  <a:pt x="474" y="81"/>
                  <a:pt x="474" y="182"/>
                </a:cubicBezTo>
                <a:cubicBezTo>
                  <a:pt x="474" y="282"/>
                  <a:pt x="392" y="363"/>
                  <a:pt x="292" y="363"/>
                </a:cubicBezTo>
                <a:cubicBezTo>
                  <a:pt x="292" y="363"/>
                  <a:pt x="292" y="363"/>
                  <a:pt x="292" y="363"/>
                </a:cubicBezTo>
                <a:close/>
              </a:path>
            </a:pathLst>
          </a:custGeom>
          <a:noFill/>
          <a:ln w="15875"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212" name="Freeform 63"/>
          <p:cNvSpPr>
            <a:spLocks noEditPoints="1"/>
          </p:cNvSpPr>
          <p:nvPr/>
        </p:nvSpPr>
        <p:spPr bwMode="auto">
          <a:xfrm rot="16200000">
            <a:off x="6047147" y="5267056"/>
            <a:ext cx="690311" cy="185738"/>
          </a:xfrm>
          <a:custGeom>
            <a:avLst/>
            <a:gdLst>
              <a:gd name="T0" fmla="*/ 0 w 471"/>
              <a:gd name="T1" fmla="*/ 0 h 117"/>
              <a:gd name="T2" fmla="*/ 236 w 471"/>
              <a:gd name="T3" fmla="*/ 0 h 117"/>
              <a:gd name="T4" fmla="*/ 0 w 471"/>
              <a:gd name="T5" fmla="*/ 117 h 117"/>
              <a:gd name="T6" fmla="*/ 236 w 471"/>
              <a:gd name="T7" fmla="*/ 117 h 117"/>
              <a:gd name="T8" fmla="*/ 471 w 471"/>
              <a:gd name="T9" fmla="*/ 58 h 117"/>
              <a:gd name="T10" fmla="*/ 236 w 471"/>
              <a:gd name="T11" fmla="*/ 58 h 117"/>
              <a:gd name="T12" fmla="*/ 0 60000 65536"/>
              <a:gd name="T13" fmla="*/ 0 60000 65536"/>
              <a:gd name="T14" fmla="*/ 0 60000 65536"/>
              <a:gd name="T15" fmla="*/ 0 60000 65536"/>
              <a:gd name="T16" fmla="*/ 0 60000 65536"/>
              <a:gd name="T17" fmla="*/ 0 60000 65536"/>
              <a:gd name="T18" fmla="*/ 0 w 471"/>
              <a:gd name="T19" fmla="*/ 0 h 117"/>
              <a:gd name="T20" fmla="*/ 471 w 471"/>
              <a:gd name="T21" fmla="*/ 117 h 117"/>
            </a:gdLst>
            <a:ahLst/>
            <a:cxnLst>
              <a:cxn ang="T12">
                <a:pos x="T0" y="T1"/>
              </a:cxn>
              <a:cxn ang="T13">
                <a:pos x="T2" y="T3"/>
              </a:cxn>
              <a:cxn ang="T14">
                <a:pos x="T4" y="T5"/>
              </a:cxn>
              <a:cxn ang="T15">
                <a:pos x="T6" y="T7"/>
              </a:cxn>
              <a:cxn ang="T16">
                <a:pos x="T8" y="T9"/>
              </a:cxn>
              <a:cxn ang="T17">
                <a:pos x="T10" y="T11"/>
              </a:cxn>
            </a:cxnLst>
            <a:rect l="T18" t="T19" r="T20" b="T21"/>
            <a:pathLst>
              <a:path w="471" h="117">
                <a:moveTo>
                  <a:pt x="0" y="0"/>
                </a:moveTo>
                <a:lnTo>
                  <a:pt x="236" y="0"/>
                </a:lnTo>
                <a:moveTo>
                  <a:pt x="0" y="117"/>
                </a:moveTo>
                <a:lnTo>
                  <a:pt x="236" y="117"/>
                </a:lnTo>
                <a:moveTo>
                  <a:pt x="471" y="58"/>
                </a:moveTo>
                <a:lnTo>
                  <a:pt x="236" y="58"/>
                </a:lnTo>
              </a:path>
            </a:pathLst>
          </a:custGeom>
          <a:noFill/>
          <a:ln w="15875"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215" name="Freeform 66"/>
          <p:cNvSpPr>
            <a:spLocks noEditPoints="1"/>
          </p:cNvSpPr>
          <p:nvPr/>
        </p:nvSpPr>
        <p:spPr bwMode="auto">
          <a:xfrm rot="16200000">
            <a:off x="6369443" y="5357849"/>
            <a:ext cx="45719" cy="496888"/>
          </a:xfrm>
          <a:custGeom>
            <a:avLst/>
            <a:gdLst>
              <a:gd name="T0" fmla="*/ 83 w 83"/>
              <a:gd name="T1" fmla="*/ 274 h 313"/>
              <a:gd name="T2" fmla="*/ 83 w 83"/>
              <a:gd name="T3" fmla="*/ 313 h 313"/>
              <a:gd name="T4" fmla="*/ 0 w 83"/>
              <a:gd name="T5" fmla="*/ 313 h 313"/>
              <a:gd name="T6" fmla="*/ 83 w 83"/>
              <a:gd name="T7" fmla="*/ 39 h 313"/>
              <a:gd name="T8" fmla="*/ 83 w 83"/>
              <a:gd name="T9" fmla="*/ 0 h 313"/>
              <a:gd name="T10" fmla="*/ 0 w 83"/>
              <a:gd name="T11" fmla="*/ 0 h 313"/>
              <a:gd name="T12" fmla="*/ 0 60000 65536"/>
              <a:gd name="T13" fmla="*/ 0 60000 65536"/>
              <a:gd name="T14" fmla="*/ 0 60000 65536"/>
              <a:gd name="T15" fmla="*/ 0 60000 65536"/>
              <a:gd name="T16" fmla="*/ 0 60000 65536"/>
              <a:gd name="T17" fmla="*/ 0 60000 65536"/>
              <a:gd name="T18" fmla="*/ 0 w 83"/>
              <a:gd name="T19" fmla="*/ 0 h 313"/>
              <a:gd name="T20" fmla="*/ 83 w 83"/>
              <a:gd name="T21" fmla="*/ 313 h 313"/>
            </a:gdLst>
            <a:ahLst/>
            <a:cxnLst>
              <a:cxn ang="T12">
                <a:pos x="T0" y="T1"/>
              </a:cxn>
              <a:cxn ang="T13">
                <a:pos x="T2" y="T3"/>
              </a:cxn>
              <a:cxn ang="T14">
                <a:pos x="T4" y="T5"/>
              </a:cxn>
              <a:cxn ang="T15">
                <a:pos x="T6" y="T7"/>
              </a:cxn>
              <a:cxn ang="T16">
                <a:pos x="T8" y="T9"/>
              </a:cxn>
              <a:cxn ang="T17">
                <a:pos x="T10" y="T11"/>
              </a:cxn>
            </a:cxnLst>
            <a:rect l="T18" t="T19" r="T20" b="T21"/>
            <a:pathLst>
              <a:path w="83" h="313">
                <a:moveTo>
                  <a:pt x="83" y="274"/>
                </a:moveTo>
                <a:lnTo>
                  <a:pt x="83" y="313"/>
                </a:lnTo>
                <a:lnTo>
                  <a:pt x="0" y="313"/>
                </a:lnTo>
                <a:moveTo>
                  <a:pt x="83" y="39"/>
                </a:moveTo>
                <a:lnTo>
                  <a:pt x="83" y="0"/>
                </a:lnTo>
                <a:lnTo>
                  <a:pt x="0" y="0"/>
                </a:lnTo>
              </a:path>
            </a:pathLst>
          </a:custGeom>
          <a:noFill/>
          <a:ln w="15875"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216" name="Freeform 67"/>
          <p:cNvSpPr>
            <a:spLocks/>
          </p:cNvSpPr>
          <p:nvPr/>
        </p:nvSpPr>
        <p:spPr bwMode="auto">
          <a:xfrm rot="16200000">
            <a:off x="6168061" y="5172660"/>
            <a:ext cx="448483" cy="373063"/>
          </a:xfrm>
          <a:custGeom>
            <a:avLst/>
            <a:gdLst>
              <a:gd name="T0" fmla="*/ 122 w 474"/>
              <a:gd name="T1" fmla="*/ 152 h 363"/>
              <a:gd name="T2" fmla="*/ 0 w 474"/>
              <a:gd name="T3" fmla="*/ 152 h 363"/>
              <a:gd name="T4" fmla="*/ 0 w 474"/>
              <a:gd name="T5" fmla="*/ 0 h 363"/>
              <a:gd name="T6" fmla="*/ 122 w 474"/>
              <a:gd name="T7" fmla="*/ 0 h 363"/>
              <a:gd name="T8" fmla="*/ 198 w 474"/>
              <a:gd name="T9" fmla="*/ 76 h 363"/>
              <a:gd name="T10" fmla="*/ 122 w 474"/>
              <a:gd name="T11" fmla="*/ 152 h 363"/>
              <a:gd name="T12" fmla="*/ 122 w 474"/>
              <a:gd name="T13" fmla="*/ 152 h 363"/>
              <a:gd name="T14" fmla="*/ 0 60000 65536"/>
              <a:gd name="T15" fmla="*/ 0 60000 65536"/>
              <a:gd name="T16" fmla="*/ 0 60000 65536"/>
              <a:gd name="T17" fmla="*/ 0 60000 65536"/>
              <a:gd name="T18" fmla="*/ 0 60000 65536"/>
              <a:gd name="T19" fmla="*/ 0 60000 65536"/>
              <a:gd name="T20" fmla="*/ 0 60000 65536"/>
              <a:gd name="T21" fmla="*/ 0 w 474"/>
              <a:gd name="T22" fmla="*/ 0 h 363"/>
              <a:gd name="T23" fmla="*/ 474 w 474"/>
              <a:gd name="T24" fmla="*/ 363 h 3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4" h="363">
                <a:moveTo>
                  <a:pt x="292" y="363"/>
                </a:moveTo>
                <a:lnTo>
                  <a:pt x="0" y="363"/>
                </a:lnTo>
                <a:lnTo>
                  <a:pt x="0" y="0"/>
                </a:lnTo>
                <a:lnTo>
                  <a:pt x="292" y="0"/>
                </a:lnTo>
                <a:cubicBezTo>
                  <a:pt x="392" y="0"/>
                  <a:pt x="474" y="81"/>
                  <a:pt x="474" y="181"/>
                </a:cubicBezTo>
                <a:cubicBezTo>
                  <a:pt x="474" y="282"/>
                  <a:pt x="392" y="363"/>
                  <a:pt x="292" y="363"/>
                </a:cubicBezTo>
                <a:cubicBezTo>
                  <a:pt x="292" y="363"/>
                  <a:pt x="292" y="363"/>
                  <a:pt x="292" y="363"/>
                </a:cubicBezTo>
                <a:close/>
              </a:path>
            </a:pathLst>
          </a:custGeom>
          <a:solidFill>
            <a:srgbClr val="FFFFFF"/>
          </a:solidFill>
          <a:ln w="15875">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218" name="Freeform 69"/>
          <p:cNvSpPr>
            <a:spLocks/>
          </p:cNvSpPr>
          <p:nvPr/>
        </p:nvSpPr>
        <p:spPr bwMode="auto">
          <a:xfrm rot="16200000">
            <a:off x="2835562" y="2378568"/>
            <a:ext cx="2532607" cy="4570413"/>
          </a:xfrm>
          <a:custGeom>
            <a:avLst/>
            <a:gdLst>
              <a:gd name="T0" fmla="*/ 1728 w 1728"/>
              <a:gd name="T1" fmla="*/ 0 h 2879"/>
              <a:gd name="T2" fmla="*/ 1728 w 1728"/>
              <a:gd name="T3" fmla="*/ 661 h 2879"/>
              <a:gd name="T4" fmla="*/ 0 w 1728"/>
              <a:gd name="T5" fmla="*/ 661 h 2879"/>
              <a:gd name="T6" fmla="*/ 0 w 1728"/>
              <a:gd name="T7" fmla="*/ 2879 h 2879"/>
              <a:gd name="T8" fmla="*/ 235 w 1728"/>
              <a:gd name="T9" fmla="*/ 2879 h 2879"/>
              <a:gd name="T10" fmla="*/ 0 60000 65536"/>
              <a:gd name="T11" fmla="*/ 0 60000 65536"/>
              <a:gd name="T12" fmla="*/ 0 60000 65536"/>
              <a:gd name="T13" fmla="*/ 0 60000 65536"/>
              <a:gd name="T14" fmla="*/ 0 60000 65536"/>
              <a:gd name="T15" fmla="*/ 0 w 1728"/>
              <a:gd name="T16" fmla="*/ 0 h 2879"/>
              <a:gd name="T17" fmla="*/ 1728 w 1728"/>
              <a:gd name="T18" fmla="*/ 2879 h 2879"/>
              <a:gd name="connsiteX0" fmla="*/ 10000 w 10000"/>
              <a:gd name="connsiteY0" fmla="*/ 0 h 10000"/>
              <a:gd name="connsiteX1" fmla="*/ 10000 w 10000"/>
              <a:gd name="connsiteY1" fmla="*/ 2296 h 10000"/>
              <a:gd name="connsiteX2" fmla="*/ 0 w 10000"/>
              <a:gd name="connsiteY2" fmla="*/ 2296 h 10000"/>
              <a:gd name="connsiteX3" fmla="*/ 0 w 10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10000" h="10000">
                <a:moveTo>
                  <a:pt x="10000" y="0"/>
                </a:moveTo>
                <a:lnTo>
                  <a:pt x="10000" y="2296"/>
                </a:lnTo>
                <a:lnTo>
                  <a:pt x="0" y="2296"/>
                </a:lnTo>
                <a:lnTo>
                  <a:pt x="0" y="10000"/>
                </a:lnTo>
              </a:path>
            </a:pathLst>
          </a:custGeom>
          <a:noFill/>
          <a:ln w="15875"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219" name="Freeform 70"/>
          <p:cNvSpPr>
            <a:spLocks/>
          </p:cNvSpPr>
          <p:nvPr/>
        </p:nvSpPr>
        <p:spPr bwMode="auto">
          <a:xfrm rot="16200000">
            <a:off x="1767560" y="3344228"/>
            <a:ext cx="98197" cy="107950"/>
          </a:xfrm>
          <a:custGeom>
            <a:avLst/>
            <a:gdLst>
              <a:gd name="T0" fmla="*/ 22 w 104"/>
              <a:gd name="T1" fmla="*/ 44 h 104"/>
              <a:gd name="T2" fmla="*/ 43 w 104"/>
              <a:gd name="T3" fmla="*/ 22 h 104"/>
              <a:gd name="T4" fmla="*/ 22 w 104"/>
              <a:gd name="T5" fmla="*/ 0 h 104"/>
              <a:gd name="T6" fmla="*/ 22 w 104"/>
              <a:gd name="T7" fmla="*/ 0 h 104"/>
              <a:gd name="T8" fmla="*/ 0 w 104"/>
              <a:gd name="T9" fmla="*/ 22 h 104"/>
              <a:gd name="T10" fmla="*/ 22 w 104"/>
              <a:gd name="T11" fmla="*/ 44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52" y="104"/>
                </a:moveTo>
                <a:cubicBezTo>
                  <a:pt x="81" y="104"/>
                  <a:pt x="104" y="81"/>
                  <a:pt x="104" y="52"/>
                </a:cubicBezTo>
                <a:cubicBezTo>
                  <a:pt x="104" y="24"/>
                  <a:pt x="81" y="0"/>
                  <a:pt x="52" y="0"/>
                </a:cubicBezTo>
                <a:cubicBezTo>
                  <a:pt x="52" y="0"/>
                  <a:pt x="52" y="0"/>
                  <a:pt x="52" y="0"/>
                </a:cubicBezTo>
                <a:cubicBezTo>
                  <a:pt x="23" y="0"/>
                  <a:pt x="0" y="24"/>
                  <a:pt x="0" y="52"/>
                </a:cubicBezTo>
                <a:cubicBezTo>
                  <a:pt x="0" y="81"/>
                  <a:pt x="23" y="104"/>
                  <a:pt x="52" y="104"/>
                </a:cubicBezTo>
              </a:path>
            </a:pathLst>
          </a:custGeom>
          <a:solidFill>
            <a:srgbClr val="000000"/>
          </a:solidFill>
          <a:ln w="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220" name="Line 71"/>
          <p:cNvSpPr>
            <a:spLocks noChangeShapeType="1"/>
          </p:cNvSpPr>
          <p:nvPr/>
        </p:nvSpPr>
        <p:spPr bwMode="auto">
          <a:xfrm rot="16200000" flipH="1">
            <a:off x="4761450" y="5814600"/>
            <a:ext cx="269065" cy="0"/>
          </a:xfrm>
          <a:prstGeom prst="line">
            <a:avLst/>
          </a:prstGeom>
          <a:noFill/>
          <a:ln w="1587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221" name="Freeform 72"/>
          <p:cNvSpPr>
            <a:spLocks/>
          </p:cNvSpPr>
          <p:nvPr/>
        </p:nvSpPr>
        <p:spPr bwMode="auto">
          <a:xfrm rot="16200000">
            <a:off x="4844503" y="5896682"/>
            <a:ext cx="98197" cy="106363"/>
          </a:xfrm>
          <a:custGeom>
            <a:avLst/>
            <a:gdLst>
              <a:gd name="T0" fmla="*/ 43 w 104"/>
              <a:gd name="T1" fmla="*/ 22 h 104"/>
              <a:gd name="T2" fmla="*/ 22 w 104"/>
              <a:gd name="T3" fmla="*/ 0 h 104"/>
              <a:gd name="T4" fmla="*/ 0 w 104"/>
              <a:gd name="T5" fmla="*/ 22 h 104"/>
              <a:gd name="T6" fmla="*/ 0 w 104"/>
              <a:gd name="T7" fmla="*/ 22 h 104"/>
              <a:gd name="T8" fmla="*/ 22 w 104"/>
              <a:gd name="T9" fmla="*/ 43 h 104"/>
              <a:gd name="T10" fmla="*/ 43 w 104"/>
              <a:gd name="T11" fmla="*/ 22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104" y="52"/>
                </a:moveTo>
                <a:cubicBezTo>
                  <a:pt x="104" y="23"/>
                  <a:pt x="81" y="0"/>
                  <a:pt x="52" y="0"/>
                </a:cubicBezTo>
                <a:cubicBezTo>
                  <a:pt x="23" y="0"/>
                  <a:pt x="0" y="23"/>
                  <a:pt x="0" y="52"/>
                </a:cubicBezTo>
                <a:cubicBezTo>
                  <a:pt x="0" y="52"/>
                  <a:pt x="0" y="52"/>
                  <a:pt x="0" y="52"/>
                </a:cubicBezTo>
                <a:cubicBezTo>
                  <a:pt x="0" y="80"/>
                  <a:pt x="23" y="104"/>
                  <a:pt x="52" y="104"/>
                </a:cubicBezTo>
                <a:cubicBezTo>
                  <a:pt x="81" y="104"/>
                  <a:pt x="104" y="80"/>
                  <a:pt x="104" y="52"/>
                </a:cubicBezTo>
              </a:path>
            </a:pathLst>
          </a:custGeom>
          <a:solidFill>
            <a:srgbClr val="000000"/>
          </a:solidFill>
          <a:ln w="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222" name="Line 73"/>
          <p:cNvSpPr>
            <a:spLocks noChangeShapeType="1"/>
          </p:cNvSpPr>
          <p:nvPr/>
        </p:nvSpPr>
        <p:spPr bwMode="auto">
          <a:xfrm rot="16200000" flipH="1">
            <a:off x="3187290" y="5825285"/>
            <a:ext cx="247694" cy="0"/>
          </a:xfrm>
          <a:prstGeom prst="line">
            <a:avLst/>
          </a:prstGeom>
          <a:noFill/>
          <a:ln w="1587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223" name="Freeform 74"/>
          <p:cNvSpPr>
            <a:spLocks/>
          </p:cNvSpPr>
          <p:nvPr/>
        </p:nvSpPr>
        <p:spPr bwMode="auto">
          <a:xfrm rot="16200000">
            <a:off x="3261244" y="5877634"/>
            <a:ext cx="98197" cy="106363"/>
          </a:xfrm>
          <a:custGeom>
            <a:avLst/>
            <a:gdLst>
              <a:gd name="T0" fmla="*/ 43 w 104"/>
              <a:gd name="T1" fmla="*/ 22 h 104"/>
              <a:gd name="T2" fmla="*/ 22 w 104"/>
              <a:gd name="T3" fmla="*/ 0 h 104"/>
              <a:gd name="T4" fmla="*/ 0 w 104"/>
              <a:gd name="T5" fmla="*/ 22 h 104"/>
              <a:gd name="T6" fmla="*/ 0 w 104"/>
              <a:gd name="T7" fmla="*/ 22 h 104"/>
              <a:gd name="T8" fmla="*/ 22 w 104"/>
              <a:gd name="T9" fmla="*/ 43 h 104"/>
              <a:gd name="T10" fmla="*/ 43 w 104"/>
              <a:gd name="T11" fmla="*/ 22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104" y="52"/>
                </a:moveTo>
                <a:cubicBezTo>
                  <a:pt x="104" y="23"/>
                  <a:pt x="81" y="0"/>
                  <a:pt x="52" y="0"/>
                </a:cubicBezTo>
                <a:cubicBezTo>
                  <a:pt x="23" y="0"/>
                  <a:pt x="0" y="23"/>
                  <a:pt x="0" y="52"/>
                </a:cubicBezTo>
                <a:cubicBezTo>
                  <a:pt x="0" y="52"/>
                  <a:pt x="0" y="52"/>
                  <a:pt x="0" y="52"/>
                </a:cubicBezTo>
                <a:cubicBezTo>
                  <a:pt x="0" y="81"/>
                  <a:pt x="23" y="104"/>
                  <a:pt x="52" y="104"/>
                </a:cubicBezTo>
                <a:cubicBezTo>
                  <a:pt x="81" y="104"/>
                  <a:pt x="104" y="81"/>
                  <a:pt x="104" y="52"/>
                </a:cubicBezTo>
              </a:path>
            </a:pathLst>
          </a:custGeom>
          <a:solidFill>
            <a:srgbClr val="000000"/>
          </a:solidFill>
          <a:ln w="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224" name="Freeform 75"/>
          <p:cNvSpPr>
            <a:spLocks/>
          </p:cNvSpPr>
          <p:nvPr/>
        </p:nvSpPr>
        <p:spPr bwMode="auto">
          <a:xfrm rot="16200000">
            <a:off x="3575291" y="3122294"/>
            <a:ext cx="2359663" cy="2892425"/>
          </a:xfrm>
          <a:custGeom>
            <a:avLst/>
            <a:gdLst>
              <a:gd name="T0" fmla="*/ 1610 w 1610"/>
              <a:gd name="T1" fmla="*/ 0 h 1822"/>
              <a:gd name="T2" fmla="*/ 1610 w 1610"/>
              <a:gd name="T3" fmla="*/ 671 h 1822"/>
              <a:gd name="T4" fmla="*/ 0 w 1610"/>
              <a:gd name="T5" fmla="*/ 671 h 1822"/>
              <a:gd name="T6" fmla="*/ 0 w 1610"/>
              <a:gd name="T7" fmla="*/ 1822 h 1822"/>
              <a:gd name="T8" fmla="*/ 98 w 1610"/>
              <a:gd name="T9" fmla="*/ 1822 h 1822"/>
              <a:gd name="T10" fmla="*/ 0 60000 65536"/>
              <a:gd name="T11" fmla="*/ 0 60000 65536"/>
              <a:gd name="T12" fmla="*/ 0 60000 65536"/>
              <a:gd name="T13" fmla="*/ 0 60000 65536"/>
              <a:gd name="T14" fmla="*/ 0 60000 65536"/>
              <a:gd name="T15" fmla="*/ 0 w 1610"/>
              <a:gd name="T16" fmla="*/ 0 h 1822"/>
              <a:gd name="T17" fmla="*/ 1610 w 1610"/>
              <a:gd name="T18" fmla="*/ 1822 h 1822"/>
              <a:gd name="connsiteX0" fmla="*/ 10000 w 10000"/>
              <a:gd name="connsiteY0" fmla="*/ 0 h 10000"/>
              <a:gd name="connsiteX1" fmla="*/ 10000 w 10000"/>
              <a:gd name="connsiteY1" fmla="*/ 3683 h 10000"/>
              <a:gd name="connsiteX2" fmla="*/ 0 w 10000"/>
              <a:gd name="connsiteY2" fmla="*/ 3683 h 10000"/>
              <a:gd name="connsiteX3" fmla="*/ 0 w 10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10000" h="10000">
                <a:moveTo>
                  <a:pt x="10000" y="0"/>
                </a:moveTo>
                <a:lnTo>
                  <a:pt x="10000" y="3683"/>
                </a:lnTo>
                <a:lnTo>
                  <a:pt x="0" y="3683"/>
                </a:lnTo>
                <a:lnTo>
                  <a:pt x="0" y="10000"/>
                </a:lnTo>
              </a:path>
            </a:pathLst>
          </a:custGeom>
          <a:noFill/>
          <a:ln w="15875"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225" name="Freeform 76"/>
          <p:cNvSpPr>
            <a:spLocks/>
          </p:cNvSpPr>
          <p:nvPr/>
        </p:nvSpPr>
        <p:spPr bwMode="auto">
          <a:xfrm rot="16200000">
            <a:off x="3259872" y="3335494"/>
            <a:ext cx="99663" cy="106363"/>
          </a:xfrm>
          <a:custGeom>
            <a:avLst/>
            <a:gdLst>
              <a:gd name="T0" fmla="*/ 22 w 104"/>
              <a:gd name="T1" fmla="*/ 43 h 104"/>
              <a:gd name="T2" fmla="*/ 44 w 104"/>
              <a:gd name="T3" fmla="*/ 22 h 104"/>
              <a:gd name="T4" fmla="*/ 22 w 104"/>
              <a:gd name="T5" fmla="*/ 0 h 104"/>
              <a:gd name="T6" fmla="*/ 22 w 104"/>
              <a:gd name="T7" fmla="*/ 0 h 104"/>
              <a:gd name="T8" fmla="*/ 0 w 104"/>
              <a:gd name="T9" fmla="*/ 22 h 104"/>
              <a:gd name="T10" fmla="*/ 22 w 104"/>
              <a:gd name="T11" fmla="*/ 43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52" y="104"/>
                </a:moveTo>
                <a:cubicBezTo>
                  <a:pt x="81" y="104"/>
                  <a:pt x="104" y="81"/>
                  <a:pt x="104" y="52"/>
                </a:cubicBezTo>
                <a:cubicBezTo>
                  <a:pt x="104" y="23"/>
                  <a:pt x="81" y="0"/>
                  <a:pt x="52" y="0"/>
                </a:cubicBezTo>
                <a:cubicBezTo>
                  <a:pt x="52" y="0"/>
                  <a:pt x="52" y="0"/>
                  <a:pt x="52" y="0"/>
                </a:cubicBezTo>
                <a:cubicBezTo>
                  <a:pt x="24" y="0"/>
                  <a:pt x="0" y="23"/>
                  <a:pt x="0" y="52"/>
                </a:cubicBezTo>
                <a:cubicBezTo>
                  <a:pt x="0" y="81"/>
                  <a:pt x="24" y="104"/>
                  <a:pt x="52" y="104"/>
                </a:cubicBezTo>
              </a:path>
            </a:pathLst>
          </a:custGeom>
          <a:solidFill>
            <a:srgbClr val="000000"/>
          </a:solidFill>
          <a:ln w="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226" name="Freeform 77"/>
          <p:cNvSpPr>
            <a:spLocks/>
          </p:cNvSpPr>
          <p:nvPr/>
        </p:nvSpPr>
        <p:spPr bwMode="auto">
          <a:xfrm rot="16200000">
            <a:off x="4305206" y="3888596"/>
            <a:ext cx="2238095" cy="1243013"/>
          </a:xfrm>
          <a:custGeom>
            <a:avLst/>
            <a:gdLst>
              <a:gd name="T0" fmla="*/ 1512 w 1512"/>
              <a:gd name="T1" fmla="*/ 0 h 783"/>
              <a:gd name="T2" fmla="*/ 1512 w 1512"/>
              <a:gd name="T3" fmla="*/ 645 h 783"/>
              <a:gd name="T4" fmla="*/ 0 w 1512"/>
              <a:gd name="T5" fmla="*/ 645 h 783"/>
              <a:gd name="T6" fmla="*/ 0 w 1512"/>
              <a:gd name="T7" fmla="*/ 783 h 783"/>
              <a:gd name="T8" fmla="*/ 0 60000 65536"/>
              <a:gd name="T9" fmla="*/ 0 60000 65536"/>
              <a:gd name="T10" fmla="*/ 0 60000 65536"/>
              <a:gd name="T11" fmla="*/ 0 60000 65536"/>
              <a:gd name="T12" fmla="*/ 0 w 1512"/>
              <a:gd name="T13" fmla="*/ 0 h 783"/>
              <a:gd name="T14" fmla="*/ 1512 w 1512"/>
              <a:gd name="T15" fmla="*/ 783 h 783"/>
            </a:gdLst>
            <a:ahLst/>
            <a:cxnLst>
              <a:cxn ang="T8">
                <a:pos x="T0" y="T1"/>
              </a:cxn>
              <a:cxn ang="T9">
                <a:pos x="T2" y="T3"/>
              </a:cxn>
              <a:cxn ang="T10">
                <a:pos x="T4" y="T5"/>
              </a:cxn>
              <a:cxn ang="T11">
                <a:pos x="T6" y="T7"/>
              </a:cxn>
            </a:cxnLst>
            <a:rect l="T12" t="T13" r="T14" b="T15"/>
            <a:pathLst>
              <a:path w="1512" h="783">
                <a:moveTo>
                  <a:pt x="1512" y="0"/>
                </a:moveTo>
                <a:lnTo>
                  <a:pt x="1512" y="645"/>
                </a:lnTo>
                <a:lnTo>
                  <a:pt x="0" y="645"/>
                </a:lnTo>
                <a:lnTo>
                  <a:pt x="0" y="783"/>
                </a:lnTo>
              </a:path>
            </a:pathLst>
          </a:custGeom>
          <a:noFill/>
          <a:ln w="15875"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227" name="Freeform 78"/>
          <p:cNvSpPr>
            <a:spLocks/>
          </p:cNvSpPr>
          <p:nvPr/>
        </p:nvSpPr>
        <p:spPr bwMode="auto">
          <a:xfrm rot="16200000">
            <a:off x="4752122" y="3335494"/>
            <a:ext cx="99663" cy="106363"/>
          </a:xfrm>
          <a:custGeom>
            <a:avLst/>
            <a:gdLst>
              <a:gd name="T0" fmla="*/ 22 w 104"/>
              <a:gd name="T1" fmla="*/ 43 h 104"/>
              <a:gd name="T2" fmla="*/ 44 w 104"/>
              <a:gd name="T3" fmla="*/ 22 h 104"/>
              <a:gd name="T4" fmla="*/ 22 w 104"/>
              <a:gd name="T5" fmla="*/ 0 h 104"/>
              <a:gd name="T6" fmla="*/ 22 w 104"/>
              <a:gd name="T7" fmla="*/ 0 h 104"/>
              <a:gd name="T8" fmla="*/ 0 w 104"/>
              <a:gd name="T9" fmla="*/ 22 h 104"/>
              <a:gd name="T10" fmla="*/ 22 w 104"/>
              <a:gd name="T11" fmla="*/ 43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52" y="104"/>
                </a:moveTo>
                <a:cubicBezTo>
                  <a:pt x="81" y="104"/>
                  <a:pt x="104" y="80"/>
                  <a:pt x="104" y="52"/>
                </a:cubicBezTo>
                <a:cubicBezTo>
                  <a:pt x="104" y="23"/>
                  <a:pt x="81" y="0"/>
                  <a:pt x="52" y="0"/>
                </a:cubicBezTo>
                <a:cubicBezTo>
                  <a:pt x="52" y="0"/>
                  <a:pt x="52" y="0"/>
                  <a:pt x="52" y="0"/>
                </a:cubicBezTo>
                <a:cubicBezTo>
                  <a:pt x="24" y="0"/>
                  <a:pt x="0" y="23"/>
                  <a:pt x="0" y="52"/>
                </a:cubicBezTo>
                <a:cubicBezTo>
                  <a:pt x="0" y="80"/>
                  <a:pt x="24" y="104"/>
                  <a:pt x="52" y="104"/>
                </a:cubicBezTo>
              </a:path>
            </a:pathLst>
          </a:custGeom>
          <a:solidFill>
            <a:srgbClr val="000000"/>
          </a:solidFill>
          <a:ln w="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228" name="Line 79"/>
          <p:cNvSpPr>
            <a:spLocks noChangeShapeType="1"/>
          </p:cNvSpPr>
          <p:nvPr/>
        </p:nvSpPr>
        <p:spPr bwMode="auto">
          <a:xfrm rot="16200000" flipH="1">
            <a:off x="4825632" y="5152787"/>
            <a:ext cx="146563" cy="1588"/>
          </a:xfrm>
          <a:prstGeom prst="line">
            <a:avLst/>
          </a:prstGeom>
          <a:noFill/>
          <a:ln w="1587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229" name="Freeform 80"/>
          <p:cNvSpPr>
            <a:spLocks/>
          </p:cNvSpPr>
          <p:nvPr/>
        </p:nvSpPr>
        <p:spPr bwMode="auto">
          <a:xfrm rot="16200000">
            <a:off x="4750107" y="5698090"/>
            <a:ext cx="99663" cy="106363"/>
          </a:xfrm>
          <a:custGeom>
            <a:avLst/>
            <a:gdLst>
              <a:gd name="T0" fmla="*/ 44 w 104"/>
              <a:gd name="T1" fmla="*/ 22 h 104"/>
              <a:gd name="T2" fmla="*/ 22 w 104"/>
              <a:gd name="T3" fmla="*/ 0 h 104"/>
              <a:gd name="T4" fmla="*/ 0 w 104"/>
              <a:gd name="T5" fmla="*/ 22 h 104"/>
              <a:gd name="T6" fmla="*/ 0 w 104"/>
              <a:gd name="T7" fmla="*/ 22 h 104"/>
              <a:gd name="T8" fmla="*/ 22 w 104"/>
              <a:gd name="T9" fmla="*/ 43 h 104"/>
              <a:gd name="T10" fmla="*/ 44 w 104"/>
              <a:gd name="T11" fmla="*/ 22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104" y="52"/>
                </a:moveTo>
                <a:cubicBezTo>
                  <a:pt x="104" y="23"/>
                  <a:pt x="81" y="0"/>
                  <a:pt x="52" y="0"/>
                </a:cubicBezTo>
                <a:cubicBezTo>
                  <a:pt x="24" y="0"/>
                  <a:pt x="0" y="23"/>
                  <a:pt x="0" y="52"/>
                </a:cubicBezTo>
                <a:cubicBezTo>
                  <a:pt x="0" y="52"/>
                  <a:pt x="0" y="52"/>
                  <a:pt x="0" y="52"/>
                </a:cubicBezTo>
                <a:cubicBezTo>
                  <a:pt x="0" y="81"/>
                  <a:pt x="24" y="104"/>
                  <a:pt x="52" y="104"/>
                </a:cubicBezTo>
                <a:cubicBezTo>
                  <a:pt x="81" y="104"/>
                  <a:pt x="104" y="81"/>
                  <a:pt x="104" y="52"/>
                </a:cubicBezTo>
              </a:path>
            </a:pathLst>
          </a:custGeom>
          <a:solidFill>
            <a:srgbClr val="000000"/>
          </a:solidFill>
          <a:ln w="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230" name="Freeform 81"/>
          <p:cNvSpPr>
            <a:spLocks/>
          </p:cNvSpPr>
          <p:nvPr/>
        </p:nvSpPr>
        <p:spPr bwMode="auto">
          <a:xfrm rot="16200000" flipH="1">
            <a:off x="4249895" y="3834104"/>
            <a:ext cx="45719" cy="4735978"/>
          </a:xfrm>
          <a:custGeom>
            <a:avLst/>
            <a:gdLst>
              <a:gd name="T0" fmla="*/ 392 w 392"/>
              <a:gd name="T1" fmla="*/ 2977 h 2977"/>
              <a:gd name="T2" fmla="*/ 0 w 392"/>
              <a:gd name="T3" fmla="*/ 2977 h 2977"/>
              <a:gd name="T4" fmla="*/ 0 w 392"/>
              <a:gd name="T5" fmla="*/ 0 h 2977"/>
              <a:gd name="T6" fmla="*/ 0 60000 65536"/>
              <a:gd name="T7" fmla="*/ 0 60000 65536"/>
              <a:gd name="T8" fmla="*/ 0 60000 65536"/>
              <a:gd name="T9" fmla="*/ 0 w 392"/>
              <a:gd name="T10" fmla="*/ 0 h 2977"/>
              <a:gd name="T11" fmla="*/ 392 w 392"/>
              <a:gd name="T12" fmla="*/ 2977 h 2977"/>
              <a:gd name="connsiteX0" fmla="*/ 0 w 0"/>
              <a:gd name="connsiteY0" fmla="*/ 10000 h 10000"/>
              <a:gd name="connsiteX1" fmla="*/ 0 w 0"/>
              <a:gd name="connsiteY1" fmla="*/ 0 h 10000"/>
            </a:gdLst>
            <a:ahLst/>
            <a:cxnLst>
              <a:cxn ang="0">
                <a:pos x="connsiteX0" y="connsiteY0"/>
              </a:cxn>
              <a:cxn ang="0">
                <a:pos x="connsiteX1" y="connsiteY1"/>
              </a:cxn>
            </a:cxnLst>
            <a:rect l="l" t="t" r="r" b="b"/>
            <a:pathLst>
              <a:path h="10000">
                <a:moveTo>
                  <a:pt x="0" y="10000"/>
                </a:moveTo>
                <a:lnTo>
                  <a:pt x="0" y="0"/>
                </a:lnTo>
              </a:path>
            </a:pathLst>
          </a:custGeom>
          <a:noFill/>
          <a:ln w="15875"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231" name="Freeform 82"/>
          <p:cNvSpPr>
            <a:spLocks/>
          </p:cNvSpPr>
          <p:nvPr/>
        </p:nvSpPr>
        <p:spPr bwMode="auto">
          <a:xfrm rot="16200000">
            <a:off x="1855666" y="6125991"/>
            <a:ext cx="98197" cy="107950"/>
          </a:xfrm>
          <a:custGeom>
            <a:avLst/>
            <a:gdLst>
              <a:gd name="T0" fmla="*/ 22 w 104"/>
              <a:gd name="T1" fmla="*/ 44 h 104"/>
              <a:gd name="T2" fmla="*/ 43 w 104"/>
              <a:gd name="T3" fmla="*/ 22 h 104"/>
              <a:gd name="T4" fmla="*/ 22 w 104"/>
              <a:gd name="T5" fmla="*/ 0 h 104"/>
              <a:gd name="T6" fmla="*/ 22 w 104"/>
              <a:gd name="T7" fmla="*/ 0 h 104"/>
              <a:gd name="T8" fmla="*/ 0 w 104"/>
              <a:gd name="T9" fmla="*/ 22 h 104"/>
              <a:gd name="T10" fmla="*/ 22 w 104"/>
              <a:gd name="T11" fmla="*/ 44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52" y="104"/>
                </a:moveTo>
                <a:cubicBezTo>
                  <a:pt x="81" y="104"/>
                  <a:pt x="104" y="81"/>
                  <a:pt x="104" y="52"/>
                </a:cubicBezTo>
                <a:cubicBezTo>
                  <a:pt x="104" y="24"/>
                  <a:pt x="81" y="0"/>
                  <a:pt x="52" y="0"/>
                </a:cubicBezTo>
                <a:cubicBezTo>
                  <a:pt x="52" y="0"/>
                  <a:pt x="52" y="0"/>
                  <a:pt x="52" y="0"/>
                </a:cubicBezTo>
                <a:cubicBezTo>
                  <a:pt x="23" y="0"/>
                  <a:pt x="0" y="24"/>
                  <a:pt x="0" y="52"/>
                </a:cubicBezTo>
                <a:cubicBezTo>
                  <a:pt x="0" y="81"/>
                  <a:pt x="23" y="104"/>
                  <a:pt x="52" y="104"/>
                </a:cubicBezTo>
              </a:path>
            </a:pathLst>
          </a:custGeom>
          <a:solidFill>
            <a:srgbClr val="000000"/>
          </a:solidFill>
          <a:ln w="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232" name="Line 83"/>
          <p:cNvSpPr>
            <a:spLocks noChangeShapeType="1"/>
          </p:cNvSpPr>
          <p:nvPr/>
        </p:nvSpPr>
        <p:spPr bwMode="auto">
          <a:xfrm rot="16200000" flipH="1">
            <a:off x="3270076" y="5950851"/>
            <a:ext cx="456771" cy="0"/>
          </a:xfrm>
          <a:prstGeom prst="line">
            <a:avLst/>
          </a:prstGeom>
          <a:noFill/>
          <a:ln w="1587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233" name="Freeform 84"/>
          <p:cNvSpPr>
            <a:spLocks/>
          </p:cNvSpPr>
          <p:nvPr/>
        </p:nvSpPr>
        <p:spPr bwMode="auto">
          <a:xfrm rot="16200000">
            <a:off x="3447775" y="6125992"/>
            <a:ext cx="98197" cy="107950"/>
          </a:xfrm>
          <a:custGeom>
            <a:avLst/>
            <a:gdLst>
              <a:gd name="T0" fmla="*/ 43 w 104"/>
              <a:gd name="T1" fmla="*/ 22 h 104"/>
              <a:gd name="T2" fmla="*/ 22 w 104"/>
              <a:gd name="T3" fmla="*/ 0 h 104"/>
              <a:gd name="T4" fmla="*/ 0 w 104"/>
              <a:gd name="T5" fmla="*/ 22 h 104"/>
              <a:gd name="T6" fmla="*/ 0 w 104"/>
              <a:gd name="T7" fmla="*/ 22 h 104"/>
              <a:gd name="T8" fmla="*/ 22 w 104"/>
              <a:gd name="T9" fmla="*/ 44 h 104"/>
              <a:gd name="T10" fmla="*/ 43 w 104"/>
              <a:gd name="T11" fmla="*/ 22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104" y="52"/>
                </a:moveTo>
                <a:cubicBezTo>
                  <a:pt x="104" y="23"/>
                  <a:pt x="81" y="0"/>
                  <a:pt x="52" y="0"/>
                </a:cubicBezTo>
                <a:cubicBezTo>
                  <a:pt x="23" y="0"/>
                  <a:pt x="0" y="23"/>
                  <a:pt x="0" y="52"/>
                </a:cubicBezTo>
                <a:cubicBezTo>
                  <a:pt x="0" y="52"/>
                  <a:pt x="0" y="52"/>
                  <a:pt x="0" y="52"/>
                </a:cubicBezTo>
                <a:cubicBezTo>
                  <a:pt x="0" y="80"/>
                  <a:pt x="23" y="104"/>
                  <a:pt x="52" y="104"/>
                </a:cubicBezTo>
                <a:cubicBezTo>
                  <a:pt x="81" y="104"/>
                  <a:pt x="104" y="80"/>
                  <a:pt x="104" y="52"/>
                </a:cubicBezTo>
              </a:path>
            </a:pathLst>
          </a:custGeom>
          <a:solidFill>
            <a:srgbClr val="000000"/>
          </a:solidFill>
          <a:ln w="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234" name="Line 85"/>
          <p:cNvSpPr>
            <a:spLocks noChangeShapeType="1"/>
          </p:cNvSpPr>
          <p:nvPr/>
        </p:nvSpPr>
        <p:spPr bwMode="auto">
          <a:xfrm rot="16200000" flipH="1">
            <a:off x="4743256" y="5934435"/>
            <a:ext cx="489603" cy="0"/>
          </a:xfrm>
          <a:prstGeom prst="line">
            <a:avLst/>
          </a:prstGeom>
          <a:noFill/>
          <a:ln w="1587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6235" name="Freeform 86"/>
          <p:cNvSpPr>
            <a:spLocks/>
          </p:cNvSpPr>
          <p:nvPr/>
        </p:nvSpPr>
        <p:spPr bwMode="auto">
          <a:xfrm rot="16200000">
            <a:off x="4937371" y="6127580"/>
            <a:ext cx="98197" cy="104775"/>
          </a:xfrm>
          <a:custGeom>
            <a:avLst/>
            <a:gdLst>
              <a:gd name="T0" fmla="*/ 43 w 104"/>
              <a:gd name="T1" fmla="*/ 21 h 103"/>
              <a:gd name="T2" fmla="*/ 22 w 104"/>
              <a:gd name="T3" fmla="*/ 0 h 103"/>
              <a:gd name="T4" fmla="*/ 0 w 104"/>
              <a:gd name="T5" fmla="*/ 21 h 103"/>
              <a:gd name="T6" fmla="*/ 0 w 104"/>
              <a:gd name="T7" fmla="*/ 21 h 103"/>
              <a:gd name="T8" fmla="*/ 22 w 104"/>
              <a:gd name="T9" fmla="*/ 42 h 103"/>
              <a:gd name="T10" fmla="*/ 43 w 104"/>
              <a:gd name="T11" fmla="*/ 21 h 103"/>
              <a:gd name="T12" fmla="*/ 0 60000 65536"/>
              <a:gd name="T13" fmla="*/ 0 60000 65536"/>
              <a:gd name="T14" fmla="*/ 0 60000 65536"/>
              <a:gd name="T15" fmla="*/ 0 60000 65536"/>
              <a:gd name="T16" fmla="*/ 0 60000 65536"/>
              <a:gd name="T17" fmla="*/ 0 60000 65536"/>
              <a:gd name="T18" fmla="*/ 0 w 104"/>
              <a:gd name="T19" fmla="*/ 0 h 103"/>
              <a:gd name="T20" fmla="*/ 104 w 104"/>
              <a:gd name="T21" fmla="*/ 103 h 103"/>
            </a:gdLst>
            <a:ahLst/>
            <a:cxnLst>
              <a:cxn ang="T12">
                <a:pos x="T0" y="T1"/>
              </a:cxn>
              <a:cxn ang="T13">
                <a:pos x="T2" y="T3"/>
              </a:cxn>
              <a:cxn ang="T14">
                <a:pos x="T4" y="T5"/>
              </a:cxn>
              <a:cxn ang="T15">
                <a:pos x="T6" y="T7"/>
              </a:cxn>
              <a:cxn ang="T16">
                <a:pos x="T8" y="T9"/>
              </a:cxn>
              <a:cxn ang="T17">
                <a:pos x="T10" y="T11"/>
              </a:cxn>
            </a:cxnLst>
            <a:rect l="T18" t="T19" r="T20" b="T21"/>
            <a:pathLst>
              <a:path w="104" h="103">
                <a:moveTo>
                  <a:pt x="104" y="52"/>
                </a:moveTo>
                <a:cubicBezTo>
                  <a:pt x="104" y="23"/>
                  <a:pt x="81" y="0"/>
                  <a:pt x="52" y="0"/>
                </a:cubicBezTo>
                <a:cubicBezTo>
                  <a:pt x="23" y="0"/>
                  <a:pt x="0" y="23"/>
                  <a:pt x="0" y="52"/>
                </a:cubicBezTo>
                <a:cubicBezTo>
                  <a:pt x="0" y="52"/>
                  <a:pt x="0" y="52"/>
                  <a:pt x="0" y="52"/>
                </a:cubicBezTo>
                <a:cubicBezTo>
                  <a:pt x="0" y="80"/>
                  <a:pt x="23" y="103"/>
                  <a:pt x="52" y="103"/>
                </a:cubicBezTo>
                <a:cubicBezTo>
                  <a:pt x="81" y="103"/>
                  <a:pt x="104" y="80"/>
                  <a:pt x="104" y="52"/>
                </a:cubicBezTo>
              </a:path>
            </a:pathLst>
          </a:custGeom>
          <a:solidFill>
            <a:srgbClr val="000000"/>
          </a:solidFill>
          <a:ln w="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grpSp>
        <p:nvGrpSpPr>
          <p:cNvPr id="5" name="组合 4">
            <a:extLst>
              <a:ext uri="{FF2B5EF4-FFF2-40B4-BE49-F238E27FC236}">
                <a16:creationId xmlns:a16="http://schemas.microsoft.com/office/drawing/2014/main" id="{81DCF6FF-A6B9-3C44-B3FF-65B6F2AB23C7}"/>
              </a:ext>
            </a:extLst>
          </p:cNvPr>
          <p:cNvGrpSpPr/>
          <p:nvPr/>
        </p:nvGrpSpPr>
        <p:grpSpPr>
          <a:xfrm rot="5400000">
            <a:off x="1826023" y="3036482"/>
            <a:ext cx="360363" cy="271141"/>
            <a:chOff x="1373186" y="1604599"/>
            <a:chExt cx="360363" cy="271141"/>
          </a:xfrm>
        </p:grpSpPr>
        <p:sp>
          <p:nvSpPr>
            <p:cNvPr id="6236" name="Rectangle 87"/>
            <p:cNvSpPr>
              <a:spLocks noChangeArrowheads="1"/>
            </p:cNvSpPr>
            <p:nvPr/>
          </p:nvSpPr>
          <p:spPr bwMode="auto">
            <a:xfrm rot="16200000">
              <a:off x="1437525" y="1619404"/>
              <a:ext cx="191997" cy="32067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1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dirty="0">
                <a:ln>
                  <a:noFill/>
                </a:ln>
                <a:solidFill>
                  <a:srgbClr val="000000"/>
                </a:solidFill>
                <a:effectLst/>
                <a:uLnTx/>
                <a:uFillTx/>
                <a:latin typeface="Arial" charset="0"/>
                <a:ea typeface="宋体" pitchFamily="2" charset="-122"/>
                <a:cs typeface="+mn-cs"/>
              </a:endParaRPr>
            </a:p>
          </p:txBody>
        </p:sp>
        <p:sp>
          <p:nvSpPr>
            <p:cNvPr id="6237" name="Rectangle 88"/>
            <p:cNvSpPr>
              <a:spLocks noChangeArrowheads="1"/>
            </p:cNvSpPr>
            <p:nvPr/>
          </p:nvSpPr>
          <p:spPr bwMode="auto">
            <a:xfrm rot="16200000">
              <a:off x="1582485" y="1542938"/>
              <a:ext cx="89403" cy="21272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0</a:t>
              </a:r>
              <a:endParaRPr kumimoji="0" lang="en-US" altLang="zh-CN" sz="2800" b="0" i="0" u="none" strike="noStrike" kern="1200" cap="none" spc="0" normalizeH="0" baseline="0" noProof="0" dirty="0">
                <a:ln>
                  <a:noFill/>
                </a:ln>
                <a:solidFill>
                  <a:srgbClr val="000000"/>
                </a:solidFill>
                <a:effectLst/>
                <a:uLnTx/>
                <a:uFillTx/>
                <a:latin typeface="Arial" charset="0"/>
                <a:ea typeface="宋体" pitchFamily="2" charset="-122"/>
                <a:cs typeface="+mn-cs"/>
              </a:endParaRPr>
            </a:p>
          </p:txBody>
        </p:sp>
      </p:grpSp>
      <p:grpSp>
        <p:nvGrpSpPr>
          <p:cNvPr id="6" name="组合 5">
            <a:extLst>
              <a:ext uri="{FF2B5EF4-FFF2-40B4-BE49-F238E27FC236}">
                <a16:creationId xmlns:a16="http://schemas.microsoft.com/office/drawing/2014/main" id="{B8F28B44-9642-434D-9784-32B25B617046}"/>
              </a:ext>
            </a:extLst>
          </p:cNvPr>
          <p:cNvGrpSpPr/>
          <p:nvPr/>
        </p:nvGrpSpPr>
        <p:grpSpPr>
          <a:xfrm rot="5400000">
            <a:off x="3339383" y="3035777"/>
            <a:ext cx="358775" cy="274072"/>
            <a:chOff x="2803524" y="1604599"/>
            <a:chExt cx="358775" cy="274072"/>
          </a:xfrm>
        </p:grpSpPr>
        <p:sp>
          <p:nvSpPr>
            <p:cNvPr id="6238" name="Rectangle 89"/>
            <p:cNvSpPr>
              <a:spLocks noChangeArrowheads="1"/>
            </p:cNvSpPr>
            <p:nvPr/>
          </p:nvSpPr>
          <p:spPr bwMode="auto">
            <a:xfrm rot="16200000">
              <a:off x="2867863" y="1622335"/>
              <a:ext cx="191997" cy="32067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1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239" name="Rectangle 90"/>
            <p:cNvSpPr>
              <a:spLocks noChangeArrowheads="1"/>
            </p:cNvSpPr>
            <p:nvPr/>
          </p:nvSpPr>
          <p:spPr bwMode="auto">
            <a:xfrm rot="16200000">
              <a:off x="3011235" y="1542938"/>
              <a:ext cx="89403" cy="21272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1</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grpSp>
      <p:grpSp>
        <p:nvGrpSpPr>
          <p:cNvPr id="7" name="组合 6">
            <a:extLst>
              <a:ext uri="{FF2B5EF4-FFF2-40B4-BE49-F238E27FC236}">
                <a16:creationId xmlns:a16="http://schemas.microsoft.com/office/drawing/2014/main" id="{DC6AB41E-736A-8949-AFD4-08EE4BCE6911}"/>
              </a:ext>
            </a:extLst>
          </p:cNvPr>
          <p:cNvGrpSpPr/>
          <p:nvPr/>
        </p:nvGrpSpPr>
        <p:grpSpPr>
          <a:xfrm rot="5400000">
            <a:off x="4828748" y="3033201"/>
            <a:ext cx="360363" cy="271141"/>
            <a:chOff x="4298949" y="1638309"/>
            <a:chExt cx="360363" cy="271141"/>
          </a:xfrm>
        </p:grpSpPr>
        <p:sp>
          <p:nvSpPr>
            <p:cNvPr id="6240" name="Rectangle 91"/>
            <p:cNvSpPr>
              <a:spLocks noChangeArrowheads="1"/>
            </p:cNvSpPr>
            <p:nvPr/>
          </p:nvSpPr>
          <p:spPr bwMode="auto">
            <a:xfrm rot="16200000">
              <a:off x="4363288" y="1653114"/>
              <a:ext cx="191997" cy="32067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1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241" name="Rectangle 92"/>
            <p:cNvSpPr>
              <a:spLocks noChangeArrowheads="1"/>
            </p:cNvSpPr>
            <p:nvPr/>
          </p:nvSpPr>
          <p:spPr bwMode="auto">
            <a:xfrm rot="16200000">
              <a:off x="4508981" y="1575915"/>
              <a:ext cx="87938" cy="21272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2</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grpSp>
      <p:grpSp>
        <p:nvGrpSpPr>
          <p:cNvPr id="8" name="组合 7">
            <a:extLst>
              <a:ext uri="{FF2B5EF4-FFF2-40B4-BE49-F238E27FC236}">
                <a16:creationId xmlns:a16="http://schemas.microsoft.com/office/drawing/2014/main" id="{6F646480-22CD-954A-8DD3-94CC74922061}"/>
              </a:ext>
            </a:extLst>
          </p:cNvPr>
          <p:cNvGrpSpPr/>
          <p:nvPr/>
        </p:nvGrpSpPr>
        <p:grpSpPr>
          <a:xfrm rot="5400000">
            <a:off x="6289218" y="3062173"/>
            <a:ext cx="377825" cy="274072"/>
            <a:chOff x="5810250" y="1604599"/>
            <a:chExt cx="377825" cy="274072"/>
          </a:xfrm>
        </p:grpSpPr>
        <p:sp>
          <p:nvSpPr>
            <p:cNvPr id="6242" name="Rectangle 93"/>
            <p:cNvSpPr>
              <a:spLocks noChangeArrowheads="1"/>
            </p:cNvSpPr>
            <p:nvPr/>
          </p:nvSpPr>
          <p:spPr bwMode="auto">
            <a:xfrm rot="16200000">
              <a:off x="5874589" y="1622335"/>
              <a:ext cx="191997" cy="32067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1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6243" name="Rectangle 94"/>
            <p:cNvSpPr>
              <a:spLocks noChangeArrowheads="1"/>
            </p:cNvSpPr>
            <p:nvPr/>
          </p:nvSpPr>
          <p:spPr bwMode="auto">
            <a:xfrm rot="16200000">
              <a:off x="6037011" y="1542938"/>
              <a:ext cx="89403" cy="21272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3</a:t>
              </a:r>
              <a:endParaRPr kumimoji="0" lang="en-US" altLang="zh-CN" sz="2800" b="0" i="0" u="none" strike="noStrike" kern="1200" cap="none" spc="0" normalizeH="0" baseline="0" noProof="0" dirty="0">
                <a:ln>
                  <a:noFill/>
                </a:ln>
                <a:solidFill>
                  <a:srgbClr val="000000"/>
                </a:solidFill>
                <a:effectLst/>
                <a:uLnTx/>
                <a:uFillTx/>
                <a:latin typeface="Arial" charset="0"/>
                <a:ea typeface="宋体" pitchFamily="2" charset="-122"/>
                <a:cs typeface="+mn-cs"/>
              </a:endParaRPr>
            </a:p>
          </p:txBody>
        </p:sp>
      </p:grpSp>
      <p:sp>
        <p:nvSpPr>
          <p:cNvPr id="6244" name="Rectangle 95"/>
          <p:cNvSpPr>
            <a:spLocks noChangeArrowheads="1"/>
          </p:cNvSpPr>
          <p:nvPr/>
        </p:nvSpPr>
        <p:spPr bwMode="auto">
          <a:xfrm>
            <a:off x="2062631" y="6233283"/>
            <a:ext cx="1653816" cy="307777"/>
          </a:xfrm>
          <a:prstGeom prst="rect">
            <a:avLst/>
          </a:prstGeom>
          <a:noFill/>
          <a:ln w="9525">
            <a:noFill/>
            <a:miter lim="800000"/>
            <a:headEnd/>
            <a:tailEnd/>
          </a:ln>
        </p:spPr>
        <p:txBody>
          <a:bodyPr wrap="squar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mn-lt"/>
                <a:ea typeface="宋体" pitchFamily="2" charset="-122"/>
                <a:cs typeface="+mn-cs"/>
              </a:rPr>
              <a:t>Count </a:t>
            </a:r>
            <a:r>
              <a:rPr kumimoji="0" lang="en-US" altLang="zh-CN" sz="2000" b="0" i="0" u="none" strike="noStrike" kern="1200" cap="none" spc="0" normalizeH="0" baseline="0" noProof="0" dirty="0" err="1">
                <a:ln>
                  <a:noFill/>
                </a:ln>
                <a:solidFill>
                  <a:srgbClr val="000000"/>
                </a:solidFill>
                <a:effectLst/>
                <a:uLnTx/>
                <a:uFillTx/>
                <a:latin typeface="+mn-lt"/>
                <a:ea typeface="宋体" pitchFamily="2" charset="-122"/>
                <a:cs typeface="+mn-cs"/>
              </a:rPr>
              <a:t>ena</a:t>
            </a:r>
            <a:r>
              <a:rPr lang="en-US" altLang="zh-CN" sz="2000" b="0" dirty="0" err="1">
                <a:solidFill>
                  <a:srgbClr val="000000"/>
                </a:solidFill>
                <a:latin typeface="+mn-lt"/>
              </a:rPr>
              <a:t>ble</a:t>
            </a:r>
            <a:endParaRPr kumimoji="0" lang="en-US" altLang="zh-CN" sz="2400" b="0" i="0" u="none" strike="noStrike" kern="1200" cap="none" spc="0" normalizeH="0" baseline="0" noProof="0" dirty="0">
              <a:ln>
                <a:noFill/>
              </a:ln>
              <a:solidFill>
                <a:srgbClr val="000000"/>
              </a:solidFill>
              <a:effectLst/>
              <a:uLnTx/>
              <a:uFillTx/>
              <a:latin typeface="+mn-lt"/>
              <a:ea typeface="宋体" pitchFamily="2" charset="-122"/>
              <a:cs typeface="+mn-cs"/>
            </a:endParaRPr>
          </a:p>
        </p:txBody>
      </p:sp>
      <p:sp>
        <p:nvSpPr>
          <p:cNvPr id="6246" name="Rectangle 97"/>
          <p:cNvSpPr>
            <a:spLocks noChangeArrowheads="1"/>
          </p:cNvSpPr>
          <p:nvPr/>
        </p:nvSpPr>
        <p:spPr bwMode="auto">
          <a:xfrm>
            <a:off x="7736293" y="4071719"/>
            <a:ext cx="829469" cy="615553"/>
          </a:xfrm>
          <a:prstGeom prst="rect">
            <a:avLst/>
          </a:prstGeom>
          <a:noFill/>
          <a:ln w="9525">
            <a:noFill/>
            <a:miter lim="800000"/>
            <a:headEnd/>
            <a:tailEnd/>
          </a:ln>
        </p:spPr>
        <p:txBody>
          <a:bodyPr wrap="squar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mn-lt"/>
                <a:ea typeface="宋体" pitchFamily="2" charset="-122"/>
                <a:cs typeface="+mn-cs"/>
              </a:rPr>
              <a:t>Count</a:t>
            </a:r>
            <a:r>
              <a:rPr lang="en-US" altLang="zh-CN" sz="2000" b="0" dirty="0">
                <a:solidFill>
                  <a:srgbClr val="000000"/>
                </a:solidFill>
                <a:latin typeface="+mn-lt"/>
              </a:rPr>
              <a:t> pulses</a:t>
            </a:r>
            <a:endParaRPr kumimoji="0" lang="en-US" altLang="zh-CN" sz="2000" b="0" i="0" u="none" strike="noStrike" kern="1200" cap="none" spc="0" normalizeH="0" baseline="0" noProof="0" dirty="0">
              <a:ln>
                <a:noFill/>
              </a:ln>
              <a:solidFill>
                <a:srgbClr val="000000"/>
              </a:solidFill>
              <a:effectLst/>
              <a:uLnTx/>
              <a:uFillTx/>
              <a:latin typeface="+mn-lt"/>
              <a:ea typeface="宋体" pitchFamily="2" charset="-122"/>
              <a:cs typeface="+mn-cs"/>
            </a:endParaRPr>
          </a:p>
        </p:txBody>
      </p:sp>
      <p:sp>
        <p:nvSpPr>
          <p:cNvPr id="745572" name="Text Box 100"/>
          <p:cNvSpPr txBox="1">
            <a:spLocks noChangeArrowheads="1"/>
          </p:cNvSpPr>
          <p:nvPr/>
        </p:nvSpPr>
        <p:spPr bwMode="auto">
          <a:xfrm>
            <a:off x="1321947" y="5966532"/>
            <a:ext cx="609600" cy="646331"/>
          </a:xfrm>
          <a:prstGeom prst="rect">
            <a:avLst/>
          </a:prstGeom>
          <a:noFill/>
          <a:ln w="9525"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3600" b="0" i="0" u="none" strike="noStrike" kern="1200" cap="none" spc="0" normalizeH="0" baseline="0" noProof="0" dirty="0">
                <a:ln>
                  <a:noFill/>
                </a:ln>
                <a:solidFill>
                  <a:srgbClr val="7030A0"/>
                </a:solidFill>
                <a:effectLst/>
                <a:uLnTx/>
                <a:uFillTx/>
                <a:latin typeface="+mn-lt"/>
                <a:ea typeface="宋体" pitchFamily="2" charset="-122"/>
                <a:cs typeface="+mn-cs"/>
              </a:rPr>
              <a:t>1</a:t>
            </a:r>
          </a:p>
        </p:txBody>
      </p:sp>
      <p:graphicFrame>
        <p:nvGraphicFramePr>
          <p:cNvPr id="745573" name="Object 101"/>
          <p:cNvGraphicFramePr>
            <a:graphicFrameLocks noChangeAspect="1"/>
          </p:cNvGraphicFramePr>
          <p:nvPr>
            <p:extLst>
              <p:ext uri="{D42A27DB-BD31-4B8C-83A1-F6EECF244321}">
                <p14:modId xmlns:p14="http://schemas.microsoft.com/office/powerpoint/2010/main" val="96993785"/>
              </p:ext>
            </p:extLst>
          </p:nvPr>
        </p:nvGraphicFramePr>
        <p:xfrm>
          <a:off x="5003016" y="4902606"/>
          <a:ext cx="777875" cy="508000"/>
        </p:xfrm>
        <a:graphic>
          <a:graphicData uri="http://schemas.openxmlformats.org/presentationml/2006/ole">
            <mc:AlternateContent xmlns:mc="http://schemas.openxmlformats.org/markup-compatibility/2006">
              <mc:Choice xmlns:v="urn:schemas-microsoft-com:vml" Requires="v">
                <p:oleObj name="Equation" r:id="rId7" imgW="291960" imgH="190440" progId="">
                  <p:embed/>
                </p:oleObj>
              </mc:Choice>
              <mc:Fallback>
                <p:oleObj name="Equation" r:id="rId7" imgW="291960" imgH="190440" progId="">
                  <p:embed/>
                  <p:pic>
                    <p:nvPicPr>
                      <p:cNvPr id="745573" name="Object 10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03016" y="4902606"/>
                        <a:ext cx="777875" cy="5080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745574" name="Object 102"/>
          <p:cNvGraphicFramePr>
            <a:graphicFrameLocks noChangeAspect="1"/>
          </p:cNvGraphicFramePr>
          <p:nvPr>
            <p:extLst>
              <p:ext uri="{D42A27DB-BD31-4B8C-83A1-F6EECF244321}">
                <p14:modId xmlns:p14="http://schemas.microsoft.com/office/powerpoint/2010/main" val="4146180048"/>
              </p:ext>
            </p:extLst>
          </p:nvPr>
        </p:nvGraphicFramePr>
        <p:xfrm>
          <a:off x="6550585" y="4902606"/>
          <a:ext cx="1116012" cy="508000"/>
        </p:xfrm>
        <a:graphic>
          <a:graphicData uri="http://schemas.openxmlformats.org/presentationml/2006/ole">
            <mc:AlternateContent xmlns:mc="http://schemas.openxmlformats.org/markup-compatibility/2006">
              <mc:Choice xmlns:v="urn:schemas-microsoft-com:vml" Requires="v">
                <p:oleObj name="Equation" r:id="rId9" imgW="419040" imgH="190440" progId="">
                  <p:embed/>
                </p:oleObj>
              </mc:Choice>
              <mc:Fallback>
                <p:oleObj name="Equation" r:id="rId9" imgW="419040" imgH="190440" progId="">
                  <p:embed/>
                  <p:pic>
                    <p:nvPicPr>
                      <p:cNvPr id="745574" name="Object 10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550585" y="4902606"/>
                        <a:ext cx="1116012" cy="5080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3" name="Title 4">
            <a:extLst>
              <a:ext uri="{FF2B5EF4-FFF2-40B4-BE49-F238E27FC236}">
                <a16:creationId xmlns:a16="http://schemas.microsoft.com/office/drawing/2014/main" id="{D5CC4B1F-E09D-1181-5872-FE49330466E9}"/>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t>同步模</a:t>
            </a:r>
            <a:r>
              <a:rPr lang="en-US" altLang="zh-CN" dirty="0"/>
              <a:t>16</a:t>
            </a:r>
            <a:r>
              <a:rPr lang="zh-CN" altLang="en-US" dirty="0"/>
              <a:t>计数器</a:t>
            </a:r>
            <a:endParaRPr lang="en-CN" altLang="zh-CN" sz="4000" dirty="0">
              <a:solidFill>
                <a:srgbClr val="0000FF"/>
              </a:solidFill>
              <a:latin typeface="Arial" panose="020B0604020202020204" pitchFamily="34" charset="0"/>
              <a:cs typeface="Arial" panose="020B0604020202020204" pitchFamily="34" charset="0"/>
            </a:endParaRPr>
          </a:p>
        </p:txBody>
      </p:sp>
      <p:pic>
        <p:nvPicPr>
          <p:cNvPr id="107" name="图片 106">
            <a:extLst>
              <a:ext uri="{FF2B5EF4-FFF2-40B4-BE49-F238E27FC236}">
                <a16:creationId xmlns:a16="http://schemas.microsoft.com/office/drawing/2014/main" id="{C53DD8B1-5F76-4572-8EDC-35306AD410C3}"/>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rot="16200000">
            <a:off x="1360012" y="4526694"/>
            <a:ext cx="910120" cy="455061"/>
          </a:xfrm>
          <a:prstGeom prst="rect">
            <a:avLst/>
          </a:prstGeom>
          <a:ln w="19050">
            <a:noFill/>
          </a:ln>
        </p:spPr>
      </p:pic>
      <p:cxnSp>
        <p:nvCxnSpPr>
          <p:cNvPr id="4" name="直接连接符 3">
            <a:extLst>
              <a:ext uri="{FF2B5EF4-FFF2-40B4-BE49-F238E27FC236}">
                <a16:creationId xmlns:a16="http://schemas.microsoft.com/office/drawing/2014/main" id="{1315F704-8B8C-4F05-AD1A-055488C73B79}"/>
              </a:ext>
            </a:extLst>
          </p:cNvPr>
          <p:cNvCxnSpPr>
            <a:cxnSpLocks/>
          </p:cNvCxnSpPr>
          <p:nvPr/>
        </p:nvCxnSpPr>
        <p:spPr>
          <a:xfrm flipH="1">
            <a:off x="1366339" y="5160168"/>
            <a:ext cx="36721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01F0F6CD-4ECA-4BC2-83E8-480441438016}"/>
              </a:ext>
            </a:extLst>
          </p:cNvPr>
          <p:cNvCxnSpPr>
            <a:cxnSpLocks/>
          </p:cNvCxnSpPr>
          <p:nvPr/>
        </p:nvCxnSpPr>
        <p:spPr>
          <a:xfrm>
            <a:off x="1375894" y="3408737"/>
            <a:ext cx="0" cy="1751431"/>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直接连接符 115">
            <a:extLst>
              <a:ext uri="{FF2B5EF4-FFF2-40B4-BE49-F238E27FC236}">
                <a16:creationId xmlns:a16="http://schemas.microsoft.com/office/drawing/2014/main" id="{90C4EF92-1981-4368-A3F0-3D5221D252F2}"/>
              </a:ext>
            </a:extLst>
          </p:cNvPr>
          <p:cNvCxnSpPr>
            <a:cxnSpLocks/>
          </p:cNvCxnSpPr>
          <p:nvPr/>
        </p:nvCxnSpPr>
        <p:spPr>
          <a:xfrm flipH="1">
            <a:off x="1366338" y="3397470"/>
            <a:ext cx="4572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pic>
        <p:nvPicPr>
          <p:cNvPr id="119" name="图片 118">
            <a:extLst>
              <a:ext uri="{FF2B5EF4-FFF2-40B4-BE49-F238E27FC236}">
                <a16:creationId xmlns:a16="http://schemas.microsoft.com/office/drawing/2014/main" id="{188BC96B-71B6-448D-9FDF-D4AED999A473}"/>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rot="16200000">
            <a:off x="2858887" y="4506592"/>
            <a:ext cx="910120" cy="455061"/>
          </a:xfrm>
          <a:prstGeom prst="rect">
            <a:avLst/>
          </a:prstGeom>
          <a:ln w="19050">
            <a:noFill/>
          </a:ln>
        </p:spPr>
      </p:pic>
      <p:cxnSp>
        <p:nvCxnSpPr>
          <p:cNvPr id="120" name="直接连接符 119">
            <a:extLst>
              <a:ext uri="{FF2B5EF4-FFF2-40B4-BE49-F238E27FC236}">
                <a16:creationId xmlns:a16="http://schemas.microsoft.com/office/drawing/2014/main" id="{2D66224E-FA4C-440D-B03B-052778CCDFF0}"/>
              </a:ext>
            </a:extLst>
          </p:cNvPr>
          <p:cNvCxnSpPr>
            <a:cxnSpLocks/>
          </p:cNvCxnSpPr>
          <p:nvPr/>
        </p:nvCxnSpPr>
        <p:spPr>
          <a:xfrm flipH="1">
            <a:off x="2971800" y="5140066"/>
            <a:ext cx="260626"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1" name="直接连接符 120">
            <a:extLst>
              <a:ext uri="{FF2B5EF4-FFF2-40B4-BE49-F238E27FC236}">
                <a16:creationId xmlns:a16="http://schemas.microsoft.com/office/drawing/2014/main" id="{77ACB371-FDA3-43A5-8414-B9EBB5F2A04E}"/>
              </a:ext>
            </a:extLst>
          </p:cNvPr>
          <p:cNvCxnSpPr>
            <a:cxnSpLocks/>
          </p:cNvCxnSpPr>
          <p:nvPr/>
        </p:nvCxnSpPr>
        <p:spPr>
          <a:xfrm>
            <a:off x="2971800" y="3388635"/>
            <a:ext cx="0" cy="1751431"/>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 name="直接连接符 122">
            <a:extLst>
              <a:ext uri="{FF2B5EF4-FFF2-40B4-BE49-F238E27FC236}">
                <a16:creationId xmlns:a16="http://schemas.microsoft.com/office/drawing/2014/main" id="{A577CA1E-E742-40ED-B177-43F31634DDBA}"/>
              </a:ext>
            </a:extLst>
          </p:cNvPr>
          <p:cNvCxnSpPr>
            <a:cxnSpLocks/>
          </p:cNvCxnSpPr>
          <p:nvPr/>
        </p:nvCxnSpPr>
        <p:spPr>
          <a:xfrm flipH="1">
            <a:off x="2971800" y="3389931"/>
            <a:ext cx="4572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pic>
        <p:nvPicPr>
          <p:cNvPr id="124" name="图片 123">
            <a:extLst>
              <a:ext uri="{FF2B5EF4-FFF2-40B4-BE49-F238E27FC236}">
                <a16:creationId xmlns:a16="http://schemas.microsoft.com/office/drawing/2014/main" id="{D3F82F3D-4A50-445C-A1F1-D24494D8C2B0}"/>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rot="16200000">
            <a:off x="4353052" y="4506592"/>
            <a:ext cx="910120" cy="455061"/>
          </a:xfrm>
          <a:prstGeom prst="rect">
            <a:avLst/>
          </a:prstGeom>
          <a:ln w="19050">
            <a:noFill/>
          </a:ln>
        </p:spPr>
      </p:pic>
      <p:cxnSp>
        <p:nvCxnSpPr>
          <p:cNvPr id="125" name="直接连接符 124">
            <a:extLst>
              <a:ext uri="{FF2B5EF4-FFF2-40B4-BE49-F238E27FC236}">
                <a16:creationId xmlns:a16="http://schemas.microsoft.com/office/drawing/2014/main" id="{536BDDD3-358F-47C7-850D-7152CFE4E594}"/>
              </a:ext>
            </a:extLst>
          </p:cNvPr>
          <p:cNvCxnSpPr>
            <a:cxnSpLocks/>
          </p:cNvCxnSpPr>
          <p:nvPr/>
        </p:nvCxnSpPr>
        <p:spPr>
          <a:xfrm flipH="1">
            <a:off x="4465965" y="5140066"/>
            <a:ext cx="260626"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 name="直接连接符 125">
            <a:extLst>
              <a:ext uri="{FF2B5EF4-FFF2-40B4-BE49-F238E27FC236}">
                <a16:creationId xmlns:a16="http://schemas.microsoft.com/office/drawing/2014/main" id="{7A4305AF-F744-4F61-90AA-5C982F762019}"/>
              </a:ext>
            </a:extLst>
          </p:cNvPr>
          <p:cNvCxnSpPr>
            <a:cxnSpLocks/>
          </p:cNvCxnSpPr>
          <p:nvPr/>
        </p:nvCxnSpPr>
        <p:spPr>
          <a:xfrm>
            <a:off x="4465965" y="3388635"/>
            <a:ext cx="0" cy="1751431"/>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7" name="直接连接符 126">
            <a:extLst>
              <a:ext uri="{FF2B5EF4-FFF2-40B4-BE49-F238E27FC236}">
                <a16:creationId xmlns:a16="http://schemas.microsoft.com/office/drawing/2014/main" id="{729ED321-910D-46BE-8DE1-5702E4320891}"/>
              </a:ext>
            </a:extLst>
          </p:cNvPr>
          <p:cNvCxnSpPr>
            <a:cxnSpLocks/>
          </p:cNvCxnSpPr>
          <p:nvPr/>
        </p:nvCxnSpPr>
        <p:spPr>
          <a:xfrm flipH="1">
            <a:off x="4465965" y="3389931"/>
            <a:ext cx="4572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128" name="Line 71">
            <a:extLst>
              <a:ext uri="{FF2B5EF4-FFF2-40B4-BE49-F238E27FC236}">
                <a16:creationId xmlns:a16="http://schemas.microsoft.com/office/drawing/2014/main" id="{C3F2009A-2BE8-471A-BB1C-D21BF9B42C70}"/>
              </a:ext>
            </a:extLst>
          </p:cNvPr>
          <p:cNvSpPr>
            <a:spLocks noChangeShapeType="1"/>
          </p:cNvSpPr>
          <p:nvPr/>
        </p:nvSpPr>
        <p:spPr bwMode="auto">
          <a:xfrm rot="16200000" flipH="1">
            <a:off x="4765009" y="5721729"/>
            <a:ext cx="68275" cy="0"/>
          </a:xfrm>
          <a:prstGeom prst="line">
            <a:avLst/>
          </a:prstGeom>
          <a:noFill/>
          <a:ln w="1587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pic>
        <p:nvPicPr>
          <p:cNvPr id="129" name="图片 128">
            <a:extLst>
              <a:ext uri="{FF2B5EF4-FFF2-40B4-BE49-F238E27FC236}">
                <a16:creationId xmlns:a16="http://schemas.microsoft.com/office/drawing/2014/main" id="{6D953408-10E0-4290-8642-6B4E7595C8BD}"/>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rot="16200000">
            <a:off x="5845417" y="4499997"/>
            <a:ext cx="910120" cy="455061"/>
          </a:xfrm>
          <a:prstGeom prst="rect">
            <a:avLst/>
          </a:prstGeom>
          <a:ln w="19050">
            <a:noFill/>
          </a:ln>
        </p:spPr>
      </p:pic>
      <p:cxnSp>
        <p:nvCxnSpPr>
          <p:cNvPr id="130" name="直接连接符 129">
            <a:extLst>
              <a:ext uri="{FF2B5EF4-FFF2-40B4-BE49-F238E27FC236}">
                <a16:creationId xmlns:a16="http://schemas.microsoft.com/office/drawing/2014/main" id="{C56B6682-67CA-4C70-BB05-3243EF8E47AD}"/>
              </a:ext>
            </a:extLst>
          </p:cNvPr>
          <p:cNvCxnSpPr>
            <a:cxnSpLocks/>
          </p:cNvCxnSpPr>
          <p:nvPr/>
        </p:nvCxnSpPr>
        <p:spPr>
          <a:xfrm flipH="1">
            <a:off x="5958330" y="5133471"/>
            <a:ext cx="260626"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直接连接符 130">
            <a:extLst>
              <a:ext uri="{FF2B5EF4-FFF2-40B4-BE49-F238E27FC236}">
                <a16:creationId xmlns:a16="http://schemas.microsoft.com/office/drawing/2014/main" id="{CE091E0F-E6D4-4D4E-9997-71656BA6754F}"/>
              </a:ext>
            </a:extLst>
          </p:cNvPr>
          <p:cNvCxnSpPr>
            <a:cxnSpLocks/>
          </p:cNvCxnSpPr>
          <p:nvPr/>
        </p:nvCxnSpPr>
        <p:spPr>
          <a:xfrm>
            <a:off x="5958330" y="3382040"/>
            <a:ext cx="0" cy="1751431"/>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2" name="直接连接符 131">
            <a:extLst>
              <a:ext uri="{FF2B5EF4-FFF2-40B4-BE49-F238E27FC236}">
                <a16:creationId xmlns:a16="http://schemas.microsoft.com/office/drawing/2014/main" id="{5B342790-126E-44FB-A36B-4B9959EB6D82}"/>
              </a:ext>
            </a:extLst>
          </p:cNvPr>
          <p:cNvCxnSpPr>
            <a:cxnSpLocks/>
          </p:cNvCxnSpPr>
          <p:nvPr/>
        </p:nvCxnSpPr>
        <p:spPr>
          <a:xfrm flipH="1">
            <a:off x="5958330" y="3383336"/>
            <a:ext cx="33507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 name="直接连接符 132">
            <a:extLst>
              <a:ext uri="{FF2B5EF4-FFF2-40B4-BE49-F238E27FC236}">
                <a16:creationId xmlns:a16="http://schemas.microsoft.com/office/drawing/2014/main" id="{A9690992-B6D3-42F7-B379-0A4687BCD842}"/>
              </a:ext>
            </a:extLst>
          </p:cNvPr>
          <p:cNvCxnSpPr>
            <a:cxnSpLocks/>
          </p:cNvCxnSpPr>
          <p:nvPr/>
        </p:nvCxnSpPr>
        <p:spPr>
          <a:xfrm flipH="1">
            <a:off x="6038607" y="5629153"/>
            <a:ext cx="1052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5" name="直接连接符 134">
            <a:extLst>
              <a:ext uri="{FF2B5EF4-FFF2-40B4-BE49-F238E27FC236}">
                <a16:creationId xmlns:a16="http://schemas.microsoft.com/office/drawing/2014/main" id="{FC5458D7-C491-46FD-BF10-01B8F788FFF9}"/>
              </a:ext>
            </a:extLst>
          </p:cNvPr>
          <p:cNvCxnSpPr>
            <a:cxnSpLocks/>
            <a:stCxn id="6212" idx="0"/>
          </p:cNvCxnSpPr>
          <p:nvPr/>
        </p:nvCxnSpPr>
        <p:spPr>
          <a:xfrm>
            <a:off x="6299434" y="5705081"/>
            <a:ext cx="0" cy="4836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直接连接符 137">
            <a:extLst>
              <a:ext uri="{FF2B5EF4-FFF2-40B4-BE49-F238E27FC236}">
                <a16:creationId xmlns:a16="http://schemas.microsoft.com/office/drawing/2014/main" id="{8AA8FDCA-6CD7-4908-9540-2BD301ADF889}"/>
              </a:ext>
            </a:extLst>
          </p:cNvPr>
          <p:cNvCxnSpPr>
            <a:cxnSpLocks/>
            <a:stCxn id="6224" idx="3"/>
          </p:cNvCxnSpPr>
          <p:nvPr/>
        </p:nvCxnSpPr>
        <p:spPr>
          <a:xfrm flipV="1">
            <a:off x="6201335" y="5745252"/>
            <a:ext cx="92074"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1" name="直接连接符 140">
            <a:extLst>
              <a:ext uri="{FF2B5EF4-FFF2-40B4-BE49-F238E27FC236}">
                <a16:creationId xmlns:a16="http://schemas.microsoft.com/office/drawing/2014/main" id="{29E84BE1-7A77-432C-95D8-E4E2C170A423}"/>
              </a:ext>
            </a:extLst>
          </p:cNvPr>
          <p:cNvCxnSpPr>
            <a:cxnSpLocks/>
          </p:cNvCxnSpPr>
          <p:nvPr/>
        </p:nvCxnSpPr>
        <p:spPr>
          <a:xfrm>
            <a:off x="6366775" y="5929326"/>
            <a:ext cx="11839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3" name="直接连接符 142">
            <a:extLst>
              <a:ext uri="{FF2B5EF4-FFF2-40B4-BE49-F238E27FC236}">
                <a16:creationId xmlns:a16="http://schemas.microsoft.com/office/drawing/2014/main" id="{86256079-818A-484C-9B85-0DBEF5E3AE9B}"/>
              </a:ext>
            </a:extLst>
          </p:cNvPr>
          <p:cNvCxnSpPr>
            <a:cxnSpLocks/>
            <a:endCxn id="6212" idx="2"/>
          </p:cNvCxnSpPr>
          <p:nvPr/>
        </p:nvCxnSpPr>
        <p:spPr>
          <a:xfrm flipV="1">
            <a:off x="6485172" y="5705081"/>
            <a:ext cx="0" cy="22424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6" name="直接连接符 145">
            <a:extLst>
              <a:ext uri="{FF2B5EF4-FFF2-40B4-BE49-F238E27FC236}">
                <a16:creationId xmlns:a16="http://schemas.microsoft.com/office/drawing/2014/main" id="{DB8A0800-346D-4BB5-B2F7-D2C93CDE4F68}"/>
              </a:ext>
            </a:extLst>
          </p:cNvPr>
          <p:cNvCxnSpPr>
            <a:cxnSpLocks/>
          </p:cNvCxnSpPr>
          <p:nvPr/>
        </p:nvCxnSpPr>
        <p:spPr>
          <a:xfrm flipV="1">
            <a:off x="6640744" y="5583434"/>
            <a:ext cx="0" cy="595799"/>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149" name="Freeform 78">
            <a:extLst>
              <a:ext uri="{FF2B5EF4-FFF2-40B4-BE49-F238E27FC236}">
                <a16:creationId xmlns:a16="http://schemas.microsoft.com/office/drawing/2014/main" id="{61D04E02-675F-423C-97F2-083CABE86553}"/>
              </a:ext>
            </a:extLst>
          </p:cNvPr>
          <p:cNvSpPr>
            <a:spLocks/>
          </p:cNvSpPr>
          <p:nvPr/>
        </p:nvSpPr>
        <p:spPr bwMode="auto">
          <a:xfrm rot="16200000">
            <a:off x="6244471" y="3335494"/>
            <a:ext cx="99663" cy="106363"/>
          </a:xfrm>
          <a:custGeom>
            <a:avLst/>
            <a:gdLst>
              <a:gd name="T0" fmla="*/ 22 w 104"/>
              <a:gd name="T1" fmla="*/ 43 h 104"/>
              <a:gd name="T2" fmla="*/ 44 w 104"/>
              <a:gd name="T3" fmla="*/ 22 h 104"/>
              <a:gd name="T4" fmla="*/ 22 w 104"/>
              <a:gd name="T5" fmla="*/ 0 h 104"/>
              <a:gd name="T6" fmla="*/ 22 w 104"/>
              <a:gd name="T7" fmla="*/ 0 h 104"/>
              <a:gd name="T8" fmla="*/ 0 w 104"/>
              <a:gd name="T9" fmla="*/ 22 h 104"/>
              <a:gd name="T10" fmla="*/ 22 w 104"/>
              <a:gd name="T11" fmla="*/ 43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52" y="104"/>
                </a:moveTo>
                <a:cubicBezTo>
                  <a:pt x="81" y="104"/>
                  <a:pt x="104" y="80"/>
                  <a:pt x="104" y="52"/>
                </a:cubicBezTo>
                <a:cubicBezTo>
                  <a:pt x="104" y="23"/>
                  <a:pt x="81" y="0"/>
                  <a:pt x="52" y="0"/>
                </a:cubicBezTo>
                <a:cubicBezTo>
                  <a:pt x="52" y="0"/>
                  <a:pt x="52" y="0"/>
                  <a:pt x="52" y="0"/>
                </a:cubicBezTo>
                <a:cubicBezTo>
                  <a:pt x="24" y="0"/>
                  <a:pt x="0" y="23"/>
                  <a:pt x="0" y="52"/>
                </a:cubicBezTo>
                <a:cubicBezTo>
                  <a:pt x="0" y="80"/>
                  <a:pt x="24" y="104"/>
                  <a:pt x="52" y="104"/>
                </a:cubicBezTo>
              </a:path>
            </a:pathLst>
          </a:custGeom>
          <a:solidFill>
            <a:srgbClr val="000000"/>
          </a:solidFill>
          <a:ln w="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Tree>
    <p:extLst>
      <p:ext uri="{BB962C8B-B14F-4D97-AF65-F5344CB8AC3E}">
        <p14:creationId xmlns:p14="http://schemas.microsoft.com/office/powerpoint/2010/main" val="54442412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灯片编号占位符 91"/>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13123CC-A5CC-40BF-912E-9416D5179362}" type="slidenum">
              <a:rPr kumimoji="0" lang="en-US" altLang="zh-CN" i="0" u="none" strike="noStrike" kern="1200" cap="none" spc="0" normalizeH="0" baseline="0" noProof="0" smtClean="0">
                <a:ln>
                  <a:noFill/>
                </a:ln>
                <a:solidFill>
                  <a:srgbClr val="000000"/>
                </a:solidFill>
                <a:effectLst/>
                <a:uLnTx/>
                <a:uFillTx/>
                <a:latin typeface="Arial" panose="020B0604020202020204" pitchFamily="34" charset="0"/>
                <a:ea typeface="宋体" pitchFamily="2" charset="-122"/>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112</a:t>
            </a:fld>
            <a:endParaRPr kumimoji="0" lang="en-US" altLang="zh-CN" i="0" u="none" strike="noStrike" kern="1200" cap="none" spc="0" normalizeH="0" baseline="0" noProof="0" dirty="0">
              <a:ln>
                <a:noFill/>
              </a:ln>
              <a:solidFill>
                <a:srgbClr val="000000"/>
              </a:solidFill>
              <a:effectLst/>
              <a:uLnTx/>
              <a:uFillTx/>
              <a:latin typeface="Arial" panose="020B0604020202020204" pitchFamily="34" charset="0"/>
              <a:ea typeface="宋体" pitchFamily="2" charset="-122"/>
              <a:cs typeface="Arial" panose="020B0604020202020204" pitchFamily="34" charset="0"/>
            </a:endParaRPr>
          </a:p>
        </p:txBody>
      </p:sp>
      <p:sp>
        <p:nvSpPr>
          <p:cNvPr id="93" name="Text Box 3"/>
          <p:cNvSpPr txBox="1">
            <a:spLocks noChangeArrowheads="1"/>
          </p:cNvSpPr>
          <p:nvPr/>
        </p:nvSpPr>
        <p:spPr bwMode="auto">
          <a:xfrm>
            <a:off x="2350027" y="5611651"/>
            <a:ext cx="4673074" cy="523220"/>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zh-CN" altLang="en-US" sz="2800" b="0" dirty="0">
                <a:solidFill>
                  <a:srgbClr val="000000"/>
                </a:solidFill>
                <a:latin typeface="黑体" panose="02010609060101010101" pitchFamily="49" charset="-122"/>
                <a:ea typeface="黑体" panose="02010609060101010101" pitchFamily="49" charset="-122"/>
              </a:rPr>
              <a:t>注意速度和面积的平衡</a:t>
            </a:r>
            <a:r>
              <a:rPr lang="en-US" altLang="zh-CN" sz="2800" b="0" dirty="0">
                <a:solidFill>
                  <a:srgbClr val="000000"/>
                </a:solidFill>
                <a:latin typeface="黑体" panose="02010609060101010101" pitchFamily="49" charset="-122"/>
                <a:ea typeface="黑体" panose="02010609060101010101" pitchFamily="49" charset="-122"/>
              </a:rPr>
              <a:t>/</a:t>
            </a:r>
            <a:r>
              <a:rPr lang="zh-CN" altLang="en-US" sz="2800" b="0" dirty="0">
                <a:solidFill>
                  <a:srgbClr val="000000"/>
                </a:solidFill>
                <a:latin typeface="黑体" panose="02010609060101010101" pitchFamily="49" charset="-122"/>
                <a:ea typeface="黑体" panose="02010609060101010101" pitchFamily="49" charset="-122"/>
              </a:rPr>
              <a:t>折中</a:t>
            </a:r>
            <a:endParaRPr kumimoji="0" lang="en-US" altLang="zh-CN" sz="28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endParaRPr>
          </a:p>
        </p:txBody>
      </p:sp>
      <p:sp>
        <p:nvSpPr>
          <p:cNvPr id="2" name="Title 4">
            <a:extLst>
              <a:ext uri="{FF2B5EF4-FFF2-40B4-BE49-F238E27FC236}">
                <a16:creationId xmlns:a16="http://schemas.microsoft.com/office/drawing/2014/main" id="{473BA37A-8FAF-1E4C-4A6F-691C7B81600B}"/>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t>同步模</a:t>
            </a:r>
            <a:r>
              <a:rPr lang="en-US" altLang="zh-CN" dirty="0"/>
              <a:t>16</a:t>
            </a:r>
            <a:r>
              <a:rPr lang="zh-CN" altLang="en-US" dirty="0"/>
              <a:t>计数器</a:t>
            </a:r>
            <a:endParaRPr lang="en-CN" altLang="zh-CN" sz="4000" dirty="0">
              <a:solidFill>
                <a:srgbClr val="0000FF"/>
              </a:solidFill>
              <a:latin typeface="Arial" panose="020B0604020202020204" pitchFamily="34" charset="0"/>
              <a:cs typeface="Arial" panose="020B0604020202020204" pitchFamily="34" charset="0"/>
            </a:endParaRPr>
          </a:p>
        </p:txBody>
      </p:sp>
      <p:sp>
        <p:nvSpPr>
          <p:cNvPr id="109" name="Rectangle 6">
            <a:extLst>
              <a:ext uri="{FF2B5EF4-FFF2-40B4-BE49-F238E27FC236}">
                <a16:creationId xmlns:a16="http://schemas.microsoft.com/office/drawing/2014/main" id="{E9C94719-C5F4-4546-8CD1-B1835C49E3B1}"/>
              </a:ext>
            </a:extLst>
          </p:cNvPr>
          <p:cNvSpPr>
            <a:spLocks noChangeArrowheads="1"/>
          </p:cNvSpPr>
          <p:nvPr/>
        </p:nvSpPr>
        <p:spPr bwMode="auto">
          <a:xfrm rot="16200000">
            <a:off x="1782653" y="2079288"/>
            <a:ext cx="690311" cy="1120775"/>
          </a:xfrm>
          <a:prstGeom prst="rect">
            <a:avLst/>
          </a:prstGeom>
          <a:noFill/>
          <a:ln w="1587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0" name="Rectangle 7">
            <a:extLst>
              <a:ext uri="{FF2B5EF4-FFF2-40B4-BE49-F238E27FC236}">
                <a16:creationId xmlns:a16="http://schemas.microsoft.com/office/drawing/2014/main" id="{98E40EE0-899E-452F-94ED-E15F4351619A}"/>
              </a:ext>
            </a:extLst>
          </p:cNvPr>
          <p:cNvSpPr>
            <a:spLocks noChangeArrowheads="1"/>
          </p:cNvSpPr>
          <p:nvPr/>
        </p:nvSpPr>
        <p:spPr bwMode="auto">
          <a:xfrm rot="16200000">
            <a:off x="1727615" y="2696472"/>
            <a:ext cx="193964" cy="32316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1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D</a:t>
            </a:r>
            <a:endParaRPr kumimoji="0" lang="en-US" altLang="zh-CN" sz="2800" b="0" i="0" u="none" strike="noStrike" kern="1200" cap="none" spc="0" normalizeH="0" baseline="0" noProof="0" dirty="0">
              <a:ln>
                <a:noFill/>
              </a:ln>
              <a:solidFill>
                <a:srgbClr val="000000"/>
              </a:solidFill>
              <a:effectLst/>
              <a:uLnTx/>
              <a:uFillTx/>
              <a:latin typeface="Arial" charset="0"/>
              <a:ea typeface="宋体" pitchFamily="2" charset="-122"/>
              <a:cs typeface="+mn-cs"/>
            </a:endParaRPr>
          </a:p>
        </p:txBody>
      </p:sp>
      <p:sp>
        <p:nvSpPr>
          <p:cNvPr id="111" name="Rectangle 8">
            <a:extLst>
              <a:ext uri="{FF2B5EF4-FFF2-40B4-BE49-F238E27FC236}">
                <a16:creationId xmlns:a16="http://schemas.microsoft.com/office/drawing/2014/main" id="{5C7434F2-B6A3-4133-81B0-5E55351A336C}"/>
              </a:ext>
            </a:extLst>
          </p:cNvPr>
          <p:cNvSpPr>
            <a:spLocks noChangeArrowheads="1"/>
          </p:cNvSpPr>
          <p:nvPr/>
        </p:nvSpPr>
        <p:spPr bwMode="auto">
          <a:xfrm rot="16200000">
            <a:off x="1712723" y="2263890"/>
            <a:ext cx="191997" cy="32067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1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2" name="Line 9">
            <a:extLst>
              <a:ext uri="{FF2B5EF4-FFF2-40B4-BE49-F238E27FC236}">
                <a16:creationId xmlns:a16="http://schemas.microsoft.com/office/drawing/2014/main" id="{46F0BF37-BE7D-4437-8619-2CD200A6710C}"/>
              </a:ext>
            </a:extLst>
          </p:cNvPr>
          <p:cNvSpPr>
            <a:spLocks noChangeShapeType="1"/>
          </p:cNvSpPr>
          <p:nvPr/>
        </p:nvSpPr>
        <p:spPr bwMode="auto">
          <a:xfrm rot="16200000">
            <a:off x="1565365" y="2041638"/>
            <a:ext cx="504176" cy="1588"/>
          </a:xfrm>
          <a:prstGeom prst="line">
            <a:avLst/>
          </a:prstGeom>
          <a:noFill/>
          <a:ln w="1587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3" name="Rectangle 10">
            <a:extLst>
              <a:ext uri="{FF2B5EF4-FFF2-40B4-BE49-F238E27FC236}">
                <a16:creationId xmlns:a16="http://schemas.microsoft.com/office/drawing/2014/main" id="{C92565F6-85C7-4F99-B85B-D53982744017}"/>
              </a:ext>
            </a:extLst>
          </p:cNvPr>
          <p:cNvSpPr>
            <a:spLocks noChangeArrowheads="1"/>
          </p:cNvSpPr>
          <p:nvPr/>
        </p:nvSpPr>
        <p:spPr bwMode="auto">
          <a:xfrm rot="16200000">
            <a:off x="2320735" y="2250700"/>
            <a:ext cx="191997" cy="32067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1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4" name="Oval 11">
            <a:extLst>
              <a:ext uri="{FF2B5EF4-FFF2-40B4-BE49-F238E27FC236}">
                <a16:creationId xmlns:a16="http://schemas.microsoft.com/office/drawing/2014/main" id="{9C017C86-FEC2-4165-99D5-6CAC3F13277C}"/>
              </a:ext>
            </a:extLst>
          </p:cNvPr>
          <p:cNvSpPr>
            <a:spLocks noChangeArrowheads="1"/>
          </p:cNvSpPr>
          <p:nvPr/>
        </p:nvSpPr>
        <p:spPr bwMode="auto">
          <a:xfrm rot="16200000">
            <a:off x="2386929" y="2180577"/>
            <a:ext cx="104060" cy="123825"/>
          </a:xfrm>
          <a:prstGeom prst="ellipse">
            <a:avLst/>
          </a:prstGeom>
          <a:solidFill>
            <a:srgbClr val="FFFFFF"/>
          </a:solidFill>
          <a:ln w="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5" name="Oval 12">
            <a:extLst>
              <a:ext uri="{FF2B5EF4-FFF2-40B4-BE49-F238E27FC236}">
                <a16:creationId xmlns:a16="http://schemas.microsoft.com/office/drawing/2014/main" id="{4BD046EF-A487-426E-8597-FECADDDA416F}"/>
              </a:ext>
            </a:extLst>
          </p:cNvPr>
          <p:cNvSpPr>
            <a:spLocks noChangeArrowheads="1"/>
          </p:cNvSpPr>
          <p:nvPr/>
        </p:nvSpPr>
        <p:spPr bwMode="auto">
          <a:xfrm rot="16200000">
            <a:off x="2386929" y="2180577"/>
            <a:ext cx="104060" cy="123825"/>
          </a:xfrm>
          <a:prstGeom prst="ellipse">
            <a:avLst/>
          </a:prstGeom>
          <a:noFill/>
          <a:ln w="1587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6" name="Rectangle 13">
            <a:extLst>
              <a:ext uri="{FF2B5EF4-FFF2-40B4-BE49-F238E27FC236}">
                <a16:creationId xmlns:a16="http://schemas.microsoft.com/office/drawing/2014/main" id="{BC1930C5-28CC-4719-8890-99F1B7D15894}"/>
              </a:ext>
            </a:extLst>
          </p:cNvPr>
          <p:cNvSpPr>
            <a:spLocks noChangeArrowheads="1"/>
          </p:cNvSpPr>
          <p:nvPr/>
        </p:nvSpPr>
        <p:spPr bwMode="auto">
          <a:xfrm rot="16200000">
            <a:off x="2113018" y="2544558"/>
            <a:ext cx="178807" cy="32067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1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C</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17" name="Freeform 14">
            <a:extLst>
              <a:ext uri="{FF2B5EF4-FFF2-40B4-BE49-F238E27FC236}">
                <a16:creationId xmlns:a16="http://schemas.microsoft.com/office/drawing/2014/main" id="{5B6D20B1-2A2F-434C-8F23-610CD47684E5}"/>
              </a:ext>
            </a:extLst>
          </p:cNvPr>
          <p:cNvSpPr>
            <a:spLocks/>
          </p:cNvSpPr>
          <p:nvPr/>
        </p:nvSpPr>
        <p:spPr bwMode="auto">
          <a:xfrm rot="16200000">
            <a:off x="2103250" y="2774534"/>
            <a:ext cx="172944" cy="247650"/>
          </a:xfrm>
          <a:custGeom>
            <a:avLst/>
            <a:gdLst>
              <a:gd name="T0" fmla="*/ 0 w 118"/>
              <a:gd name="T1" fmla="*/ 156 h 156"/>
              <a:gd name="T2" fmla="*/ 118 w 118"/>
              <a:gd name="T3" fmla="*/ 78 h 156"/>
              <a:gd name="T4" fmla="*/ 0 w 118"/>
              <a:gd name="T5" fmla="*/ 0 h 156"/>
              <a:gd name="T6" fmla="*/ 0 60000 65536"/>
              <a:gd name="T7" fmla="*/ 0 60000 65536"/>
              <a:gd name="T8" fmla="*/ 0 60000 65536"/>
              <a:gd name="T9" fmla="*/ 0 w 118"/>
              <a:gd name="T10" fmla="*/ 0 h 156"/>
              <a:gd name="T11" fmla="*/ 118 w 118"/>
              <a:gd name="T12" fmla="*/ 156 h 156"/>
            </a:gdLst>
            <a:ahLst/>
            <a:cxnLst>
              <a:cxn ang="T6">
                <a:pos x="T0" y="T1"/>
              </a:cxn>
              <a:cxn ang="T7">
                <a:pos x="T2" y="T3"/>
              </a:cxn>
              <a:cxn ang="T8">
                <a:pos x="T4" y="T5"/>
              </a:cxn>
            </a:cxnLst>
            <a:rect l="T9" t="T10" r="T11" b="T12"/>
            <a:pathLst>
              <a:path w="118" h="156">
                <a:moveTo>
                  <a:pt x="0" y="156"/>
                </a:moveTo>
                <a:lnTo>
                  <a:pt x="118" y="78"/>
                </a:lnTo>
                <a:lnTo>
                  <a:pt x="0" y="0"/>
                </a:lnTo>
              </a:path>
            </a:pathLst>
          </a:custGeom>
          <a:noFill/>
          <a:ln w="15875"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8" name="Rectangle 15">
            <a:extLst>
              <a:ext uri="{FF2B5EF4-FFF2-40B4-BE49-F238E27FC236}">
                <a16:creationId xmlns:a16="http://schemas.microsoft.com/office/drawing/2014/main" id="{3B525374-8349-49F8-9B66-6106660C4A5A}"/>
              </a:ext>
            </a:extLst>
          </p:cNvPr>
          <p:cNvSpPr>
            <a:spLocks noChangeArrowheads="1"/>
          </p:cNvSpPr>
          <p:nvPr/>
        </p:nvSpPr>
        <p:spPr bwMode="auto">
          <a:xfrm rot="16200000">
            <a:off x="3274904" y="2080875"/>
            <a:ext cx="690311" cy="1117600"/>
          </a:xfrm>
          <a:prstGeom prst="rect">
            <a:avLst/>
          </a:prstGeom>
          <a:noFill/>
          <a:ln w="1587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19" name="Rectangle 16">
            <a:extLst>
              <a:ext uri="{FF2B5EF4-FFF2-40B4-BE49-F238E27FC236}">
                <a16:creationId xmlns:a16="http://schemas.microsoft.com/office/drawing/2014/main" id="{912B6775-E88C-4655-8B47-BF1945BAE022}"/>
              </a:ext>
            </a:extLst>
          </p:cNvPr>
          <p:cNvSpPr>
            <a:spLocks noChangeArrowheads="1"/>
          </p:cNvSpPr>
          <p:nvPr/>
        </p:nvSpPr>
        <p:spPr bwMode="auto">
          <a:xfrm rot="16200000">
            <a:off x="3223040" y="2695006"/>
            <a:ext cx="193964" cy="32316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1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D</a:t>
            </a:r>
            <a:endParaRPr kumimoji="0" lang="en-US" altLang="zh-CN" sz="2800" b="0" i="0" u="none" strike="noStrike" kern="1200" cap="none" spc="0" normalizeH="0" baseline="0" noProof="0" dirty="0">
              <a:ln>
                <a:noFill/>
              </a:ln>
              <a:solidFill>
                <a:srgbClr val="000000"/>
              </a:solidFill>
              <a:effectLst/>
              <a:uLnTx/>
              <a:uFillTx/>
              <a:latin typeface="Arial" charset="0"/>
              <a:ea typeface="宋体" pitchFamily="2" charset="-122"/>
              <a:cs typeface="+mn-cs"/>
            </a:endParaRPr>
          </a:p>
        </p:txBody>
      </p:sp>
      <p:sp>
        <p:nvSpPr>
          <p:cNvPr id="120" name="Rectangle 17">
            <a:extLst>
              <a:ext uri="{FF2B5EF4-FFF2-40B4-BE49-F238E27FC236}">
                <a16:creationId xmlns:a16="http://schemas.microsoft.com/office/drawing/2014/main" id="{1A21AB1D-E78C-42B5-A1F7-5745D06D4CA8}"/>
              </a:ext>
            </a:extLst>
          </p:cNvPr>
          <p:cNvSpPr>
            <a:spLocks noChangeArrowheads="1"/>
          </p:cNvSpPr>
          <p:nvPr/>
        </p:nvSpPr>
        <p:spPr bwMode="auto">
          <a:xfrm rot="16200000">
            <a:off x="3208148" y="2262425"/>
            <a:ext cx="191997" cy="32067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1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21" name="Line 18">
            <a:extLst>
              <a:ext uri="{FF2B5EF4-FFF2-40B4-BE49-F238E27FC236}">
                <a16:creationId xmlns:a16="http://schemas.microsoft.com/office/drawing/2014/main" id="{091F2402-33C7-4FE7-A670-32C4F3E86BCA}"/>
              </a:ext>
            </a:extLst>
          </p:cNvPr>
          <p:cNvSpPr>
            <a:spLocks noChangeShapeType="1"/>
          </p:cNvSpPr>
          <p:nvPr/>
        </p:nvSpPr>
        <p:spPr bwMode="auto">
          <a:xfrm rot="16200000">
            <a:off x="3202399" y="3107586"/>
            <a:ext cx="216196" cy="0"/>
          </a:xfrm>
          <a:prstGeom prst="line">
            <a:avLst/>
          </a:prstGeom>
          <a:noFill/>
          <a:ln w="1587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22" name="Line 19">
            <a:extLst>
              <a:ext uri="{FF2B5EF4-FFF2-40B4-BE49-F238E27FC236}">
                <a16:creationId xmlns:a16="http://schemas.microsoft.com/office/drawing/2014/main" id="{BFAF6BFE-9649-4103-BAA4-4A2F5813CE2E}"/>
              </a:ext>
            </a:extLst>
          </p:cNvPr>
          <p:cNvSpPr>
            <a:spLocks noChangeShapeType="1"/>
          </p:cNvSpPr>
          <p:nvPr/>
        </p:nvSpPr>
        <p:spPr bwMode="auto">
          <a:xfrm rot="16200000">
            <a:off x="3057615" y="2041638"/>
            <a:ext cx="504176" cy="1588"/>
          </a:xfrm>
          <a:prstGeom prst="line">
            <a:avLst/>
          </a:prstGeom>
          <a:noFill/>
          <a:ln w="1587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23" name="Rectangle 20">
            <a:extLst>
              <a:ext uri="{FF2B5EF4-FFF2-40B4-BE49-F238E27FC236}">
                <a16:creationId xmlns:a16="http://schemas.microsoft.com/office/drawing/2014/main" id="{36D9AF62-0245-421D-85A9-BB38092B2273}"/>
              </a:ext>
            </a:extLst>
          </p:cNvPr>
          <p:cNvSpPr>
            <a:spLocks noChangeArrowheads="1"/>
          </p:cNvSpPr>
          <p:nvPr/>
        </p:nvSpPr>
        <p:spPr bwMode="auto">
          <a:xfrm rot="16200000">
            <a:off x="3816161" y="2249234"/>
            <a:ext cx="191997" cy="32067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1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24" name="Oval 21">
            <a:extLst>
              <a:ext uri="{FF2B5EF4-FFF2-40B4-BE49-F238E27FC236}">
                <a16:creationId xmlns:a16="http://schemas.microsoft.com/office/drawing/2014/main" id="{FB0A70DD-C721-4D12-BF87-DF52E216D552}"/>
              </a:ext>
            </a:extLst>
          </p:cNvPr>
          <p:cNvSpPr>
            <a:spLocks noChangeArrowheads="1"/>
          </p:cNvSpPr>
          <p:nvPr/>
        </p:nvSpPr>
        <p:spPr bwMode="auto">
          <a:xfrm rot="16200000">
            <a:off x="3879180" y="2180577"/>
            <a:ext cx="104060" cy="123825"/>
          </a:xfrm>
          <a:prstGeom prst="ellipse">
            <a:avLst/>
          </a:prstGeom>
          <a:solidFill>
            <a:srgbClr val="FFFFFF"/>
          </a:solidFill>
          <a:ln w="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25" name="Oval 22">
            <a:extLst>
              <a:ext uri="{FF2B5EF4-FFF2-40B4-BE49-F238E27FC236}">
                <a16:creationId xmlns:a16="http://schemas.microsoft.com/office/drawing/2014/main" id="{B3766BD0-45C8-440A-A0AF-B7B3AE06735F}"/>
              </a:ext>
            </a:extLst>
          </p:cNvPr>
          <p:cNvSpPr>
            <a:spLocks noChangeArrowheads="1"/>
          </p:cNvSpPr>
          <p:nvPr/>
        </p:nvSpPr>
        <p:spPr bwMode="auto">
          <a:xfrm rot="16200000">
            <a:off x="3879180" y="2180577"/>
            <a:ext cx="104060" cy="123825"/>
          </a:xfrm>
          <a:prstGeom prst="ellipse">
            <a:avLst/>
          </a:prstGeom>
          <a:noFill/>
          <a:ln w="1587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26" name="Rectangle 23">
            <a:extLst>
              <a:ext uri="{FF2B5EF4-FFF2-40B4-BE49-F238E27FC236}">
                <a16:creationId xmlns:a16="http://schemas.microsoft.com/office/drawing/2014/main" id="{2595C818-8EBF-4629-97F9-B53C5C18516E}"/>
              </a:ext>
            </a:extLst>
          </p:cNvPr>
          <p:cNvSpPr>
            <a:spLocks noChangeArrowheads="1"/>
          </p:cNvSpPr>
          <p:nvPr/>
        </p:nvSpPr>
        <p:spPr bwMode="auto">
          <a:xfrm rot="16200000">
            <a:off x="3610031" y="2544558"/>
            <a:ext cx="178807" cy="32067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1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C</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27" name="Freeform 24">
            <a:extLst>
              <a:ext uri="{FF2B5EF4-FFF2-40B4-BE49-F238E27FC236}">
                <a16:creationId xmlns:a16="http://schemas.microsoft.com/office/drawing/2014/main" id="{A30D09C5-A292-4550-9747-6DE3BDDE6125}"/>
              </a:ext>
            </a:extLst>
          </p:cNvPr>
          <p:cNvSpPr>
            <a:spLocks/>
          </p:cNvSpPr>
          <p:nvPr/>
        </p:nvSpPr>
        <p:spPr bwMode="auto">
          <a:xfrm rot="16200000">
            <a:off x="3595500" y="2774534"/>
            <a:ext cx="172944" cy="247650"/>
          </a:xfrm>
          <a:custGeom>
            <a:avLst/>
            <a:gdLst>
              <a:gd name="T0" fmla="*/ 0 w 118"/>
              <a:gd name="T1" fmla="*/ 156 h 156"/>
              <a:gd name="T2" fmla="*/ 118 w 118"/>
              <a:gd name="T3" fmla="*/ 78 h 156"/>
              <a:gd name="T4" fmla="*/ 0 w 118"/>
              <a:gd name="T5" fmla="*/ 0 h 156"/>
              <a:gd name="T6" fmla="*/ 0 60000 65536"/>
              <a:gd name="T7" fmla="*/ 0 60000 65536"/>
              <a:gd name="T8" fmla="*/ 0 60000 65536"/>
              <a:gd name="T9" fmla="*/ 0 w 118"/>
              <a:gd name="T10" fmla="*/ 0 h 156"/>
              <a:gd name="T11" fmla="*/ 118 w 118"/>
              <a:gd name="T12" fmla="*/ 156 h 156"/>
            </a:gdLst>
            <a:ahLst/>
            <a:cxnLst>
              <a:cxn ang="T6">
                <a:pos x="T0" y="T1"/>
              </a:cxn>
              <a:cxn ang="T7">
                <a:pos x="T2" y="T3"/>
              </a:cxn>
              <a:cxn ang="T8">
                <a:pos x="T4" y="T5"/>
              </a:cxn>
            </a:cxnLst>
            <a:rect l="T9" t="T10" r="T11" b="T12"/>
            <a:pathLst>
              <a:path w="118" h="156">
                <a:moveTo>
                  <a:pt x="0" y="156"/>
                </a:moveTo>
                <a:lnTo>
                  <a:pt x="118" y="78"/>
                </a:lnTo>
                <a:lnTo>
                  <a:pt x="0" y="0"/>
                </a:lnTo>
              </a:path>
            </a:pathLst>
          </a:custGeom>
          <a:noFill/>
          <a:ln w="15875"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28" name="Rectangle 25">
            <a:extLst>
              <a:ext uri="{FF2B5EF4-FFF2-40B4-BE49-F238E27FC236}">
                <a16:creationId xmlns:a16="http://schemas.microsoft.com/office/drawing/2014/main" id="{BEE99D70-507E-45BE-BA7A-4666EE450663}"/>
              </a:ext>
            </a:extLst>
          </p:cNvPr>
          <p:cNvSpPr>
            <a:spLocks noChangeArrowheads="1"/>
          </p:cNvSpPr>
          <p:nvPr/>
        </p:nvSpPr>
        <p:spPr bwMode="auto">
          <a:xfrm rot="16200000">
            <a:off x="4767948" y="2080082"/>
            <a:ext cx="690311" cy="1119188"/>
          </a:xfrm>
          <a:prstGeom prst="rect">
            <a:avLst/>
          </a:prstGeom>
          <a:noFill/>
          <a:ln w="1587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29" name="Rectangle 26">
            <a:extLst>
              <a:ext uri="{FF2B5EF4-FFF2-40B4-BE49-F238E27FC236}">
                <a16:creationId xmlns:a16="http://schemas.microsoft.com/office/drawing/2014/main" id="{A5ED1E2C-17B2-467F-AC75-488E83A65736}"/>
              </a:ext>
            </a:extLst>
          </p:cNvPr>
          <p:cNvSpPr>
            <a:spLocks noChangeArrowheads="1"/>
          </p:cNvSpPr>
          <p:nvPr/>
        </p:nvSpPr>
        <p:spPr bwMode="auto">
          <a:xfrm rot="16200000">
            <a:off x="4720053" y="2695006"/>
            <a:ext cx="193964" cy="32316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1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D</a:t>
            </a:r>
            <a:endParaRPr kumimoji="0" lang="en-US" altLang="zh-CN" sz="2800" b="0" i="0" u="none" strike="noStrike" kern="1200" cap="none" spc="0" normalizeH="0" baseline="0" noProof="0" dirty="0">
              <a:ln>
                <a:noFill/>
              </a:ln>
              <a:solidFill>
                <a:srgbClr val="000000"/>
              </a:solidFill>
              <a:effectLst/>
              <a:uLnTx/>
              <a:uFillTx/>
              <a:latin typeface="Arial" charset="0"/>
              <a:ea typeface="宋体" pitchFamily="2" charset="-122"/>
              <a:cs typeface="+mn-cs"/>
            </a:endParaRPr>
          </a:p>
        </p:txBody>
      </p:sp>
      <p:sp>
        <p:nvSpPr>
          <p:cNvPr id="130" name="Rectangle 27">
            <a:extLst>
              <a:ext uri="{FF2B5EF4-FFF2-40B4-BE49-F238E27FC236}">
                <a16:creationId xmlns:a16="http://schemas.microsoft.com/office/drawing/2014/main" id="{BC17D58D-9124-414E-B672-BF4C089D2EE5}"/>
              </a:ext>
            </a:extLst>
          </p:cNvPr>
          <p:cNvSpPr>
            <a:spLocks noChangeArrowheads="1"/>
          </p:cNvSpPr>
          <p:nvPr/>
        </p:nvSpPr>
        <p:spPr bwMode="auto">
          <a:xfrm rot="16200000">
            <a:off x="4703573" y="2262425"/>
            <a:ext cx="191997" cy="32067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1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31" name="Line 29">
            <a:extLst>
              <a:ext uri="{FF2B5EF4-FFF2-40B4-BE49-F238E27FC236}">
                <a16:creationId xmlns:a16="http://schemas.microsoft.com/office/drawing/2014/main" id="{C51637EA-5385-4757-8552-8E5B5476CED8}"/>
              </a:ext>
            </a:extLst>
          </p:cNvPr>
          <p:cNvSpPr>
            <a:spLocks noChangeShapeType="1"/>
          </p:cNvSpPr>
          <p:nvPr/>
        </p:nvSpPr>
        <p:spPr bwMode="auto">
          <a:xfrm rot="16200000">
            <a:off x="4551453" y="2041638"/>
            <a:ext cx="504176" cy="1588"/>
          </a:xfrm>
          <a:prstGeom prst="line">
            <a:avLst/>
          </a:prstGeom>
          <a:noFill/>
          <a:ln w="1587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32" name="Rectangle 30">
            <a:extLst>
              <a:ext uri="{FF2B5EF4-FFF2-40B4-BE49-F238E27FC236}">
                <a16:creationId xmlns:a16="http://schemas.microsoft.com/office/drawing/2014/main" id="{491D7975-67FD-4966-BABF-7E9901AC0300}"/>
              </a:ext>
            </a:extLst>
          </p:cNvPr>
          <p:cNvSpPr>
            <a:spLocks noChangeArrowheads="1"/>
          </p:cNvSpPr>
          <p:nvPr/>
        </p:nvSpPr>
        <p:spPr bwMode="auto">
          <a:xfrm rot="16200000">
            <a:off x="5311586" y="2249234"/>
            <a:ext cx="191997" cy="32067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1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33" name="Oval 31">
            <a:extLst>
              <a:ext uri="{FF2B5EF4-FFF2-40B4-BE49-F238E27FC236}">
                <a16:creationId xmlns:a16="http://schemas.microsoft.com/office/drawing/2014/main" id="{5EF54871-A9EC-43F3-8E8B-A35DA2CDD9B0}"/>
              </a:ext>
            </a:extLst>
          </p:cNvPr>
          <p:cNvSpPr>
            <a:spLocks noChangeArrowheads="1"/>
          </p:cNvSpPr>
          <p:nvPr/>
        </p:nvSpPr>
        <p:spPr bwMode="auto">
          <a:xfrm rot="16200000">
            <a:off x="5371430" y="2180577"/>
            <a:ext cx="104060" cy="123825"/>
          </a:xfrm>
          <a:prstGeom prst="ellipse">
            <a:avLst/>
          </a:prstGeom>
          <a:solidFill>
            <a:srgbClr val="FFFFFF"/>
          </a:solidFill>
          <a:ln w="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34" name="Oval 32">
            <a:extLst>
              <a:ext uri="{FF2B5EF4-FFF2-40B4-BE49-F238E27FC236}">
                <a16:creationId xmlns:a16="http://schemas.microsoft.com/office/drawing/2014/main" id="{9630D0D5-C075-4B7E-A998-73316D0DCDC2}"/>
              </a:ext>
            </a:extLst>
          </p:cNvPr>
          <p:cNvSpPr>
            <a:spLocks noChangeArrowheads="1"/>
          </p:cNvSpPr>
          <p:nvPr/>
        </p:nvSpPr>
        <p:spPr bwMode="auto">
          <a:xfrm rot="16200000">
            <a:off x="5371430" y="2180577"/>
            <a:ext cx="104060" cy="123825"/>
          </a:xfrm>
          <a:prstGeom prst="ellipse">
            <a:avLst/>
          </a:prstGeom>
          <a:noFill/>
          <a:ln w="1587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35" name="Rectangle 33">
            <a:extLst>
              <a:ext uri="{FF2B5EF4-FFF2-40B4-BE49-F238E27FC236}">
                <a16:creationId xmlns:a16="http://schemas.microsoft.com/office/drawing/2014/main" id="{A8BAF4DD-C2F0-4C11-9424-CFB7EFB0537D}"/>
              </a:ext>
            </a:extLst>
          </p:cNvPr>
          <p:cNvSpPr>
            <a:spLocks noChangeArrowheads="1"/>
          </p:cNvSpPr>
          <p:nvPr/>
        </p:nvSpPr>
        <p:spPr bwMode="auto">
          <a:xfrm rot="16200000">
            <a:off x="5087994" y="2544558"/>
            <a:ext cx="178807" cy="32067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1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C</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36" name="Freeform 34">
            <a:extLst>
              <a:ext uri="{FF2B5EF4-FFF2-40B4-BE49-F238E27FC236}">
                <a16:creationId xmlns:a16="http://schemas.microsoft.com/office/drawing/2014/main" id="{2A7E119B-B0E9-45C3-A8BD-3E6BCA8583CA}"/>
              </a:ext>
            </a:extLst>
          </p:cNvPr>
          <p:cNvSpPr>
            <a:spLocks/>
          </p:cNvSpPr>
          <p:nvPr/>
        </p:nvSpPr>
        <p:spPr bwMode="auto">
          <a:xfrm rot="16200000">
            <a:off x="5088544" y="2773740"/>
            <a:ext cx="172944" cy="249238"/>
          </a:xfrm>
          <a:custGeom>
            <a:avLst/>
            <a:gdLst>
              <a:gd name="T0" fmla="*/ 0 w 118"/>
              <a:gd name="T1" fmla="*/ 157 h 157"/>
              <a:gd name="T2" fmla="*/ 118 w 118"/>
              <a:gd name="T3" fmla="*/ 78 h 157"/>
              <a:gd name="T4" fmla="*/ 0 w 118"/>
              <a:gd name="T5" fmla="*/ 0 h 157"/>
              <a:gd name="T6" fmla="*/ 0 60000 65536"/>
              <a:gd name="T7" fmla="*/ 0 60000 65536"/>
              <a:gd name="T8" fmla="*/ 0 60000 65536"/>
              <a:gd name="T9" fmla="*/ 0 w 118"/>
              <a:gd name="T10" fmla="*/ 0 h 157"/>
              <a:gd name="T11" fmla="*/ 118 w 118"/>
              <a:gd name="T12" fmla="*/ 157 h 157"/>
            </a:gdLst>
            <a:ahLst/>
            <a:cxnLst>
              <a:cxn ang="T6">
                <a:pos x="T0" y="T1"/>
              </a:cxn>
              <a:cxn ang="T7">
                <a:pos x="T2" y="T3"/>
              </a:cxn>
              <a:cxn ang="T8">
                <a:pos x="T4" y="T5"/>
              </a:cxn>
            </a:cxnLst>
            <a:rect l="T9" t="T10" r="T11" b="T12"/>
            <a:pathLst>
              <a:path w="118" h="157">
                <a:moveTo>
                  <a:pt x="0" y="157"/>
                </a:moveTo>
                <a:lnTo>
                  <a:pt x="118" y="78"/>
                </a:lnTo>
                <a:lnTo>
                  <a:pt x="0" y="0"/>
                </a:lnTo>
              </a:path>
            </a:pathLst>
          </a:custGeom>
          <a:noFill/>
          <a:ln w="15875"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37" name="Rectangle 35">
            <a:extLst>
              <a:ext uri="{FF2B5EF4-FFF2-40B4-BE49-F238E27FC236}">
                <a16:creationId xmlns:a16="http://schemas.microsoft.com/office/drawing/2014/main" id="{950E5E7B-0A5A-4F59-BB7E-40AD1F02C2F0}"/>
              </a:ext>
            </a:extLst>
          </p:cNvPr>
          <p:cNvSpPr>
            <a:spLocks noChangeArrowheads="1"/>
          </p:cNvSpPr>
          <p:nvPr/>
        </p:nvSpPr>
        <p:spPr bwMode="auto">
          <a:xfrm rot="16200000">
            <a:off x="6260198" y="2080082"/>
            <a:ext cx="690311" cy="1119188"/>
          </a:xfrm>
          <a:prstGeom prst="rect">
            <a:avLst/>
          </a:prstGeom>
          <a:noFill/>
          <a:ln w="1587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38" name="Rectangle 36">
            <a:extLst>
              <a:ext uri="{FF2B5EF4-FFF2-40B4-BE49-F238E27FC236}">
                <a16:creationId xmlns:a16="http://schemas.microsoft.com/office/drawing/2014/main" id="{58ED1A75-56F7-4878-A0CE-A51E4C06865A}"/>
              </a:ext>
            </a:extLst>
          </p:cNvPr>
          <p:cNvSpPr>
            <a:spLocks noChangeArrowheads="1"/>
          </p:cNvSpPr>
          <p:nvPr/>
        </p:nvSpPr>
        <p:spPr bwMode="auto">
          <a:xfrm rot="16200000">
            <a:off x="6198016" y="2695006"/>
            <a:ext cx="193964" cy="32316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1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D</a:t>
            </a:r>
            <a:endParaRPr kumimoji="0" lang="en-US" altLang="zh-CN" sz="2800" b="0" i="0" u="none" strike="noStrike" kern="1200" cap="none" spc="0" normalizeH="0" baseline="0" noProof="0" dirty="0">
              <a:ln>
                <a:noFill/>
              </a:ln>
              <a:solidFill>
                <a:srgbClr val="000000"/>
              </a:solidFill>
              <a:effectLst/>
              <a:uLnTx/>
              <a:uFillTx/>
              <a:latin typeface="Arial" charset="0"/>
              <a:ea typeface="宋体" pitchFamily="2" charset="-122"/>
              <a:cs typeface="+mn-cs"/>
            </a:endParaRPr>
          </a:p>
        </p:txBody>
      </p:sp>
      <p:sp>
        <p:nvSpPr>
          <p:cNvPr id="139" name="Rectangle 37">
            <a:extLst>
              <a:ext uri="{FF2B5EF4-FFF2-40B4-BE49-F238E27FC236}">
                <a16:creationId xmlns:a16="http://schemas.microsoft.com/office/drawing/2014/main" id="{2ACA93A3-E427-43B5-BE1B-A23A70386737}"/>
              </a:ext>
            </a:extLst>
          </p:cNvPr>
          <p:cNvSpPr>
            <a:spLocks noChangeArrowheads="1"/>
          </p:cNvSpPr>
          <p:nvPr/>
        </p:nvSpPr>
        <p:spPr bwMode="auto">
          <a:xfrm rot="16200000">
            <a:off x="6198999" y="2262425"/>
            <a:ext cx="191997" cy="32067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1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40" name="Line 39">
            <a:extLst>
              <a:ext uri="{FF2B5EF4-FFF2-40B4-BE49-F238E27FC236}">
                <a16:creationId xmlns:a16="http://schemas.microsoft.com/office/drawing/2014/main" id="{7D987355-4DEB-4B0D-B0A5-8DAB4AC8DDDA}"/>
              </a:ext>
            </a:extLst>
          </p:cNvPr>
          <p:cNvSpPr>
            <a:spLocks noChangeShapeType="1"/>
          </p:cNvSpPr>
          <p:nvPr/>
        </p:nvSpPr>
        <p:spPr bwMode="auto">
          <a:xfrm rot="16200000">
            <a:off x="6042115" y="2041638"/>
            <a:ext cx="504176" cy="1588"/>
          </a:xfrm>
          <a:prstGeom prst="line">
            <a:avLst/>
          </a:prstGeom>
          <a:noFill/>
          <a:ln w="1587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1" name="Rectangle 40">
            <a:extLst>
              <a:ext uri="{FF2B5EF4-FFF2-40B4-BE49-F238E27FC236}">
                <a16:creationId xmlns:a16="http://schemas.microsoft.com/office/drawing/2014/main" id="{C8A6AB8A-F1CE-4B99-8509-45CC0D09EC3D}"/>
              </a:ext>
            </a:extLst>
          </p:cNvPr>
          <p:cNvSpPr>
            <a:spLocks noChangeArrowheads="1"/>
          </p:cNvSpPr>
          <p:nvPr/>
        </p:nvSpPr>
        <p:spPr bwMode="auto">
          <a:xfrm rot="16200000">
            <a:off x="6791136" y="2249234"/>
            <a:ext cx="191997" cy="32067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1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42" name="Oval 41">
            <a:extLst>
              <a:ext uri="{FF2B5EF4-FFF2-40B4-BE49-F238E27FC236}">
                <a16:creationId xmlns:a16="http://schemas.microsoft.com/office/drawing/2014/main" id="{62BC159A-9F27-4198-8843-BB059E2BF87C}"/>
              </a:ext>
            </a:extLst>
          </p:cNvPr>
          <p:cNvSpPr>
            <a:spLocks noChangeArrowheads="1"/>
          </p:cNvSpPr>
          <p:nvPr/>
        </p:nvSpPr>
        <p:spPr bwMode="auto">
          <a:xfrm rot="16200000">
            <a:off x="6863680" y="2180577"/>
            <a:ext cx="104060" cy="123825"/>
          </a:xfrm>
          <a:prstGeom prst="ellipse">
            <a:avLst/>
          </a:prstGeom>
          <a:solidFill>
            <a:srgbClr val="FFFFFF"/>
          </a:solidFill>
          <a:ln w="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3" name="Oval 42">
            <a:extLst>
              <a:ext uri="{FF2B5EF4-FFF2-40B4-BE49-F238E27FC236}">
                <a16:creationId xmlns:a16="http://schemas.microsoft.com/office/drawing/2014/main" id="{13124C72-825B-4B41-A633-EA042D8BFC03}"/>
              </a:ext>
            </a:extLst>
          </p:cNvPr>
          <p:cNvSpPr>
            <a:spLocks noChangeArrowheads="1"/>
          </p:cNvSpPr>
          <p:nvPr/>
        </p:nvSpPr>
        <p:spPr bwMode="auto">
          <a:xfrm rot="16200000">
            <a:off x="6863680" y="2180577"/>
            <a:ext cx="104060" cy="123825"/>
          </a:xfrm>
          <a:prstGeom prst="ellipse">
            <a:avLst/>
          </a:prstGeom>
          <a:noFill/>
          <a:ln w="1587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4" name="Rectangle 43">
            <a:extLst>
              <a:ext uri="{FF2B5EF4-FFF2-40B4-BE49-F238E27FC236}">
                <a16:creationId xmlns:a16="http://schemas.microsoft.com/office/drawing/2014/main" id="{88EE7FA9-6661-4534-9B0D-9D63B055EAB3}"/>
              </a:ext>
            </a:extLst>
          </p:cNvPr>
          <p:cNvSpPr>
            <a:spLocks noChangeArrowheads="1"/>
          </p:cNvSpPr>
          <p:nvPr/>
        </p:nvSpPr>
        <p:spPr bwMode="auto">
          <a:xfrm rot="16200000">
            <a:off x="6585006" y="2544558"/>
            <a:ext cx="178807" cy="32067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1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t>
            </a:r>
            <a:endParaRPr kumimoji="0" lang="en-US" altLang="zh-CN" sz="2800" b="0" i="0" u="none" strike="noStrike" kern="1200" cap="none" spc="0" normalizeH="0" baseline="0" noProof="0" dirty="0">
              <a:ln>
                <a:noFill/>
              </a:ln>
              <a:solidFill>
                <a:srgbClr val="000000"/>
              </a:solidFill>
              <a:effectLst/>
              <a:uLnTx/>
              <a:uFillTx/>
              <a:latin typeface="Arial" charset="0"/>
              <a:ea typeface="宋体" pitchFamily="2" charset="-122"/>
              <a:cs typeface="+mn-cs"/>
            </a:endParaRPr>
          </a:p>
        </p:txBody>
      </p:sp>
      <p:sp>
        <p:nvSpPr>
          <p:cNvPr id="145" name="Freeform 44">
            <a:extLst>
              <a:ext uri="{FF2B5EF4-FFF2-40B4-BE49-F238E27FC236}">
                <a16:creationId xmlns:a16="http://schemas.microsoft.com/office/drawing/2014/main" id="{05388E0D-776F-49E5-9959-54B3CFAF24F0}"/>
              </a:ext>
            </a:extLst>
          </p:cNvPr>
          <p:cNvSpPr>
            <a:spLocks/>
          </p:cNvSpPr>
          <p:nvPr/>
        </p:nvSpPr>
        <p:spPr bwMode="auto">
          <a:xfrm rot="16200000">
            <a:off x="6580794" y="2773740"/>
            <a:ext cx="172944" cy="249238"/>
          </a:xfrm>
          <a:custGeom>
            <a:avLst/>
            <a:gdLst>
              <a:gd name="T0" fmla="*/ 0 w 118"/>
              <a:gd name="T1" fmla="*/ 157 h 157"/>
              <a:gd name="T2" fmla="*/ 118 w 118"/>
              <a:gd name="T3" fmla="*/ 79 h 157"/>
              <a:gd name="T4" fmla="*/ 0 w 118"/>
              <a:gd name="T5" fmla="*/ 0 h 157"/>
              <a:gd name="T6" fmla="*/ 0 60000 65536"/>
              <a:gd name="T7" fmla="*/ 0 60000 65536"/>
              <a:gd name="T8" fmla="*/ 0 60000 65536"/>
              <a:gd name="T9" fmla="*/ 0 w 118"/>
              <a:gd name="T10" fmla="*/ 0 h 157"/>
              <a:gd name="T11" fmla="*/ 118 w 118"/>
              <a:gd name="T12" fmla="*/ 157 h 157"/>
            </a:gdLst>
            <a:ahLst/>
            <a:cxnLst>
              <a:cxn ang="T6">
                <a:pos x="T0" y="T1"/>
              </a:cxn>
              <a:cxn ang="T7">
                <a:pos x="T2" y="T3"/>
              </a:cxn>
              <a:cxn ang="T8">
                <a:pos x="T4" y="T5"/>
              </a:cxn>
            </a:cxnLst>
            <a:rect l="T9" t="T10" r="T11" b="T12"/>
            <a:pathLst>
              <a:path w="118" h="157">
                <a:moveTo>
                  <a:pt x="0" y="157"/>
                </a:moveTo>
                <a:lnTo>
                  <a:pt x="118" y="79"/>
                </a:lnTo>
                <a:lnTo>
                  <a:pt x="0" y="0"/>
                </a:lnTo>
              </a:path>
            </a:pathLst>
          </a:custGeom>
          <a:noFill/>
          <a:ln w="15875"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6" name="Freeform 45">
            <a:extLst>
              <a:ext uri="{FF2B5EF4-FFF2-40B4-BE49-F238E27FC236}">
                <a16:creationId xmlns:a16="http://schemas.microsoft.com/office/drawing/2014/main" id="{F7A2F630-6784-4581-96EE-4DB2B18E229D}"/>
              </a:ext>
            </a:extLst>
          </p:cNvPr>
          <p:cNvSpPr>
            <a:spLocks/>
          </p:cNvSpPr>
          <p:nvPr/>
        </p:nvSpPr>
        <p:spPr bwMode="auto">
          <a:xfrm rot="16200000">
            <a:off x="4814767" y="374443"/>
            <a:ext cx="98198" cy="5348288"/>
          </a:xfrm>
          <a:custGeom>
            <a:avLst/>
            <a:gdLst>
              <a:gd name="T0" fmla="*/ 235 w 235"/>
              <a:gd name="T1" fmla="*/ 0 h 3369"/>
              <a:gd name="T2" fmla="*/ 0 w 235"/>
              <a:gd name="T3" fmla="*/ 0 h 3369"/>
              <a:gd name="T4" fmla="*/ 0 w 235"/>
              <a:gd name="T5" fmla="*/ 3369 h 3369"/>
              <a:gd name="T6" fmla="*/ 0 60000 65536"/>
              <a:gd name="T7" fmla="*/ 0 60000 65536"/>
              <a:gd name="T8" fmla="*/ 0 60000 65536"/>
              <a:gd name="T9" fmla="*/ 0 w 235"/>
              <a:gd name="T10" fmla="*/ 0 h 3369"/>
              <a:gd name="T11" fmla="*/ 235 w 235"/>
              <a:gd name="T12" fmla="*/ 3369 h 3369"/>
            </a:gdLst>
            <a:ahLst/>
            <a:cxnLst>
              <a:cxn ang="T6">
                <a:pos x="T0" y="T1"/>
              </a:cxn>
              <a:cxn ang="T7">
                <a:pos x="T2" y="T3"/>
              </a:cxn>
              <a:cxn ang="T8">
                <a:pos x="T4" y="T5"/>
              </a:cxn>
            </a:cxnLst>
            <a:rect l="T9" t="T10" r="T11" b="T12"/>
            <a:pathLst>
              <a:path w="235" h="3369">
                <a:moveTo>
                  <a:pt x="235" y="0"/>
                </a:moveTo>
                <a:lnTo>
                  <a:pt x="0" y="0"/>
                </a:lnTo>
                <a:lnTo>
                  <a:pt x="0" y="3369"/>
                </a:lnTo>
              </a:path>
            </a:pathLst>
          </a:custGeom>
          <a:noFill/>
          <a:ln w="15875"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7" name="Line 46">
            <a:extLst>
              <a:ext uri="{FF2B5EF4-FFF2-40B4-BE49-F238E27FC236}">
                <a16:creationId xmlns:a16="http://schemas.microsoft.com/office/drawing/2014/main" id="{C4ADCD6B-D2B3-404E-B370-2B9B3A6B7AA2}"/>
              </a:ext>
            </a:extLst>
          </p:cNvPr>
          <p:cNvSpPr>
            <a:spLocks noChangeShapeType="1"/>
          </p:cNvSpPr>
          <p:nvPr/>
        </p:nvSpPr>
        <p:spPr bwMode="auto">
          <a:xfrm rot="16200000" flipH="1">
            <a:off x="6613902" y="3040580"/>
            <a:ext cx="111493" cy="0"/>
          </a:xfrm>
          <a:prstGeom prst="line">
            <a:avLst/>
          </a:prstGeom>
          <a:noFill/>
          <a:ln w="1587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8" name="Freeform 47">
            <a:extLst>
              <a:ext uri="{FF2B5EF4-FFF2-40B4-BE49-F238E27FC236}">
                <a16:creationId xmlns:a16="http://schemas.microsoft.com/office/drawing/2014/main" id="{B7FEE179-5B8B-4E0E-8083-86B04F3C5E22}"/>
              </a:ext>
            </a:extLst>
          </p:cNvPr>
          <p:cNvSpPr>
            <a:spLocks/>
          </p:cNvSpPr>
          <p:nvPr/>
        </p:nvSpPr>
        <p:spPr bwMode="auto">
          <a:xfrm rot="16200000">
            <a:off x="6618169" y="3043877"/>
            <a:ext cx="98197" cy="106363"/>
          </a:xfrm>
          <a:custGeom>
            <a:avLst/>
            <a:gdLst>
              <a:gd name="T0" fmla="*/ 43 w 104"/>
              <a:gd name="T1" fmla="*/ 22 h 104"/>
              <a:gd name="T2" fmla="*/ 22 w 104"/>
              <a:gd name="T3" fmla="*/ 0 h 104"/>
              <a:gd name="T4" fmla="*/ 0 w 104"/>
              <a:gd name="T5" fmla="*/ 22 h 104"/>
              <a:gd name="T6" fmla="*/ 0 w 104"/>
              <a:gd name="T7" fmla="*/ 22 h 104"/>
              <a:gd name="T8" fmla="*/ 22 w 104"/>
              <a:gd name="T9" fmla="*/ 43 h 104"/>
              <a:gd name="T10" fmla="*/ 43 w 104"/>
              <a:gd name="T11" fmla="*/ 22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104" y="52"/>
                </a:moveTo>
                <a:cubicBezTo>
                  <a:pt x="104" y="23"/>
                  <a:pt x="81" y="0"/>
                  <a:pt x="52" y="0"/>
                </a:cubicBezTo>
                <a:cubicBezTo>
                  <a:pt x="23" y="0"/>
                  <a:pt x="0" y="23"/>
                  <a:pt x="0" y="52"/>
                </a:cubicBezTo>
                <a:cubicBezTo>
                  <a:pt x="0" y="52"/>
                  <a:pt x="0" y="52"/>
                  <a:pt x="0" y="52"/>
                </a:cubicBezTo>
                <a:cubicBezTo>
                  <a:pt x="0" y="80"/>
                  <a:pt x="23" y="104"/>
                  <a:pt x="52" y="104"/>
                </a:cubicBezTo>
                <a:cubicBezTo>
                  <a:pt x="81" y="104"/>
                  <a:pt x="104" y="80"/>
                  <a:pt x="104" y="52"/>
                </a:cubicBezTo>
              </a:path>
            </a:pathLst>
          </a:custGeom>
          <a:solidFill>
            <a:srgbClr val="000000"/>
          </a:solidFill>
          <a:ln w="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9" name="Line 48">
            <a:extLst>
              <a:ext uri="{FF2B5EF4-FFF2-40B4-BE49-F238E27FC236}">
                <a16:creationId xmlns:a16="http://schemas.microsoft.com/office/drawing/2014/main" id="{E410F9B9-1CF2-4A10-9479-6C8453FB2E89}"/>
              </a:ext>
            </a:extLst>
          </p:cNvPr>
          <p:cNvSpPr>
            <a:spLocks noChangeShapeType="1"/>
          </p:cNvSpPr>
          <p:nvPr/>
        </p:nvSpPr>
        <p:spPr bwMode="auto">
          <a:xfrm rot="16200000" flipH="1">
            <a:off x="5129991" y="3036399"/>
            <a:ext cx="91637" cy="0"/>
          </a:xfrm>
          <a:prstGeom prst="line">
            <a:avLst/>
          </a:prstGeom>
          <a:noFill/>
          <a:ln w="1587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50" name="Freeform 49">
            <a:extLst>
              <a:ext uri="{FF2B5EF4-FFF2-40B4-BE49-F238E27FC236}">
                <a16:creationId xmlns:a16="http://schemas.microsoft.com/office/drawing/2014/main" id="{BA68B526-F6CC-4F81-AFD1-5F7743C67EF5}"/>
              </a:ext>
            </a:extLst>
          </p:cNvPr>
          <p:cNvSpPr>
            <a:spLocks/>
          </p:cNvSpPr>
          <p:nvPr/>
        </p:nvSpPr>
        <p:spPr bwMode="auto">
          <a:xfrm rot="16200000">
            <a:off x="5125917" y="3029768"/>
            <a:ext cx="98197" cy="106363"/>
          </a:xfrm>
          <a:custGeom>
            <a:avLst/>
            <a:gdLst>
              <a:gd name="T0" fmla="*/ 43 w 104"/>
              <a:gd name="T1" fmla="*/ 22 h 104"/>
              <a:gd name="T2" fmla="*/ 22 w 104"/>
              <a:gd name="T3" fmla="*/ 0 h 104"/>
              <a:gd name="T4" fmla="*/ 0 w 104"/>
              <a:gd name="T5" fmla="*/ 22 h 104"/>
              <a:gd name="T6" fmla="*/ 0 w 104"/>
              <a:gd name="T7" fmla="*/ 22 h 104"/>
              <a:gd name="T8" fmla="*/ 22 w 104"/>
              <a:gd name="T9" fmla="*/ 43 h 104"/>
              <a:gd name="T10" fmla="*/ 43 w 104"/>
              <a:gd name="T11" fmla="*/ 22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104" y="52"/>
                </a:moveTo>
                <a:cubicBezTo>
                  <a:pt x="104" y="23"/>
                  <a:pt x="81" y="0"/>
                  <a:pt x="52" y="0"/>
                </a:cubicBezTo>
                <a:cubicBezTo>
                  <a:pt x="23" y="0"/>
                  <a:pt x="0" y="23"/>
                  <a:pt x="0" y="52"/>
                </a:cubicBezTo>
                <a:cubicBezTo>
                  <a:pt x="0" y="52"/>
                  <a:pt x="0" y="52"/>
                  <a:pt x="0" y="52"/>
                </a:cubicBezTo>
                <a:cubicBezTo>
                  <a:pt x="0" y="81"/>
                  <a:pt x="23" y="104"/>
                  <a:pt x="52" y="104"/>
                </a:cubicBezTo>
                <a:cubicBezTo>
                  <a:pt x="81" y="104"/>
                  <a:pt x="104" y="81"/>
                  <a:pt x="104" y="52"/>
                </a:cubicBezTo>
              </a:path>
            </a:pathLst>
          </a:custGeom>
          <a:solidFill>
            <a:srgbClr val="000000"/>
          </a:solidFill>
          <a:ln w="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51" name="Line 50">
            <a:extLst>
              <a:ext uri="{FF2B5EF4-FFF2-40B4-BE49-F238E27FC236}">
                <a16:creationId xmlns:a16="http://schemas.microsoft.com/office/drawing/2014/main" id="{ABC8C83A-F28F-41A6-8AFB-5D3BE33589F3}"/>
              </a:ext>
            </a:extLst>
          </p:cNvPr>
          <p:cNvSpPr>
            <a:spLocks noChangeShapeType="1"/>
          </p:cNvSpPr>
          <p:nvPr/>
        </p:nvSpPr>
        <p:spPr bwMode="auto">
          <a:xfrm rot="16200000" flipH="1">
            <a:off x="3627375" y="3045235"/>
            <a:ext cx="112370" cy="0"/>
          </a:xfrm>
          <a:prstGeom prst="line">
            <a:avLst/>
          </a:prstGeom>
          <a:noFill/>
          <a:ln w="1587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52" name="Freeform 51">
            <a:extLst>
              <a:ext uri="{FF2B5EF4-FFF2-40B4-BE49-F238E27FC236}">
                <a16:creationId xmlns:a16="http://schemas.microsoft.com/office/drawing/2014/main" id="{8BFBD94F-1A02-4A44-80E7-BD9D1C516301}"/>
              </a:ext>
            </a:extLst>
          </p:cNvPr>
          <p:cNvSpPr>
            <a:spLocks/>
          </p:cNvSpPr>
          <p:nvPr/>
        </p:nvSpPr>
        <p:spPr bwMode="auto">
          <a:xfrm rot="16200000">
            <a:off x="3633667" y="3048971"/>
            <a:ext cx="98197" cy="106363"/>
          </a:xfrm>
          <a:custGeom>
            <a:avLst/>
            <a:gdLst>
              <a:gd name="T0" fmla="*/ 43 w 104"/>
              <a:gd name="T1" fmla="*/ 22 h 104"/>
              <a:gd name="T2" fmla="*/ 22 w 104"/>
              <a:gd name="T3" fmla="*/ 0 h 104"/>
              <a:gd name="T4" fmla="*/ 0 w 104"/>
              <a:gd name="T5" fmla="*/ 22 h 104"/>
              <a:gd name="T6" fmla="*/ 0 w 104"/>
              <a:gd name="T7" fmla="*/ 22 h 104"/>
              <a:gd name="T8" fmla="*/ 22 w 104"/>
              <a:gd name="T9" fmla="*/ 43 h 104"/>
              <a:gd name="T10" fmla="*/ 43 w 104"/>
              <a:gd name="T11" fmla="*/ 22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104" y="52"/>
                </a:moveTo>
                <a:cubicBezTo>
                  <a:pt x="104" y="23"/>
                  <a:pt x="81" y="0"/>
                  <a:pt x="52" y="0"/>
                </a:cubicBezTo>
                <a:cubicBezTo>
                  <a:pt x="23" y="0"/>
                  <a:pt x="0" y="23"/>
                  <a:pt x="0" y="52"/>
                </a:cubicBezTo>
                <a:cubicBezTo>
                  <a:pt x="0" y="52"/>
                  <a:pt x="0" y="52"/>
                  <a:pt x="0" y="52"/>
                </a:cubicBezTo>
                <a:cubicBezTo>
                  <a:pt x="0" y="81"/>
                  <a:pt x="23" y="104"/>
                  <a:pt x="52" y="104"/>
                </a:cubicBezTo>
                <a:cubicBezTo>
                  <a:pt x="81" y="104"/>
                  <a:pt x="104" y="81"/>
                  <a:pt x="104" y="52"/>
                </a:cubicBezTo>
              </a:path>
            </a:pathLst>
          </a:custGeom>
          <a:solidFill>
            <a:srgbClr val="000000"/>
          </a:solidFill>
          <a:ln w="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53" name="Line 52">
            <a:extLst>
              <a:ext uri="{FF2B5EF4-FFF2-40B4-BE49-F238E27FC236}">
                <a16:creationId xmlns:a16="http://schemas.microsoft.com/office/drawing/2014/main" id="{5BEAC36B-3A56-4F15-BD50-1BA743673808}"/>
              </a:ext>
            </a:extLst>
          </p:cNvPr>
          <p:cNvSpPr>
            <a:spLocks noChangeShapeType="1"/>
          </p:cNvSpPr>
          <p:nvPr/>
        </p:nvSpPr>
        <p:spPr bwMode="auto">
          <a:xfrm rot="16200000" flipH="1">
            <a:off x="1243678" y="4462186"/>
            <a:ext cx="1322173" cy="0"/>
          </a:xfrm>
          <a:prstGeom prst="line">
            <a:avLst/>
          </a:prstGeom>
          <a:noFill/>
          <a:ln w="1587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54" name="Freeform 53">
            <a:extLst>
              <a:ext uri="{FF2B5EF4-FFF2-40B4-BE49-F238E27FC236}">
                <a16:creationId xmlns:a16="http://schemas.microsoft.com/office/drawing/2014/main" id="{30F72DD8-E789-45EC-9C5A-35170CA754ED}"/>
              </a:ext>
            </a:extLst>
          </p:cNvPr>
          <p:cNvSpPr>
            <a:spLocks noEditPoints="1"/>
          </p:cNvSpPr>
          <p:nvPr/>
        </p:nvSpPr>
        <p:spPr bwMode="auto">
          <a:xfrm rot="16200000">
            <a:off x="3060275" y="4023978"/>
            <a:ext cx="690311" cy="187325"/>
          </a:xfrm>
          <a:custGeom>
            <a:avLst/>
            <a:gdLst>
              <a:gd name="T0" fmla="*/ 0 w 471"/>
              <a:gd name="T1" fmla="*/ 0 h 118"/>
              <a:gd name="T2" fmla="*/ 236 w 471"/>
              <a:gd name="T3" fmla="*/ 0 h 118"/>
              <a:gd name="T4" fmla="*/ 0 w 471"/>
              <a:gd name="T5" fmla="*/ 118 h 118"/>
              <a:gd name="T6" fmla="*/ 236 w 471"/>
              <a:gd name="T7" fmla="*/ 118 h 118"/>
              <a:gd name="T8" fmla="*/ 471 w 471"/>
              <a:gd name="T9" fmla="*/ 59 h 118"/>
              <a:gd name="T10" fmla="*/ 236 w 471"/>
              <a:gd name="T11" fmla="*/ 59 h 118"/>
              <a:gd name="T12" fmla="*/ 0 60000 65536"/>
              <a:gd name="T13" fmla="*/ 0 60000 65536"/>
              <a:gd name="T14" fmla="*/ 0 60000 65536"/>
              <a:gd name="T15" fmla="*/ 0 60000 65536"/>
              <a:gd name="T16" fmla="*/ 0 60000 65536"/>
              <a:gd name="T17" fmla="*/ 0 60000 65536"/>
              <a:gd name="T18" fmla="*/ 0 w 471"/>
              <a:gd name="T19" fmla="*/ 0 h 118"/>
              <a:gd name="T20" fmla="*/ 471 w 471"/>
              <a:gd name="T21" fmla="*/ 118 h 118"/>
            </a:gdLst>
            <a:ahLst/>
            <a:cxnLst>
              <a:cxn ang="T12">
                <a:pos x="T0" y="T1"/>
              </a:cxn>
              <a:cxn ang="T13">
                <a:pos x="T2" y="T3"/>
              </a:cxn>
              <a:cxn ang="T14">
                <a:pos x="T4" y="T5"/>
              </a:cxn>
              <a:cxn ang="T15">
                <a:pos x="T6" y="T7"/>
              </a:cxn>
              <a:cxn ang="T16">
                <a:pos x="T8" y="T9"/>
              </a:cxn>
              <a:cxn ang="T17">
                <a:pos x="T10" y="T11"/>
              </a:cxn>
            </a:cxnLst>
            <a:rect l="T18" t="T19" r="T20" b="T21"/>
            <a:pathLst>
              <a:path w="471" h="118">
                <a:moveTo>
                  <a:pt x="0" y="0"/>
                </a:moveTo>
                <a:lnTo>
                  <a:pt x="236" y="0"/>
                </a:lnTo>
                <a:moveTo>
                  <a:pt x="0" y="118"/>
                </a:moveTo>
                <a:lnTo>
                  <a:pt x="236" y="118"/>
                </a:lnTo>
                <a:moveTo>
                  <a:pt x="471" y="59"/>
                </a:moveTo>
                <a:lnTo>
                  <a:pt x="236" y="59"/>
                </a:lnTo>
              </a:path>
            </a:pathLst>
          </a:custGeom>
          <a:noFill/>
          <a:ln w="15875"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55" name="Freeform 56">
            <a:extLst>
              <a:ext uri="{FF2B5EF4-FFF2-40B4-BE49-F238E27FC236}">
                <a16:creationId xmlns:a16="http://schemas.microsoft.com/office/drawing/2014/main" id="{0599D944-531F-40FF-AF74-D6A7AF305F59}"/>
              </a:ext>
            </a:extLst>
          </p:cNvPr>
          <p:cNvSpPr>
            <a:spLocks/>
          </p:cNvSpPr>
          <p:nvPr/>
        </p:nvSpPr>
        <p:spPr bwMode="auto">
          <a:xfrm rot="16200000">
            <a:off x="3181189" y="3929582"/>
            <a:ext cx="448483" cy="374650"/>
          </a:xfrm>
          <a:custGeom>
            <a:avLst/>
            <a:gdLst>
              <a:gd name="T0" fmla="*/ 122 w 474"/>
              <a:gd name="T1" fmla="*/ 153 h 364"/>
              <a:gd name="T2" fmla="*/ 0 w 474"/>
              <a:gd name="T3" fmla="*/ 153 h 364"/>
              <a:gd name="T4" fmla="*/ 0 w 474"/>
              <a:gd name="T5" fmla="*/ 0 h 364"/>
              <a:gd name="T6" fmla="*/ 122 w 474"/>
              <a:gd name="T7" fmla="*/ 0 h 364"/>
              <a:gd name="T8" fmla="*/ 198 w 474"/>
              <a:gd name="T9" fmla="*/ 77 h 364"/>
              <a:gd name="T10" fmla="*/ 122 w 474"/>
              <a:gd name="T11" fmla="*/ 153 h 364"/>
              <a:gd name="T12" fmla="*/ 122 w 474"/>
              <a:gd name="T13" fmla="*/ 153 h 364"/>
              <a:gd name="T14" fmla="*/ 0 60000 65536"/>
              <a:gd name="T15" fmla="*/ 0 60000 65536"/>
              <a:gd name="T16" fmla="*/ 0 60000 65536"/>
              <a:gd name="T17" fmla="*/ 0 60000 65536"/>
              <a:gd name="T18" fmla="*/ 0 60000 65536"/>
              <a:gd name="T19" fmla="*/ 0 60000 65536"/>
              <a:gd name="T20" fmla="*/ 0 60000 65536"/>
              <a:gd name="T21" fmla="*/ 0 w 474"/>
              <a:gd name="T22" fmla="*/ 0 h 364"/>
              <a:gd name="T23" fmla="*/ 474 w 474"/>
              <a:gd name="T24" fmla="*/ 364 h 3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4" h="364">
                <a:moveTo>
                  <a:pt x="292" y="364"/>
                </a:moveTo>
                <a:lnTo>
                  <a:pt x="0" y="364"/>
                </a:lnTo>
                <a:lnTo>
                  <a:pt x="0" y="0"/>
                </a:lnTo>
                <a:lnTo>
                  <a:pt x="292" y="0"/>
                </a:lnTo>
                <a:cubicBezTo>
                  <a:pt x="392" y="0"/>
                  <a:pt x="474" y="82"/>
                  <a:pt x="474" y="182"/>
                </a:cubicBezTo>
                <a:cubicBezTo>
                  <a:pt x="474" y="282"/>
                  <a:pt x="392" y="364"/>
                  <a:pt x="292" y="364"/>
                </a:cubicBezTo>
                <a:cubicBezTo>
                  <a:pt x="292" y="364"/>
                  <a:pt x="292" y="364"/>
                  <a:pt x="292" y="364"/>
                </a:cubicBezTo>
                <a:close/>
              </a:path>
            </a:pathLst>
          </a:custGeom>
          <a:solidFill>
            <a:srgbClr val="FFFFFF"/>
          </a:solidFill>
          <a:ln w="15875">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61" name="Freeform 69">
            <a:extLst>
              <a:ext uri="{FF2B5EF4-FFF2-40B4-BE49-F238E27FC236}">
                <a16:creationId xmlns:a16="http://schemas.microsoft.com/office/drawing/2014/main" id="{CF93EE3B-90A1-4477-89E2-8E7855723B0C}"/>
              </a:ext>
            </a:extLst>
          </p:cNvPr>
          <p:cNvSpPr>
            <a:spLocks/>
          </p:cNvSpPr>
          <p:nvPr/>
        </p:nvSpPr>
        <p:spPr bwMode="auto">
          <a:xfrm rot="16200000">
            <a:off x="1292626" y="2582588"/>
            <a:ext cx="2543498" cy="1495431"/>
          </a:xfrm>
          <a:custGeom>
            <a:avLst/>
            <a:gdLst>
              <a:gd name="T0" fmla="*/ 1728 w 1728"/>
              <a:gd name="T1" fmla="*/ 0 h 2879"/>
              <a:gd name="T2" fmla="*/ 1728 w 1728"/>
              <a:gd name="T3" fmla="*/ 661 h 2879"/>
              <a:gd name="T4" fmla="*/ 0 w 1728"/>
              <a:gd name="T5" fmla="*/ 661 h 2879"/>
              <a:gd name="T6" fmla="*/ 0 w 1728"/>
              <a:gd name="T7" fmla="*/ 2879 h 2879"/>
              <a:gd name="T8" fmla="*/ 235 w 1728"/>
              <a:gd name="T9" fmla="*/ 2879 h 2879"/>
              <a:gd name="T10" fmla="*/ 0 60000 65536"/>
              <a:gd name="T11" fmla="*/ 0 60000 65536"/>
              <a:gd name="T12" fmla="*/ 0 60000 65536"/>
              <a:gd name="T13" fmla="*/ 0 60000 65536"/>
              <a:gd name="T14" fmla="*/ 0 60000 65536"/>
              <a:gd name="T15" fmla="*/ 0 w 1728"/>
              <a:gd name="T16" fmla="*/ 0 h 2879"/>
              <a:gd name="T17" fmla="*/ 1728 w 1728"/>
              <a:gd name="T18" fmla="*/ 2879 h 2879"/>
              <a:gd name="connsiteX0" fmla="*/ 10000 w 10000"/>
              <a:gd name="connsiteY0" fmla="*/ 0 h 10000"/>
              <a:gd name="connsiteX1" fmla="*/ 10000 w 10000"/>
              <a:gd name="connsiteY1" fmla="*/ 2296 h 10000"/>
              <a:gd name="connsiteX2" fmla="*/ 0 w 10000"/>
              <a:gd name="connsiteY2" fmla="*/ 2296 h 10000"/>
              <a:gd name="connsiteX3" fmla="*/ 0 w 10000"/>
              <a:gd name="connsiteY3" fmla="*/ 10000 h 10000"/>
              <a:gd name="connsiteX0" fmla="*/ 10000 w 10000"/>
              <a:gd name="connsiteY0" fmla="*/ 0 h 10000"/>
              <a:gd name="connsiteX1" fmla="*/ 9981 w 10000"/>
              <a:gd name="connsiteY1" fmla="*/ 6417 h 10000"/>
              <a:gd name="connsiteX2" fmla="*/ 0 w 10000"/>
              <a:gd name="connsiteY2" fmla="*/ 2296 h 10000"/>
              <a:gd name="connsiteX3" fmla="*/ 0 w 10000"/>
              <a:gd name="connsiteY3" fmla="*/ 10000 h 10000"/>
              <a:gd name="connsiteX0" fmla="*/ 10056 w 10056"/>
              <a:gd name="connsiteY0" fmla="*/ 0 h 10000"/>
              <a:gd name="connsiteX1" fmla="*/ 10037 w 10056"/>
              <a:gd name="connsiteY1" fmla="*/ 6417 h 10000"/>
              <a:gd name="connsiteX2" fmla="*/ 0 w 10056"/>
              <a:gd name="connsiteY2" fmla="*/ 6385 h 10000"/>
              <a:gd name="connsiteX3" fmla="*/ 56 w 10056"/>
              <a:gd name="connsiteY3" fmla="*/ 10000 h 10000"/>
              <a:gd name="connsiteX0" fmla="*/ 10004 w 10004"/>
              <a:gd name="connsiteY0" fmla="*/ 0 h 10000"/>
              <a:gd name="connsiteX1" fmla="*/ 9985 w 10004"/>
              <a:gd name="connsiteY1" fmla="*/ 6417 h 10000"/>
              <a:gd name="connsiteX2" fmla="*/ 42 w 10004"/>
              <a:gd name="connsiteY2" fmla="*/ 6385 h 10000"/>
              <a:gd name="connsiteX3" fmla="*/ 4 w 10004"/>
              <a:gd name="connsiteY3" fmla="*/ 10000 h 10000"/>
              <a:gd name="connsiteX0" fmla="*/ 10037 w 10037"/>
              <a:gd name="connsiteY0" fmla="*/ 0 h 10000"/>
              <a:gd name="connsiteX1" fmla="*/ 10018 w 10037"/>
              <a:gd name="connsiteY1" fmla="*/ 6417 h 10000"/>
              <a:gd name="connsiteX2" fmla="*/ 0 w 10037"/>
              <a:gd name="connsiteY2" fmla="*/ 6385 h 10000"/>
              <a:gd name="connsiteX3" fmla="*/ 37 w 10037"/>
              <a:gd name="connsiteY3" fmla="*/ 10000 h 10000"/>
              <a:gd name="connsiteX0" fmla="*/ 10043 w 10043"/>
              <a:gd name="connsiteY0" fmla="*/ 0 h 10032"/>
              <a:gd name="connsiteX1" fmla="*/ 10024 w 10043"/>
              <a:gd name="connsiteY1" fmla="*/ 6417 h 10032"/>
              <a:gd name="connsiteX2" fmla="*/ 6 w 10043"/>
              <a:gd name="connsiteY2" fmla="*/ 6385 h 10032"/>
              <a:gd name="connsiteX3" fmla="*/ 5 w 10043"/>
              <a:gd name="connsiteY3" fmla="*/ 10032 h 10032"/>
            </a:gdLst>
            <a:ahLst/>
            <a:cxnLst>
              <a:cxn ang="0">
                <a:pos x="connsiteX0" y="connsiteY0"/>
              </a:cxn>
              <a:cxn ang="0">
                <a:pos x="connsiteX1" y="connsiteY1"/>
              </a:cxn>
              <a:cxn ang="0">
                <a:pos x="connsiteX2" y="connsiteY2"/>
              </a:cxn>
              <a:cxn ang="0">
                <a:pos x="connsiteX3" y="connsiteY3"/>
              </a:cxn>
            </a:cxnLst>
            <a:rect l="l" t="t" r="r" b="b"/>
            <a:pathLst>
              <a:path w="10043" h="10032">
                <a:moveTo>
                  <a:pt x="10043" y="0"/>
                </a:moveTo>
                <a:cubicBezTo>
                  <a:pt x="10037" y="2139"/>
                  <a:pt x="10030" y="4278"/>
                  <a:pt x="10024" y="6417"/>
                </a:cubicBezTo>
                <a:lnTo>
                  <a:pt x="6" y="6385"/>
                </a:lnTo>
                <a:cubicBezTo>
                  <a:pt x="25" y="7590"/>
                  <a:pt x="-14" y="8827"/>
                  <a:pt x="5" y="10032"/>
                </a:cubicBezTo>
              </a:path>
            </a:pathLst>
          </a:custGeom>
          <a:noFill/>
          <a:ln w="15875"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62" name="Freeform 70">
            <a:extLst>
              <a:ext uri="{FF2B5EF4-FFF2-40B4-BE49-F238E27FC236}">
                <a16:creationId xmlns:a16="http://schemas.microsoft.com/office/drawing/2014/main" id="{004D0A87-DACE-4000-B1A1-8F4FA0E3BC32}"/>
              </a:ext>
            </a:extLst>
          </p:cNvPr>
          <p:cNvSpPr>
            <a:spLocks/>
          </p:cNvSpPr>
          <p:nvPr/>
        </p:nvSpPr>
        <p:spPr bwMode="auto">
          <a:xfrm rot="16200000">
            <a:off x="1767560" y="2005312"/>
            <a:ext cx="98197" cy="107950"/>
          </a:xfrm>
          <a:custGeom>
            <a:avLst/>
            <a:gdLst>
              <a:gd name="T0" fmla="*/ 22 w 104"/>
              <a:gd name="T1" fmla="*/ 44 h 104"/>
              <a:gd name="T2" fmla="*/ 43 w 104"/>
              <a:gd name="T3" fmla="*/ 22 h 104"/>
              <a:gd name="T4" fmla="*/ 22 w 104"/>
              <a:gd name="T5" fmla="*/ 0 h 104"/>
              <a:gd name="T6" fmla="*/ 22 w 104"/>
              <a:gd name="T7" fmla="*/ 0 h 104"/>
              <a:gd name="T8" fmla="*/ 0 w 104"/>
              <a:gd name="T9" fmla="*/ 22 h 104"/>
              <a:gd name="T10" fmla="*/ 22 w 104"/>
              <a:gd name="T11" fmla="*/ 44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52" y="104"/>
                </a:moveTo>
                <a:cubicBezTo>
                  <a:pt x="81" y="104"/>
                  <a:pt x="104" y="81"/>
                  <a:pt x="104" y="52"/>
                </a:cubicBezTo>
                <a:cubicBezTo>
                  <a:pt x="104" y="24"/>
                  <a:pt x="81" y="0"/>
                  <a:pt x="52" y="0"/>
                </a:cubicBezTo>
                <a:cubicBezTo>
                  <a:pt x="52" y="0"/>
                  <a:pt x="52" y="0"/>
                  <a:pt x="52" y="0"/>
                </a:cubicBezTo>
                <a:cubicBezTo>
                  <a:pt x="23" y="0"/>
                  <a:pt x="0" y="24"/>
                  <a:pt x="0" y="52"/>
                </a:cubicBezTo>
                <a:cubicBezTo>
                  <a:pt x="0" y="81"/>
                  <a:pt x="23" y="104"/>
                  <a:pt x="52" y="104"/>
                </a:cubicBezTo>
              </a:path>
            </a:pathLst>
          </a:custGeom>
          <a:solidFill>
            <a:srgbClr val="000000"/>
          </a:solidFill>
          <a:ln w="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65" name="Line 73">
            <a:extLst>
              <a:ext uri="{FF2B5EF4-FFF2-40B4-BE49-F238E27FC236}">
                <a16:creationId xmlns:a16="http://schemas.microsoft.com/office/drawing/2014/main" id="{E27D826D-B0BC-4713-A223-AF5FF375EE8A}"/>
              </a:ext>
            </a:extLst>
          </p:cNvPr>
          <p:cNvSpPr>
            <a:spLocks noChangeShapeType="1"/>
          </p:cNvSpPr>
          <p:nvPr/>
        </p:nvSpPr>
        <p:spPr bwMode="auto">
          <a:xfrm rot="16200000" flipH="1">
            <a:off x="3187290" y="4486369"/>
            <a:ext cx="247694" cy="0"/>
          </a:xfrm>
          <a:prstGeom prst="line">
            <a:avLst/>
          </a:prstGeom>
          <a:noFill/>
          <a:ln w="1587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67" name="Freeform 75">
            <a:extLst>
              <a:ext uri="{FF2B5EF4-FFF2-40B4-BE49-F238E27FC236}">
                <a16:creationId xmlns:a16="http://schemas.microsoft.com/office/drawing/2014/main" id="{F0F9189C-54AA-4DFC-9069-F26C19A7F89A}"/>
              </a:ext>
            </a:extLst>
          </p:cNvPr>
          <p:cNvSpPr>
            <a:spLocks/>
          </p:cNvSpPr>
          <p:nvPr/>
        </p:nvSpPr>
        <p:spPr bwMode="auto">
          <a:xfrm rot="16200000">
            <a:off x="2870433" y="2488236"/>
            <a:ext cx="2367192" cy="1490236"/>
          </a:xfrm>
          <a:custGeom>
            <a:avLst/>
            <a:gdLst>
              <a:gd name="T0" fmla="*/ 1610 w 1610"/>
              <a:gd name="T1" fmla="*/ 0 h 1822"/>
              <a:gd name="T2" fmla="*/ 1610 w 1610"/>
              <a:gd name="T3" fmla="*/ 671 h 1822"/>
              <a:gd name="T4" fmla="*/ 0 w 1610"/>
              <a:gd name="T5" fmla="*/ 671 h 1822"/>
              <a:gd name="T6" fmla="*/ 0 w 1610"/>
              <a:gd name="T7" fmla="*/ 1822 h 1822"/>
              <a:gd name="T8" fmla="*/ 98 w 1610"/>
              <a:gd name="T9" fmla="*/ 1822 h 1822"/>
              <a:gd name="T10" fmla="*/ 0 60000 65536"/>
              <a:gd name="T11" fmla="*/ 0 60000 65536"/>
              <a:gd name="T12" fmla="*/ 0 60000 65536"/>
              <a:gd name="T13" fmla="*/ 0 60000 65536"/>
              <a:gd name="T14" fmla="*/ 0 60000 65536"/>
              <a:gd name="T15" fmla="*/ 0 w 1610"/>
              <a:gd name="T16" fmla="*/ 0 h 1822"/>
              <a:gd name="T17" fmla="*/ 1610 w 1610"/>
              <a:gd name="T18" fmla="*/ 1822 h 1822"/>
              <a:gd name="connsiteX0" fmla="*/ 10000 w 10000"/>
              <a:gd name="connsiteY0" fmla="*/ 0 h 10000"/>
              <a:gd name="connsiteX1" fmla="*/ 10000 w 10000"/>
              <a:gd name="connsiteY1" fmla="*/ 3683 h 10000"/>
              <a:gd name="connsiteX2" fmla="*/ 0 w 10000"/>
              <a:gd name="connsiteY2" fmla="*/ 3683 h 10000"/>
              <a:gd name="connsiteX3" fmla="*/ 0 w 10000"/>
              <a:gd name="connsiteY3" fmla="*/ 10000 h 10000"/>
              <a:gd name="connsiteX0" fmla="*/ 10000 w 10000"/>
              <a:gd name="connsiteY0" fmla="*/ 0 h 10000"/>
              <a:gd name="connsiteX1" fmla="*/ 9960 w 10000"/>
              <a:gd name="connsiteY1" fmla="*/ 6431 h 10000"/>
              <a:gd name="connsiteX2" fmla="*/ 0 w 10000"/>
              <a:gd name="connsiteY2" fmla="*/ 3683 h 10000"/>
              <a:gd name="connsiteX3" fmla="*/ 0 w 10000"/>
              <a:gd name="connsiteY3" fmla="*/ 10000 h 10000"/>
              <a:gd name="connsiteX0" fmla="*/ 10000 w 10000"/>
              <a:gd name="connsiteY0" fmla="*/ 0 h 10000"/>
              <a:gd name="connsiteX1" fmla="*/ 9960 w 10000"/>
              <a:gd name="connsiteY1" fmla="*/ 6431 h 10000"/>
              <a:gd name="connsiteX2" fmla="*/ 0 w 10000"/>
              <a:gd name="connsiteY2" fmla="*/ 6431 h 10000"/>
              <a:gd name="connsiteX3" fmla="*/ 0 w 10000"/>
              <a:gd name="connsiteY3" fmla="*/ 10000 h 10000"/>
              <a:gd name="connsiteX0" fmla="*/ 10000 w 10000"/>
              <a:gd name="connsiteY0" fmla="*/ 0 h 10000"/>
              <a:gd name="connsiteX1" fmla="*/ 9960 w 10000"/>
              <a:gd name="connsiteY1" fmla="*/ 6431 h 10000"/>
              <a:gd name="connsiteX2" fmla="*/ 0 w 10000"/>
              <a:gd name="connsiteY2" fmla="*/ 6431 h 10000"/>
              <a:gd name="connsiteX3" fmla="*/ 0 w 10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10000" h="10000">
                <a:moveTo>
                  <a:pt x="10000" y="0"/>
                </a:moveTo>
                <a:cubicBezTo>
                  <a:pt x="9987" y="2144"/>
                  <a:pt x="9973" y="4287"/>
                  <a:pt x="9960" y="6431"/>
                </a:cubicBezTo>
                <a:lnTo>
                  <a:pt x="0" y="6431"/>
                </a:lnTo>
                <a:lnTo>
                  <a:pt x="0" y="10000"/>
                </a:lnTo>
              </a:path>
            </a:pathLst>
          </a:custGeom>
          <a:noFill/>
          <a:ln w="15875"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68" name="Freeform 76">
            <a:extLst>
              <a:ext uri="{FF2B5EF4-FFF2-40B4-BE49-F238E27FC236}">
                <a16:creationId xmlns:a16="http://schemas.microsoft.com/office/drawing/2014/main" id="{881BB1A5-9D11-4D87-8475-F380974AA626}"/>
              </a:ext>
            </a:extLst>
          </p:cNvPr>
          <p:cNvSpPr>
            <a:spLocks/>
          </p:cNvSpPr>
          <p:nvPr/>
        </p:nvSpPr>
        <p:spPr bwMode="auto">
          <a:xfrm rot="16200000">
            <a:off x="3259872" y="1996578"/>
            <a:ext cx="99663" cy="106363"/>
          </a:xfrm>
          <a:custGeom>
            <a:avLst/>
            <a:gdLst>
              <a:gd name="T0" fmla="*/ 22 w 104"/>
              <a:gd name="T1" fmla="*/ 43 h 104"/>
              <a:gd name="T2" fmla="*/ 44 w 104"/>
              <a:gd name="T3" fmla="*/ 22 h 104"/>
              <a:gd name="T4" fmla="*/ 22 w 104"/>
              <a:gd name="T5" fmla="*/ 0 h 104"/>
              <a:gd name="T6" fmla="*/ 22 w 104"/>
              <a:gd name="T7" fmla="*/ 0 h 104"/>
              <a:gd name="T8" fmla="*/ 0 w 104"/>
              <a:gd name="T9" fmla="*/ 22 h 104"/>
              <a:gd name="T10" fmla="*/ 22 w 104"/>
              <a:gd name="T11" fmla="*/ 43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52" y="104"/>
                </a:moveTo>
                <a:cubicBezTo>
                  <a:pt x="81" y="104"/>
                  <a:pt x="104" y="81"/>
                  <a:pt x="104" y="52"/>
                </a:cubicBezTo>
                <a:cubicBezTo>
                  <a:pt x="104" y="23"/>
                  <a:pt x="81" y="0"/>
                  <a:pt x="52" y="0"/>
                </a:cubicBezTo>
                <a:cubicBezTo>
                  <a:pt x="52" y="0"/>
                  <a:pt x="52" y="0"/>
                  <a:pt x="52" y="0"/>
                </a:cubicBezTo>
                <a:cubicBezTo>
                  <a:pt x="24" y="0"/>
                  <a:pt x="0" y="23"/>
                  <a:pt x="0" y="52"/>
                </a:cubicBezTo>
                <a:cubicBezTo>
                  <a:pt x="0" y="81"/>
                  <a:pt x="24" y="104"/>
                  <a:pt x="52" y="104"/>
                </a:cubicBezTo>
              </a:path>
            </a:pathLst>
          </a:custGeom>
          <a:solidFill>
            <a:srgbClr val="000000"/>
          </a:solidFill>
          <a:ln w="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69" name="Freeform 77">
            <a:extLst>
              <a:ext uri="{FF2B5EF4-FFF2-40B4-BE49-F238E27FC236}">
                <a16:creationId xmlns:a16="http://schemas.microsoft.com/office/drawing/2014/main" id="{BB88A299-2FC2-4E69-9DB1-D6262B73E911}"/>
              </a:ext>
            </a:extLst>
          </p:cNvPr>
          <p:cNvSpPr>
            <a:spLocks/>
          </p:cNvSpPr>
          <p:nvPr/>
        </p:nvSpPr>
        <p:spPr bwMode="auto">
          <a:xfrm rot="16200000">
            <a:off x="4241848" y="2613037"/>
            <a:ext cx="2364812" cy="1243013"/>
          </a:xfrm>
          <a:custGeom>
            <a:avLst/>
            <a:gdLst>
              <a:gd name="T0" fmla="*/ 1512 w 1512"/>
              <a:gd name="T1" fmla="*/ 0 h 783"/>
              <a:gd name="T2" fmla="*/ 1512 w 1512"/>
              <a:gd name="T3" fmla="*/ 645 h 783"/>
              <a:gd name="T4" fmla="*/ 0 w 1512"/>
              <a:gd name="T5" fmla="*/ 645 h 783"/>
              <a:gd name="T6" fmla="*/ 0 w 1512"/>
              <a:gd name="T7" fmla="*/ 783 h 783"/>
              <a:gd name="T8" fmla="*/ 0 60000 65536"/>
              <a:gd name="T9" fmla="*/ 0 60000 65536"/>
              <a:gd name="T10" fmla="*/ 0 60000 65536"/>
              <a:gd name="T11" fmla="*/ 0 60000 65536"/>
              <a:gd name="T12" fmla="*/ 0 w 1512"/>
              <a:gd name="T13" fmla="*/ 0 h 783"/>
              <a:gd name="T14" fmla="*/ 1512 w 1512"/>
              <a:gd name="T15" fmla="*/ 783 h 783"/>
            </a:gdLst>
            <a:ahLst/>
            <a:cxnLst>
              <a:cxn ang="T8">
                <a:pos x="T0" y="T1"/>
              </a:cxn>
              <a:cxn ang="T9">
                <a:pos x="T2" y="T3"/>
              </a:cxn>
              <a:cxn ang="T10">
                <a:pos x="T4" y="T5"/>
              </a:cxn>
              <a:cxn ang="T11">
                <a:pos x="T6" y="T7"/>
              </a:cxn>
            </a:cxnLst>
            <a:rect l="T12" t="T13" r="T14" b="T15"/>
            <a:pathLst>
              <a:path w="1512" h="783">
                <a:moveTo>
                  <a:pt x="1512" y="0"/>
                </a:moveTo>
                <a:lnTo>
                  <a:pt x="1512" y="645"/>
                </a:lnTo>
                <a:lnTo>
                  <a:pt x="0" y="645"/>
                </a:lnTo>
                <a:lnTo>
                  <a:pt x="0" y="783"/>
                </a:lnTo>
              </a:path>
            </a:pathLst>
          </a:custGeom>
          <a:noFill/>
          <a:ln w="15875"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70" name="Freeform 78">
            <a:extLst>
              <a:ext uri="{FF2B5EF4-FFF2-40B4-BE49-F238E27FC236}">
                <a16:creationId xmlns:a16="http://schemas.microsoft.com/office/drawing/2014/main" id="{46251825-3E4B-4FDC-A64C-46764733C497}"/>
              </a:ext>
            </a:extLst>
          </p:cNvPr>
          <p:cNvSpPr>
            <a:spLocks/>
          </p:cNvSpPr>
          <p:nvPr/>
        </p:nvSpPr>
        <p:spPr bwMode="auto">
          <a:xfrm rot="16200000">
            <a:off x="4752122" y="1996578"/>
            <a:ext cx="99663" cy="106363"/>
          </a:xfrm>
          <a:custGeom>
            <a:avLst/>
            <a:gdLst>
              <a:gd name="T0" fmla="*/ 22 w 104"/>
              <a:gd name="T1" fmla="*/ 43 h 104"/>
              <a:gd name="T2" fmla="*/ 44 w 104"/>
              <a:gd name="T3" fmla="*/ 22 h 104"/>
              <a:gd name="T4" fmla="*/ 22 w 104"/>
              <a:gd name="T5" fmla="*/ 0 h 104"/>
              <a:gd name="T6" fmla="*/ 22 w 104"/>
              <a:gd name="T7" fmla="*/ 0 h 104"/>
              <a:gd name="T8" fmla="*/ 0 w 104"/>
              <a:gd name="T9" fmla="*/ 22 h 104"/>
              <a:gd name="T10" fmla="*/ 22 w 104"/>
              <a:gd name="T11" fmla="*/ 43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52" y="104"/>
                </a:moveTo>
                <a:cubicBezTo>
                  <a:pt x="81" y="104"/>
                  <a:pt x="104" y="80"/>
                  <a:pt x="104" y="52"/>
                </a:cubicBezTo>
                <a:cubicBezTo>
                  <a:pt x="104" y="23"/>
                  <a:pt x="81" y="0"/>
                  <a:pt x="52" y="0"/>
                </a:cubicBezTo>
                <a:cubicBezTo>
                  <a:pt x="52" y="0"/>
                  <a:pt x="52" y="0"/>
                  <a:pt x="52" y="0"/>
                </a:cubicBezTo>
                <a:cubicBezTo>
                  <a:pt x="24" y="0"/>
                  <a:pt x="0" y="23"/>
                  <a:pt x="0" y="52"/>
                </a:cubicBezTo>
                <a:cubicBezTo>
                  <a:pt x="0" y="80"/>
                  <a:pt x="24" y="104"/>
                  <a:pt x="52" y="104"/>
                </a:cubicBezTo>
              </a:path>
            </a:pathLst>
          </a:custGeom>
          <a:solidFill>
            <a:srgbClr val="000000"/>
          </a:solidFill>
          <a:ln w="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71" name="Line 79">
            <a:extLst>
              <a:ext uri="{FF2B5EF4-FFF2-40B4-BE49-F238E27FC236}">
                <a16:creationId xmlns:a16="http://schemas.microsoft.com/office/drawing/2014/main" id="{79DAF192-17FE-4F36-B381-226BCF02434A}"/>
              </a:ext>
            </a:extLst>
          </p:cNvPr>
          <p:cNvSpPr>
            <a:spLocks noChangeShapeType="1"/>
          </p:cNvSpPr>
          <p:nvPr/>
        </p:nvSpPr>
        <p:spPr bwMode="auto">
          <a:xfrm rot="16200000" flipH="1">
            <a:off x="4825632" y="3813871"/>
            <a:ext cx="146563" cy="1588"/>
          </a:xfrm>
          <a:prstGeom prst="line">
            <a:avLst/>
          </a:prstGeom>
          <a:noFill/>
          <a:ln w="1587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74" name="Freeform 82">
            <a:extLst>
              <a:ext uri="{FF2B5EF4-FFF2-40B4-BE49-F238E27FC236}">
                <a16:creationId xmlns:a16="http://schemas.microsoft.com/office/drawing/2014/main" id="{C8BAF7CA-B0B6-4A05-BDC8-CEBB72C1B376}"/>
              </a:ext>
            </a:extLst>
          </p:cNvPr>
          <p:cNvSpPr>
            <a:spLocks/>
          </p:cNvSpPr>
          <p:nvPr/>
        </p:nvSpPr>
        <p:spPr bwMode="auto">
          <a:xfrm rot="16200000">
            <a:off x="1855666" y="4787075"/>
            <a:ext cx="98197" cy="107950"/>
          </a:xfrm>
          <a:custGeom>
            <a:avLst/>
            <a:gdLst>
              <a:gd name="T0" fmla="*/ 22 w 104"/>
              <a:gd name="T1" fmla="*/ 44 h 104"/>
              <a:gd name="T2" fmla="*/ 43 w 104"/>
              <a:gd name="T3" fmla="*/ 22 h 104"/>
              <a:gd name="T4" fmla="*/ 22 w 104"/>
              <a:gd name="T5" fmla="*/ 0 h 104"/>
              <a:gd name="T6" fmla="*/ 22 w 104"/>
              <a:gd name="T7" fmla="*/ 0 h 104"/>
              <a:gd name="T8" fmla="*/ 0 w 104"/>
              <a:gd name="T9" fmla="*/ 22 h 104"/>
              <a:gd name="T10" fmla="*/ 22 w 104"/>
              <a:gd name="T11" fmla="*/ 44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52" y="104"/>
                </a:moveTo>
                <a:cubicBezTo>
                  <a:pt x="81" y="104"/>
                  <a:pt x="104" y="81"/>
                  <a:pt x="104" y="52"/>
                </a:cubicBezTo>
                <a:cubicBezTo>
                  <a:pt x="104" y="24"/>
                  <a:pt x="81" y="0"/>
                  <a:pt x="52" y="0"/>
                </a:cubicBezTo>
                <a:cubicBezTo>
                  <a:pt x="52" y="0"/>
                  <a:pt x="52" y="0"/>
                  <a:pt x="52" y="0"/>
                </a:cubicBezTo>
                <a:cubicBezTo>
                  <a:pt x="23" y="0"/>
                  <a:pt x="0" y="24"/>
                  <a:pt x="0" y="52"/>
                </a:cubicBezTo>
                <a:cubicBezTo>
                  <a:pt x="0" y="81"/>
                  <a:pt x="23" y="104"/>
                  <a:pt x="52" y="104"/>
                </a:cubicBezTo>
              </a:path>
            </a:pathLst>
          </a:custGeom>
          <a:solidFill>
            <a:srgbClr val="000000"/>
          </a:solidFill>
          <a:ln w="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75" name="Line 83">
            <a:extLst>
              <a:ext uri="{FF2B5EF4-FFF2-40B4-BE49-F238E27FC236}">
                <a16:creationId xmlns:a16="http://schemas.microsoft.com/office/drawing/2014/main" id="{FF709DF6-55A2-4728-8393-86A960837C95}"/>
              </a:ext>
            </a:extLst>
          </p:cNvPr>
          <p:cNvSpPr>
            <a:spLocks noChangeShapeType="1"/>
          </p:cNvSpPr>
          <p:nvPr/>
        </p:nvSpPr>
        <p:spPr bwMode="auto">
          <a:xfrm rot="16200000" flipH="1">
            <a:off x="3270076" y="4611935"/>
            <a:ext cx="456771" cy="0"/>
          </a:xfrm>
          <a:prstGeom prst="line">
            <a:avLst/>
          </a:prstGeom>
          <a:noFill/>
          <a:ln w="1587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77" name="Line 85">
            <a:extLst>
              <a:ext uri="{FF2B5EF4-FFF2-40B4-BE49-F238E27FC236}">
                <a16:creationId xmlns:a16="http://schemas.microsoft.com/office/drawing/2014/main" id="{9C3EBD45-C7D7-4248-B792-F18A492150B4}"/>
              </a:ext>
            </a:extLst>
          </p:cNvPr>
          <p:cNvSpPr>
            <a:spLocks noChangeShapeType="1"/>
          </p:cNvSpPr>
          <p:nvPr/>
        </p:nvSpPr>
        <p:spPr bwMode="auto">
          <a:xfrm rot="16200000" flipH="1">
            <a:off x="4750399" y="4595519"/>
            <a:ext cx="489603" cy="0"/>
          </a:xfrm>
          <a:prstGeom prst="line">
            <a:avLst/>
          </a:prstGeom>
          <a:noFill/>
          <a:ln w="1587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78" name="Freeform 86">
            <a:extLst>
              <a:ext uri="{FF2B5EF4-FFF2-40B4-BE49-F238E27FC236}">
                <a16:creationId xmlns:a16="http://schemas.microsoft.com/office/drawing/2014/main" id="{AC111E4A-1225-4E0C-814B-4605CD6D6AC1}"/>
              </a:ext>
            </a:extLst>
          </p:cNvPr>
          <p:cNvSpPr>
            <a:spLocks/>
          </p:cNvSpPr>
          <p:nvPr/>
        </p:nvSpPr>
        <p:spPr bwMode="auto">
          <a:xfrm rot="16200000">
            <a:off x="3360390" y="3726157"/>
            <a:ext cx="98197" cy="104775"/>
          </a:xfrm>
          <a:custGeom>
            <a:avLst/>
            <a:gdLst>
              <a:gd name="T0" fmla="*/ 43 w 104"/>
              <a:gd name="T1" fmla="*/ 21 h 103"/>
              <a:gd name="T2" fmla="*/ 22 w 104"/>
              <a:gd name="T3" fmla="*/ 0 h 103"/>
              <a:gd name="T4" fmla="*/ 0 w 104"/>
              <a:gd name="T5" fmla="*/ 21 h 103"/>
              <a:gd name="T6" fmla="*/ 0 w 104"/>
              <a:gd name="T7" fmla="*/ 21 h 103"/>
              <a:gd name="T8" fmla="*/ 22 w 104"/>
              <a:gd name="T9" fmla="*/ 42 h 103"/>
              <a:gd name="T10" fmla="*/ 43 w 104"/>
              <a:gd name="T11" fmla="*/ 21 h 103"/>
              <a:gd name="T12" fmla="*/ 0 60000 65536"/>
              <a:gd name="T13" fmla="*/ 0 60000 65536"/>
              <a:gd name="T14" fmla="*/ 0 60000 65536"/>
              <a:gd name="T15" fmla="*/ 0 60000 65536"/>
              <a:gd name="T16" fmla="*/ 0 60000 65536"/>
              <a:gd name="T17" fmla="*/ 0 60000 65536"/>
              <a:gd name="T18" fmla="*/ 0 w 104"/>
              <a:gd name="T19" fmla="*/ 0 h 103"/>
              <a:gd name="T20" fmla="*/ 104 w 104"/>
              <a:gd name="T21" fmla="*/ 103 h 103"/>
            </a:gdLst>
            <a:ahLst/>
            <a:cxnLst>
              <a:cxn ang="T12">
                <a:pos x="T0" y="T1"/>
              </a:cxn>
              <a:cxn ang="T13">
                <a:pos x="T2" y="T3"/>
              </a:cxn>
              <a:cxn ang="T14">
                <a:pos x="T4" y="T5"/>
              </a:cxn>
              <a:cxn ang="T15">
                <a:pos x="T6" y="T7"/>
              </a:cxn>
              <a:cxn ang="T16">
                <a:pos x="T8" y="T9"/>
              </a:cxn>
              <a:cxn ang="T17">
                <a:pos x="T10" y="T11"/>
              </a:cxn>
            </a:cxnLst>
            <a:rect l="T18" t="T19" r="T20" b="T21"/>
            <a:pathLst>
              <a:path w="104" h="103">
                <a:moveTo>
                  <a:pt x="104" y="52"/>
                </a:moveTo>
                <a:cubicBezTo>
                  <a:pt x="104" y="23"/>
                  <a:pt x="81" y="0"/>
                  <a:pt x="52" y="0"/>
                </a:cubicBezTo>
                <a:cubicBezTo>
                  <a:pt x="23" y="0"/>
                  <a:pt x="0" y="23"/>
                  <a:pt x="0" y="52"/>
                </a:cubicBezTo>
                <a:cubicBezTo>
                  <a:pt x="0" y="52"/>
                  <a:pt x="0" y="52"/>
                  <a:pt x="0" y="52"/>
                </a:cubicBezTo>
                <a:cubicBezTo>
                  <a:pt x="0" y="80"/>
                  <a:pt x="23" y="103"/>
                  <a:pt x="52" y="103"/>
                </a:cubicBezTo>
                <a:cubicBezTo>
                  <a:pt x="81" y="103"/>
                  <a:pt x="104" y="80"/>
                  <a:pt x="104" y="52"/>
                </a:cubicBezTo>
              </a:path>
            </a:pathLst>
          </a:custGeom>
          <a:solidFill>
            <a:srgbClr val="000000"/>
          </a:solidFill>
          <a:ln w="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grpSp>
        <p:nvGrpSpPr>
          <p:cNvPr id="179" name="组合 178">
            <a:extLst>
              <a:ext uri="{FF2B5EF4-FFF2-40B4-BE49-F238E27FC236}">
                <a16:creationId xmlns:a16="http://schemas.microsoft.com/office/drawing/2014/main" id="{E95B6891-7E38-4019-9427-A981914465CF}"/>
              </a:ext>
            </a:extLst>
          </p:cNvPr>
          <p:cNvGrpSpPr/>
          <p:nvPr/>
        </p:nvGrpSpPr>
        <p:grpSpPr>
          <a:xfrm rot="5400000">
            <a:off x="1826023" y="1697566"/>
            <a:ext cx="360363" cy="271141"/>
            <a:chOff x="1373186" y="1604599"/>
            <a:chExt cx="360363" cy="271141"/>
          </a:xfrm>
        </p:grpSpPr>
        <p:sp>
          <p:nvSpPr>
            <p:cNvPr id="180" name="Rectangle 87">
              <a:extLst>
                <a:ext uri="{FF2B5EF4-FFF2-40B4-BE49-F238E27FC236}">
                  <a16:creationId xmlns:a16="http://schemas.microsoft.com/office/drawing/2014/main" id="{2A7078BC-7F39-412A-9177-EB67C00125EC}"/>
                </a:ext>
              </a:extLst>
            </p:cNvPr>
            <p:cNvSpPr>
              <a:spLocks noChangeArrowheads="1"/>
            </p:cNvSpPr>
            <p:nvPr/>
          </p:nvSpPr>
          <p:spPr bwMode="auto">
            <a:xfrm rot="16200000">
              <a:off x="1437525" y="1619404"/>
              <a:ext cx="191997" cy="32067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1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dirty="0">
                <a:ln>
                  <a:noFill/>
                </a:ln>
                <a:solidFill>
                  <a:srgbClr val="000000"/>
                </a:solidFill>
                <a:effectLst/>
                <a:uLnTx/>
                <a:uFillTx/>
                <a:latin typeface="Arial" charset="0"/>
                <a:ea typeface="宋体" pitchFamily="2" charset="-122"/>
                <a:cs typeface="+mn-cs"/>
              </a:endParaRPr>
            </a:p>
          </p:txBody>
        </p:sp>
        <p:sp>
          <p:nvSpPr>
            <p:cNvPr id="181" name="Rectangle 88">
              <a:extLst>
                <a:ext uri="{FF2B5EF4-FFF2-40B4-BE49-F238E27FC236}">
                  <a16:creationId xmlns:a16="http://schemas.microsoft.com/office/drawing/2014/main" id="{02F1BC47-FC5D-4B2A-A36A-A92B2B504A22}"/>
                </a:ext>
              </a:extLst>
            </p:cNvPr>
            <p:cNvSpPr>
              <a:spLocks noChangeArrowheads="1"/>
            </p:cNvSpPr>
            <p:nvPr/>
          </p:nvSpPr>
          <p:spPr bwMode="auto">
            <a:xfrm rot="16200000">
              <a:off x="1582485" y="1542938"/>
              <a:ext cx="89403" cy="21272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0</a:t>
              </a:r>
              <a:endParaRPr kumimoji="0" lang="en-US" altLang="zh-CN" sz="2800" b="0" i="0" u="none" strike="noStrike" kern="1200" cap="none" spc="0" normalizeH="0" baseline="0" noProof="0" dirty="0">
                <a:ln>
                  <a:noFill/>
                </a:ln>
                <a:solidFill>
                  <a:srgbClr val="000000"/>
                </a:solidFill>
                <a:effectLst/>
                <a:uLnTx/>
                <a:uFillTx/>
                <a:latin typeface="Arial" charset="0"/>
                <a:ea typeface="宋体" pitchFamily="2" charset="-122"/>
                <a:cs typeface="+mn-cs"/>
              </a:endParaRPr>
            </a:p>
          </p:txBody>
        </p:sp>
      </p:grpSp>
      <p:grpSp>
        <p:nvGrpSpPr>
          <p:cNvPr id="182" name="组合 181">
            <a:extLst>
              <a:ext uri="{FF2B5EF4-FFF2-40B4-BE49-F238E27FC236}">
                <a16:creationId xmlns:a16="http://schemas.microsoft.com/office/drawing/2014/main" id="{E9D38500-857A-40C5-94D3-FAE77CED0FEC}"/>
              </a:ext>
            </a:extLst>
          </p:cNvPr>
          <p:cNvGrpSpPr/>
          <p:nvPr/>
        </p:nvGrpSpPr>
        <p:grpSpPr>
          <a:xfrm rot="5400000">
            <a:off x="3339383" y="1696861"/>
            <a:ext cx="358775" cy="274072"/>
            <a:chOff x="2803524" y="1604599"/>
            <a:chExt cx="358775" cy="274072"/>
          </a:xfrm>
        </p:grpSpPr>
        <p:sp>
          <p:nvSpPr>
            <p:cNvPr id="183" name="Rectangle 89">
              <a:extLst>
                <a:ext uri="{FF2B5EF4-FFF2-40B4-BE49-F238E27FC236}">
                  <a16:creationId xmlns:a16="http://schemas.microsoft.com/office/drawing/2014/main" id="{437783B3-E828-4CF7-BA6D-7F784E098270}"/>
                </a:ext>
              </a:extLst>
            </p:cNvPr>
            <p:cNvSpPr>
              <a:spLocks noChangeArrowheads="1"/>
            </p:cNvSpPr>
            <p:nvPr/>
          </p:nvSpPr>
          <p:spPr bwMode="auto">
            <a:xfrm rot="16200000">
              <a:off x="2867863" y="1622335"/>
              <a:ext cx="191997" cy="32067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1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84" name="Rectangle 90">
              <a:extLst>
                <a:ext uri="{FF2B5EF4-FFF2-40B4-BE49-F238E27FC236}">
                  <a16:creationId xmlns:a16="http://schemas.microsoft.com/office/drawing/2014/main" id="{6D103071-870F-4D41-AE20-F2F22C63492F}"/>
                </a:ext>
              </a:extLst>
            </p:cNvPr>
            <p:cNvSpPr>
              <a:spLocks noChangeArrowheads="1"/>
            </p:cNvSpPr>
            <p:nvPr/>
          </p:nvSpPr>
          <p:spPr bwMode="auto">
            <a:xfrm rot="16200000">
              <a:off x="3011235" y="1542938"/>
              <a:ext cx="89403" cy="21272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1</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grpSp>
      <p:grpSp>
        <p:nvGrpSpPr>
          <p:cNvPr id="185" name="组合 184">
            <a:extLst>
              <a:ext uri="{FF2B5EF4-FFF2-40B4-BE49-F238E27FC236}">
                <a16:creationId xmlns:a16="http://schemas.microsoft.com/office/drawing/2014/main" id="{E3640A6E-B723-4F46-A98D-D31084114058}"/>
              </a:ext>
            </a:extLst>
          </p:cNvPr>
          <p:cNvGrpSpPr/>
          <p:nvPr/>
        </p:nvGrpSpPr>
        <p:grpSpPr>
          <a:xfrm rot="5400000">
            <a:off x="4828748" y="1694285"/>
            <a:ext cx="360363" cy="271141"/>
            <a:chOff x="4298949" y="1638309"/>
            <a:chExt cx="360363" cy="271141"/>
          </a:xfrm>
        </p:grpSpPr>
        <p:sp>
          <p:nvSpPr>
            <p:cNvPr id="186" name="Rectangle 91">
              <a:extLst>
                <a:ext uri="{FF2B5EF4-FFF2-40B4-BE49-F238E27FC236}">
                  <a16:creationId xmlns:a16="http://schemas.microsoft.com/office/drawing/2014/main" id="{57B7F803-907F-4807-AAE8-DAEE4A0BD1DC}"/>
                </a:ext>
              </a:extLst>
            </p:cNvPr>
            <p:cNvSpPr>
              <a:spLocks noChangeArrowheads="1"/>
            </p:cNvSpPr>
            <p:nvPr/>
          </p:nvSpPr>
          <p:spPr bwMode="auto">
            <a:xfrm rot="16200000">
              <a:off x="4363288" y="1653114"/>
              <a:ext cx="191997" cy="32067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1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87" name="Rectangle 92">
              <a:extLst>
                <a:ext uri="{FF2B5EF4-FFF2-40B4-BE49-F238E27FC236}">
                  <a16:creationId xmlns:a16="http://schemas.microsoft.com/office/drawing/2014/main" id="{9139C114-1814-40EA-A164-A7A30A3A90C5}"/>
                </a:ext>
              </a:extLst>
            </p:cNvPr>
            <p:cNvSpPr>
              <a:spLocks noChangeArrowheads="1"/>
            </p:cNvSpPr>
            <p:nvPr/>
          </p:nvSpPr>
          <p:spPr bwMode="auto">
            <a:xfrm rot="16200000">
              <a:off x="4508981" y="1575915"/>
              <a:ext cx="87938" cy="21272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2</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grpSp>
      <p:grpSp>
        <p:nvGrpSpPr>
          <p:cNvPr id="188" name="组合 187">
            <a:extLst>
              <a:ext uri="{FF2B5EF4-FFF2-40B4-BE49-F238E27FC236}">
                <a16:creationId xmlns:a16="http://schemas.microsoft.com/office/drawing/2014/main" id="{387D6236-D9CE-46A3-93B8-7E8D81F7D3E7}"/>
              </a:ext>
            </a:extLst>
          </p:cNvPr>
          <p:cNvGrpSpPr/>
          <p:nvPr/>
        </p:nvGrpSpPr>
        <p:grpSpPr>
          <a:xfrm rot="5400000">
            <a:off x="6289218" y="1723257"/>
            <a:ext cx="377825" cy="274072"/>
            <a:chOff x="5810250" y="1604599"/>
            <a:chExt cx="377825" cy="274072"/>
          </a:xfrm>
        </p:grpSpPr>
        <p:sp>
          <p:nvSpPr>
            <p:cNvPr id="189" name="Rectangle 93">
              <a:extLst>
                <a:ext uri="{FF2B5EF4-FFF2-40B4-BE49-F238E27FC236}">
                  <a16:creationId xmlns:a16="http://schemas.microsoft.com/office/drawing/2014/main" id="{86556CB1-54E4-4C09-B5B1-F79CDC6DA0AB}"/>
                </a:ext>
              </a:extLst>
            </p:cNvPr>
            <p:cNvSpPr>
              <a:spLocks noChangeArrowheads="1"/>
            </p:cNvSpPr>
            <p:nvPr/>
          </p:nvSpPr>
          <p:spPr bwMode="auto">
            <a:xfrm rot="16200000">
              <a:off x="5874589" y="1622335"/>
              <a:ext cx="191997" cy="32067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1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90" name="Rectangle 94">
              <a:extLst>
                <a:ext uri="{FF2B5EF4-FFF2-40B4-BE49-F238E27FC236}">
                  <a16:creationId xmlns:a16="http://schemas.microsoft.com/office/drawing/2014/main" id="{B983A743-A98E-4AFA-B5F8-044C487762D1}"/>
                </a:ext>
              </a:extLst>
            </p:cNvPr>
            <p:cNvSpPr>
              <a:spLocks noChangeArrowheads="1"/>
            </p:cNvSpPr>
            <p:nvPr/>
          </p:nvSpPr>
          <p:spPr bwMode="auto">
            <a:xfrm rot="16200000">
              <a:off x="6037011" y="1542938"/>
              <a:ext cx="89403" cy="21272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3</a:t>
              </a:r>
              <a:endParaRPr kumimoji="0" lang="en-US" altLang="zh-CN" sz="2800" b="0" i="0" u="none" strike="noStrike" kern="1200" cap="none" spc="0" normalizeH="0" baseline="0" noProof="0" dirty="0">
                <a:ln>
                  <a:noFill/>
                </a:ln>
                <a:solidFill>
                  <a:srgbClr val="000000"/>
                </a:solidFill>
                <a:effectLst/>
                <a:uLnTx/>
                <a:uFillTx/>
                <a:latin typeface="Arial" charset="0"/>
                <a:ea typeface="宋体" pitchFamily="2" charset="-122"/>
                <a:cs typeface="+mn-cs"/>
              </a:endParaRPr>
            </a:p>
          </p:txBody>
        </p:sp>
      </p:grpSp>
      <p:sp>
        <p:nvSpPr>
          <p:cNvPr id="191" name="Rectangle 95">
            <a:extLst>
              <a:ext uri="{FF2B5EF4-FFF2-40B4-BE49-F238E27FC236}">
                <a16:creationId xmlns:a16="http://schemas.microsoft.com/office/drawing/2014/main" id="{0B8F8D26-0299-44E4-82ED-EEE737E3B7C9}"/>
              </a:ext>
            </a:extLst>
          </p:cNvPr>
          <p:cNvSpPr>
            <a:spLocks noChangeArrowheads="1"/>
          </p:cNvSpPr>
          <p:nvPr/>
        </p:nvSpPr>
        <p:spPr bwMode="auto">
          <a:xfrm>
            <a:off x="2062631" y="4894367"/>
            <a:ext cx="1653816" cy="307777"/>
          </a:xfrm>
          <a:prstGeom prst="rect">
            <a:avLst/>
          </a:prstGeom>
          <a:noFill/>
          <a:ln w="9525">
            <a:noFill/>
            <a:miter lim="800000"/>
            <a:headEnd/>
            <a:tailEnd/>
          </a:ln>
        </p:spPr>
        <p:txBody>
          <a:bodyPr wrap="squar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mn-lt"/>
                <a:ea typeface="宋体" pitchFamily="2" charset="-122"/>
                <a:cs typeface="+mn-cs"/>
              </a:rPr>
              <a:t>Count </a:t>
            </a:r>
            <a:r>
              <a:rPr kumimoji="0" lang="en-US" altLang="zh-CN" sz="2000" b="0" i="0" u="none" strike="noStrike" kern="1200" cap="none" spc="0" normalizeH="0" baseline="0" noProof="0" dirty="0" err="1">
                <a:ln>
                  <a:noFill/>
                </a:ln>
                <a:solidFill>
                  <a:srgbClr val="000000"/>
                </a:solidFill>
                <a:effectLst/>
                <a:uLnTx/>
                <a:uFillTx/>
                <a:latin typeface="+mn-lt"/>
                <a:ea typeface="宋体" pitchFamily="2" charset="-122"/>
                <a:cs typeface="+mn-cs"/>
              </a:rPr>
              <a:t>ena</a:t>
            </a:r>
            <a:r>
              <a:rPr lang="en-US" altLang="zh-CN" sz="2000" b="0" dirty="0" err="1">
                <a:solidFill>
                  <a:srgbClr val="000000"/>
                </a:solidFill>
                <a:latin typeface="+mn-lt"/>
              </a:rPr>
              <a:t>ble</a:t>
            </a:r>
            <a:endParaRPr kumimoji="0" lang="en-US" altLang="zh-CN" sz="2400" b="0" i="0" u="none" strike="noStrike" kern="1200" cap="none" spc="0" normalizeH="0" baseline="0" noProof="0" dirty="0">
              <a:ln>
                <a:noFill/>
              </a:ln>
              <a:solidFill>
                <a:srgbClr val="000000"/>
              </a:solidFill>
              <a:effectLst/>
              <a:uLnTx/>
              <a:uFillTx/>
              <a:latin typeface="+mn-lt"/>
              <a:ea typeface="宋体" pitchFamily="2" charset="-122"/>
              <a:cs typeface="+mn-cs"/>
            </a:endParaRPr>
          </a:p>
        </p:txBody>
      </p:sp>
      <p:sp>
        <p:nvSpPr>
          <p:cNvPr id="192" name="Rectangle 97">
            <a:extLst>
              <a:ext uri="{FF2B5EF4-FFF2-40B4-BE49-F238E27FC236}">
                <a16:creationId xmlns:a16="http://schemas.microsoft.com/office/drawing/2014/main" id="{29055802-5DB3-4A49-8C78-92AECC9B0278}"/>
              </a:ext>
            </a:extLst>
          </p:cNvPr>
          <p:cNvSpPr>
            <a:spLocks noChangeArrowheads="1"/>
          </p:cNvSpPr>
          <p:nvPr/>
        </p:nvSpPr>
        <p:spPr bwMode="auto">
          <a:xfrm>
            <a:off x="7736293" y="2732803"/>
            <a:ext cx="829469" cy="615553"/>
          </a:xfrm>
          <a:prstGeom prst="rect">
            <a:avLst/>
          </a:prstGeom>
          <a:noFill/>
          <a:ln w="9525">
            <a:noFill/>
            <a:miter lim="800000"/>
            <a:headEnd/>
            <a:tailEnd/>
          </a:ln>
        </p:spPr>
        <p:txBody>
          <a:bodyPr wrap="squar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mn-lt"/>
                <a:ea typeface="宋体" pitchFamily="2" charset="-122"/>
                <a:cs typeface="+mn-cs"/>
              </a:rPr>
              <a:t>Count</a:t>
            </a:r>
            <a:r>
              <a:rPr lang="en-US" altLang="zh-CN" sz="2000" b="0" dirty="0">
                <a:solidFill>
                  <a:srgbClr val="000000"/>
                </a:solidFill>
                <a:latin typeface="+mn-lt"/>
              </a:rPr>
              <a:t> pulses</a:t>
            </a:r>
            <a:endParaRPr kumimoji="0" lang="en-US" altLang="zh-CN" sz="2000" b="0" i="0" u="none" strike="noStrike" kern="1200" cap="none" spc="0" normalizeH="0" baseline="0" noProof="0" dirty="0">
              <a:ln>
                <a:noFill/>
              </a:ln>
              <a:solidFill>
                <a:srgbClr val="000000"/>
              </a:solidFill>
              <a:effectLst/>
              <a:uLnTx/>
              <a:uFillTx/>
              <a:latin typeface="+mn-lt"/>
              <a:ea typeface="宋体" pitchFamily="2" charset="-122"/>
              <a:cs typeface="+mn-cs"/>
            </a:endParaRPr>
          </a:p>
        </p:txBody>
      </p:sp>
      <p:sp>
        <p:nvSpPr>
          <p:cNvPr id="193" name="Text Box 100">
            <a:extLst>
              <a:ext uri="{FF2B5EF4-FFF2-40B4-BE49-F238E27FC236}">
                <a16:creationId xmlns:a16="http://schemas.microsoft.com/office/drawing/2014/main" id="{71362BD0-89C9-49E9-B34D-1EB7F61120B1}"/>
              </a:ext>
            </a:extLst>
          </p:cNvPr>
          <p:cNvSpPr txBox="1">
            <a:spLocks noChangeArrowheads="1"/>
          </p:cNvSpPr>
          <p:nvPr/>
        </p:nvSpPr>
        <p:spPr bwMode="auto">
          <a:xfrm>
            <a:off x="1321947" y="4627616"/>
            <a:ext cx="609600" cy="646331"/>
          </a:xfrm>
          <a:prstGeom prst="rect">
            <a:avLst/>
          </a:prstGeom>
          <a:noFill/>
          <a:ln w="9525" algn="ctr">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3600" b="0" i="0" u="none" strike="noStrike" kern="1200" cap="none" spc="0" normalizeH="0" baseline="0" noProof="0" dirty="0">
                <a:ln>
                  <a:noFill/>
                </a:ln>
                <a:solidFill>
                  <a:srgbClr val="FF0000"/>
                </a:solidFill>
                <a:effectLst/>
                <a:uLnTx/>
                <a:uFillTx/>
                <a:latin typeface="+mn-lt"/>
                <a:ea typeface="宋体" pitchFamily="2" charset="-122"/>
                <a:cs typeface="+mn-cs"/>
              </a:rPr>
              <a:t>1</a:t>
            </a:r>
          </a:p>
        </p:txBody>
      </p:sp>
      <p:pic>
        <p:nvPicPr>
          <p:cNvPr id="196" name="图片 195">
            <a:extLst>
              <a:ext uri="{FF2B5EF4-FFF2-40B4-BE49-F238E27FC236}">
                <a16:creationId xmlns:a16="http://schemas.microsoft.com/office/drawing/2014/main" id="{34F4A943-BE0B-47FE-AA5C-D01F5CDB8AF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1360012" y="3187778"/>
            <a:ext cx="910120" cy="455061"/>
          </a:xfrm>
          <a:prstGeom prst="rect">
            <a:avLst/>
          </a:prstGeom>
          <a:ln w="19050">
            <a:noFill/>
          </a:ln>
        </p:spPr>
      </p:pic>
      <p:cxnSp>
        <p:nvCxnSpPr>
          <p:cNvPr id="197" name="直接连接符 196">
            <a:extLst>
              <a:ext uri="{FF2B5EF4-FFF2-40B4-BE49-F238E27FC236}">
                <a16:creationId xmlns:a16="http://schemas.microsoft.com/office/drawing/2014/main" id="{81699BD5-F19C-4F6D-8AB5-AAB28DF28FE4}"/>
              </a:ext>
            </a:extLst>
          </p:cNvPr>
          <p:cNvCxnSpPr>
            <a:cxnSpLocks/>
          </p:cNvCxnSpPr>
          <p:nvPr/>
        </p:nvCxnSpPr>
        <p:spPr>
          <a:xfrm flipH="1">
            <a:off x="1366339" y="3821252"/>
            <a:ext cx="36721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8" name="直接连接符 197">
            <a:extLst>
              <a:ext uri="{FF2B5EF4-FFF2-40B4-BE49-F238E27FC236}">
                <a16:creationId xmlns:a16="http://schemas.microsoft.com/office/drawing/2014/main" id="{D8455D53-BE9C-4220-A01E-1F576705F16B}"/>
              </a:ext>
            </a:extLst>
          </p:cNvPr>
          <p:cNvCxnSpPr>
            <a:cxnSpLocks/>
          </p:cNvCxnSpPr>
          <p:nvPr/>
        </p:nvCxnSpPr>
        <p:spPr>
          <a:xfrm>
            <a:off x="1375894" y="2069821"/>
            <a:ext cx="0" cy="1751431"/>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9" name="直接连接符 198">
            <a:extLst>
              <a:ext uri="{FF2B5EF4-FFF2-40B4-BE49-F238E27FC236}">
                <a16:creationId xmlns:a16="http://schemas.microsoft.com/office/drawing/2014/main" id="{7BF8AF5F-DC91-436B-A1AF-EB16337EA1E5}"/>
              </a:ext>
            </a:extLst>
          </p:cNvPr>
          <p:cNvCxnSpPr>
            <a:cxnSpLocks/>
          </p:cNvCxnSpPr>
          <p:nvPr/>
        </p:nvCxnSpPr>
        <p:spPr>
          <a:xfrm flipH="1">
            <a:off x="1366338" y="2058554"/>
            <a:ext cx="4572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pic>
        <p:nvPicPr>
          <p:cNvPr id="200" name="图片 199">
            <a:extLst>
              <a:ext uri="{FF2B5EF4-FFF2-40B4-BE49-F238E27FC236}">
                <a16:creationId xmlns:a16="http://schemas.microsoft.com/office/drawing/2014/main" id="{04AD603B-8024-4D77-A22C-62256689DAD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2858887" y="3167676"/>
            <a:ext cx="910120" cy="455061"/>
          </a:xfrm>
          <a:prstGeom prst="rect">
            <a:avLst/>
          </a:prstGeom>
          <a:ln w="19050">
            <a:noFill/>
          </a:ln>
        </p:spPr>
      </p:pic>
      <p:cxnSp>
        <p:nvCxnSpPr>
          <p:cNvPr id="201" name="直接连接符 200">
            <a:extLst>
              <a:ext uri="{FF2B5EF4-FFF2-40B4-BE49-F238E27FC236}">
                <a16:creationId xmlns:a16="http://schemas.microsoft.com/office/drawing/2014/main" id="{4FE10601-4113-4096-8C2B-CAE75BF6DAD5}"/>
              </a:ext>
            </a:extLst>
          </p:cNvPr>
          <p:cNvCxnSpPr>
            <a:cxnSpLocks/>
          </p:cNvCxnSpPr>
          <p:nvPr/>
        </p:nvCxnSpPr>
        <p:spPr>
          <a:xfrm flipH="1">
            <a:off x="2971800" y="3801150"/>
            <a:ext cx="260626"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2" name="直接连接符 201">
            <a:extLst>
              <a:ext uri="{FF2B5EF4-FFF2-40B4-BE49-F238E27FC236}">
                <a16:creationId xmlns:a16="http://schemas.microsoft.com/office/drawing/2014/main" id="{75DC4943-5923-473D-A61D-283829278C27}"/>
              </a:ext>
            </a:extLst>
          </p:cNvPr>
          <p:cNvCxnSpPr>
            <a:cxnSpLocks/>
          </p:cNvCxnSpPr>
          <p:nvPr/>
        </p:nvCxnSpPr>
        <p:spPr>
          <a:xfrm>
            <a:off x="2971800" y="2049719"/>
            <a:ext cx="0" cy="1751431"/>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3" name="直接连接符 202">
            <a:extLst>
              <a:ext uri="{FF2B5EF4-FFF2-40B4-BE49-F238E27FC236}">
                <a16:creationId xmlns:a16="http://schemas.microsoft.com/office/drawing/2014/main" id="{E8DD6C8E-156D-438D-ABAF-68A03AEB770A}"/>
              </a:ext>
            </a:extLst>
          </p:cNvPr>
          <p:cNvCxnSpPr>
            <a:cxnSpLocks/>
          </p:cNvCxnSpPr>
          <p:nvPr/>
        </p:nvCxnSpPr>
        <p:spPr>
          <a:xfrm flipH="1">
            <a:off x="2971800" y="2051015"/>
            <a:ext cx="4572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pic>
        <p:nvPicPr>
          <p:cNvPr id="204" name="图片 203">
            <a:extLst>
              <a:ext uri="{FF2B5EF4-FFF2-40B4-BE49-F238E27FC236}">
                <a16:creationId xmlns:a16="http://schemas.microsoft.com/office/drawing/2014/main" id="{157E73DD-1067-42F3-A9C7-6AC85BBB4BE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4353052" y="3167676"/>
            <a:ext cx="910120" cy="455061"/>
          </a:xfrm>
          <a:prstGeom prst="rect">
            <a:avLst/>
          </a:prstGeom>
          <a:ln w="19050">
            <a:noFill/>
          </a:ln>
        </p:spPr>
      </p:pic>
      <p:cxnSp>
        <p:nvCxnSpPr>
          <p:cNvPr id="205" name="直接连接符 204">
            <a:extLst>
              <a:ext uri="{FF2B5EF4-FFF2-40B4-BE49-F238E27FC236}">
                <a16:creationId xmlns:a16="http://schemas.microsoft.com/office/drawing/2014/main" id="{DF1929F7-0B7B-4F98-AF03-C92D77E7FA05}"/>
              </a:ext>
            </a:extLst>
          </p:cNvPr>
          <p:cNvCxnSpPr>
            <a:cxnSpLocks/>
          </p:cNvCxnSpPr>
          <p:nvPr/>
        </p:nvCxnSpPr>
        <p:spPr>
          <a:xfrm flipH="1">
            <a:off x="4465965" y="3801150"/>
            <a:ext cx="260626"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6" name="直接连接符 205">
            <a:extLst>
              <a:ext uri="{FF2B5EF4-FFF2-40B4-BE49-F238E27FC236}">
                <a16:creationId xmlns:a16="http://schemas.microsoft.com/office/drawing/2014/main" id="{197679C6-7B3B-4CF4-A068-E4C397A4D0C0}"/>
              </a:ext>
            </a:extLst>
          </p:cNvPr>
          <p:cNvCxnSpPr>
            <a:cxnSpLocks/>
          </p:cNvCxnSpPr>
          <p:nvPr/>
        </p:nvCxnSpPr>
        <p:spPr>
          <a:xfrm>
            <a:off x="4465965" y="2049719"/>
            <a:ext cx="0" cy="1751431"/>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7" name="直接连接符 206">
            <a:extLst>
              <a:ext uri="{FF2B5EF4-FFF2-40B4-BE49-F238E27FC236}">
                <a16:creationId xmlns:a16="http://schemas.microsoft.com/office/drawing/2014/main" id="{27BB930B-C146-433C-AB6D-1B39BCB51F82}"/>
              </a:ext>
            </a:extLst>
          </p:cNvPr>
          <p:cNvCxnSpPr>
            <a:cxnSpLocks/>
          </p:cNvCxnSpPr>
          <p:nvPr/>
        </p:nvCxnSpPr>
        <p:spPr>
          <a:xfrm flipH="1">
            <a:off x="4465965" y="2051015"/>
            <a:ext cx="4572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08" name="Line 71">
            <a:extLst>
              <a:ext uri="{FF2B5EF4-FFF2-40B4-BE49-F238E27FC236}">
                <a16:creationId xmlns:a16="http://schemas.microsoft.com/office/drawing/2014/main" id="{629BEAD4-64DA-496A-B215-A9AD30D06240}"/>
              </a:ext>
            </a:extLst>
          </p:cNvPr>
          <p:cNvSpPr>
            <a:spLocks noChangeShapeType="1"/>
          </p:cNvSpPr>
          <p:nvPr/>
        </p:nvSpPr>
        <p:spPr bwMode="auto">
          <a:xfrm rot="16200000" flipH="1">
            <a:off x="4765009" y="4382813"/>
            <a:ext cx="68275" cy="0"/>
          </a:xfrm>
          <a:prstGeom prst="line">
            <a:avLst/>
          </a:prstGeom>
          <a:noFill/>
          <a:ln w="1587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pic>
        <p:nvPicPr>
          <p:cNvPr id="209" name="图片 208">
            <a:extLst>
              <a:ext uri="{FF2B5EF4-FFF2-40B4-BE49-F238E27FC236}">
                <a16:creationId xmlns:a16="http://schemas.microsoft.com/office/drawing/2014/main" id="{645D1631-0787-4A31-8179-52EFA58DB0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5845417" y="3161081"/>
            <a:ext cx="910120" cy="455061"/>
          </a:xfrm>
          <a:prstGeom prst="rect">
            <a:avLst/>
          </a:prstGeom>
          <a:ln w="19050">
            <a:noFill/>
          </a:ln>
        </p:spPr>
      </p:pic>
      <p:cxnSp>
        <p:nvCxnSpPr>
          <p:cNvPr id="210" name="直接连接符 209">
            <a:extLst>
              <a:ext uri="{FF2B5EF4-FFF2-40B4-BE49-F238E27FC236}">
                <a16:creationId xmlns:a16="http://schemas.microsoft.com/office/drawing/2014/main" id="{27D26018-6C8F-4708-B8CE-799A7733BB31}"/>
              </a:ext>
            </a:extLst>
          </p:cNvPr>
          <p:cNvCxnSpPr>
            <a:cxnSpLocks/>
          </p:cNvCxnSpPr>
          <p:nvPr/>
        </p:nvCxnSpPr>
        <p:spPr>
          <a:xfrm flipH="1">
            <a:off x="5958330" y="3794555"/>
            <a:ext cx="260626"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1" name="直接连接符 210">
            <a:extLst>
              <a:ext uri="{FF2B5EF4-FFF2-40B4-BE49-F238E27FC236}">
                <a16:creationId xmlns:a16="http://schemas.microsoft.com/office/drawing/2014/main" id="{29444865-6976-405B-A7F0-5863B7868F1E}"/>
              </a:ext>
            </a:extLst>
          </p:cNvPr>
          <p:cNvCxnSpPr>
            <a:cxnSpLocks/>
          </p:cNvCxnSpPr>
          <p:nvPr/>
        </p:nvCxnSpPr>
        <p:spPr>
          <a:xfrm>
            <a:off x="5958330" y="2043124"/>
            <a:ext cx="0" cy="1751431"/>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2" name="直接连接符 211">
            <a:extLst>
              <a:ext uri="{FF2B5EF4-FFF2-40B4-BE49-F238E27FC236}">
                <a16:creationId xmlns:a16="http://schemas.microsoft.com/office/drawing/2014/main" id="{E11DBE7A-E269-4D9A-8AD2-EF775597B13A}"/>
              </a:ext>
            </a:extLst>
          </p:cNvPr>
          <p:cNvCxnSpPr>
            <a:cxnSpLocks/>
          </p:cNvCxnSpPr>
          <p:nvPr/>
        </p:nvCxnSpPr>
        <p:spPr>
          <a:xfrm flipH="1">
            <a:off x="5958330" y="2044420"/>
            <a:ext cx="33507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3" name="直接连接符 212">
            <a:extLst>
              <a:ext uri="{FF2B5EF4-FFF2-40B4-BE49-F238E27FC236}">
                <a16:creationId xmlns:a16="http://schemas.microsoft.com/office/drawing/2014/main" id="{6B26756B-3185-475E-B43A-F7EAC4E6973E}"/>
              </a:ext>
            </a:extLst>
          </p:cNvPr>
          <p:cNvCxnSpPr>
            <a:cxnSpLocks/>
          </p:cNvCxnSpPr>
          <p:nvPr/>
        </p:nvCxnSpPr>
        <p:spPr>
          <a:xfrm>
            <a:off x="6041800" y="4416175"/>
            <a:ext cx="26941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19" name="Freeform 78">
            <a:extLst>
              <a:ext uri="{FF2B5EF4-FFF2-40B4-BE49-F238E27FC236}">
                <a16:creationId xmlns:a16="http://schemas.microsoft.com/office/drawing/2014/main" id="{C1F5BA18-2C23-4E96-A7E5-32AEE1401EAE}"/>
              </a:ext>
            </a:extLst>
          </p:cNvPr>
          <p:cNvSpPr>
            <a:spLocks/>
          </p:cNvSpPr>
          <p:nvPr/>
        </p:nvSpPr>
        <p:spPr bwMode="auto">
          <a:xfrm rot="16200000">
            <a:off x="6244471" y="1996578"/>
            <a:ext cx="99663" cy="106363"/>
          </a:xfrm>
          <a:custGeom>
            <a:avLst/>
            <a:gdLst>
              <a:gd name="T0" fmla="*/ 22 w 104"/>
              <a:gd name="T1" fmla="*/ 43 h 104"/>
              <a:gd name="T2" fmla="*/ 44 w 104"/>
              <a:gd name="T3" fmla="*/ 22 h 104"/>
              <a:gd name="T4" fmla="*/ 22 w 104"/>
              <a:gd name="T5" fmla="*/ 0 h 104"/>
              <a:gd name="T6" fmla="*/ 22 w 104"/>
              <a:gd name="T7" fmla="*/ 0 h 104"/>
              <a:gd name="T8" fmla="*/ 0 w 104"/>
              <a:gd name="T9" fmla="*/ 22 h 104"/>
              <a:gd name="T10" fmla="*/ 22 w 104"/>
              <a:gd name="T11" fmla="*/ 43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52" y="104"/>
                </a:moveTo>
                <a:cubicBezTo>
                  <a:pt x="81" y="104"/>
                  <a:pt x="104" y="80"/>
                  <a:pt x="104" y="52"/>
                </a:cubicBezTo>
                <a:cubicBezTo>
                  <a:pt x="104" y="23"/>
                  <a:pt x="81" y="0"/>
                  <a:pt x="52" y="0"/>
                </a:cubicBezTo>
                <a:cubicBezTo>
                  <a:pt x="52" y="0"/>
                  <a:pt x="52" y="0"/>
                  <a:pt x="52" y="0"/>
                </a:cubicBezTo>
                <a:cubicBezTo>
                  <a:pt x="24" y="0"/>
                  <a:pt x="0" y="23"/>
                  <a:pt x="0" y="52"/>
                </a:cubicBezTo>
                <a:cubicBezTo>
                  <a:pt x="0" y="80"/>
                  <a:pt x="24" y="104"/>
                  <a:pt x="52" y="104"/>
                </a:cubicBezTo>
              </a:path>
            </a:pathLst>
          </a:custGeom>
          <a:solidFill>
            <a:srgbClr val="000000"/>
          </a:solidFill>
          <a:ln w="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220" name="Freeform 56">
            <a:extLst>
              <a:ext uri="{FF2B5EF4-FFF2-40B4-BE49-F238E27FC236}">
                <a16:creationId xmlns:a16="http://schemas.microsoft.com/office/drawing/2014/main" id="{932E76B5-61C5-442A-BF9D-3B85058B94BD}"/>
              </a:ext>
            </a:extLst>
          </p:cNvPr>
          <p:cNvSpPr>
            <a:spLocks/>
          </p:cNvSpPr>
          <p:nvPr/>
        </p:nvSpPr>
        <p:spPr bwMode="auto">
          <a:xfrm rot="16200000">
            <a:off x="4676986" y="3922992"/>
            <a:ext cx="448483" cy="374650"/>
          </a:xfrm>
          <a:custGeom>
            <a:avLst/>
            <a:gdLst>
              <a:gd name="T0" fmla="*/ 122 w 474"/>
              <a:gd name="T1" fmla="*/ 153 h 364"/>
              <a:gd name="T2" fmla="*/ 0 w 474"/>
              <a:gd name="T3" fmla="*/ 153 h 364"/>
              <a:gd name="T4" fmla="*/ 0 w 474"/>
              <a:gd name="T5" fmla="*/ 0 h 364"/>
              <a:gd name="T6" fmla="*/ 122 w 474"/>
              <a:gd name="T7" fmla="*/ 0 h 364"/>
              <a:gd name="T8" fmla="*/ 198 w 474"/>
              <a:gd name="T9" fmla="*/ 77 h 364"/>
              <a:gd name="T10" fmla="*/ 122 w 474"/>
              <a:gd name="T11" fmla="*/ 153 h 364"/>
              <a:gd name="T12" fmla="*/ 122 w 474"/>
              <a:gd name="T13" fmla="*/ 153 h 364"/>
              <a:gd name="T14" fmla="*/ 0 60000 65536"/>
              <a:gd name="T15" fmla="*/ 0 60000 65536"/>
              <a:gd name="T16" fmla="*/ 0 60000 65536"/>
              <a:gd name="T17" fmla="*/ 0 60000 65536"/>
              <a:gd name="T18" fmla="*/ 0 60000 65536"/>
              <a:gd name="T19" fmla="*/ 0 60000 65536"/>
              <a:gd name="T20" fmla="*/ 0 60000 65536"/>
              <a:gd name="T21" fmla="*/ 0 w 474"/>
              <a:gd name="T22" fmla="*/ 0 h 364"/>
              <a:gd name="T23" fmla="*/ 474 w 474"/>
              <a:gd name="T24" fmla="*/ 364 h 3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4" h="364">
                <a:moveTo>
                  <a:pt x="292" y="364"/>
                </a:moveTo>
                <a:lnTo>
                  <a:pt x="0" y="364"/>
                </a:lnTo>
                <a:lnTo>
                  <a:pt x="0" y="0"/>
                </a:lnTo>
                <a:lnTo>
                  <a:pt x="292" y="0"/>
                </a:lnTo>
                <a:cubicBezTo>
                  <a:pt x="392" y="0"/>
                  <a:pt x="474" y="82"/>
                  <a:pt x="474" y="182"/>
                </a:cubicBezTo>
                <a:cubicBezTo>
                  <a:pt x="474" y="282"/>
                  <a:pt x="392" y="364"/>
                  <a:pt x="292" y="364"/>
                </a:cubicBezTo>
                <a:cubicBezTo>
                  <a:pt x="292" y="364"/>
                  <a:pt x="292" y="364"/>
                  <a:pt x="292" y="364"/>
                </a:cubicBezTo>
                <a:close/>
              </a:path>
            </a:pathLst>
          </a:custGeom>
          <a:solidFill>
            <a:srgbClr val="FFFFFF"/>
          </a:solidFill>
          <a:ln w="15875">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221" name="Freeform 56">
            <a:extLst>
              <a:ext uri="{FF2B5EF4-FFF2-40B4-BE49-F238E27FC236}">
                <a16:creationId xmlns:a16="http://schemas.microsoft.com/office/drawing/2014/main" id="{73A21E6E-3E62-469F-AF4D-2B2DF0F278A5}"/>
              </a:ext>
            </a:extLst>
          </p:cNvPr>
          <p:cNvSpPr>
            <a:spLocks/>
          </p:cNvSpPr>
          <p:nvPr/>
        </p:nvSpPr>
        <p:spPr bwMode="auto">
          <a:xfrm rot="16200000">
            <a:off x="6168609" y="3939570"/>
            <a:ext cx="448483" cy="374650"/>
          </a:xfrm>
          <a:custGeom>
            <a:avLst/>
            <a:gdLst>
              <a:gd name="T0" fmla="*/ 122 w 474"/>
              <a:gd name="T1" fmla="*/ 153 h 364"/>
              <a:gd name="T2" fmla="*/ 0 w 474"/>
              <a:gd name="T3" fmla="*/ 153 h 364"/>
              <a:gd name="T4" fmla="*/ 0 w 474"/>
              <a:gd name="T5" fmla="*/ 0 h 364"/>
              <a:gd name="T6" fmla="*/ 122 w 474"/>
              <a:gd name="T7" fmla="*/ 0 h 364"/>
              <a:gd name="T8" fmla="*/ 198 w 474"/>
              <a:gd name="T9" fmla="*/ 77 h 364"/>
              <a:gd name="T10" fmla="*/ 122 w 474"/>
              <a:gd name="T11" fmla="*/ 153 h 364"/>
              <a:gd name="T12" fmla="*/ 122 w 474"/>
              <a:gd name="T13" fmla="*/ 153 h 364"/>
              <a:gd name="T14" fmla="*/ 0 60000 65536"/>
              <a:gd name="T15" fmla="*/ 0 60000 65536"/>
              <a:gd name="T16" fmla="*/ 0 60000 65536"/>
              <a:gd name="T17" fmla="*/ 0 60000 65536"/>
              <a:gd name="T18" fmla="*/ 0 60000 65536"/>
              <a:gd name="T19" fmla="*/ 0 60000 65536"/>
              <a:gd name="T20" fmla="*/ 0 60000 65536"/>
              <a:gd name="T21" fmla="*/ 0 w 474"/>
              <a:gd name="T22" fmla="*/ 0 h 364"/>
              <a:gd name="T23" fmla="*/ 474 w 474"/>
              <a:gd name="T24" fmla="*/ 364 h 3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4" h="364">
                <a:moveTo>
                  <a:pt x="292" y="364"/>
                </a:moveTo>
                <a:lnTo>
                  <a:pt x="0" y="364"/>
                </a:lnTo>
                <a:lnTo>
                  <a:pt x="0" y="0"/>
                </a:lnTo>
                <a:lnTo>
                  <a:pt x="292" y="0"/>
                </a:lnTo>
                <a:cubicBezTo>
                  <a:pt x="392" y="0"/>
                  <a:pt x="474" y="82"/>
                  <a:pt x="474" y="182"/>
                </a:cubicBezTo>
                <a:cubicBezTo>
                  <a:pt x="474" y="282"/>
                  <a:pt x="392" y="364"/>
                  <a:pt x="292" y="364"/>
                </a:cubicBezTo>
                <a:cubicBezTo>
                  <a:pt x="292" y="364"/>
                  <a:pt x="292" y="364"/>
                  <a:pt x="292" y="364"/>
                </a:cubicBezTo>
                <a:close/>
              </a:path>
            </a:pathLst>
          </a:custGeom>
          <a:solidFill>
            <a:srgbClr val="FFFFFF"/>
          </a:solidFill>
          <a:ln w="15875">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cxnSp>
        <p:nvCxnSpPr>
          <p:cNvPr id="222" name="直接连接符 221">
            <a:extLst>
              <a:ext uri="{FF2B5EF4-FFF2-40B4-BE49-F238E27FC236}">
                <a16:creationId xmlns:a16="http://schemas.microsoft.com/office/drawing/2014/main" id="{1F7051CC-1DB9-4223-B5E6-1D158002BC59}"/>
              </a:ext>
            </a:extLst>
          </p:cNvPr>
          <p:cNvCxnSpPr>
            <a:cxnSpLocks/>
            <a:stCxn id="175" idx="1"/>
          </p:cNvCxnSpPr>
          <p:nvPr/>
        </p:nvCxnSpPr>
        <p:spPr>
          <a:xfrm flipH="1" flipV="1">
            <a:off x="1892827" y="4838695"/>
            <a:ext cx="1605636" cy="1626"/>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3" name="直接连接符 222">
            <a:extLst>
              <a:ext uri="{FF2B5EF4-FFF2-40B4-BE49-F238E27FC236}">
                <a16:creationId xmlns:a16="http://schemas.microsoft.com/office/drawing/2014/main" id="{6CDB4540-EFAA-44AD-9E6C-78EF1A320E0D}"/>
              </a:ext>
            </a:extLst>
          </p:cNvPr>
          <p:cNvCxnSpPr>
            <a:cxnSpLocks/>
          </p:cNvCxnSpPr>
          <p:nvPr/>
        </p:nvCxnSpPr>
        <p:spPr>
          <a:xfrm flipH="1">
            <a:off x="3407356" y="3780847"/>
            <a:ext cx="523854"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4" name="直接连接符 223">
            <a:extLst>
              <a:ext uri="{FF2B5EF4-FFF2-40B4-BE49-F238E27FC236}">
                <a16:creationId xmlns:a16="http://schemas.microsoft.com/office/drawing/2014/main" id="{4AAB4BC9-F7FE-4DFA-87CE-3B0C673DDFCF}"/>
              </a:ext>
            </a:extLst>
          </p:cNvPr>
          <p:cNvCxnSpPr>
            <a:cxnSpLocks/>
          </p:cNvCxnSpPr>
          <p:nvPr/>
        </p:nvCxnSpPr>
        <p:spPr>
          <a:xfrm>
            <a:off x="3926626" y="3787116"/>
            <a:ext cx="0" cy="1069913"/>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5" name="直接连接符 224">
            <a:extLst>
              <a:ext uri="{FF2B5EF4-FFF2-40B4-BE49-F238E27FC236}">
                <a16:creationId xmlns:a16="http://schemas.microsoft.com/office/drawing/2014/main" id="{56F1CE4E-39FD-4908-9C04-75BF2C4605C3}"/>
              </a:ext>
            </a:extLst>
          </p:cNvPr>
          <p:cNvCxnSpPr>
            <a:cxnSpLocks/>
          </p:cNvCxnSpPr>
          <p:nvPr/>
        </p:nvCxnSpPr>
        <p:spPr>
          <a:xfrm flipH="1">
            <a:off x="3916933" y="4840088"/>
            <a:ext cx="1086083"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26" name="Line 79">
            <a:extLst>
              <a:ext uri="{FF2B5EF4-FFF2-40B4-BE49-F238E27FC236}">
                <a16:creationId xmlns:a16="http://schemas.microsoft.com/office/drawing/2014/main" id="{257D3BC7-864D-4DD5-8428-1D585239C9BA}"/>
              </a:ext>
            </a:extLst>
          </p:cNvPr>
          <p:cNvSpPr>
            <a:spLocks noChangeShapeType="1"/>
          </p:cNvSpPr>
          <p:nvPr/>
        </p:nvSpPr>
        <p:spPr bwMode="auto">
          <a:xfrm rot="16200000" flipH="1">
            <a:off x="6316394" y="3822293"/>
            <a:ext cx="146563" cy="1588"/>
          </a:xfrm>
          <a:prstGeom prst="line">
            <a:avLst/>
          </a:prstGeom>
          <a:noFill/>
          <a:ln w="1587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227" name="Line 85">
            <a:extLst>
              <a:ext uri="{FF2B5EF4-FFF2-40B4-BE49-F238E27FC236}">
                <a16:creationId xmlns:a16="http://schemas.microsoft.com/office/drawing/2014/main" id="{7C2C4647-994A-4E43-94A8-D67A47121C86}"/>
              </a:ext>
            </a:extLst>
          </p:cNvPr>
          <p:cNvSpPr>
            <a:spLocks noChangeShapeType="1"/>
          </p:cNvSpPr>
          <p:nvPr/>
        </p:nvSpPr>
        <p:spPr bwMode="auto">
          <a:xfrm rot="16200000" flipH="1">
            <a:off x="6255330" y="4593894"/>
            <a:ext cx="489603" cy="0"/>
          </a:xfrm>
          <a:prstGeom prst="line">
            <a:avLst/>
          </a:prstGeom>
          <a:noFill/>
          <a:ln w="1587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228" name="Line 71">
            <a:extLst>
              <a:ext uri="{FF2B5EF4-FFF2-40B4-BE49-F238E27FC236}">
                <a16:creationId xmlns:a16="http://schemas.microsoft.com/office/drawing/2014/main" id="{60463873-5209-4511-B72A-8CC57B5CF3A9}"/>
              </a:ext>
            </a:extLst>
          </p:cNvPr>
          <p:cNvSpPr>
            <a:spLocks noChangeShapeType="1"/>
          </p:cNvSpPr>
          <p:nvPr/>
        </p:nvSpPr>
        <p:spPr bwMode="auto">
          <a:xfrm rot="16200000" flipH="1">
            <a:off x="6277083" y="4381188"/>
            <a:ext cx="68275" cy="0"/>
          </a:xfrm>
          <a:prstGeom prst="line">
            <a:avLst/>
          </a:prstGeom>
          <a:noFill/>
          <a:ln w="1587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229" name="Line 85">
            <a:extLst>
              <a:ext uri="{FF2B5EF4-FFF2-40B4-BE49-F238E27FC236}">
                <a16:creationId xmlns:a16="http://schemas.microsoft.com/office/drawing/2014/main" id="{ACFCF80C-CC64-43A5-AFE0-2229CB6AC45D}"/>
              </a:ext>
            </a:extLst>
          </p:cNvPr>
          <p:cNvSpPr>
            <a:spLocks noChangeShapeType="1"/>
          </p:cNvSpPr>
          <p:nvPr/>
        </p:nvSpPr>
        <p:spPr bwMode="auto">
          <a:xfrm rot="16200000" flipH="1">
            <a:off x="6254198" y="4594937"/>
            <a:ext cx="489603" cy="0"/>
          </a:xfrm>
          <a:prstGeom prst="line">
            <a:avLst/>
          </a:prstGeom>
          <a:noFill/>
          <a:ln w="15875"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230" name="Freeform 86">
            <a:extLst>
              <a:ext uri="{FF2B5EF4-FFF2-40B4-BE49-F238E27FC236}">
                <a16:creationId xmlns:a16="http://schemas.microsoft.com/office/drawing/2014/main" id="{5702E92B-0016-4D4C-BCEA-CD0B3E492DC6}"/>
              </a:ext>
            </a:extLst>
          </p:cNvPr>
          <p:cNvSpPr>
            <a:spLocks/>
          </p:cNvSpPr>
          <p:nvPr/>
        </p:nvSpPr>
        <p:spPr bwMode="auto">
          <a:xfrm rot="16200000">
            <a:off x="4845137" y="3725575"/>
            <a:ext cx="98197" cy="104775"/>
          </a:xfrm>
          <a:custGeom>
            <a:avLst/>
            <a:gdLst>
              <a:gd name="T0" fmla="*/ 43 w 104"/>
              <a:gd name="T1" fmla="*/ 21 h 103"/>
              <a:gd name="T2" fmla="*/ 22 w 104"/>
              <a:gd name="T3" fmla="*/ 0 h 103"/>
              <a:gd name="T4" fmla="*/ 0 w 104"/>
              <a:gd name="T5" fmla="*/ 21 h 103"/>
              <a:gd name="T6" fmla="*/ 0 w 104"/>
              <a:gd name="T7" fmla="*/ 21 h 103"/>
              <a:gd name="T8" fmla="*/ 22 w 104"/>
              <a:gd name="T9" fmla="*/ 42 h 103"/>
              <a:gd name="T10" fmla="*/ 43 w 104"/>
              <a:gd name="T11" fmla="*/ 21 h 103"/>
              <a:gd name="T12" fmla="*/ 0 60000 65536"/>
              <a:gd name="T13" fmla="*/ 0 60000 65536"/>
              <a:gd name="T14" fmla="*/ 0 60000 65536"/>
              <a:gd name="T15" fmla="*/ 0 60000 65536"/>
              <a:gd name="T16" fmla="*/ 0 60000 65536"/>
              <a:gd name="T17" fmla="*/ 0 60000 65536"/>
              <a:gd name="T18" fmla="*/ 0 w 104"/>
              <a:gd name="T19" fmla="*/ 0 h 103"/>
              <a:gd name="T20" fmla="*/ 104 w 104"/>
              <a:gd name="T21" fmla="*/ 103 h 103"/>
            </a:gdLst>
            <a:ahLst/>
            <a:cxnLst>
              <a:cxn ang="T12">
                <a:pos x="T0" y="T1"/>
              </a:cxn>
              <a:cxn ang="T13">
                <a:pos x="T2" y="T3"/>
              </a:cxn>
              <a:cxn ang="T14">
                <a:pos x="T4" y="T5"/>
              </a:cxn>
              <a:cxn ang="T15">
                <a:pos x="T6" y="T7"/>
              </a:cxn>
              <a:cxn ang="T16">
                <a:pos x="T8" y="T9"/>
              </a:cxn>
              <a:cxn ang="T17">
                <a:pos x="T10" y="T11"/>
              </a:cxn>
            </a:cxnLst>
            <a:rect l="T18" t="T19" r="T20" b="T21"/>
            <a:pathLst>
              <a:path w="104" h="103">
                <a:moveTo>
                  <a:pt x="104" y="52"/>
                </a:moveTo>
                <a:cubicBezTo>
                  <a:pt x="104" y="23"/>
                  <a:pt x="81" y="0"/>
                  <a:pt x="52" y="0"/>
                </a:cubicBezTo>
                <a:cubicBezTo>
                  <a:pt x="23" y="0"/>
                  <a:pt x="0" y="23"/>
                  <a:pt x="0" y="52"/>
                </a:cubicBezTo>
                <a:cubicBezTo>
                  <a:pt x="0" y="52"/>
                  <a:pt x="0" y="52"/>
                  <a:pt x="0" y="52"/>
                </a:cubicBezTo>
                <a:cubicBezTo>
                  <a:pt x="0" y="80"/>
                  <a:pt x="23" y="103"/>
                  <a:pt x="52" y="103"/>
                </a:cubicBezTo>
                <a:cubicBezTo>
                  <a:pt x="81" y="103"/>
                  <a:pt x="104" y="80"/>
                  <a:pt x="104" y="52"/>
                </a:cubicBezTo>
              </a:path>
            </a:pathLst>
          </a:custGeom>
          <a:solidFill>
            <a:srgbClr val="000000"/>
          </a:solidFill>
          <a:ln w="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cxnSp>
        <p:nvCxnSpPr>
          <p:cNvPr id="231" name="直接连接符 230">
            <a:extLst>
              <a:ext uri="{FF2B5EF4-FFF2-40B4-BE49-F238E27FC236}">
                <a16:creationId xmlns:a16="http://schemas.microsoft.com/office/drawing/2014/main" id="{E87756A0-3320-4D35-A62E-8E5FCB0AA43C}"/>
              </a:ext>
            </a:extLst>
          </p:cNvPr>
          <p:cNvCxnSpPr>
            <a:cxnSpLocks/>
          </p:cNvCxnSpPr>
          <p:nvPr/>
        </p:nvCxnSpPr>
        <p:spPr>
          <a:xfrm flipH="1">
            <a:off x="4911155" y="3780265"/>
            <a:ext cx="523854"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2" name="直接连接符 231">
            <a:extLst>
              <a:ext uri="{FF2B5EF4-FFF2-40B4-BE49-F238E27FC236}">
                <a16:creationId xmlns:a16="http://schemas.microsoft.com/office/drawing/2014/main" id="{59B99167-9757-4569-A947-E831EEBF0B5C}"/>
              </a:ext>
            </a:extLst>
          </p:cNvPr>
          <p:cNvCxnSpPr>
            <a:cxnSpLocks/>
          </p:cNvCxnSpPr>
          <p:nvPr/>
        </p:nvCxnSpPr>
        <p:spPr>
          <a:xfrm>
            <a:off x="5430425" y="3786534"/>
            <a:ext cx="0" cy="1069913"/>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3" name="直接连接符 232">
            <a:extLst>
              <a:ext uri="{FF2B5EF4-FFF2-40B4-BE49-F238E27FC236}">
                <a16:creationId xmlns:a16="http://schemas.microsoft.com/office/drawing/2014/main" id="{63002322-E29D-4DBC-9939-63CB15652289}"/>
              </a:ext>
            </a:extLst>
          </p:cNvPr>
          <p:cNvCxnSpPr>
            <a:cxnSpLocks/>
          </p:cNvCxnSpPr>
          <p:nvPr/>
        </p:nvCxnSpPr>
        <p:spPr>
          <a:xfrm flipH="1">
            <a:off x="5420732" y="4839506"/>
            <a:ext cx="1086083"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083258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4F954241-1A99-4FB9-9A56-4364BA946C8A}"/>
              </a:ext>
            </a:extLst>
          </p:cNvPr>
          <p:cNvSpPr>
            <a:spLocks noGrp="1"/>
          </p:cNvSpPr>
          <p:nvPr>
            <p:ph type="sldNum" sz="quarter" idx="12"/>
          </p:nvPr>
        </p:nvSpPr>
        <p:spPr/>
        <p:txBody>
          <a:bodyPr/>
          <a:lstStyle/>
          <a:p>
            <a:pPr>
              <a:defRPr/>
            </a:pPr>
            <a:fld id="{3259D7DD-E1BE-4482-9234-29898EB39847}" type="slidenum">
              <a:rPr lang="en-US" altLang="zh-CN" sz="1400" b="1" smtClean="0">
                <a:latin typeface="+mn-lt"/>
              </a:rPr>
              <a:pPr>
                <a:defRPr/>
              </a:pPr>
              <a:t>113</a:t>
            </a:fld>
            <a:endParaRPr lang="en-US" altLang="zh-CN" sz="1400" b="1" dirty="0">
              <a:latin typeface="+mn-lt"/>
            </a:endParaRPr>
          </a:p>
        </p:txBody>
      </p:sp>
      <p:grpSp>
        <p:nvGrpSpPr>
          <p:cNvPr id="103" name="组合 77">
            <a:extLst>
              <a:ext uri="{FF2B5EF4-FFF2-40B4-BE49-F238E27FC236}">
                <a16:creationId xmlns:a16="http://schemas.microsoft.com/office/drawing/2014/main" id="{57825139-480A-473A-8713-C4393648D443}"/>
              </a:ext>
            </a:extLst>
          </p:cNvPr>
          <p:cNvGrpSpPr/>
          <p:nvPr/>
        </p:nvGrpSpPr>
        <p:grpSpPr>
          <a:xfrm>
            <a:off x="710955" y="1588495"/>
            <a:ext cx="7722090" cy="1688705"/>
            <a:chOff x="423322" y="1223985"/>
            <a:chExt cx="6328304" cy="1383905"/>
          </a:xfrm>
        </p:grpSpPr>
        <p:sp>
          <p:nvSpPr>
            <p:cNvPr id="104" name="圆角矩形 36">
              <a:extLst>
                <a:ext uri="{FF2B5EF4-FFF2-40B4-BE49-F238E27FC236}">
                  <a16:creationId xmlns:a16="http://schemas.microsoft.com/office/drawing/2014/main" id="{7498984C-5B72-49F8-BE3C-644CF6257DB9}"/>
                </a:ext>
              </a:extLst>
            </p:cNvPr>
            <p:cNvSpPr/>
            <p:nvPr/>
          </p:nvSpPr>
          <p:spPr bwMode="auto">
            <a:xfrm>
              <a:off x="423322" y="1571240"/>
              <a:ext cx="1260140" cy="589396"/>
            </a:xfrm>
            <a:prstGeom prst="roundRect">
              <a:avLst/>
            </a:prstGeom>
            <a:solidFill>
              <a:srgbClr val="FFFFFF"/>
            </a:solidFill>
            <a:ln w="19050" cap="flat" cmpd="sng" algn="ctr">
              <a:solidFill>
                <a:srgbClr val="7030A0"/>
              </a:solid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000" i="0" u="none" strike="noStrike" kern="0" cap="none" spc="0" normalizeH="0" baseline="0" noProof="0" dirty="0">
                  <a:ln>
                    <a:noFill/>
                  </a:ln>
                  <a:solidFill>
                    <a:srgbClr val="000000"/>
                  </a:solidFill>
                  <a:effectLst/>
                  <a:uLnTx/>
                  <a:uFillTx/>
                  <a:latin typeface="+mn-ea"/>
                  <a:ea typeface="+mn-ea"/>
                  <a:cs typeface="+mn-cs"/>
                </a:rPr>
                <a:t>基本概念</a:t>
              </a:r>
            </a:p>
          </p:txBody>
        </p:sp>
        <p:sp>
          <p:nvSpPr>
            <p:cNvPr id="105" name="圆角矩形 37">
              <a:extLst>
                <a:ext uri="{FF2B5EF4-FFF2-40B4-BE49-F238E27FC236}">
                  <a16:creationId xmlns:a16="http://schemas.microsoft.com/office/drawing/2014/main" id="{4833A5DD-37E0-465F-82E5-D7286F716EE3}"/>
                </a:ext>
              </a:extLst>
            </p:cNvPr>
            <p:cNvSpPr/>
            <p:nvPr/>
          </p:nvSpPr>
          <p:spPr bwMode="auto">
            <a:xfrm>
              <a:off x="2107036" y="1416423"/>
              <a:ext cx="1597705" cy="366666"/>
            </a:xfrm>
            <a:prstGeom prst="roundRect">
              <a:avLst/>
            </a:prstGeom>
            <a:solidFill>
              <a:srgbClr val="FFFFFF"/>
            </a:solidFill>
            <a:ln w="19050" cap="flat" cmpd="sng" algn="ctr">
              <a:solidFill>
                <a:srgbClr val="7030A0"/>
              </a:solid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000" i="0" u="none" strike="noStrike" kern="0" cap="none" spc="0" normalizeH="0" baseline="0" noProof="0" dirty="0">
                  <a:ln>
                    <a:noFill/>
                  </a:ln>
                  <a:solidFill>
                    <a:srgbClr val="000000"/>
                  </a:solidFill>
                  <a:effectLst/>
                  <a:uLnTx/>
                  <a:uFillTx/>
                  <a:latin typeface="+mn-ea"/>
                  <a:ea typeface="+mn-ea"/>
                  <a:cs typeface="+mn-cs"/>
                </a:rPr>
                <a:t>过程的离散化</a:t>
              </a:r>
            </a:p>
          </p:txBody>
        </p:sp>
        <p:sp>
          <p:nvSpPr>
            <p:cNvPr id="106" name="圆角矩形 38">
              <a:extLst>
                <a:ext uri="{FF2B5EF4-FFF2-40B4-BE49-F238E27FC236}">
                  <a16:creationId xmlns:a16="http://schemas.microsoft.com/office/drawing/2014/main" id="{CED9BAED-1623-406E-969F-E00AEF0653E0}"/>
                </a:ext>
              </a:extLst>
            </p:cNvPr>
            <p:cNvSpPr/>
            <p:nvPr/>
          </p:nvSpPr>
          <p:spPr bwMode="auto">
            <a:xfrm>
              <a:off x="2107035" y="1996746"/>
              <a:ext cx="1597705" cy="363391"/>
            </a:xfrm>
            <a:prstGeom prst="roundRect">
              <a:avLst/>
            </a:prstGeom>
            <a:solidFill>
              <a:srgbClr val="FFFFFF"/>
            </a:solidFill>
            <a:ln w="19050" cap="flat" cmpd="sng" algn="ctr">
              <a:solidFill>
                <a:srgbClr val="7030A0"/>
              </a:solid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000" i="0" u="none" strike="noStrike" kern="0" cap="none" spc="0" normalizeH="0" baseline="0" noProof="0" dirty="0">
                  <a:ln>
                    <a:noFill/>
                  </a:ln>
                  <a:solidFill>
                    <a:srgbClr val="000000"/>
                  </a:solidFill>
                  <a:effectLst/>
                  <a:uLnTx/>
                  <a:uFillTx/>
                  <a:latin typeface="+mn-ea"/>
                  <a:ea typeface="+mn-ea"/>
                  <a:cs typeface="+mn-cs"/>
                </a:rPr>
                <a:t>有限状态机</a:t>
              </a:r>
            </a:p>
          </p:txBody>
        </p:sp>
        <p:sp>
          <p:nvSpPr>
            <p:cNvPr id="107" name="圆角矩形 39">
              <a:extLst>
                <a:ext uri="{FF2B5EF4-FFF2-40B4-BE49-F238E27FC236}">
                  <a16:creationId xmlns:a16="http://schemas.microsoft.com/office/drawing/2014/main" id="{0A4A27B0-16B7-4FD2-B5EB-4002A613E7FD}"/>
                </a:ext>
              </a:extLst>
            </p:cNvPr>
            <p:cNvSpPr/>
            <p:nvPr/>
          </p:nvSpPr>
          <p:spPr bwMode="auto">
            <a:xfrm>
              <a:off x="4039936" y="1223985"/>
              <a:ext cx="897937" cy="300323"/>
            </a:xfrm>
            <a:prstGeom prst="roundRect">
              <a:avLst/>
            </a:prstGeom>
            <a:solidFill>
              <a:srgbClr val="FFFFFF"/>
            </a:solidFill>
            <a:ln w="19050" cap="flat" cmpd="sng" algn="ctr">
              <a:solidFill>
                <a:srgbClr val="7030A0"/>
              </a:solid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2000" kern="0" dirty="0">
                  <a:solidFill>
                    <a:srgbClr val="000000"/>
                  </a:solidFill>
                  <a:latin typeface="+mn-ea"/>
                  <a:ea typeface="+mn-ea"/>
                </a:rPr>
                <a:t>时钟</a:t>
              </a:r>
              <a:endParaRPr kumimoji="0" lang="zh-CN" altLang="en-US" sz="2000" i="0" u="none" strike="noStrike" kern="0" cap="none" spc="0" normalizeH="0" baseline="0" noProof="0" dirty="0">
                <a:ln>
                  <a:noFill/>
                </a:ln>
                <a:solidFill>
                  <a:srgbClr val="000000"/>
                </a:solidFill>
                <a:effectLst/>
                <a:uLnTx/>
                <a:uFillTx/>
                <a:latin typeface="+mn-ea"/>
                <a:ea typeface="+mn-ea"/>
                <a:cs typeface="+mn-cs"/>
              </a:endParaRPr>
            </a:p>
          </p:txBody>
        </p:sp>
        <p:sp>
          <p:nvSpPr>
            <p:cNvPr id="108" name="圆角矩形 40">
              <a:extLst>
                <a:ext uri="{FF2B5EF4-FFF2-40B4-BE49-F238E27FC236}">
                  <a16:creationId xmlns:a16="http://schemas.microsoft.com/office/drawing/2014/main" id="{BA900029-829A-478F-9382-A970C822FDA5}"/>
                </a:ext>
              </a:extLst>
            </p:cNvPr>
            <p:cNvSpPr/>
            <p:nvPr/>
          </p:nvSpPr>
          <p:spPr bwMode="auto">
            <a:xfrm>
              <a:off x="4039936" y="1697967"/>
              <a:ext cx="897937" cy="300323"/>
            </a:xfrm>
            <a:prstGeom prst="roundRect">
              <a:avLst/>
            </a:prstGeom>
            <a:solidFill>
              <a:srgbClr val="FFFFFF"/>
            </a:solidFill>
            <a:ln w="19050" cap="flat" cmpd="sng" algn="ctr">
              <a:solidFill>
                <a:srgbClr val="7030A0"/>
              </a:solid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000" i="0" u="none" strike="noStrike" kern="0" cap="none" spc="0" normalizeH="0" baseline="0" noProof="0" dirty="0">
                  <a:ln>
                    <a:noFill/>
                  </a:ln>
                  <a:solidFill>
                    <a:srgbClr val="000000"/>
                  </a:solidFill>
                  <a:effectLst/>
                  <a:uLnTx/>
                  <a:uFillTx/>
                  <a:latin typeface="+mn-ea"/>
                  <a:ea typeface="+mn-ea"/>
                  <a:cs typeface="+mn-cs"/>
                </a:rPr>
                <a:t>状态</a:t>
              </a:r>
            </a:p>
          </p:txBody>
        </p:sp>
        <p:sp>
          <p:nvSpPr>
            <p:cNvPr id="109" name="圆角矩形 41">
              <a:extLst>
                <a:ext uri="{FF2B5EF4-FFF2-40B4-BE49-F238E27FC236}">
                  <a16:creationId xmlns:a16="http://schemas.microsoft.com/office/drawing/2014/main" id="{9D0E40E4-F167-4B11-A310-0CBBBC38FBA1}"/>
                </a:ext>
              </a:extLst>
            </p:cNvPr>
            <p:cNvSpPr/>
            <p:nvPr/>
          </p:nvSpPr>
          <p:spPr bwMode="auto">
            <a:xfrm>
              <a:off x="5779447" y="2244499"/>
              <a:ext cx="953852" cy="363391"/>
            </a:xfrm>
            <a:prstGeom prst="roundRect">
              <a:avLst/>
            </a:prstGeom>
            <a:solidFill>
              <a:srgbClr val="FFFFFF"/>
            </a:solidFill>
            <a:ln w="19050" cap="flat" cmpd="sng" algn="ctr">
              <a:solidFill>
                <a:srgbClr val="7030A0"/>
              </a:solid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000" i="0" u="none" strike="noStrike" kern="0" cap="none" spc="0" normalizeH="0" baseline="0" noProof="0" dirty="0">
                  <a:ln>
                    <a:noFill/>
                  </a:ln>
                  <a:solidFill>
                    <a:srgbClr val="000000"/>
                  </a:solidFill>
                  <a:effectLst/>
                  <a:uLnTx/>
                  <a:uFillTx/>
                  <a:latin typeface="+mn-ea"/>
                  <a:ea typeface="+mn-ea"/>
                  <a:cs typeface="+mn-cs"/>
                </a:rPr>
                <a:t>米利型</a:t>
              </a:r>
            </a:p>
          </p:txBody>
        </p:sp>
        <p:sp>
          <p:nvSpPr>
            <p:cNvPr id="110" name="圆角矩形 47">
              <a:extLst>
                <a:ext uri="{FF2B5EF4-FFF2-40B4-BE49-F238E27FC236}">
                  <a16:creationId xmlns:a16="http://schemas.microsoft.com/office/drawing/2014/main" id="{DEC321E8-C819-457C-8D73-45B86D41678B}"/>
                </a:ext>
              </a:extLst>
            </p:cNvPr>
            <p:cNvSpPr/>
            <p:nvPr/>
          </p:nvSpPr>
          <p:spPr bwMode="auto">
            <a:xfrm>
              <a:off x="5797774" y="1224623"/>
              <a:ext cx="953852" cy="300323"/>
            </a:xfrm>
            <a:prstGeom prst="roundRect">
              <a:avLst/>
            </a:prstGeom>
            <a:solidFill>
              <a:srgbClr val="FFFFFF"/>
            </a:solidFill>
            <a:ln w="19050" cap="flat" cmpd="sng" algn="ctr">
              <a:solidFill>
                <a:srgbClr val="7030A0"/>
              </a:solid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2000" kern="0" dirty="0">
                  <a:solidFill>
                    <a:srgbClr val="000000"/>
                  </a:solidFill>
                  <a:latin typeface="+mn-ea"/>
                  <a:ea typeface="+mn-ea"/>
                </a:rPr>
                <a:t>时钟域</a:t>
              </a:r>
              <a:endParaRPr kumimoji="0" lang="zh-CN" altLang="en-US" sz="2000" i="0" u="none" strike="noStrike" kern="0" cap="none" spc="0" normalizeH="0" baseline="0" noProof="0" dirty="0">
                <a:ln>
                  <a:noFill/>
                </a:ln>
                <a:solidFill>
                  <a:srgbClr val="000000"/>
                </a:solidFill>
                <a:effectLst/>
                <a:uLnTx/>
                <a:uFillTx/>
                <a:latin typeface="+mn-ea"/>
                <a:ea typeface="+mn-ea"/>
                <a:cs typeface="+mn-cs"/>
              </a:endParaRPr>
            </a:p>
          </p:txBody>
        </p:sp>
        <p:sp>
          <p:nvSpPr>
            <p:cNvPr id="111" name="圆角矩形 49">
              <a:extLst>
                <a:ext uri="{FF2B5EF4-FFF2-40B4-BE49-F238E27FC236}">
                  <a16:creationId xmlns:a16="http://schemas.microsoft.com/office/drawing/2014/main" id="{AEFF6DD8-2E92-47D2-97CB-2BEC41457BB3}"/>
                </a:ext>
              </a:extLst>
            </p:cNvPr>
            <p:cNvSpPr/>
            <p:nvPr/>
          </p:nvSpPr>
          <p:spPr bwMode="auto">
            <a:xfrm>
              <a:off x="5779447" y="1713901"/>
              <a:ext cx="953852" cy="363391"/>
            </a:xfrm>
            <a:prstGeom prst="roundRect">
              <a:avLst/>
            </a:prstGeom>
            <a:solidFill>
              <a:srgbClr val="FFFFFF"/>
            </a:solidFill>
            <a:ln w="19050" cap="flat" cmpd="sng" algn="ctr">
              <a:solidFill>
                <a:srgbClr val="7030A0"/>
              </a:solid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000" i="0" u="none" strike="noStrike" kern="0" cap="none" spc="0" normalizeH="0" baseline="0" noProof="0" dirty="0">
                  <a:ln>
                    <a:noFill/>
                  </a:ln>
                  <a:solidFill>
                    <a:srgbClr val="000000"/>
                  </a:solidFill>
                  <a:effectLst/>
                  <a:uLnTx/>
                  <a:uFillTx/>
                  <a:latin typeface="+mn-ea"/>
                  <a:ea typeface="+mn-ea"/>
                  <a:cs typeface="+mn-cs"/>
                </a:rPr>
                <a:t>摩尔型</a:t>
              </a:r>
            </a:p>
          </p:txBody>
        </p:sp>
        <p:cxnSp>
          <p:nvCxnSpPr>
            <p:cNvPr id="112" name="肘形连接符 66">
              <a:extLst>
                <a:ext uri="{FF2B5EF4-FFF2-40B4-BE49-F238E27FC236}">
                  <a16:creationId xmlns:a16="http://schemas.microsoft.com/office/drawing/2014/main" id="{8DCBD035-525A-48FA-9233-E996ADA5C89D}"/>
                </a:ext>
              </a:extLst>
            </p:cNvPr>
            <p:cNvCxnSpPr>
              <a:cxnSpLocks/>
              <a:stCxn id="104" idx="3"/>
              <a:endCxn id="105" idx="1"/>
            </p:cNvCxnSpPr>
            <p:nvPr/>
          </p:nvCxnSpPr>
          <p:spPr bwMode="auto">
            <a:xfrm flipV="1">
              <a:off x="1683462" y="1599756"/>
              <a:ext cx="423574" cy="266182"/>
            </a:xfrm>
            <a:prstGeom prst="bentConnector3">
              <a:avLst/>
            </a:prstGeom>
            <a:solidFill>
              <a:srgbClr val="2990E5"/>
            </a:solidFill>
            <a:ln w="38100" cap="flat" cmpd="sng" algn="ctr">
              <a:solidFill>
                <a:srgbClr val="7030A0"/>
              </a:solidFill>
              <a:prstDash val="solid"/>
              <a:round/>
              <a:headEnd type="none" w="med" len="med"/>
              <a:tailEnd type="triangle"/>
            </a:ln>
            <a:effectLst/>
          </p:spPr>
        </p:cxnSp>
        <p:cxnSp>
          <p:nvCxnSpPr>
            <p:cNvPr id="113" name="肘形连接符 76">
              <a:extLst>
                <a:ext uri="{FF2B5EF4-FFF2-40B4-BE49-F238E27FC236}">
                  <a16:creationId xmlns:a16="http://schemas.microsoft.com/office/drawing/2014/main" id="{DF900624-A9C0-4F82-88C3-532423191CE3}"/>
                </a:ext>
              </a:extLst>
            </p:cNvPr>
            <p:cNvCxnSpPr>
              <a:cxnSpLocks/>
              <a:stCxn id="107" idx="3"/>
              <a:endCxn id="110" idx="1"/>
            </p:cNvCxnSpPr>
            <p:nvPr/>
          </p:nvCxnSpPr>
          <p:spPr bwMode="auto">
            <a:xfrm>
              <a:off x="4937873" y="1374147"/>
              <a:ext cx="859901" cy="638"/>
            </a:xfrm>
            <a:prstGeom prst="bentConnector3">
              <a:avLst>
                <a:gd name="adj1" fmla="val 50000"/>
              </a:avLst>
            </a:prstGeom>
            <a:solidFill>
              <a:srgbClr val="2990E5"/>
            </a:solidFill>
            <a:ln w="38100" cap="flat" cmpd="sng" algn="ctr">
              <a:solidFill>
                <a:srgbClr val="7030A0"/>
              </a:solidFill>
              <a:prstDash val="solid"/>
              <a:round/>
              <a:headEnd type="none" w="med" len="med"/>
              <a:tailEnd type="triangle"/>
            </a:ln>
            <a:effectLst/>
          </p:spPr>
        </p:cxnSp>
        <p:cxnSp>
          <p:nvCxnSpPr>
            <p:cNvPr id="114" name="肘形连接符 82">
              <a:extLst>
                <a:ext uri="{FF2B5EF4-FFF2-40B4-BE49-F238E27FC236}">
                  <a16:creationId xmlns:a16="http://schemas.microsoft.com/office/drawing/2014/main" id="{6E4CBB50-A93D-4201-A0DD-9F5CA1197A59}"/>
                </a:ext>
              </a:extLst>
            </p:cNvPr>
            <p:cNvCxnSpPr>
              <a:cxnSpLocks/>
              <a:stCxn id="106" idx="3"/>
              <a:endCxn id="111" idx="1"/>
            </p:cNvCxnSpPr>
            <p:nvPr/>
          </p:nvCxnSpPr>
          <p:spPr bwMode="auto">
            <a:xfrm flipV="1">
              <a:off x="3704740" y="1895597"/>
              <a:ext cx="2074707" cy="282845"/>
            </a:xfrm>
            <a:prstGeom prst="bentConnector3">
              <a:avLst>
                <a:gd name="adj1" fmla="val 65818"/>
              </a:avLst>
            </a:prstGeom>
            <a:solidFill>
              <a:srgbClr val="2990E5"/>
            </a:solidFill>
            <a:ln w="38100" cap="flat" cmpd="sng" algn="ctr">
              <a:solidFill>
                <a:srgbClr val="7030A0"/>
              </a:solidFill>
              <a:prstDash val="solid"/>
              <a:round/>
              <a:headEnd type="none" w="med" len="med"/>
              <a:tailEnd type="triangle"/>
            </a:ln>
            <a:effectLst/>
          </p:spPr>
        </p:cxnSp>
        <p:cxnSp>
          <p:nvCxnSpPr>
            <p:cNvPr id="115" name="肘形连接符 85">
              <a:extLst>
                <a:ext uri="{FF2B5EF4-FFF2-40B4-BE49-F238E27FC236}">
                  <a16:creationId xmlns:a16="http://schemas.microsoft.com/office/drawing/2014/main" id="{D622D26B-3815-4575-9A4B-8F1ED33D067E}"/>
                </a:ext>
              </a:extLst>
            </p:cNvPr>
            <p:cNvCxnSpPr>
              <a:cxnSpLocks/>
              <a:stCxn id="106" idx="3"/>
              <a:endCxn id="109" idx="1"/>
            </p:cNvCxnSpPr>
            <p:nvPr/>
          </p:nvCxnSpPr>
          <p:spPr bwMode="auto">
            <a:xfrm>
              <a:off x="3704740" y="2178442"/>
              <a:ext cx="2074707" cy="247753"/>
            </a:xfrm>
            <a:prstGeom prst="bentConnector3">
              <a:avLst>
                <a:gd name="adj1" fmla="val 65793"/>
              </a:avLst>
            </a:prstGeom>
            <a:solidFill>
              <a:srgbClr val="2990E5"/>
            </a:solidFill>
            <a:ln w="38100" cap="flat" cmpd="sng" algn="ctr">
              <a:solidFill>
                <a:srgbClr val="7030A0"/>
              </a:solidFill>
              <a:prstDash val="solid"/>
              <a:round/>
              <a:headEnd type="none" w="med" len="med"/>
              <a:tailEnd type="triangle"/>
            </a:ln>
            <a:effectLst/>
          </p:spPr>
        </p:cxnSp>
      </p:grpSp>
      <p:cxnSp>
        <p:nvCxnSpPr>
          <p:cNvPr id="116" name="肘形连接符 66">
            <a:extLst>
              <a:ext uri="{FF2B5EF4-FFF2-40B4-BE49-F238E27FC236}">
                <a16:creationId xmlns:a16="http://schemas.microsoft.com/office/drawing/2014/main" id="{47D87469-6737-48B7-AC0F-0E11D8412C09}"/>
              </a:ext>
            </a:extLst>
          </p:cNvPr>
          <p:cNvCxnSpPr>
            <a:cxnSpLocks/>
            <a:stCxn id="104" idx="3"/>
            <a:endCxn id="106" idx="1"/>
          </p:cNvCxnSpPr>
          <p:nvPr/>
        </p:nvCxnSpPr>
        <p:spPr bwMode="auto">
          <a:xfrm>
            <a:off x="2248636" y="2371836"/>
            <a:ext cx="516864" cy="381332"/>
          </a:xfrm>
          <a:prstGeom prst="bentConnector3">
            <a:avLst/>
          </a:prstGeom>
          <a:solidFill>
            <a:srgbClr val="2990E5"/>
          </a:solidFill>
          <a:ln w="38100" cap="flat" cmpd="sng" algn="ctr">
            <a:solidFill>
              <a:srgbClr val="7030A0"/>
            </a:solidFill>
            <a:prstDash val="solid"/>
            <a:round/>
            <a:headEnd type="none" w="med" len="med"/>
            <a:tailEnd type="triangle"/>
          </a:ln>
          <a:effectLst/>
        </p:spPr>
      </p:cxnSp>
      <p:cxnSp>
        <p:nvCxnSpPr>
          <p:cNvPr id="117" name="肘形连接符 66">
            <a:extLst>
              <a:ext uri="{FF2B5EF4-FFF2-40B4-BE49-F238E27FC236}">
                <a16:creationId xmlns:a16="http://schemas.microsoft.com/office/drawing/2014/main" id="{F39E4E68-8217-4802-AC90-AB8739D51BD5}"/>
              </a:ext>
            </a:extLst>
          </p:cNvPr>
          <p:cNvCxnSpPr>
            <a:cxnSpLocks/>
            <a:stCxn id="105" idx="3"/>
            <a:endCxn id="107" idx="1"/>
          </p:cNvCxnSpPr>
          <p:nvPr/>
        </p:nvCxnSpPr>
        <p:spPr bwMode="auto">
          <a:xfrm flipV="1">
            <a:off x="4715095" y="1771729"/>
            <a:ext cx="409020" cy="275300"/>
          </a:xfrm>
          <a:prstGeom prst="bentConnector3">
            <a:avLst/>
          </a:prstGeom>
          <a:solidFill>
            <a:srgbClr val="2990E5"/>
          </a:solidFill>
          <a:ln w="38100" cap="flat" cmpd="sng" algn="ctr">
            <a:solidFill>
              <a:srgbClr val="7030A0"/>
            </a:solidFill>
            <a:prstDash val="solid"/>
            <a:round/>
            <a:headEnd type="none" w="med" len="med"/>
            <a:tailEnd type="triangle"/>
          </a:ln>
          <a:effectLst/>
        </p:spPr>
      </p:cxnSp>
      <p:cxnSp>
        <p:nvCxnSpPr>
          <p:cNvPr id="118" name="肘形连接符 66">
            <a:extLst>
              <a:ext uri="{FF2B5EF4-FFF2-40B4-BE49-F238E27FC236}">
                <a16:creationId xmlns:a16="http://schemas.microsoft.com/office/drawing/2014/main" id="{0D2E3AEF-EBF7-40DC-976F-B6C7D9D99015}"/>
              </a:ext>
            </a:extLst>
          </p:cNvPr>
          <p:cNvCxnSpPr>
            <a:cxnSpLocks/>
            <a:stCxn id="105" idx="3"/>
            <a:endCxn id="108" idx="1"/>
          </p:cNvCxnSpPr>
          <p:nvPr/>
        </p:nvCxnSpPr>
        <p:spPr bwMode="auto">
          <a:xfrm>
            <a:off x="4715095" y="2047029"/>
            <a:ext cx="409020" cy="303075"/>
          </a:xfrm>
          <a:prstGeom prst="bentConnector3">
            <a:avLst/>
          </a:prstGeom>
          <a:solidFill>
            <a:srgbClr val="2990E5"/>
          </a:solidFill>
          <a:ln w="38100" cap="flat" cmpd="sng" algn="ctr">
            <a:solidFill>
              <a:srgbClr val="7030A0"/>
            </a:solidFill>
            <a:prstDash val="solid"/>
            <a:round/>
            <a:headEnd type="none" w="med" len="med"/>
            <a:tailEnd type="triangle"/>
          </a:ln>
          <a:effectLst/>
        </p:spPr>
      </p:cxnSp>
      <p:sp>
        <p:nvSpPr>
          <p:cNvPr id="3" name="Title 4">
            <a:extLst>
              <a:ext uri="{FF2B5EF4-FFF2-40B4-BE49-F238E27FC236}">
                <a16:creationId xmlns:a16="http://schemas.microsoft.com/office/drawing/2014/main" id="{5F28DDFD-E57A-F059-7C1F-0E15663D3E03}"/>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t>时序逻辑总结</a:t>
            </a:r>
            <a:r>
              <a:rPr lang="en-US" altLang="zh-CN" dirty="0"/>
              <a:t>(1/2)</a:t>
            </a:r>
            <a:endParaRPr lang="en-CN" altLang="zh-CN" sz="4000" dirty="0">
              <a:solidFill>
                <a:srgbClr val="0000FF"/>
              </a:solidFill>
              <a:latin typeface="Arial" panose="020B0604020202020204" pitchFamily="34" charset="0"/>
              <a:cs typeface="Arial" panose="020B0604020202020204" pitchFamily="34" charset="0"/>
            </a:endParaRPr>
          </a:p>
        </p:txBody>
      </p:sp>
      <p:sp>
        <p:nvSpPr>
          <p:cNvPr id="27" name="圆角矩形 36">
            <a:extLst>
              <a:ext uri="{FF2B5EF4-FFF2-40B4-BE49-F238E27FC236}">
                <a16:creationId xmlns:a16="http://schemas.microsoft.com/office/drawing/2014/main" id="{ED88383C-50C0-0374-A7B8-73CE1093D917}"/>
              </a:ext>
            </a:extLst>
          </p:cNvPr>
          <p:cNvSpPr/>
          <p:nvPr/>
        </p:nvSpPr>
        <p:spPr bwMode="auto">
          <a:xfrm>
            <a:off x="710956" y="4281850"/>
            <a:ext cx="1514841" cy="589396"/>
          </a:xfrm>
          <a:prstGeom prst="roundRect">
            <a:avLst/>
          </a:prstGeom>
          <a:solidFill>
            <a:srgbClr val="FFFFFF"/>
          </a:solidFill>
          <a:ln w="19050" cap="flat" cmpd="sng" algn="ctr">
            <a:solidFill>
              <a:srgbClr val="4F81BD"/>
            </a:solid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dirty="0">
                <a:ln>
                  <a:noFill/>
                </a:ln>
                <a:solidFill>
                  <a:srgbClr val="000000"/>
                </a:solidFill>
                <a:effectLst/>
                <a:uLnTx/>
                <a:uFillTx/>
                <a:latin typeface="+mn-lt"/>
                <a:ea typeface="黑体" panose="02010609060101010101" pitchFamily="49" charset="-122"/>
                <a:cs typeface="+mn-cs"/>
              </a:rPr>
              <a:t>基本时序</a:t>
            </a:r>
            <a:br>
              <a:rPr kumimoji="0" lang="en-US" altLang="zh-CN" sz="1800" b="0" i="0" u="none" strike="noStrike" kern="0" cap="none" spc="0" normalizeH="0" baseline="0" noProof="0" dirty="0">
                <a:ln>
                  <a:noFill/>
                </a:ln>
                <a:solidFill>
                  <a:srgbClr val="000000"/>
                </a:solidFill>
                <a:effectLst/>
                <a:uLnTx/>
                <a:uFillTx/>
                <a:latin typeface="+mn-lt"/>
                <a:ea typeface="黑体" panose="02010609060101010101" pitchFamily="49" charset="-122"/>
                <a:cs typeface="+mn-cs"/>
              </a:rPr>
            </a:br>
            <a:r>
              <a:rPr kumimoji="0" lang="zh-CN" altLang="en-US" sz="1800" b="0" i="0" u="none" strike="noStrike" kern="0" cap="none" spc="0" normalizeH="0" baseline="0" noProof="0" dirty="0">
                <a:ln>
                  <a:noFill/>
                </a:ln>
                <a:solidFill>
                  <a:srgbClr val="000000"/>
                </a:solidFill>
                <a:effectLst/>
                <a:uLnTx/>
                <a:uFillTx/>
                <a:latin typeface="+mn-lt"/>
                <a:ea typeface="黑体" panose="02010609060101010101" pitchFamily="49" charset="-122"/>
                <a:cs typeface="+mn-cs"/>
              </a:rPr>
              <a:t>逻辑单元</a:t>
            </a:r>
          </a:p>
        </p:txBody>
      </p:sp>
      <p:sp>
        <p:nvSpPr>
          <p:cNvPr id="28" name="圆角矩形 51">
            <a:extLst>
              <a:ext uri="{FF2B5EF4-FFF2-40B4-BE49-F238E27FC236}">
                <a16:creationId xmlns:a16="http://schemas.microsoft.com/office/drawing/2014/main" id="{822769D2-D7DC-4E9B-7361-E6A93E029B1E}"/>
              </a:ext>
            </a:extLst>
          </p:cNvPr>
          <p:cNvSpPr/>
          <p:nvPr/>
        </p:nvSpPr>
        <p:spPr bwMode="auto">
          <a:xfrm>
            <a:off x="2769579" y="3542950"/>
            <a:ext cx="1416782" cy="363707"/>
          </a:xfrm>
          <a:prstGeom prst="roundRect">
            <a:avLst/>
          </a:prstGeom>
          <a:solidFill>
            <a:srgbClr val="FFFFFF"/>
          </a:solidFill>
          <a:ln w="19050" cap="flat" cmpd="sng" algn="ctr">
            <a:solidFill>
              <a:srgbClr val="4F81BD"/>
            </a:solid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dirty="0">
                <a:ln>
                  <a:noFill/>
                </a:ln>
                <a:solidFill>
                  <a:srgbClr val="000000"/>
                </a:solidFill>
                <a:effectLst/>
                <a:uLnTx/>
                <a:uFillTx/>
                <a:latin typeface="+mn-lt"/>
                <a:ea typeface="黑体" panose="02010609060101010101" pitchFamily="49" charset="-122"/>
                <a:cs typeface="+mn-cs"/>
              </a:rPr>
              <a:t>锁存器</a:t>
            </a:r>
          </a:p>
        </p:txBody>
      </p:sp>
      <p:sp>
        <p:nvSpPr>
          <p:cNvPr id="29" name="圆角矩形 51">
            <a:extLst>
              <a:ext uri="{FF2B5EF4-FFF2-40B4-BE49-F238E27FC236}">
                <a16:creationId xmlns:a16="http://schemas.microsoft.com/office/drawing/2014/main" id="{9E0CA070-F804-31F0-E97D-05C3499D295A}"/>
              </a:ext>
            </a:extLst>
          </p:cNvPr>
          <p:cNvSpPr/>
          <p:nvPr/>
        </p:nvSpPr>
        <p:spPr bwMode="auto">
          <a:xfrm>
            <a:off x="2773457" y="4502313"/>
            <a:ext cx="1416782" cy="374487"/>
          </a:xfrm>
          <a:prstGeom prst="roundRect">
            <a:avLst/>
          </a:prstGeom>
          <a:solidFill>
            <a:srgbClr val="FFFFFF"/>
          </a:solidFill>
          <a:ln w="19050" cap="flat" cmpd="sng" algn="ctr">
            <a:solidFill>
              <a:srgbClr val="4F81BD"/>
            </a:solid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dirty="0">
                <a:ln>
                  <a:noFill/>
                </a:ln>
                <a:solidFill>
                  <a:srgbClr val="000000"/>
                </a:solidFill>
                <a:effectLst/>
                <a:uLnTx/>
                <a:uFillTx/>
                <a:latin typeface="+mn-lt"/>
                <a:ea typeface="黑体" panose="02010609060101010101" pitchFamily="49" charset="-122"/>
                <a:cs typeface="+mn-cs"/>
              </a:rPr>
              <a:t>触发器</a:t>
            </a:r>
          </a:p>
        </p:txBody>
      </p:sp>
      <p:sp>
        <p:nvSpPr>
          <p:cNvPr id="30" name="圆角矩形 51">
            <a:extLst>
              <a:ext uri="{FF2B5EF4-FFF2-40B4-BE49-F238E27FC236}">
                <a16:creationId xmlns:a16="http://schemas.microsoft.com/office/drawing/2014/main" id="{65F3341D-28A2-D04F-0E04-57E386FDEB56}"/>
              </a:ext>
            </a:extLst>
          </p:cNvPr>
          <p:cNvSpPr/>
          <p:nvPr/>
        </p:nvSpPr>
        <p:spPr bwMode="auto">
          <a:xfrm>
            <a:off x="4577515" y="3334296"/>
            <a:ext cx="1511294" cy="341518"/>
          </a:xfrm>
          <a:prstGeom prst="roundRect">
            <a:avLst/>
          </a:prstGeom>
          <a:solidFill>
            <a:srgbClr val="FFFFFF"/>
          </a:solidFill>
          <a:ln w="19050" cap="flat" cmpd="sng" algn="ctr">
            <a:solidFill>
              <a:srgbClr val="4F81BD"/>
            </a:solid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mn-lt"/>
                <a:ea typeface="黑体" panose="02010609060101010101" pitchFamily="49" charset="-122"/>
                <a:cs typeface="+mn-cs"/>
              </a:rPr>
              <a:t>SR</a:t>
            </a:r>
            <a:r>
              <a:rPr kumimoji="0" lang="zh-CN" altLang="en-US" sz="1800" b="0" i="0" u="none" strike="noStrike" kern="0" cap="none" spc="0" normalizeH="0" baseline="0" noProof="0" dirty="0">
                <a:ln>
                  <a:noFill/>
                </a:ln>
                <a:solidFill>
                  <a:srgbClr val="000000"/>
                </a:solidFill>
                <a:effectLst/>
                <a:uLnTx/>
                <a:uFillTx/>
                <a:latin typeface="+mn-lt"/>
                <a:ea typeface="黑体" panose="02010609060101010101" pitchFamily="49" charset="-122"/>
                <a:cs typeface="+mn-cs"/>
              </a:rPr>
              <a:t>锁存器</a:t>
            </a:r>
          </a:p>
        </p:txBody>
      </p:sp>
      <p:sp>
        <p:nvSpPr>
          <p:cNvPr id="31" name="圆角矩形 51">
            <a:extLst>
              <a:ext uri="{FF2B5EF4-FFF2-40B4-BE49-F238E27FC236}">
                <a16:creationId xmlns:a16="http://schemas.microsoft.com/office/drawing/2014/main" id="{C419F445-B33A-BC89-48F1-4E38319C5173}"/>
              </a:ext>
            </a:extLst>
          </p:cNvPr>
          <p:cNvSpPr/>
          <p:nvPr/>
        </p:nvSpPr>
        <p:spPr bwMode="auto">
          <a:xfrm>
            <a:off x="4580442" y="3765457"/>
            <a:ext cx="1511294" cy="349343"/>
          </a:xfrm>
          <a:prstGeom prst="roundRect">
            <a:avLst/>
          </a:prstGeom>
          <a:solidFill>
            <a:srgbClr val="FFFFFF"/>
          </a:solidFill>
          <a:ln w="19050" cap="flat" cmpd="sng" algn="ctr">
            <a:solidFill>
              <a:srgbClr val="4F81BD"/>
            </a:solidFill>
            <a:prstDash val="solid"/>
            <a:headEnd type="none" w="med" len="med"/>
            <a:tailEnd type="none" w="med" len="med"/>
          </a:ln>
          <a:effectLst/>
        </p:spPr>
        <p:txBody>
          <a:bodyPr vert="horz" wrap="square" lIns="0" tIns="45720" rIns="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dirty="0">
                <a:ln>
                  <a:noFill/>
                </a:ln>
                <a:solidFill>
                  <a:srgbClr val="000000"/>
                </a:solidFill>
                <a:effectLst/>
                <a:uLnTx/>
                <a:uFillTx/>
                <a:latin typeface="+mn-lt"/>
                <a:ea typeface="黑体" panose="02010609060101010101" pitchFamily="49" charset="-122"/>
                <a:cs typeface="+mn-cs"/>
              </a:rPr>
              <a:t>门控</a:t>
            </a:r>
            <a:r>
              <a:rPr kumimoji="0" lang="en-US" altLang="zh-CN" sz="1800" b="0" i="0" u="none" strike="noStrike" kern="0" cap="none" spc="0" normalizeH="0" baseline="0" noProof="0" dirty="0">
                <a:ln>
                  <a:noFill/>
                </a:ln>
                <a:solidFill>
                  <a:srgbClr val="000000"/>
                </a:solidFill>
                <a:effectLst/>
                <a:uLnTx/>
                <a:uFillTx/>
                <a:latin typeface="+mn-lt"/>
                <a:ea typeface="黑体" panose="02010609060101010101" pitchFamily="49" charset="-122"/>
                <a:cs typeface="+mn-cs"/>
              </a:rPr>
              <a:t>D</a:t>
            </a:r>
            <a:r>
              <a:rPr kumimoji="0" lang="zh-CN" altLang="en-US" sz="1800" b="0" i="0" u="none" strike="noStrike" kern="0" cap="none" spc="0" normalizeH="0" baseline="0" noProof="0" dirty="0">
                <a:ln>
                  <a:noFill/>
                </a:ln>
                <a:solidFill>
                  <a:srgbClr val="000000"/>
                </a:solidFill>
                <a:effectLst/>
                <a:uLnTx/>
                <a:uFillTx/>
                <a:latin typeface="+mn-lt"/>
                <a:ea typeface="黑体" panose="02010609060101010101" pitchFamily="49" charset="-122"/>
                <a:cs typeface="+mn-cs"/>
              </a:rPr>
              <a:t>锁存器</a:t>
            </a:r>
          </a:p>
        </p:txBody>
      </p:sp>
      <p:sp>
        <p:nvSpPr>
          <p:cNvPr id="32" name="圆角矩形 51">
            <a:extLst>
              <a:ext uri="{FF2B5EF4-FFF2-40B4-BE49-F238E27FC236}">
                <a16:creationId xmlns:a16="http://schemas.microsoft.com/office/drawing/2014/main" id="{EBBE0C7E-B4CB-6E42-FEB2-CB507636F36E}"/>
              </a:ext>
            </a:extLst>
          </p:cNvPr>
          <p:cNvSpPr/>
          <p:nvPr/>
        </p:nvSpPr>
        <p:spPr bwMode="auto">
          <a:xfrm>
            <a:off x="4577514" y="4517954"/>
            <a:ext cx="1975685" cy="343204"/>
          </a:xfrm>
          <a:prstGeom prst="roundRect">
            <a:avLst/>
          </a:prstGeom>
          <a:solidFill>
            <a:srgbClr val="FFFFFF"/>
          </a:solidFill>
          <a:ln w="19050" cap="flat" cmpd="sng" algn="ctr">
            <a:solidFill>
              <a:srgbClr val="4F81BD"/>
            </a:solid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mn-lt"/>
                <a:ea typeface="黑体" panose="02010609060101010101" pitchFamily="49" charset="-122"/>
                <a:cs typeface="+mn-cs"/>
              </a:rPr>
              <a:t>D</a:t>
            </a:r>
            <a:r>
              <a:rPr kumimoji="0" lang="zh-CN" altLang="en-US" sz="1800" b="0" i="0" u="none" strike="noStrike" kern="0" cap="none" spc="0" normalizeH="0" baseline="0" noProof="0" dirty="0">
                <a:ln>
                  <a:noFill/>
                </a:ln>
                <a:solidFill>
                  <a:srgbClr val="000000"/>
                </a:solidFill>
                <a:effectLst/>
                <a:uLnTx/>
                <a:uFillTx/>
                <a:latin typeface="+mn-lt"/>
                <a:ea typeface="黑体" panose="02010609060101010101" pitchFamily="49" charset="-122"/>
                <a:cs typeface="+mn-cs"/>
              </a:rPr>
              <a:t>触发器</a:t>
            </a:r>
            <a:r>
              <a:rPr lang="zh-CN" altLang="en-US" kern="0" dirty="0">
                <a:solidFill>
                  <a:srgbClr val="000000"/>
                </a:solidFill>
                <a:latin typeface="+mn-lt"/>
                <a:ea typeface="黑体" panose="02010609060101010101" pitchFamily="49" charset="-122"/>
              </a:rPr>
              <a:t>及其他</a:t>
            </a:r>
            <a:endParaRPr kumimoji="0" lang="zh-CN" altLang="en-US" sz="1800" b="0" i="0" u="none" strike="noStrike" kern="0" cap="none" spc="0" normalizeH="0" baseline="0" noProof="0" dirty="0">
              <a:ln>
                <a:noFill/>
              </a:ln>
              <a:solidFill>
                <a:srgbClr val="000000"/>
              </a:solidFill>
              <a:effectLst/>
              <a:uLnTx/>
              <a:uFillTx/>
              <a:latin typeface="+mn-lt"/>
              <a:ea typeface="黑体" panose="02010609060101010101" pitchFamily="49" charset="-122"/>
              <a:cs typeface="+mn-cs"/>
            </a:endParaRPr>
          </a:p>
        </p:txBody>
      </p:sp>
      <p:cxnSp>
        <p:nvCxnSpPr>
          <p:cNvPr id="35" name="肘形连接符 66">
            <a:extLst>
              <a:ext uri="{FF2B5EF4-FFF2-40B4-BE49-F238E27FC236}">
                <a16:creationId xmlns:a16="http://schemas.microsoft.com/office/drawing/2014/main" id="{5F2DC2C0-AEFF-0EC5-94D5-3F856A52B3CC}"/>
              </a:ext>
            </a:extLst>
          </p:cNvPr>
          <p:cNvCxnSpPr>
            <a:cxnSpLocks/>
            <a:stCxn id="27" idx="3"/>
            <a:endCxn id="29" idx="1"/>
          </p:cNvCxnSpPr>
          <p:nvPr/>
        </p:nvCxnSpPr>
        <p:spPr bwMode="auto">
          <a:xfrm>
            <a:off x="2225797" y="4576548"/>
            <a:ext cx="547660" cy="113009"/>
          </a:xfrm>
          <a:prstGeom prst="bentConnector3">
            <a:avLst/>
          </a:prstGeom>
          <a:noFill/>
          <a:ln w="38100" cap="flat" cmpd="sng" algn="ctr">
            <a:solidFill>
              <a:srgbClr val="4F81BD">
                <a:shade val="95000"/>
                <a:satMod val="105000"/>
              </a:srgbClr>
            </a:solidFill>
            <a:prstDash val="solid"/>
            <a:headEnd type="none" w="med" len="med"/>
            <a:tailEnd type="triangle"/>
          </a:ln>
          <a:effectLst/>
        </p:spPr>
      </p:cxnSp>
      <p:cxnSp>
        <p:nvCxnSpPr>
          <p:cNvPr id="36" name="肘形连接符 67">
            <a:extLst>
              <a:ext uri="{FF2B5EF4-FFF2-40B4-BE49-F238E27FC236}">
                <a16:creationId xmlns:a16="http://schemas.microsoft.com/office/drawing/2014/main" id="{C0E3DCEB-66A4-58FB-9DEF-4E9CD11EB6C0}"/>
              </a:ext>
            </a:extLst>
          </p:cNvPr>
          <p:cNvCxnSpPr>
            <a:cxnSpLocks/>
            <a:stCxn id="27" idx="3"/>
            <a:endCxn id="28" idx="1"/>
          </p:cNvCxnSpPr>
          <p:nvPr/>
        </p:nvCxnSpPr>
        <p:spPr bwMode="auto">
          <a:xfrm flipV="1">
            <a:off x="2225797" y="3724804"/>
            <a:ext cx="543782" cy="851744"/>
          </a:xfrm>
          <a:prstGeom prst="bentConnector3">
            <a:avLst>
              <a:gd name="adj1" fmla="val 50000"/>
            </a:avLst>
          </a:prstGeom>
          <a:noFill/>
          <a:ln w="38100" cap="flat" cmpd="sng" algn="ctr">
            <a:solidFill>
              <a:srgbClr val="4F81BD">
                <a:shade val="95000"/>
                <a:satMod val="105000"/>
              </a:srgbClr>
            </a:solidFill>
            <a:prstDash val="solid"/>
            <a:headEnd type="none" w="med" len="med"/>
            <a:tailEnd type="triangle"/>
          </a:ln>
          <a:effectLst/>
        </p:spPr>
      </p:cxnSp>
      <p:cxnSp>
        <p:nvCxnSpPr>
          <p:cNvPr id="37" name="肘形连接符 70">
            <a:extLst>
              <a:ext uri="{FF2B5EF4-FFF2-40B4-BE49-F238E27FC236}">
                <a16:creationId xmlns:a16="http://schemas.microsoft.com/office/drawing/2014/main" id="{A5F0D20D-3A52-4A69-974D-0ADB7461A01A}"/>
              </a:ext>
            </a:extLst>
          </p:cNvPr>
          <p:cNvCxnSpPr>
            <a:cxnSpLocks/>
            <a:stCxn id="28" idx="3"/>
            <a:endCxn id="30" idx="1"/>
          </p:cNvCxnSpPr>
          <p:nvPr/>
        </p:nvCxnSpPr>
        <p:spPr bwMode="auto">
          <a:xfrm flipV="1">
            <a:off x="4186361" y="3505055"/>
            <a:ext cx="391154" cy="219749"/>
          </a:xfrm>
          <a:prstGeom prst="bentConnector3">
            <a:avLst>
              <a:gd name="adj1" fmla="val 50000"/>
            </a:avLst>
          </a:prstGeom>
          <a:noFill/>
          <a:ln w="38100" cap="flat" cmpd="sng" algn="ctr">
            <a:solidFill>
              <a:srgbClr val="4F81BD">
                <a:shade val="95000"/>
                <a:satMod val="105000"/>
              </a:srgbClr>
            </a:solidFill>
            <a:prstDash val="solid"/>
            <a:headEnd type="none" w="med" len="med"/>
            <a:tailEnd type="triangle"/>
          </a:ln>
          <a:effectLst/>
        </p:spPr>
      </p:cxnSp>
      <p:cxnSp>
        <p:nvCxnSpPr>
          <p:cNvPr id="38" name="肘形连接符 84">
            <a:extLst>
              <a:ext uri="{FF2B5EF4-FFF2-40B4-BE49-F238E27FC236}">
                <a16:creationId xmlns:a16="http://schemas.microsoft.com/office/drawing/2014/main" id="{D376DEFD-012D-1890-B4EA-CDD269EB4CB5}"/>
              </a:ext>
            </a:extLst>
          </p:cNvPr>
          <p:cNvCxnSpPr>
            <a:cxnSpLocks/>
            <a:stCxn id="28" idx="3"/>
            <a:endCxn id="31" idx="1"/>
          </p:cNvCxnSpPr>
          <p:nvPr/>
        </p:nvCxnSpPr>
        <p:spPr bwMode="auto">
          <a:xfrm>
            <a:off x="4186361" y="3724804"/>
            <a:ext cx="394081" cy="215325"/>
          </a:xfrm>
          <a:prstGeom prst="bentConnector3">
            <a:avLst>
              <a:gd name="adj1" fmla="val 50000"/>
            </a:avLst>
          </a:prstGeom>
          <a:noFill/>
          <a:ln w="38100" cap="flat" cmpd="sng" algn="ctr">
            <a:solidFill>
              <a:srgbClr val="4F81BD">
                <a:shade val="95000"/>
                <a:satMod val="105000"/>
              </a:srgbClr>
            </a:solidFill>
            <a:prstDash val="solid"/>
            <a:headEnd type="none" w="med" len="med"/>
            <a:tailEnd type="triangle"/>
          </a:ln>
          <a:effectLst/>
        </p:spPr>
      </p:cxnSp>
      <p:cxnSp>
        <p:nvCxnSpPr>
          <p:cNvPr id="40" name="肘形连接符 96">
            <a:extLst>
              <a:ext uri="{FF2B5EF4-FFF2-40B4-BE49-F238E27FC236}">
                <a16:creationId xmlns:a16="http://schemas.microsoft.com/office/drawing/2014/main" id="{E2D6B40A-C62F-8D02-219E-1FBFF10E9D43}"/>
              </a:ext>
            </a:extLst>
          </p:cNvPr>
          <p:cNvCxnSpPr>
            <a:cxnSpLocks/>
            <a:stCxn id="29" idx="3"/>
            <a:endCxn id="32" idx="1"/>
          </p:cNvCxnSpPr>
          <p:nvPr/>
        </p:nvCxnSpPr>
        <p:spPr bwMode="auto">
          <a:xfrm flipV="1">
            <a:off x="4190239" y="4689556"/>
            <a:ext cx="387275" cy="1"/>
          </a:xfrm>
          <a:prstGeom prst="bentConnector3">
            <a:avLst>
              <a:gd name="adj1" fmla="val 50000"/>
            </a:avLst>
          </a:prstGeom>
          <a:noFill/>
          <a:ln w="38100" cap="flat" cmpd="sng" algn="ctr">
            <a:solidFill>
              <a:srgbClr val="4F81BD">
                <a:shade val="95000"/>
                <a:satMod val="105000"/>
              </a:srgbClr>
            </a:solidFill>
            <a:prstDash val="solid"/>
            <a:headEnd type="none" w="med" len="med"/>
            <a:tailEnd type="triangle"/>
          </a:ln>
          <a:effectLst/>
        </p:spPr>
      </p:cxnSp>
      <p:sp>
        <p:nvSpPr>
          <p:cNvPr id="42" name="圆角矩形 51">
            <a:extLst>
              <a:ext uri="{FF2B5EF4-FFF2-40B4-BE49-F238E27FC236}">
                <a16:creationId xmlns:a16="http://schemas.microsoft.com/office/drawing/2014/main" id="{59509AAC-D403-E080-5CC7-39AF134EEE3A}"/>
              </a:ext>
            </a:extLst>
          </p:cNvPr>
          <p:cNvSpPr/>
          <p:nvPr/>
        </p:nvSpPr>
        <p:spPr bwMode="auto">
          <a:xfrm>
            <a:off x="2769579" y="5465688"/>
            <a:ext cx="1416782" cy="374487"/>
          </a:xfrm>
          <a:prstGeom prst="roundRect">
            <a:avLst/>
          </a:prstGeom>
          <a:solidFill>
            <a:srgbClr val="FFFFFF"/>
          </a:solidFill>
          <a:ln w="19050" cap="flat" cmpd="sng" algn="ctr">
            <a:solidFill>
              <a:srgbClr val="4F81BD"/>
            </a:solid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dirty="0">
                <a:ln>
                  <a:noFill/>
                </a:ln>
                <a:solidFill>
                  <a:srgbClr val="000000"/>
                </a:solidFill>
                <a:effectLst/>
                <a:uLnTx/>
                <a:uFillTx/>
                <a:latin typeface="+mn-lt"/>
                <a:ea typeface="黑体" panose="02010609060101010101" pitchFamily="49" charset="-122"/>
                <a:cs typeface="+mn-cs"/>
              </a:rPr>
              <a:t>时序参数</a:t>
            </a:r>
          </a:p>
        </p:txBody>
      </p:sp>
      <p:cxnSp>
        <p:nvCxnSpPr>
          <p:cNvPr id="43" name="肘形连接符 231">
            <a:extLst>
              <a:ext uri="{FF2B5EF4-FFF2-40B4-BE49-F238E27FC236}">
                <a16:creationId xmlns:a16="http://schemas.microsoft.com/office/drawing/2014/main" id="{F90314DA-A07D-CAE8-09BA-E76E0F97FF6E}"/>
              </a:ext>
            </a:extLst>
          </p:cNvPr>
          <p:cNvCxnSpPr>
            <a:cxnSpLocks/>
            <a:stCxn id="27" idx="3"/>
            <a:endCxn id="42" idx="1"/>
          </p:cNvCxnSpPr>
          <p:nvPr/>
        </p:nvCxnSpPr>
        <p:spPr bwMode="auto">
          <a:xfrm>
            <a:off x="2225797" y="4576548"/>
            <a:ext cx="543782" cy="1076384"/>
          </a:xfrm>
          <a:prstGeom prst="bentConnector3">
            <a:avLst/>
          </a:prstGeom>
          <a:noFill/>
          <a:ln w="38100" cap="flat" cmpd="sng" algn="ctr">
            <a:solidFill>
              <a:srgbClr val="4F81BD">
                <a:shade val="95000"/>
                <a:satMod val="105000"/>
              </a:srgbClr>
            </a:solidFill>
            <a:prstDash val="solid"/>
            <a:headEnd type="none" w="med" len="med"/>
            <a:tailEnd type="triangle"/>
          </a:ln>
          <a:effectLst/>
        </p:spPr>
      </p:cxnSp>
      <p:sp>
        <p:nvSpPr>
          <p:cNvPr id="44" name="圆角矩形 51">
            <a:extLst>
              <a:ext uri="{FF2B5EF4-FFF2-40B4-BE49-F238E27FC236}">
                <a16:creationId xmlns:a16="http://schemas.microsoft.com/office/drawing/2014/main" id="{7041B5C6-05CD-08FA-4043-9BBBCD968AF0}"/>
              </a:ext>
            </a:extLst>
          </p:cNvPr>
          <p:cNvSpPr/>
          <p:nvPr/>
        </p:nvSpPr>
        <p:spPr bwMode="auto">
          <a:xfrm>
            <a:off x="4577515" y="5239296"/>
            <a:ext cx="1518513" cy="341518"/>
          </a:xfrm>
          <a:prstGeom prst="roundRect">
            <a:avLst/>
          </a:prstGeom>
          <a:solidFill>
            <a:srgbClr val="FFFFFF"/>
          </a:solidFill>
          <a:ln w="19050" cap="flat" cmpd="sng" algn="ctr">
            <a:solidFill>
              <a:srgbClr val="4F81BD"/>
            </a:solid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dirty="0">
                <a:ln>
                  <a:noFill/>
                </a:ln>
                <a:solidFill>
                  <a:srgbClr val="000000"/>
                </a:solidFill>
                <a:effectLst/>
                <a:uLnTx/>
                <a:uFillTx/>
                <a:latin typeface="+mn-lt"/>
                <a:ea typeface="黑体" panose="02010609060101010101" pitchFamily="49" charset="-122"/>
                <a:cs typeface="+mn-cs"/>
              </a:rPr>
              <a:t>建立时间</a:t>
            </a:r>
          </a:p>
        </p:txBody>
      </p:sp>
      <p:sp>
        <p:nvSpPr>
          <p:cNvPr id="45" name="圆角矩形 51">
            <a:extLst>
              <a:ext uri="{FF2B5EF4-FFF2-40B4-BE49-F238E27FC236}">
                <a16:creationId xmlns:a16="http://schemas.microsoft.com/office/drawing/2014/main" id="{C5384A6A-6ABF-7AB1-A292-FE30CCBFEFDA}"/>
              </a:ext>
            </a:extLst>
          </p:cNvPr>
          <p:cNvSpPr/>
          <p:nvPr/>
        </p:nvSpPr>
        <p:spPr bwMode="auto">
          <a:xfrm>
            <a:off x="4580441" y="5670457"/>
            <a:ext cx="1508367" cy="349343"/>
          </a:xfrm>
          <a:prstGeom prst="roundRect">
            <a:avLst/>
          </a:prstGeom>
          <a:solidFill>
            <a:srgbClr val="FFFFFF"/>
          </a:solidFill>
          <a:ln w="19050" cap="flat" cmpd="sng" algn="ctr">
            <a:solidFill>
              <a:srgbClr val="4F81BD"/>
            </a:solid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dirty="0">
                <a:ln>
                  <a:noFill/>
                </a:ln>
                <a:solidFill>
                  <a:srgbClr val="000000"/>
                </a:solidFill>
                <a:effectLst/>
                <a:uLnTx/>
                <a:uFillTx/>
                <a:latin typeface="+mn-lt"/>
                <a:ea typeface="黑体" panose="02010609060101010101" pitchFamily="49" charset="-122"/>
                <a:cs typeface="+mn-cs"/>
              </a:rPr>
              <a:t>保持时间</a:t>
            </a:r>
          </a:p>
        </p:txBody>
      </p:sp>
      <p:cxnSp>
        <p:nvCxnSpPr>
          <p:cNvPr id="46" name="肘形连接符 249">
            <a:extLst>
              <a:ext uri="{FF2B5EF4-FFF2-40B4-BE49-F238E27FC236}">
                <a16:creationId xmlns:a16="http://schemas.microsoft.com/office/drawing/2014/main" id="{79CA00B9-D103-05ED-71C9-2F1DA9784005}"/>
              </a:ext>
            </a:extLst>
          </p:cNvPr>
          <p:cNvCxnSpPr>
            <a:cxnSpLocks/>
            <a:stCxn id="42" idx="3"/>
            <a:endCxn id="44" idx="1"/>
          </p:cNvCxnSpPr>
          <p:nvPr/>
        </p:nvCxnSpPr>
        <p:spPr bwMode="auto">
          <a:xfrm flipV="1">
            <a:off x="4186361" y="5410055"/>
            <a:ext cx="391154" cy="242877"/>
          </a:xfrm>
          <a:prstGeom prst="bentConnector3">
            <a:avLst>
              <a:gd name="adj1" fmla="val 50000"/>
            </a:avLst>
          </a:prstGeom>
          <a:noFill/>
          <a:ln w="38100" cap="flat" cmpd="sng" algn="ctr">
            <a:solidFill>
              <a:srgbClr val="4F81BD">
                <a:shade val="95000"/>
                <a:satMod val="105000"/>
              </a:srgbClr>
            </a:solidFill>
            <a:prstDash val="solid"/>
            <a:headEnd type="none" w="med" len="med"/>
            <a:tailEnd type="triangle"/>
          </a:ln>
          <a:effectLst/>
        </p:spPr>
      </p:cxnSp>
      <p:cxnSp>
        <p:nvCxnSpPr>
          <p:cNvPr id="47" name="肘形连接符 250">
            <a:extLst>
              <a:ext uri="{FF2B5EF4-FFF2-40B4-BE49-F238E27FC236}">
                <a16:creationId xmlns:a16="http://schemas.microsoft.com/office/drawing/2014/main" id="{326AD79F-317D-6CBC-2149-BC129E006B41}"/>
              </a:ext>
            </a:extLst>
          </p:cNvPr>
          <p:cNvCxnSpPr>
            <a:cxnSpLocks/>
            <a:stCxn id="42" idx="3"/>
            <a:endCxn id="45" idx="1"/>
          </p:cNvCxnSpPr>
          <p:nvPr/>
        </p:nvCxnSpPr>
        <p:spPr bwMode="auto">
          <a:xfrm>
            <a:off x="4186361" y="5652932"/>
            <a:ext cx="394080" cy="192197"/>
          </a:xfrm>
          <a:prstGeom prst="bentConnector3">
            <a:avLst>
              <a:gd name="adj1" fmla="val 50000"/>
            </a:avLst>
          </a:prstGeom>
          <a:noFill/>
          <a:ln w="38100" cap="flat" cmpd="sng" algn="ctr">
            <a:solidFill>
              <a:srgbClr val="4F81BD">
                <a:shade val="95000"/>
                <a:satMod val="105000"/>
              </a:srgbClr>
            </a:solidFill>
            <a:prstDash val="solid"/>
            <a:headEnd type="none" w="med" len="med"/>
            <a:tailEnd type="triangle"/>
          </a:ln>
          <a:effectLst/>
        </p:spPr>
      </p:cxnSp>
    </p:spTree>
    <p:extLst>
      <p:ext uri="{BB962C8B-B14F-4D97-AF65-F5344CB8AC3E}">
        <p14:creationId xmlns:p14="http://schemas.microsoft.com/office/powerpoint/2010/main" val="341975719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4F954241-1A99-4FB9-9A56-4364BA946C8A}"/>
              </a:ext>
            </a:extLst>
          </p:cNvPr>
          <p:cNvSpPr>
            <a:spLocks noGrp="1"/>
          </p:cNvSpPr>
          <p:nvPr>
            <p:ph type="sldNum" sz="quarter" idx="12"/>
          </p:nvPr>
        </p:nvSpPr>
        <p:spPr/>
        <p:txBody>
          <a:bodyPr/>
          <a:lstStyle/>
          <a:p>
            <a:pPr>
              <a:defRPr/>
            </a:pPr>
            <a:fld id="{3259D7DD-E1BE-4482-9234-29898EB39847}" type="slidenum">
              <a:rPr lang="en-US" altLang="zh-CN" sz="1400" smtClean="0">
                <a:latin typeface="+mn-lt"/>
              </a:rPr>
              <a:pPr>
                <a:defRPr/>
              </a:pPr>
              <a:t>114</a:t>
            </a:fld>
            <a:endParaRPr lang="en-US" altLang="zh-CN" sz="1400" dirty="0">
              <a:latin typeface="+mn-lt"/>
            </a:endParaRPr>
          </a:p>
        </p:txBody>
      </p:sp>
      <p:sp>
        <p:nvSpPr>
          <p:cNvPr id="56" name="圆角矩形 36">
            <a:extLst>
              <a:ext uri="{FF2B5EF4-FFF2-40B4-BE49-F238E27FC236}">
                <a16:creationId xmlns:a16="http://schemas.microsoft.com/office/drawing/2014/main" id="{64EDA76F-48A7-4EA2-9DEE-E796EC3A4B30}"/>
              </a:ext>
            </a:extLst>
          </p:cNvPr>
          <p:cNvSpPr/>
          <p:nvPr/>
        </p:nvSpPr>
        <p:spPr bwMode="auto">
          <a:xfrm>
            <a:off x="553913" y="5061327"/>
            <a:ext cx="1260140" cy="589396"/>
          </a:xfrm>
          <a:prstGeom prst="roundRect">
            <a:avLst/>
          </a:prstGeom>
          <a:solidFill>
            <a:srgbClr val="FFFFFF"/>
          </a:solidFill>
          <a:ln w="19050" cap="flat" cmpd="sng" algn="ctr">
            <a:solidFill>
              <a:srgbClr val="0070C0"/>
            </a:solid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i="0" u="none" strike="noStrike" kern="0" cap="none" spc="0" normalizeH="0" baseline="0" noProof="0" dirty="0">
                <a:ln>
                  <a:noFill/>
                </a:ln>
                <a:solidFill>
                  <a:srgbClr val="000000"/>
                </a:solidFill>
                <a:effectLst/>
                <a:uLnTx/>
                <a:uFillTx/>
                <a:latin typeface="+mn-ea"/>
                <a:ea typeface="+mn-ea"/>
                <a:cs typeface="+mn-cs"/>
              </a:rPr>
              <a:t>典型时序逻辑电路</a:t>
            </a:r>
          </a:p>
        </p:txBody>
      </p:sp>
      <p:sp>
        <p:nvSpPr>
          <p:cNvPr id="57" name="圆角矩形 36">
            <a:extLst>
              <a:ext uri="{FF2B5EF4-FFF2-40B4-BE49-F238E27FC236}">
                <a16:creationId xmlns:a16="http://schemas.microsoft.com/office/drawing/2014/main" id="{7C1D471E-A8C4-4BF7-8396-3B7D549C19CB}"/>
              </a:ext>
            </a:extLst>
          </p:cNvPr>
          <p:cNvSpPr/>
          <p:nvPr/>
        </p:nvSpPr>
        <p:spPr bwMode="auto">
          <a:xfrm>
            <a:off x="2318507" y="5825145"/>
            <a:ext cx="1437045" cy="352157"/>
          </a:xfrm>
          <a:prstGeom prst="roundRect">
            <a:avLst/>
          </a:prstGeom>
          <a:solidFill>
            <a:srgbClr val="FFFFFF"/>
          </a:solidFill>
          <a:ln w="19050" cap="flat" cmpd="sng" algn="ctr">
            <a:solidFill>
              <a:srgbClr val="0070C0"/>
            </a:solid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i="0" u="none" strike="noStrike" kern="0" cap="none" spc="0" normalizeH="0" baseline="0" noProof="0" dirty="0">
                <a:ln>
                  <a:noFill/>
                </a:ln>
                <a:solidFill>
                  <a:srgbClr val="000000"/>
                </a:solidFill>
                <a:effectLst/>
                <a:uLnTx/>
                <a:uFillTx/>
                <a:latin typeface="+mn-ea"/>
                <a:ea typeface="+mn-ea"/>
                <a:cs typeface="+mn-cs"/>
              </a:rPr>
              <a:t>计数器</a:t>
            </a:r>
          </a:p>
        </p:txBody>
      </p:sp>
      <p:sp>
        <p:nvSpPr>
          <p:cNvPr id="58" name="圆角矩形 36">
            <a:extLst>
              <a:ext uri="{FF2B5EF4-FFF2-40B4-BE49-F238E27FC236}">
                <a16:creationId xmlns:a16="http://schemas.microsoft.com/office/drawing/2014/main" id="{873F546E-081B-4F08-A0C8-03C7CE6F5579}"/>
              </a:ext>
            </a:extLst>
          </p:cNvPr>
          <p:cNvSpPr/>
          <p:nvPr/>
        </p:nvSpPr>
        <p:spPr bwMode="auto">
          <a:xfrm>
            <a:off x="2318933" y="4475637"/>
            <a:ext cx="1432326" cy="406265"/>
          </a:xfrm>
          <a:prstGeom prst="roundRect">
            <a:avLst/>
          </a:prstGeom>
          <a:solidFill>
            <a:srgbClr val="FFFFFF"/>
          </a:solidFill>
          <a:ln w="19050" cap="flat" cmpd="sng" algn="ctr">
            <a:solidFill>
              <a:srgbClr val="0070C0"/>
            </a:solid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i="0" u="none" strike="noStrike" kern="0" cap="none" spc="0" normalizeH="0" baseline="0" noProof="0" dirty="0">
                <a:ln>
                  <a:noFill/>
                </a:ln>
                <a:solidFill>
                  <a:srgbClr val="000000"/>
                </a:solidFill>
                <a:effectLst/>
                <a:uLnTx/>
                <a:uFillTx/>
                <a:latin typeface="+mn-ea"/>
                <a:ea typeface="+mn-ea"/>
                <a:cs typeface="+mn-cs"/>
              </a:rPr>
              <a:t>移位寄存器</a:t>
            </a:r>
          </a:p>
        </p:txBody>
      </p:sp>
      <p:sp>
        <p:nvSpPr>
          <p:cNvPr id="59" name="圆角矩形 50">
            <a:extLst>
              <a:ext uri="{FF2B5EF4-FFF2-40B4-BE49-F238E27FC236}">
                <a16:creationId xmlns:a16="http://schemas.microsoft.com/office/drawing/2014/main" id="{13F215C2-85B3-4E6F-A349-456CC6D233BA}"/>
              </a:ext>
            </a:extLst>
          </p:cNvPr>
          <p:cNvSpPr/>
          <p:nvPr/>
        </p:nvSpPr>
        <p:spPr bwMode="auto">
          <a:xfrm>
            <a:off x="553913" y="2545008"/>
            <a:ext cx="1260140" cy="589396"/>
          </a:xfrm>
          <a:prstGeom prst="roundRect">
            <a:avLst/>
          </a:prstGeom>
          <a:solidFill>
            <a:srgbClr val="FFFFFF"/>
          </a:solidFill>
          <a:ln w="19050" cap="flat" cmpd="sng" algn="ctr">
            <a:solidFill>
              <a:srgbClr val="ACC6F0">
                <a:lumMod val="25000"/>
              </a:srgbClr>
            </a:solid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i="0" u="none" strike="noStrike" kern="0" cap="none" spc="0" normalizeH="0" baseline="0" noProof="0" dirty="0">
                <a:ln>
                  <a:noFill/>
                </a:ln>
                <a:solidFill>
                  <a:srgbClr val="000000"/>
                </a:solidFill>
                <a:effectLst/>
                <a:uLnTx/>
                <a:uFillTx/>
                <a:latin typeface="+mn-ea"/>
                <a:ea typeface="+mn-ea"/>
                <a:cs typeface="+mn-cs"/>
              </a:rPr>
              <a:t>同步时序电路</a:t>
            </a:r>
          </a:p>
        </p:txBody>
      </p:sp>
      <p:sp>
        <p:nvSpPr>
          <p:cNvPr id="60" name="圆角矩形 51">
            <a:extLst>
              <a:ext uri="{FF2B5EF4-FFF2-40B4-BE49-F238E27FC236}">
                <a16:creationId xmlns:a16="http://schemas.microsoft.com/office/drawing/2014/main" id="{AF5B8F34-3064-4A16-BCD1-24D194F0BC7D}"/>
              </a:ext>
            </a:extLst>
          </p:cNvPr>
          <p:cNvSpPr/>
          <p:nvPr/>
        </p:nvSpPr>
        <p:spPr bwMode="auto">
          <a:xfrm>
            <a:off x="2293548" y="1909501"/>
            <a:ext cx="1269576" cy="402566"/>
          </a:xfrm>
          <a:prstGeom prst="roundRect">
            <a:avLst/>
          </a:prstGeom>
          <a:solidFill>
            <a:srgbClr val="FFFFFF"/>
          </a:solidFill>
          <a:ln w="19050" cap="flat" cmpd="sng" algn="ctr">
            <a:solidFill>
              <a:srgbClr val="ACC6F0">
                <a:lumMod val="25000"/>
              </a:srgbClr>
            </a:solid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800" kern="0" dirty="0">
                <a:solidFill>
                  <a:srgbClr val="000000"/>
                </a:solidFill>
                <a:latin typeface="+mn-ea"/>
                <a:ea typeface="+mn-ea"/>
              </a:rPr>
              <a:t>分析方法</a:t>
            </a:r>
            <a:endParaRPr kumimoji="0" lang="zh-CN" altLang="en-US" sz="1800" i="0" u="none" strike="noStrike" kern="0" cap="none" spc="0" normalizeH="0" baseline="0" noProof="0" dirty="0">
              <a:ln>
                <a:noFill/>
              </a:ln>
              <a:solidFill>
                <a:srgbClr val="000000"/>
              </a:solidFill>
              <a:effectLst/>
              <a:uLnTx/>
              <a:uFillTx/>
              <a:latin typeface="+mn-ea"/>
              <a:ea typeface="+mn-ea"/>
              <a:cs typeface="+mn-cs"/>
            </a:endParaRPr>
          </a:p>
        </p:txBody>
      </p:sp>
      <p:sp>
        <p:nvSpPr>
          <p:cNvPr id="61" name="圆角矩形 52">
            <a:extLst>
              <a:ext uri="{FF2B5EF4-FFF2-40B4-BE49-F238E27FC236}">
                <a16:creationId xmlns:a16="http://schemas.microsoft.com/office/drawing/2014/main" id="{EF01C3E8-396D-4E23-BE6D-F298EEEEF172}"/>
              </a:ext>
            </a:extLst>
          </p:cNvPr>
          <p:cNvSpPr/>
          <p:nvPr/>
        </p:nvSpPr>
        <p:spPr bwMode="auto">
          <a:xfrm>
            <a:off x="2293548" y="3286967"/>
            <a:ext cx="1269576" cy="402567"/>
          </a:xfrm>
          <a:prstGeom prst="roundRect">
            <a:avLst/>
          </a:prstGeom>
          <a:solidFill>
            <a:srgbClr val="FFFFFF"/>
          </a:solidFill>
          <a:ln w="19050" cap="flat" cmpd="sng" algn="ctr">
            <a:solidFill>
              <a:srgbClr val="ACC6F0">
                <a:lumMod val="25000"/>
              </a:srgbClr>
            </a:solid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i="0" u="none" strike="noStrike" kern="0" cap="none" spc="0" normalizeH="0" baseline="0" noProof="0" dirty="0">
                <a:ln>
                  <a:noFill/>
                </a:ln>
                <a:solidFill>
                  <a:srgbClr val="000000"/>
                </a:solidFill>
                <a:effectLst/>
                <a:uLnTx/>
                <a:uFillTx/>
                <a:latin typeface="+mn-ea"/>
                <a:ea typeface="+mn-ea"/>
                <a:cs typeface="+mn-cs"/>
              </a:rPr>
              <a:t>设计方法</a:t>
            </a:r>
          </a:p>
        </p:txBody>
      </p:sp>
      <p:sp>
        <p:nvSpPr>
          <p:cNvPr id="62" name="圆角矩形 60">
            <a:extLst>
              <a:ext uri="{FF2B5EF4-FFF2-40B4-BE49-F238E27FC236}">
                <a16:creationId xmlns:a16="http://schemas.microsoft.com/office/drawing/2014/main" id="{FDB20799-09E8-43B5-B8E8-76E7DF5718B0}"/>
              </a:ext>
            </a:extLst>
          </p:cNvPr>
          <p:cNvSpPr/>
          <p:nvPr/>
        </p:nvSpPr>
        <p:spPr bwMode="auto">
          <a:xfrm>
            <a:off x="3913636" y="1459532"/>
            <a:ext cx="1154160" cy="402566"/>
          </a:xfrm>
          <a:prstGeom prst="roundRect">
            <a:avLst/>
          </a:prstGeom>
          <a:solidFill>
            <a:srgbClr val="FFFFFF"/>
          </a:solidFill>
          <a:ln w="19050" cap="flat" cmpd="sng" algn="ctr">
            <a:solidFill>
              <a:srgbClr val="ACC6F0">
                <a:lumMod val="25000"/>
              </a:srgbClr>
            </a:solid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800" kern="0" noProof="0" dirty="0">
                <a:solidFill>
                  <a:srgbClr val="000000"/>
                </a:solidFill>
                <a:latin typeface="+mn-ea"/>
                <a:ea typeface="+mn-ea"/>
              </a:rPr>
              <a:t>激励方程</a:t>
            </a:r>
            <a:endParaRPr kumimoji="0" lang="zh-CN" altLang="en-US" sz="1800" i="0" u="none" strike="noStrike" kern="0" cap="none" spc="0" normalizeH="0" baseline="0" noProof="0" dirty="0">
              <a:ln>
                <a:noFill/>
              </a:ln>
              <a:solidFill>
                <a:srgbClr val="000000"/>
              </a:solidFill>
              <a:effectLst/>
              <a:uLnTx/>
              <a:uFillTx/>
              <a:latin typeface="+mn-ea"/>
              <a:ea typeface="+mn-ea"/>
              <a:cs typeface="+mn-cs"/>
            </a:endParaRPr>
          </a:p>
        </p:txBody>
      </p:sp>
      <p:sp>
        <p:nvSpPr>
          <p:cNvPr id="63" name="圆角矩形 62">
            <a:extLst>
              <a:ext uri="{FF2B5EF4-FFF2-40B4-BE49-F238E27FC236}">
                <a16:creationId xmlns:a16="http://schemas.microsoft.com/office/drawing/2014/main" id="{E8F0BE21-1193-4968-83F6-BAB2F6284274}"/>
              </a:ext>
            </a:extLst>
          </p:cNvPr>
          <p:cNvSpPr/>
          <p:nvPr/>
        </p:nvSpPr>
        <p:spPr bwMode="auto">
          <a:xfrm>
            <a:off x="5604146" y="1680535"/>
            <a:ext cx="1294343" cy="402566"/>
          </a:xfrm>
          <a:prstGeom prst="roundRect">
            <a:avLst/>
          </a:prstGeom>
          <a:solidFill>
            <a:srgbClr val="FFFFFF"/>
          </a:solidFill>
          <a:ln w="19050" cap="flat" cmpd="sng" algn="ctr">
            <a:solidFill>
              <a:srgbClr val="ACC6F0">
                <a:lumMod val="25000"/>
              </a:srgbClr>
            </a:solid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800" kern="0" dirty="0">
                <a:solidFill>
                  <a:srgbClr val="000000"/>
                </a:solidFill>
                <a:latin typeface="+mn-ea"/>
                <a:ea typeface="+mn-ea"/>
              </a:rPr>
              <a:t>次态</a:t>
            </a:r>
            <a:r>
              <a:rPr kumimoji="0" lang="zh-CN" altLang="en-US" sz="1800" i="0" u="none" strike="noStrike" kern="0" cap="none" spc="0" normalizeH="0" baseline="0" noProof="0" dirty="0">
                <a:ln>
                  <a:noFill/>
                </a:ln>
                <a:solidFill>
                  <a:srgbClr val="000000"/>
                </a:solidFill>
                <a:effectLst/>
                <a:uLnTx/>
                <a:uFillTx/>
                <a:latin typeface="+mn-ea"/>
                <a:ea typeface="+mn-ea"/>
                <a:cs typeface="+mn-cs"/>
              </a:rPr>
              <a:t>方程</a:t>
            </a:r>
          </a:p>
        </p:txBody>
      </p:sp>
      <p:sp>
        <p:nvSpPr>
          <p:cNvPr id="67" name="圆角矩形 63">
            <a:extLst>
              <a:ext uri="{FF2B5EF4-FFF2-40B4-BE49-F238E27FC236}">
                <a16:creationId xmlns:a16="http://schemas.microsoft.com/office/drawing/2014/main" id="{5DC791E7-3716-416A-BF05-5E1ED28DA247}"/>
              </a:ext>
            </a:extLst>
          </p:cNvPr>
          <p:cNvSpPr/>
          <p:nvPr/>
        </p:nvSpPr>
        <p:spPr bwMode="auto">
          <a:xfrm>
            <a:off x="7632548" y="1680534"/>
            <a:ext cx="1034795" cy="402566"/>
          </a:xfrm>
          <a:prstGeom prst="roundRect">
            <a:avLst/>
          </a:prstGeom>
          <a:solidFill>
            <a:srgbClr val="FFFFFF"/>
          </a:solidFill>
          <a:ln w="19050" cap="flat" cmpd="sng" algn="ctr">
            <a:solidFill>
              <a:srgbClr val="ACC6F0">
                <a:lumMod val="25000"/>
              </a:srgbClr>
            </a:solid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i="0" u="none" strike="noStrike" kern="0" cap="none" spc="0" normalizeH="0" baseline="0" noProof="0" dirty="0">
                <a:ln>
                  <a:noFill/>
                </a:ln>
                <a:solidFill>
                  <a:srgbClr val="000000"/>
                </a:solidFill>
                <a:effectLst/>
                <a:uLnTx/>
                <a:uFillTx/>
                <a:latin typeface="+mn-ea"/>
                <a:ea typeface="+mn-ea"/>
                <a:cs typeface="+mn-cs"/>
              </a:rPr>
              <a:t>次态表</a:t>
            </a:r>
          </a:p>
        </p:txBody>
      </p:sp>
      <p:cxnSp>
        <p:nvCxnSpPr>
          <p:cNvPr id="68" name="肘形连接符 91">
            <a:extLst>
              <a:ext uri="{FF2B5EF4-FFF2-40B4-BE49-F238E27FC236}">
                <a16:creationId xmlns:a16="http://schemas.microsoft.com/office/drawing/2014/main" id="{D457B533-0AD6-4670-B911-65E8B1B3FA3D}"/>
              </a:ext>
            </a:extLst>
          </p:cNvPr>
          <p:cNvCxnSpPr>
            <a:cxnSpLocks/>
            <a:stCxn id="59" idx="3"/>
            <a:endCxn id="60" idx="1"/>
          </p:cNvCxnSpPr>
          <p:nvPr/>
        </p:nvCxnSpPr>
        <p:spPr bwMode="auto">
          <a:xfrm flipV="1">
            <a:off x="1814053" y="2110784"/>
            <a:ext cx="479495" cy="728922"/>
          </a:xfrm>
          <a:prstGeom prst="bentConnector3">
            <a:avLst>
              <a:gd name="adj1" fmla="val 50000"/>
            </a:avLst>
          </a:prstGeom>
          <a:solidFill>
            <a:srgbClr val="2990E5"/>
          </a:solidFill>
          <a:ln w="38100" cap="flat" cmpd="sng" algn="ctr">
            <a:solidFill>
              <a:srgbClr val="ACC6F0">
                <a:lumMod val="25000"/>
              </a:srgbClr>
            </a:solidFill>
            <a:prstDash val="solid"/>
            <a:round/>
            <a:headEnd type="none" w="med" len="med"/>
            <a:tailEnd type="triangle"/>
          </a:ln>
          <a:effectLst/>
        </p:spPr>
      </p:cxnSp>
      <p:cxnSp>
        <p:nvCxnSpPr>
          <p:cNvPr id="69" name="肘形连接符 95">
            <a:extLst>
              <a:ext uri="{FF2B5EF4-FFF2-40B4-BE49-F238E27FC236}">
                <a16:creationId xmlns:a16="http://schemas.microsoft.com/office/drawing/2014/main" id="{1082D7B1-950C-498F-8702-1F47776B7E75}"/>
              </a:ext>
            </a:extLst>
          </p:cNvPr>
          <p:cNvCxnSpPr>
            <a:cxnSpLocks/>
            <a:stCxn id="59" idx="3"/>
            <a:endCxn id="61" idx="1"/>
          </p:cNvCxnSpPr>
          <p:nvPr/>
        </p:nvCxnSpPr>
        <p:spPr bwMode="auto">
          <a:xfrm>
            <a:off x="1814053" y="2839706"/>
            <a:ext cx="479495" cy="648545"/>
          </a:xfrm>
          <a:prstGeom prst="bentConnector3">
            <a:avLst>
              <a:gd name="adj1" fmla="val 50000"/>
            </a:avLst>
          </a:prstGeom>
          <a:solidFill>
            <a:srgbClr val="2990E5"/>
          </a:solidFill>
          <a:ln w="38100" cap="flat" cmpd="sng" algn="ctr">
            <a:solidFill>
              <a:srgbClr val="ACC6F0">
                <a:lumMod val="25000"/>
              </a:srgbClr>
            </a:solidFill>
            <a:prstDash val="solid"/>
            <a:round/>
            <a:headEnd type="none" w="med" len="med"/>
            <a:tailEnd type="triangle"/>
          </a:ln>
          <a:effectLst/>
        </p:spPr>
      </p:cxnSp>
      <p:cxnSp>
        <p:nvCxnSpPr>
          <p:cNvPr id="71" name="肘形连接符 110">
            <a:extLst>
              <a:ext uri="{FF2B5EF4-FFF2-40B4-BE49-F238E27FC236}">
                <a16:creationId xmlns:a16="http://schemas.microsoft.com/office/drawing/2014/main" id="{17887161-0323-4C44-87E8-4470C07AF1C2}"/>
              </a:ext>
            </a:extLst>
          </p:cNvPr>
          <p:cNvCxnSpPr>
            <a:cxnSpLocks/>
            <a:stCxn id="60" idx="3"/>
            <a:endCxn id="85" idx="1"/>
          </p:cNvCxnSpPr>
          <p:nvPr/>
        </p:nvCxnSpPr>
        <p:spPr bwMode="auto">
          <a:xfrm>
            <a:off x="3563124" y="2110784"/>
            <a:ext cx="350512" cy="451261"/>
          </a:xfrm>
          <a:prstGeom prst="bentConnector3">
            <a:avLst>
              <a:gd name="adj1" fmla="val 50000"/>
            </a:avLst>
          </a:prstGeom>
          <a:solidFill>
            <a:srgbClr val="2990E5"/>
          </a:solidFill>
          <a:ln w="38100" cap="flat" cmpd="sng" algn="ctr">
            <a:solidFill>
              <a:srgbClr val="ACC6F0">
                <a:lumMod val="25000"/>
              </a:srgbClr>
            </a:solidFill>
            <a:prstDash val="solid"/>
            <a:round/>
            <a:headEnd type="none" w="med" len="med"/>
            <a:tailEnd type="triangle"/>
          </a:ln>
          <a:effectLst/>
        </p:spPr>
      </p:cxnSp>
      <p:cxnSp>
        <p:nvCxnSpPr>
          <p:cNvPr id="78" name="肘形连接符 113">
            <a:extLst>
              <a:ext uri="{FF2B5EF4-FFF2-40B4-BE49-F238E27FC236}">
                <a16:creationId xmlns:a16="http://schemas.microsoft.com/office/drawing/2014/main" id="{CC17C59F-8D76-451C-81C9-74B98FE70E30}"/>
              </a:ext>
            </a:extLst>
          </p:cNvPr>
          <p:cNvCxnSpPr>
            <a:cxnSpLocks/>
            <a:stCxn id="60" idx="3"/>
            <a:endCxn id="84" idx="1"/>
          </p:cNvCxnSpPr>
          <p:nvPr/>
        </p:nvCxnSpPr>
        <p:spPr bwMode="auto">
          <a:xfrm flipV="1">
            <a:off x="3563124" y="2107230"/>
            <a:ext cx="350512" cy="3554"/>
          </a:xfrm>
          <a:prstGeom prst="bentConnector3">
            <a:avLst>
              <a:gd name="adj1" fmla="val 50000"/>
            </a:avLst>
          </a:prstGeom>
          <a:solidFill>
            <a:srgbClr val="2990E5"/>
          </a:solidFill>
          <a:ln w="38100" cap="flat" cmpd="sng" algn="ctr">
            <a:solidFill>
              <a:srgbClr val="ACC6F0">
                <a:lumMod val="25000"/>
              </a:srgbClr>
            </a:solidFill>
            <a:prstDash val="solid"/>
            <a:round/>
            <a:headEnd type="none" w="med" len="med"/>
            <a:tailEnd type="triangle"/>
          </a:ln>
          <a:effectLst/>
        </p:spPr>
      </p:cxnSp>
      <p:cxnSp>
        <p:nvCxnSpPr>
          <p:cNvPr id="79" name="肘形连接符 116">
            <a:extLst>
              <a:ext uri="{FF2B5EF4-FFF2-40B4-BE49-F238E27FC236}">
                <a16:creationId xmlns:a16="http://schemas.microsoft.com/office/drawing/2014/main" id="{C5893DE9-075D-4214-8D69-F7DCCA0BF587}"/>
              </a:ext>
            </a:extLst>
          </p:cNvPr>
          <p:cNvCxnSpPr>
            <a:cxnSpLocks/>
            <a:stCxn id="60" idx="3"/>
            <a:endCxn id="62" idx="1"/>
          </p:cNvCxnSpPr>
          <p:nvPr/>
        </p:nvCxnSpPr>
        <p:spPr bwMode="auto">
          <a:xfrm flipV="1">
            <a:off x="3563124" y="1660815"/>
            <a:ext cx="350512" cy="449969"/>
          </a:xfrm>
          <a:prstGeom prst="bentConnector3">
            <a:avLst>
              <a:gd name="adj1" fmla="val 50000"/>
            </a:avLst>
          </a:prstGeom>
          <a:solidFill>
            <a:srgbClr val="2990E5"/>
          </a:solidFill>
          <a:ln w="38100" cap="flat" cmpd="sng" algn="ctr">
            <a:solidFill>
              <a:srgbClr val="ACC6F0">
                <a:lumMod val="25000"/>
              </a:srgbClr>
            </a:solidFill>
            <a:prstDash val="solid"/>
            <a:round/>
            <a:headEnd type="none" w="med" len="med"/>
            <a:tailEnd type="triangle"/>
          </a:ln>
          <a:effectLst/>
        </p:spPr>
      </p:cxnSp>
      <p:cxnSp>
        <p:nvCxnSpPr>
          <p:cNvPr id="80" name="肘形连接符 122">
            <a:extLst>
              <a:ext uri="{FF2B5EF4-FFF2-40B4-BE49-F238E27FC236}">
                <a16:creationId xmlns:a16="http://schemas.microsoft.com/office/drawing/2014/main" id="{8AD5A7D2-D22B-444B-B3AD-F8E94D5ED264}"/>
              </a:ext>
            </a:extLst>
          </p:cNvPr>
          <p:cNvCxnSpPr>
            <a:cxnSpLocks/>
            <a:stCxn id="62" idx="3"/>
            <a:endCxn id="63" idx="1"/>
          </p:cNvCxnSpPr>
          <p:nvPr/>
        </p:nvCxnSpPr>
        <p:spPr bwMode="auto">
          <a:xfrm>
            <a:off x="5067796" y="1660815"/>
            <a:ext cx="536350" cy="221003"/>
          </a:xfrm>
          <a:prstGeom prst="bentConnector3">
            <a:avLst>
              <a:gd name="adj1" fmla="val 50000"/>
            </a:avLst>
          </a:prstGeom>
          <a:solidFill>
            <a:srgbClr val="2990E5"/>
          </a:solidFill>
          <a:ln w="38100" cap="flat" cmpd="sng" algn="ctr">
            <a:solidFill>
              <a:srgbClr val="ACC6F0">
                <a:lumMod val="25000"/>
              </a:srgbClr>
            </a:solidFill>
            <a:prstDash val="solid"/>
            <a:round/>
            <a:headEnd type="none" w="med" len="med"/>
            <a:tailEnd type="triangle"/>
          </a:ln>
          <a:effectLst/>
        </p:spPr>
      </p:cxnSp>
      <p:cxnSp>
        <p:nvCxnSpPr>
          <p:cNvPr id="81" name="肘形连接符 125">
            <a:extLst>
              <a:ext uri="{FF2B5EF4-FFF2-40B4-BE49-F238E27FC236}">
                <a16:creationId xmlns:a16="http://schemas.microsoft.com/office/drawing/2014/main" id="{B4FFB5F8-ABBB-4FED-BD43-4221E6BF1978}"/>
              </a:ext>
            </a:extLst>
          </p:cNvPr>
          <p:cNvCxnSpPr>
            <a:cxnSpLocks/>
            <a:stCxn id="84" idx="3"/>
            <a:endCxn id="63" idx="1"/>
          </p:cNvCxnSpPr>
          <p:nvPr/>
        </p:nvCxnSpPr>
        <p:spPr bwMode="auto">
          <a:xfrm flipV="1">
            <a:off x="5067796" y="1881818"/>
            <a:ext cx="536350" cy="225412"/>
          </a:xfrm>
          <a:prstGeom prst="bentConnector3">
            <a:avLst>
              <a:gd name="adj1" fmla="val 50000"/>
            </a:avLst>
          </a:prstGeom>
          <a:solidFill>
            <a:srgbClr val="2990E5"/>
          </a:solidFill>
          <a:ln w="38100" cap="flat" cmpd="sng" algn="ctr">
            <a:solidFill>
              <a:srgbClr val="ACC6F0">
                <a:lumMod val="25000"/>
              </a:srgbClr>
            </a:solidFill>
            <a:prstDash val="solid"/>
            <a:round/>
            <a:headEnd type="none" w="med" len="med"/>
            <a:tailEnd type="triangle"/>
          </a:ln>
          <a:effectLst/>
        </p:spPr>
      </p:cxnSp>
      <p:cxnSp>
        <p:nvCxnSpPr>
          <p:cNvPr id="82" name="肘形连接符 128">
            <a:extLst>
              <a:ext uri="{FF2B5EF4-FFF2-40B4-BE49-F238E27FC236}">
                <a16:creationId xmlns:a16="http://schemas.microsoft.com/office/drawing/2014/main" id="{40E0CFB4-2E74-474F-A961-F104EC74AEEB}"/>
              </a:ext>
            </a:extLst>
          </p:cNvPr>
          <p:cNvCxnSpPr>
            <a:cxnSpLocks/>
            <a:stCxn id="85" idx="3"/>
            <a:endCxn id="67" idx="1"/>
          </p:cNvCxnSpPr>
          <p:nvPr/>
        </p:nvCxnSpPr>
        <p:spPr bwMode="auto">
          <a:xfrm flipV="1">
            <a:off x="5067796" y="1881817"/>
            <a:ext cx="2564752" cy="680228"/>
          </a:xfrm>
          <a:prstGeom prst="bentConnector3">
            <a:avLst>
              <a:gd name="adj1" fmla="val 85653"/>
            </a:avLst>
          </a:prstGeom>
          <a:solidFill>
            <a:srgbClr val="2990E5"/>
          </a:solidFill>
          <a:ln w="38100" cap="flat" cmpd="sng" algn="ctr">
            <a:solidFill>
              <a:srgbClr val="ACC6F0">
                <a:lumMod val="25000"/>
              </a:srgbClr>
            </a:solidFill>
            <a:prstDash val="solid"/>
            <a:round/>
            <a:headEnd type="none" w="med" len="med"/>
            <a:tailEnd type="triangle"/>
          </a:ln>
          <a:effectLst/>
        </p:spPr>
      </p:cxnSp>
      <p:cxnSp>
        <p:nvCxnSpPr>
          <p:cNvPr id="83" name="肘形连接符 151">
            <a:extLst>
              <a:ext uri="{FF2B5EF4-FFF2-40B4-BE49-F238E27FC236}">
                <a16:creationId xmlns:a16="http://schemas.microsoft.com/office/drawing/2014/main" id="{AD8B59EE-2C15-41F6-B97C-2547BA2D2FD0}"/>
              </a:ext>
            </a:extLst>
          </p:cNvPr>
          <p:cNvCxnSpPr>
            <a:cxnSpLocks/>
            <a:stCxn id="63" idx="3"/>
            <a:endCxn id="86" idx="1"/>
          </p:cNvCxnSpPr>
          <p:nvPr/>
        </p:nvCxnSpPr>
        <p:spPr bwMode="auto">
          <a:xfrm>
            <a:off x="6898489" y="1881818"/>
            <a:ext cx="734059" cy="680227"/>
          </a:xfrm>
          <a:prstGeom prst="bentConnector3">
            <a:avLst>
              <a:gd name="adj1" fmla="val 50000"/>
            </a:avLst>
          </a:prstGeom>
          <a:solidFill>
            <a:srgbClr val="2990E5"/>
          </a:solidFill>
          <a:ln w="38100" cap="flat" cmpd="sng" algn="ctr">
            <a:solidFill>
              <a:srgbClr val="ACC6F0">
                <a:lumMod val="25000"/>
              </a:srgbClr>
            </a:solidFill>
            <a:prstDash val="solid"/>
            <a:round/>
            <a:headEnd type="none" w="med" len="med"/>
            <a:tailEnd type="triangle"/>
          </a:ln>
          <a:effectLst/>
        </p:spPr>
      </p:cxnSp>
      <p:sp>
        <p:nvSpPr>
          <p:cNvPr id="84" name="圆角矩形 60">
            <a:extLst>
              <a:ext uri="{FF2B5EF4-FFF2-40B4-BE49-F238E27FC236}">
                <a16:creationId xmlns:a16="http://schemas.microsoft.com/office/drawing/2014/main" id="{9C116BCF-157D-4103-AC7E-FA267BD07A66}"/>
              </a:ext>
            </a:extLst>
          </p:cNvPr>
          <p:cNvSpPr/>
          <p:nvPr/>
        </p:nvSpPr>
        <p:spPr bwMode="auto">
          <a:xfrm>
            <a:off x="3913636" y="1905947"/>
            <a:ext cx="1154160" cy="402566"/>
          </a:xfrm>
          <a:prstGeom prst="roundRect">
            <a:avLst/>
          </a:prstGeom>
          <a:solidFill>
            <a:srgbClr val="FFFFFF"/>
          </a:solidFill>
          <a:ln w="19050" cap="flat" cmpd="sng" algn="ctr">
            <a:solidFill>
              <a:srgbClr val="ACC6F0">
                <a:lumMod val="25000"/>
              </a:srgbClr>
            </a:solid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800" kern="0" dirty="0">
                <a:solidFill>
                  <a:srgbClr val="000000"/>
                </a:solidFill>
                <a:latin typeface="+mn-ea"/>
                <a:ea typeface="+mn-ea"/>
              </a:rPr>
              <a:t>特征</a:t>
            </a:r>
            <a:r>
              <a:rPr lang="zh-CN" altLang="en-US" sz="1800" kern="0" noProof="0" dirty="0">
                <a:solidFill>
                  <a:srgbClr val="000000"/>
                </a:solidFill>
                <a:latin typeface="+mn-ea"/>
                <a:ea typeface="+mn-ea"/>
              </a:rPr>
              <a:t>方程</a:t>
            </a:r>
            <a:endParaRPr kumimoji="0" lang="zh-CN" altLang="en-US" sz="1800" i="0" u="none" strike="noStrike" kern="0" cap="none" spc="0" normalizeH="0" baseline="0" noProof="0" dirty="0">
              <a:ln>
                <a:noFill/>
              </a:ln>
              <a:solidFill>
                <a:srgbClr val="000000"/>
              </a:solidFill>
              <a:effectLst/>
              <a:uLnTx/>
              <a:uFillTx/>
              <a:latin typeface="+mn-ea"/>
              <a:ea typeface="+mn-ea"/>
              <a:cs typeface="+mn-cs"/>
            </a:endParaRPr>
          </a:p>
        </p:txBody>
      </p:sp>
      <p:sp>
        <p:nvSpPr>
          <p:cNvPr id="85" name="圆角矩形 60">
            <a:extLst>
              <a:ext uri="{FF2B5EF4-FFF2-40B4-BE49-F238E27FC236}">
                <a16:creationId xmlns:a16="http://schemas.microsoft.com/office/drawing/2014/main" id="{39D54117-37A7-4041-A02F-61C55C28D818}"/>
              </a:ext>
            </a:extLst>
          </p:cNvPr>
          <p:cNvSpPr/>
          <p:nvPr/>
        </p:nvSpPr>
        <p:spPr bwMode="auto">
          <a:xfrm>
            <a:off x="3913636" y="2360762"/>
            <a:ext cx="1154160" cy="402566"/>
          </a:xfrm>
          <a:prstGeom prst="roundRect">
            <a:avLst/>
          </a:prstGeom>
          <a:solidFill>
            <a:srgbClr val="FFFFFF"/>
          </a:solidFill>
          <a:ln w="19050" cap="flat" cmpd="sng" algn="ctr">
            <a:solidFill>
              <a:srgbClr val="ACC6F0">
                <a:lumMod val="25000"/>
              </a:srgbClr>
            </a:solid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800" kern="0" dirty="0">
                <a:solidFill>
                  <a:srgbClr val="000000"/>
                </a:solidFill>
                <a:latin typeface="+mn-ea"/>
                <a:ea typeface="+mn-ea"/>
              </a:rPr>
              <a:t>输出</a:t>
            </a:r>
            <a:r>
              <a:rPr lang="zh-CN" altLang="en-US" sz="1800" kern="0" noProof="0" dirty="0">
                <a:solidFill>
                  <a:srgbClr val="000000"/>
                </a:solidFill>
                <a:latin typeface="+mn-ea"/>
                <a:ea typeface="+mn-ea"/>
              </a:rPr>
              <a:t>方程</a:t>
            </a:r>
            <a:endParaRPr kumimoji="0" lang="zh-CN" altLang="en-US" sz="1800" i="0" u="none" strike="noStrike" kern="0" cap="none" spc="0" normalizeH="0" baseline="0" noProof="0" dirty="0">
              <a:ln>
                <a:noFill/>
              </a:ln>
              <a:solidFill>
                <a:srgbClr val="000000"/>
              </a:solidFill>
              <a:effectLst/>
              <a:uLnTx/>
              <a:uFillTx/>
              <a:latin typeface="+mn-ea"/>
              <a:ea typeface="+mn-ea"/>
              <a:cs typeface="+mn-cs"/>
            </a:endParaRPr>
          </a:p>
        </p:txBody>
      </p:sp>
      <p:sp>
        <p:nvSpPr>
          <p:cNvPr id="86" name="圆角矩形 63">
            <a:extLst>
              <a:ext uri="{FF2B5EF4-FFF2-40B4-BE49-F238E27FC236}">
                <a16:creationId xmlns:a16="http://schemas.microsoft.com/office/drawing/2014/main" id="{CB95E70B-6D58-472D-AAD7-07462A32B6EB}"/>
              </a:ext>
            </a:extLst>
          </p:cNvPr>
          <p:cNvSpPr/>
          <p:nvPr/>
        </p:nvSpPr>
        <p:spPr bwMode="auto">
          <a:xfrm>
            <a:off x="7632548" y="2360762"/>
            <a:ext cx="1034795" cy="402566"/>
          </a:xfrm>
          <a:prstGeom prst="roundRect">
            <a:avLst/>
          </a:prstGeom>
          <a:solidFill>
            <a:srgbClr val="FFFFFF"/>
          </a:solidFill>
          <a:ln w="19050" cap="flat" cmpd="sng" algn="ctr">
            <a:solidFill>
              <a:srgbClr val="ACC6F0">
                <a:lumMod val="25000"/>
              </a:srgbClr>
            </a:solid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i="0" u="none" strike="noStrike" kern="0" cap="none" spc="0" normalizeH="0" baseline="0" noProof="0" dirty="0">
                <a:ln>
                  <a:noFill/>
                </a:ln>
                <a:solidFill>
                  <a:srgbClr val="000000"/>
                </a:solidFill>
                <a:effectLst/>
                <a:uLnTx/>
                <a:uFillTx/>
                <a:latin typeface="+mn-ea"/>
                <a:ea typeface="+mn-ea"/>
                <a:cs typeface="+mn-cs"/>
              </a:rPr>
              <a:t>状态图</a:t>
            </a:r>
          </a:p>
        </p:txBody>
      </p:sp>
      <p:cxnSp>
        <p:nvCxnSpPr>
          <p:cNvPr id="88" name="直接箭头连接符 187">
            <a:extLst>
              <a:ext uri="{FF2B5EF4-FFF2-40B4-BE49-F238E27FC236}">
                <a16:creationId xmlns:a16="http://schemas.microsoft.com/office/drawing/2014/main" id="{3ECE16D5-45B2-4782-BCC6-E199EC9467F8}"/>
              </a:ext>
            </a:extLst>
          </p:cNvPr>
          <p:cNvCxnSpPr>
            <a:stCxn id="63" idx="3"/>
            <a:endCxn id="67" idx="1"/>
          </p:cNvCxnSpPr>
          <p:nvPr/>
        </p:nvCxnSpPr>
        <p:spPr bwMode="auto">
          <a:xfrm flipV="1">
            <a:off x="6898489" y="1881817"/>
            <a:ext cx="734059" cy="1"/>
          </a:xfrm>
          <a:prstGeom prst="straightConnector1">
            <a:avLst/>
          </a:prstGeom>
          <a:solidFill>
            <a:srgbClr val="2990E5"/>
          </a:solidFill>
          <a:ln w="38100" cap="flat" cmpd="sng" algn="ctr">
            <a:solidFill>
              <a:srgbClr val="ACC6F0">
                <a:lumMod val="25000"/>
              </a:srgbClr>
            </a:solidFill>
            <a:prstDash val="solid"/>
            <a:round/>
            <a:headEnd type="none" w="med" len="med"/>
            <a:tailEnd type="triangle"/>
          </a:ln>
          <a:effectLst/>
        </p:spPr>
      </p:cxnSp>
      <p:cxnSp>
        <p:nvCxnSpPr>
          <p:cNvPr id="89" name="直接箭头连接符 194">
            <a:extLst>
              <a:ext uri="{FF2B5EF4-FFF2-40B4-BE49-F238E27FC236}">
                <a16:creationId xmlns:a16="http://schemas.microsoft.com/office/drawing/2014/main" id="{1D8015C8-C068-4FC4-B6B1-DFEBD8008A96}"/>
              </a:ext>
            </a:extLst>
          </p:cNvPr>
          <p:cNvCxnSpPr>
            <a:stCxn id="85" idx="3"/>
            <a:endCxn id="86" idx="1"/>
          </p:cNvCxnSpPr>
          <p:nvPr/>
        </p:nvCxnSpPr>
        <p:spPr bwMode="auto">
          <a:xfrm>
            <a:off x="5067796" y="2562045"/>
            <a:ext cx="2564752" cy="0"/>
          </a:xfrm>
          <a:prstGeom prst="straightConnector1">
            <a:avLst/>
          </a:prstGeom>
          <a:solidFill>
            <a:srgbClr val="2990E5"/>
          </a:solidFill>
          <a:ln w="38100" cap="flat" cmpd="sng" algn="ctr">
            <a:solidFill>
              <a:srgbClr val="ACC6F0">
                <a:lumMod val="25000"/>
              </a:srgbClr>
            </a:solidFill>
            <a:prstDash val="solid"/>
            <a:round/>
            <a:headEnd type="none" w="med" len="med"/>
            <a:tailEnd type="triangle"/>
          </a:ln>
          <a:effectLst/>
        </p:spPr>
      </p:cxnSp>
      <p:cxnSp>
        <p:nvCxnSpPr>
          <p:cNvPr id="90" name="肘形连接符 95">
            <a:extLst>
              <a:ext uri="{FF2B5EF4-FFF2-40B4-BE49-F238E27FC236}">
                <a16:creationId xmlns:a16="http://schemas.microsoft.com/office/drawing/2014/main" id="{4D6CC42F-DA2C-4D06-83E1-A3E0ADA6DFE4}"/>
              </a:ext>
            </a:extLst>
          </p:cNvPr>
          <p:cNvCxnSpPr>
            <a:cxnSpLocks/>
            <a:stCxn id="56" idx="3"/>
            <a:endCxn id="58" idx="1"/>
          </p:cNvCxnSpPr>
          <p:nvPr/>
        </p:nvCxnSpPr>
        <p:spPr bwMode="auto">
          <a:xfrm flipV="1">
            <a:off x="1814053" y="4678770"/>
            <a:ext cx="504880" cy="677255"/>
          </a:xfrm>
          <a:prstGeom prst="bentConnector3">
            <a:avLst>
              <a:gd name="adj1" fmla="val 50000"/>
            </a:avLst>
          </a:prstGeom>
          <a:solidFill>
            <a:srgbClr val="2990E5"/>
          </a:solidFill>
          <a:ln w="38100" cap="flat" cmpd="sng" algn="ctr">
            <a:solidFill>
              <a:srgbClr val="3399FF"/>
            </a:solidFill>
            <a:prstDash val="solid"/>
            <a:round/>
            <a:headEnd type="none" w="med" len="med"/>
            <a:tailEnd type="triangle"/>
          </a:ln>
          <a:effectLst/>
        </p:spPr>
      </p:cxnSp>
      <p:cxnSp>
        <p:nvCxnSpPr>
          <p:cNvPr id="93" name="肘形连接符 95">
            <a:extLst>
              <a:ext uri="{FF2B5EF4-FFF2-40B4-BE49-F238E27FC236}">
                <a16:creationId xmlns:a16="http://schemas.microsoft.com/office/drawing/2014/main" id="{EDD55F46-EE4E-489D-93AA-56E86AF73634}"/>
              </a:ext>
            </a:extLst>
          </p:cNvPr>
          <p:cNvCxnSpPr>
            <a:cxnSpLocks/>
            <a:stCxn id="56" idx="3"/>
            <a:endCxn id="57" idx="1"/>
          </p:cNvCxnSpPr>
          <p:nvPr/>
        </p:nvCxnSpPr>
        <p:spPr bwMode="auto">
          <a:xfrm>
            <a:off x="1814053" y="5356025"/>
            <a:ext cx="504454" cy="645199"/>
          </a:xfrm>
          <a:prstGeom prst="bentConnector3">
            <a:avLst>
              <a:gd name="adj1" fmla="val 50000"/>
            </a:avLst>
          </a:prstGeom>
          <a:solidFill>
            <a:srgbClr val="2990E5"/>
          </a:solidFill>
          <a:ln w="38100" cap="flat" cmpd="sng" algn="ctr">
            <a:solidFill>
              <a:srgbClr val="3399FF"/>
            </a:solidFill>
            <a:prstDash val="solid"/>
            <a:round/>
            <a:headEnd type="none" w="med" len="med"/>
            <a:tailEnd type="triangle"/>
          </a:ln>
          <a:effectLst/>
        </p:spPr>
      </p:cxnSp>
      <p:sp>
        <p:nvSpPr>
          <p:cNvPr id="95" name="圆角矩形 60">
            <a:extLst>
              <a:ext uri="{FF2B5EF4-FFF2-40B4-BE49-F238E27FC236}">
                <a16:creationId xmlns:a16="http://schemas.microsoft.com/office/drawing/2014/main" id="{F4F9D512-A6D0-4E1C-8CD4-B3743C978C52}"/>
              </a:ext>
            </a:extLst>
          </p:cNvPr>
          <p:cNvSpPr/>
          <p:nvPr/>
        </p:nvSpPr>
        <p:spPr bwMode="auto">
          <a:xfrm>
            <a:off x="3913635" y="2839706"/>
            <a:ext cx="2984853" cy="365760"/>
          </a:xfrm>
          <a:prstGeom prst="roundRect">
            <a:avLst/>
          </a:prstGeom>
          <a:solidFill>
            <a:srgbClr val="FFFFFF"/>
          </a:solidFill>
          <a:ln w="19050" cap="flat" cmpd="sng" algn="ctr">
            <a:solidFill>
              <a:srgbClr val="ACC6F0">
                <a:lumMod val="25000"/>
              </a:srgbClr>
            </a:solid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i="0" u="none" strike="noStrike" kern="0" cap="none" spc="0" normalizeH="0" baseline="0" noProof="0" dirty="0">
                <a:ln>
                  <a:noFill/>
                </a:ln>
                <a:solidFill>
                  <a:srgbClr val="000000"/>
                </a:solidFill>
                <a:effectLst/>
                <a:uLnTx/>
                <a:uFillTx/>
                <a:latin typeface="+mn-ea"/>
                <a:ea typeface="+mn-ea"/>
                <a:cs typeface="+mn-cs"/>
              </a:rPr>
              <a:t>基于有限状态机的设计流程</a:t>
            </a:r>
            <a:endParaRPr kumimoji="0" lang="zh-CN" altLang="en-US" sz="1800" i="0" u="none" strike="noStrike" kern="0" cap="none" spc="0" normalizeH="0" baseline="0" noProof="0" dirty="0">
              <a:ln>
                <a:noFill/>
              </a:ln>
              <a:solidFill>
                <a:srgbClr val="000000"/>
              </a:solidFill>
              <a:effectLst/>
              <a:uLnTx/>
              <a:uFillTx/>
              <a:latin typeface="+mn-ea"/>
              <a:ea typeface="+mn-ea"/>
              <a:cs typeface="+mn-cs"/>
            </a:endParaRPr>
          </a:p>
        </p:txBody>
      </p:sp>
      <p:sp>
        <p:nvSpPr>
          <p:cNvPr id="96" name="圆角矩形 60">
            <a:extLst>
              <a:ext uri="{FF2B5EF4-FFF2-40B4-BE49-F238E27FC236}">
                <a16:creationId xmlns:a16="http://schemas.microsoft.com/office/drawing/2014/main" id="{79DFA93B-C2F4-470E-B7CE-EC5571ACDBF7}"/>
              </a:ext>
            </a:extLst>
          </p:cNvPr>
          <p:cNvSpPr/>
          <p:nvPr/>
        </p:nvSpPr>
        <p:spPr bwMode="auto">
          <a:xfrm>
            <a:off x="3913635" y="3310328"/>
            <a:ext cx="2984852" cy="365760"/>
          </a:xfrm>
          <a:prstGeom prst="roundRect">
            <a:avLst/>
          </a:prstGeom>
          <a:solidFill>
            <a:srgbClr val="FFFFFF"/>
          </a:solidFill>
          <a:ln w="19050" cap="flat" cmpd="sng" algn="ctr">
            <a:solidFill>
              <a:srgbClr val="ACC6F0">
                <a:lumMod val="25000"/>
              </a:srgbClr>
            </a:solidFill>
            <a:prstDash val="dash"/>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800" kern="0" dirty="0">
                <a:solidFill>
                  <a:srgbClr val="000000"/>
                </a:solidFill>
                <a:latin typeface="+mn-ea"/>
                <a:ea typeface="+mn-ea"/>
              </a:rPr>
              <a:t>亚稳态与同步器设计</a:t>
            </a:r>
            <a:endParaRPr kumimoji="0" lang="zh-CN" altLang="en-US" sz="1800" i="0" u="none" strike="noStrike" kern="0" cap="none" spc="0" normalizeH="0" baseline="0" noProof="0" dirty="0">
              <a:ln>
                <a:noFill/>
              </a:ln>
              <a:solidFill>
                <a:srgbClr val="000000"/>
              </a:solidFill>
              <a:effectLst/>
              <a:uLnTx/>
              <a:uFillTx/>
              <a:latin typeface="+mn-ea"/>
              <a:ea typeface="+mn-ea"/>
              <a:cs typeface="+mn-cs"/>
            </a:endParaRPr>
          </a:p>
        </p:txBody>
      </p:sp>
      <p:sp>
        <p:nvSpPr>
          <p:cNvPr id="130" name="圆角矩形 60">
            <a:extLst>
              <a:ext uri="{FF2B5EF4-FFF2-40B4-BE49-F238E27FC236}">
                <a16:creationId xmlns:a16="http://schemas.microsoft.com/office/drawing/2014/main" id="{F0796642-F60A-4FE2-8A4C-BCEA6980B21B}"/>
              </a:ext>
            </a:extLst>
          </p:cNvPr>
          <p:cNvSpPr/>
          <p:nvPr/>
        </p:nvSpPr>
        <p:spPr bwMode="auto">
          <a:xfrm>
            <a:off x="3913636" y="3780950"/>
            <a:ext cx="2984852" cy="365760"/>
          </a:xfrm>
          <a:prstGeom prst="roundRect">
            <a:avLst/>
          </a:prstGeom>
          <a:solidFill>
            <a:srgbClr val="FFFFFF"/>
          </a:solidFill>
          <a:ln w="19050" cap="flat" cmpd="sng" algn="ctr">
            <a:solidFill>
              <a:srgbClr val="ACC6F0">
                <a:lumMod val="25000"/>
              </a:srgbClr>
            </a:solid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800" kern="0" dirty="0">
                <a:solidFill>
                  <a:srgbClr val="000000"/>
                </a:solidFill>
                <a:latin typeface="+mn-ea"/>
                <a:ea typeface="+mn-ea"/>
              </a:rPr>
              <a:t>自启动检查</a:t>
            </a:r>
            <a:endParaRPr kumimoji="0" lang="zh-CN" altLang="en-US" sz="1800" i="0" u="none" strike="noStrike" kern="0" cap="none" spc="0" normalizeH="0" baseline="0" noProof="0" dirty="0">
              <a:ln>
                <a:noFill/>
              </a:ln>
              <a:solidFill>
                <a:srgbClr val="000000"/>
              </a:solidFill>
              <a:effectLst/>
              <a:uLnTx/>
              <a:uFillTx/>
              <a:latin typeface="+mn-ea"/>
              <a:ea typeface="+mn-ea"/>
              <a:cs typeface="+mn-cs"/>
            </a:endParaRPr>
          </a:p>
        </p:txBody>
      </p:sp>
      <p:cxnSp>
        <p:nvCxnSpPr>
          <p:cNvPr id="131" name="肘形连接符 110">
            <a:extLst>
              <a:ext uri="{FF2B5EF4-FFF2-40B4-BE49-F238E27FC236}">
                <a16:creationId xmlns:a16="http://schemas.microsoft.com/office/drawing/2014/main" id="{B1FC2272-9BFA-45C7-9781-18DEE0BC5047}"/>
              </a:ext>
            </a:extLst>
          </p:cNvPr>
          <p:cNvCxnSpPr>
            <a:cxnSpLocks/>
            <a:stCxn id="61" idx="3"/>
            <a:endCxn id="95" idx="1"/>
          </p:cNvCxnSpPr>
          <p:nvPr/>
        </p:nvCxnSpPr>
        <p:spPr bwMode="auto">
          <a:xfrm flipV="1">
            <a:off x="3563124" y="3022586"/>
            <a:ext cx="350511" cy="465665"/>
          </a:xfrm>
          <a:prstGeom prst="bentConnector3">
            <a:avLst>
              <a:gd name="adj1" fmla="val 50000"/>
            </a:avLst>
          </a:prstGeom>
          <a:solidFill>
            <a:srgbClr val="2990E5"/>
          </a:solidFill>
          <a:ln w="38100" cap="flat" cmpd="sng" algn="ctr">
            <a:solidFill>
              <a:srgbClr val="ACC6F0">
                <a:lumMod val="25000"/>
              </a:srgbClr>
            </a:solidFill>
            <a:prstDash val="solid"/>
            <a:round/>
            <a:headEnd type="none" w="med" len="med"/>
            <a:tailEnd type="triangle"/>
          </a:ln>
          <a:effectLst/>
        </p:spPr>
      </p:cxnSp>
      <p:cxnSp>
        <p:nvCxnSpPr>
          <p:cNvPr id="132" name="肘形连接符 110">
            <a:extLst>
              <a:ext uri="{FF2B5EF4-FFF2-40B4-BE49-F238E27FC236}">
                <a16:creationId xmlns:a16="http://schemas.microsoft.com/office/drawing/2014/main" id="{09DFBA8A-EFF5-4C0F-AE1A-B1E8BCBB452F}"/>
              </a:ext>
            </a:extLst>
          </p:cNvPr>
          <p:cNvCxnSpPr>
            <a:cxnSpLocks/>
            <a:stCxn id="61" idx="3"/>
            <a:endCxn id="96" idx="1"/>
          </p:cNvCxnSpPr>
          <p:nvPr/>
        </p:nvCxnSpPr>
        <p:spPr bwMode="auto">
          <a:xfrm>
            <a:off x="3563124" y="3488251"/>
            <a:ext cx="350511" cy="4957"/>
          </a:xfrm>
          <a:prstGeom prst="bentConnector3">
            <a:avLst>
              <a:gd name="adj1" fmla="val 50000"/>
            </a:avLst>
          </a:prstGeom>
          <a:solidFill>
            <a:srgbClr val="2990E5"/>
          </a:solidFill>
          <a:ln w="38100" cap="flat" cmpd="sng" algn="ctr">
            <a:solidFill>
              <a:srgbClr val="ACC6F0">
                <a:lumMod val="25000"/>
              </a:srgbClr>
            </a:solidFill>
            <a:prstDash val="solid"/>
            <a:round/>
            <a:headEnd type="none" w="med" len="med"/>
            <a:tailEnd type="triangle"/>
          </a:ln>
          <a:effectLst/>
        </p:spPr>
      </p:cxnSp>
      <p:cxnSp>
        <p:nvCxnSpPr>
          <p:cNvPr id="133" name="肘形连接符 110">
            <a:extLst>
              <a:ext uri="{FF2B5EF4-FFF2-40B4-BE49-F238E27FC236}">
                <a16:creationId xmlns:a16="http://schemas.microsoft.com/office/drawing/2014/main" id="{669C9F46-297D-4EE5-89E7-E5A00A18F29B}"/>
              </a:ext>
            </a:extLst>
          </p:cNvPr>
          <p:cNvCxnSpPr>
            <a:cxnSpLocks/>
            <a:stCxn id="61" idx="3"/>
            <a:endCxn id="130" idx="1"/>
          </p:cNvCxnSpPr>
          <p:nvPr/>
        </p:nvCxnSpPr>
        <p:spPr bwMode="auto">
          <a:xfrm>
            <a:off x="3563124" y="3488251"/>
            <a:ext cx="350512" cy="475579"/>
          </a:xfrm>
          <a:prstGeom prst="bentConnector3">
            <a:avLst>
              <a:gd name="adj1" fmla="val 50000"/>
            </a:avLst>
          </a:prstGeom>
          <a:solidFill>
            <a:srgbClr val="2990E5"/>
          </a:solidFill>
          <a:ln w="38100" cap="flat" cmpd="sng" algn="ctr">
            <a:solidFill>
              <a:srgbClr val="ACC6F0">
                <a:lumMod val="25000"/>
              </a:srgbClr>
            </a:solidFill>
            <a:prstDash val="solid"/>
            <a:round/>
            <a:headEnd type="none" w="med" len="med"/>
            <a:tailEnd type="triangle"/>
          </a:ln>
          <a:effectLst/>
        </p:spPr>
      </p:cxnSp>
      <p:sp>
        <p:nvSpPr>
          <p:cNvPr id="136" name="圆角矩形 36">
            <a:extLst>
              <a:ext uri="{FF2B5EF4-FFF2-40B4-BE49-F238E27FC236}">
                <a16:creationId xmlns:a16="http://schemas.microsoft.com/office/drawing/2014/main" id="{F630D93C-8C29-4762-BEE3-F74C88D9B79E}"/>
              </a:ext>
            </a:extLst>
          </p:cNvPr>
          <p:cNvSpPr/>
          <p:nvPr/>
        </p:nvSpPr>
        <p:spPr bwMode="auto">
          <a:xfrm>
            <a:off x="4150215" y="4330388"/>
            <a:ext cx="1643946" cy="305233"/>
          </a:xfrm>
          <a:prstGeom prst="roundRect">
            <a:avLst/>
          </a:prstGeom>
          <a:solidFill>
            <a:srgbClr val="FFFFFF"/>
          </a:solidFill>
          <a:ln w="19050" cap="flat" cmpd="sng" algn="ctr">
            <a:solidFill>
              <a:srgbClr val="0070C0"/>
            </a:solid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i="0" u="none" strike="noStrike" kern="0" cap="none" spc="0" normalizeH="0" baseline="0" noProof="0" dirty="0">
                <a:ln>
                  <a:noFill/>
                </a:ln>
                <a:solidFill>
                  <a:srgbClr val="000000"/>
                </a:solidFill>
                <a:effectLst/>
                <a:uLnTx/>
                <a:uFillTx/>
                <a:latin typeface="+mn-ea"/>
                <a:ea typeface="+mn-ea"/>
                <a:cs typeface="+mn-cs"/>
              </a:rPr>
              <a:t>串</a:t>
            </a:r>
            <a:r>
              <a:rPr kumimoji="0" lang="en-US" altLang="zh-CN" sz="1800" i="0" u="none" strike="noStrike" kern="0" cap="none" spc="0" normalizeH="0" baseline="0" noProof="0" dirty="0">
                <a:ln>
                  <a:noFill/>
                </a:ln>
                <a:solidFill>
                  <a:srgbClr val="000000"/>
                </a:solidFill>
                <a:effectLst/>
                <a:uLnTx/>
                <a:uFillTx/>
                <a:latin typeface="+mn-ea"/>
                <a:ea typeface="+mn-ea"/>
                <a:cs typeface="+mn-cs"/>
              </a:rPr>
              <a:t>/</a:t>
            </a:r>
            <a:r>
              <a:rPr kumimoji="0" lang="zh-CN" altLang="en-US" sz="1800" i="0" u="none" strike="noStrike" kern="0" cap="none" spc="0" normalizeH="0" baseline="0" noProof="0" dirty="0">
                <a:ln>
                  <a:noFill/>
                </a:ln>
                <a:solidFill>
                  <a:srgbClr val="000000"/>
                </a:solidFill>
                <a:effectLst/>
                <a:uLnTx/>
                <a:uFillTx/>
                <a:latin typeface="+mn-ea"/>
                <a:ea typeface="+mn-ea"/>
                <a:cs typeface="+mn-cs"/>
              </a:rPr>
              <a:t>并行输入</a:t>
            </a:r>
          </a:p>
        </p:txBody>
      </p:sp>
      <p:sp>
        <p:nvSpPr>
          <p:cNvPr id="137" name="圆角矩形 36">
            <a:extLst>
              <a:ext uri="{FF2B5EF4-FFF2-40B4-BE49-F238E27FC236}">
                <a16:creationId xmlns:a16="http://schemas.microsoft.com/office/drawing/2014/main" id="{570FDE51-6945-475E-A601-0DC5ADC1729F}"/>
              </a:ext>
            </a:extLst>
          </p:cNvPr>
          <p:cNvSpPr/>
          <p:nvPr/>
        </p:nvSpPr>
        <p:spPr bwMode="auto">
          <a:xfrm>
            <a:off x="4150215" y="4729069"/>
            <a:ext cx="1643946" cy="305233"/>
          </a:xfrm>
          <a:prstGeom prst="roundRect">
            <a:avLst/>
          </a:prstGeom>
          <a:solidFill>
            <a:srgbClr val="FFFFFF"/>
          </a:solidFill>
          <a:ln w="19050" cap="flat" cmpd="sng" algn="ctr">
            <a:solidFill>
              <a:srgbClr val="0070C0"/>
            </a:solid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i="0" u="none" strike="noStrike" kern="0" cap="none" spc="0" normalizeH="0" baseline="0" noProof="0" dirty="0">
                <a:ln>
                  <a:noFill/>
                </a:ln>
                <a:solidFill>
                  <a:srgbClr val="000000"/>
                </a:solidFill>
                <a:effectLst/>
                <a:uLnTx/>
                <a:uFillTx/>
                <a:latin typeface="+mn-ea"/>
                <a:ea typeface="+mn-ea"/>
                <a:cs typeface="+mn-cs"/>
              </a:rPr>
              <a:t>串</a:t>
            </a:r>
            <a:r>
              <a:rPr kumimoji="0" lang="en-US" altLang="zh-CN" sz="1800" i="0" u="none" strike="noStrike" kern="0" cap="none" spc="0" normalizeH="0" baseline="0" noProof="0" dirty="0">
                <a:ln>
                  <a:noFill/>
                </a:ln>
                <a:solidFill>
                  <a:srgbClr val="000000"/>
                </a:solidFill>
                <a:effectLst/>
                <a:uLnTx/>
                <a:uFillTx/>
                <a:latin typeface="+mn-ea"/>
                <a:ea typeface="+mn-ea"/>
                <a:cs typeface="+mn-cs"/>
              </a:rPr>
              <a:t>/</a:t>
            </a:r>
            <a:r>
              <a:rPr kumimoji="0" lang="zh-CN" altLang="en-US" sz="1800" i="0" u="none" strike="noStrike" kern="0" cap="none" spc="0" normalizeH="0" baseline="0" noProof="0" dirty="0">
                <a:ln>
                  <a:noFill/>
                </a:ln>
                <a:solidFill>
                  <a:srgbClr val="000000"/>
                </a:solidFill>
                <a:effectLst/>
                <a:uLnTx/>
                <a:uFillTx/>
                <a:latin typeface="+mn-ea"/>
                <a:ea typeface="+mn-ea"/>
                <a:cs typeface="+mn-cs"/>
              </a:rPr>
              <a:t>并行输出</a:t>
            </a:r>
          </a:p>
        </p:txBody>
      </p:sp>
      <p:cxnSp>
        <p:nvCxnSpPr>
          <p:cNvPr id="138" name="肘形连接符 95">
            <a:extLst>
              <a:ext uri="{FF2B5EF4-FFF2-40B4-BE49-F238E27FC236}">
                <a16:creationId xmlns:a16="http://schemas.microsoft.com/office/drawing/2014/main" id="{44C6285E-395F-4DEE-9440-9F7E8BB83449}"/>
              </a:ext>
            </a:extLst>
          </p:cNvPr>
          <p:cNvCxnSpPr>
            <a:cxnSpLocks/>
            <a:stCxn id="58" idx="3"/>
            <a:endCxn id="136" idx="1"/>
          </p:cNvCxnSpPr>
          <p:nvPr/>
        </p:nvCxnSpPr>
        <p:spPr bwMode="auto">
          <a:xfrm flipV="1">
            <a:off x="3751259" y="4483005"/>
            <a:ext cx="398956" cy="195765"/>
          </a:xfrm>
          <a:prstGeom prst="bentConnector3">
            <a:avLst>
              <a:gd name="adj1" fmla="val 50000"/>
            </a:avLst>
          </a:prstGeom>
          <a:solidFill>
            <a:srgbClr val="2990E5"/>
          </a:solidFill>
          <a:ln w="38100" cap="flat" cmpd="sng" algn="ctr">
            <a:solidFill>
              <a:srgbClr val="3399FF"/>
            </a:solidFill>
            <a:prstDash val="solid"/>
            <a:round/>
            <a:headEnd type="none" w="med" len="med"/>
            <a:tailEnd type="triangle"/>
          </a:ln>
          <a:effectLst/>
        </p:spPr>
      </p:cxnSp>
      <p:cxnSp>
        <p:nvCxnSpPr>
          <p:cNvPr id="139" name="肘形连接符 95">
            <a:extLst>
              <a:ext uri="{FF2B5EF4-FFF2-40B4-BE49-F238E27FC236}">
                <a16:creationId xmlns:a16="http://schemas.microsoft.com/office/drawing/2014/main" id="{E6406BB4-D7CA-4A8C-991A-7DDD31A89362}"/>
              </a:ext>
            </a:extLst>
          </p:cNvPr>
          <p:cNvCxnSpPr>
            <a:cxnSpLocks/>
            <a:stCxn id="58" idx="3"/>
            <a:endCxn id="137" idx="1"/>
          </p:cNvCxnSpPr>
          <p:nvPr/>
        </p:nvCxnSpPr>
        <p:spPr bwMode="auto">
          <a:xfrm>
            <a:off x="3751259" y="4678770"/>
            <a:ext cx="398956" cy="202916"/>
          </a:xfrm>
          <a:prstGeom prst="bentConnector3">
            <a:avLst>
              <a:gd name="adj1" fmla="val 50000"/>
            </a:avLst>
          </a:prstGeom>
          <a:solidFill>
            <a:srgbClr val="2990E5"/>
          </a:solidFill>
          <a:ln w="38100" cap="flat" cmpd="sng" algn="ctr">
            <a:solidFill>
              <a:srgbClr val="3399FF"/>
            </a:solidFill>
            <a:prstDash val="solid"/>
            <a:round/>
            <a:headEnd type="none" w="med" len="med"/>
            <a:tailEnd type="triangle"/>
          </a:ln>
          <a:effectLst/>
        </p:spPr>
      </p:cxnSp>
      <p:sp>
        <p:nvSpPr>
          <p:cNvPr id="140" name="圆角矩形 36">
            <a:extLst>
              <a:ext uri="{FF2B5EF4-FFF2-40B4-BE49-F238E27FC236}">
                <a16:creationId xmlns:a16="http://schemas.microsoft.com/office/drawing/2014/main" id="{C3B6E5D5-79C8-4C63-9DC0-4AB337BD184F}"/>
              </a:ext>
            </a:extLst>
          </p:cNvPr>
          <p:cNvSpPr/>
          <p:nvPr/>
        </p:nvSpPr>
        <p:spPr bwMode="auto">
          <a:xfrm>
            <a:off x="4150215" y="5110502"/>
            <a:ext cx="1796346" cy="314859"/>
          </a:xfrm>
          <a:prstGeom prst="roundRect">
            <a:avLst/>
          </a:prstGeom>
          <a:solidFill>
            <a:srgbClr val="FFFFFF"/>
          </a:solidFill>
          <a:ln w="19050" cap="flat" cmpd="sng" algn="ctr">
            <a:solidFill>
              <a:srgbClr val="0070C0"/>
            </a:solid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i="0" u="none" strike="noStrike" kern="0" cap="none" spc="0" normalizeH="0" baseline="0" noProof="0" dirty="0">
                <a:ln>
                  <a:noFill/>
                </a:ln>
                <a:solidFill>
                  <a:srgbClr val="000000"/>
                </a:solidFill>
                <a:effectLst/>
                <a:uLnTx/>
                <a:uFillTx/>
                <a:latin typeface="+mn-ea"/>
                <a:ea typeface="+mn-ea"/>
                <a:cs typeface="+mn-cs"/>
              </a:rPr>
              <a:t>加</a:t>
            </a:r>
            <a:r>
              <a:rPr kumimoji="0" lang="en-US" altLang="zh-CN" sz="1800" i="0" u="none" strike="noStrike" kern="0" cap="none" spc="0" normalizeH="0" baseline="0" noProof="0" dirty="0">
                <a:ln>
                  <a:noFill/>
                </a:ln>
                <a:solidFill>
                  <a:srgbClr val="000000"/>
                </a:solidFill>
                <a:effectLst/>
                <a:uLnTx/>
                <a:uFillTx/>
                <a:latin typeface="+mn-ea"/>
                <a:ea typeface="+mn-ea"/>
                <a:cs typeface="+mn-cs"/>
              </a:rPr>
              <a:t>/</a:t>
            </a:r>
            <a:r>
              <a:rPr kumimoji="0" lang="zh-CN" altLang="en-US" sz="1800" i="0" u="none" strike="noStrike" kern="0" cap="none" spc="0" normalizeH="0" baseline="0" noProof="0" dirty="0">
                <a:ln>
                  <a:noFill/>
                </a:ln>
                <a:solidFill>
                  <a:srgbClr val="000000"/>
                </a:solidFill>
                <a:effectLst/>
                <a:uLnTx/>
                <a:uFillTx/>
                <a:latin typeface="+mn-ea"/>
                <a:ea typeface="+mn-ea"/>
                <a:cs typeface="+mn-cs"/>
              </a:rPr>
              <a:t>减法计数器</a:t>
            </a:r>
          </a:p>
        </p:txBody>
      </p:sp>
      <p:sp>
        <p:nvSpPr>
          <p:cNvPr id="141" name="圆角矩形 36">
            <a:extLst>
              <a:ext uri="{FF2B5EF4-FFF2-40B4-BE49-F238E27FC236}">
                <a16:creationId xmlns:a16="http://schemas.microsoft.com/office/drawing/2014/main" id="{9485597F-339D-40DE-9667-0BCB0F5CB2F3}"/>
              </a:ext>
            </a:extLst>
          </p:cNvPr>
          <p:cNvSpPr/>
          <p:nvPr/>
        </p:nvSpPr>
        <p:spPr bwMode="auto">
          <a:xfrm>
            <a:off x="4150215" y="5493294"/>
            <a:ext cx="1796346" cy="314859"/>
          </a:xfrm>
          <a:prstGeom prst="roundRect">
            <a:avLst/>
          </a:prstGeom>
          <a:solidFill>
            <a:srgbClr val="FFFFFF"/>
          </a:solidFill>
          <a:ln w="19050" cap="flat" cmpd="sng" algn="ctr">
            <a:solidFill>
              <a:srgbClr val="0070C0"/>
            </a:solid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i="0" u="none" strike="noStrike" kern="0" cap="none" spc="0" normalizeH="0" baseline="0" noProof="0" dirty="0">
                <a:ln>
                  <a:noFill/>
                </a:ln>
                <a:solidFill>
                  <a:srgbClr val="000000"/>
                </a:solidFill>
                <a:effectLst/>
                <a:uLnTx/>
                <a:uFillTx/>
                <a:latin typeface="+mn-ea"/>
                <a:ea typeface="+mn-ea"/>
                <a:cs typeface="+mn-cs"/>
              </a:rPr>
              <a:t>特殊进制</a:t>
            </a:r>
          </a:p>
        </p:txBody>
      </p:sp>
      <p:sp>
        <p:nvSpPr>
          <p:cNvPr id="142" name="圆角矩形 36">
            <a:extLst>
              <a:ext uri="{FF2B5EF4-FFF2-40B4-BE49-F238E27FC236}">
                <a16:creationId xmlns:a16="http://schemas.microsoft.com/office/drawing/2014/main" id="{B692E67F-E227-4F64-858A-1FBE0165128A}"/>
              </a:ext>
            </a:extLst>
          </p:cNvPr>
          <p:cNvSpPr/>
          <p:nvPr/>
        </p:nvSpPr>
        <p:spPr bwMode="auto">
          <a:xfrm>
            <a:off x="4150215" y="5908664"/>
            <a:ext cx="1796346" cy="314859"/>
          </a:xfrm>
          <a:prstGeom prst="roundRect">
            <a:avLst/>
          </a:prstGeom>
          <a:solidFill>
            <a:srgbClr val="FFFFFF"/>
          </a:solidFill>
          <a:ln w="19050" cap="flat" cmpd="sng" algn="ctr">
            <a:solidFill>
              <a:srgbClr val="0070C0"/>
            </a:solid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i="0" u="none" strike="noStrike" kern="0" cap="none" spc="0" normalizeH="0" baseline="0" noProof="0" dirty="0">
                <a:ln>
                  <a:noFill/>
                </a:ln>
                <a:solidFill>
                  <a:srgbClr val="000000"/>
                </a:solidFill>
                <a:effectLst/>
                <a:uLnTx/>
                <a:uFillTx/>
                <a:latin typeface="+mn-ea"/>
                <a:ea typeface="+mn-ea"/>
                <a:cs typeface="+mn-cs"/>
              </a:rPr>
              <a:t>环形</a:t>
            </a:r>
            <a:r>
              <a:rPr kumimoji="0" lang="en-US" altLang="zh-CN" sz="1800" i="0" u="none" strike="noStrike" kern="0" cap="none" spc="0" normalizeH="0" baseline="0" noProof="0" dirty="0">
                <a:ln>
                  <a:noFill/>
                </a:ln>
                <a:solidFill>
                  <a:srgbClr val="000000"/>
                </a:solidFill>
                <a:effectLst/>
                <a:uLnTx/>
                <a:uFillTx/>
                <a:latin typeface="+mn-ea"/>
                <a:ea typeface="+mn-ea"/>
                <a:cs typeface="+mn-cs"/>
              </a:rPr>
              <a:t>/</a:t>
            </a:r>
            <a:r>
              <a:rPr kumimoji="0" lang="zh-CN" altLang="en-US" sz="1800" i="0" u="none" strike="noStrike" kern="0" cap="none" spc="0" normalizeH="0" baseline="0" noProof="0" dirty="0">
                <a:ln>
                  <a:noFill/>
                </a:ln>
                <a:solidFill>
                  <a:srgbClr val="000000"/>
                </a:solidFill>
                <a:effectLst/>
                <a:uLnTx/>
                <a:uFillTx/>
                <a:latin typeface="+mn-ea"/>
                <a:ea typeface="+mn-ea"/>
                <a:cs typeface="+mn-cs"/>
              </a:rPr>
              <a:t>扭环形</a:t>
            </a:r>
          </a:p>
        </p:txBody>
      </p:sp>
      <p:sp>
        <p:nvSpPr>
          <p:cNvPr id="143" name="圆角矩形 36">
            <a:extLst>
              <a:ext uri="{FF2B5EF4-FFF2-40B4-BE49-F238E27FC236}">
                <a16:creationId xmlns:a16="http://schemas.microsoft.com/office/drawing/2014/main" id="{34B2A5DE-253C-4898-83AB-059A8FC22F36}"/>
              </a:ext>
            </a:extLst>
          </p:cNvPr>
          <p:cNvSpPr/>
          <p:nvPr/>
        </p:nvSpPr>
        <p:spPr bwMode="auto">
          <a:xfrm>
            <a:off x="4150215" y="6324034"/>
            <a:ext cx="1796346" cy="314859"/>
          </a:xfrm>
          <a:prstGeom prst="roundRect">
            <a:avLst/>
          </a:prstGeom>
          <a:solidFill>
            <a:srgbClr val="FFFFFF"/>
          </a:solidFill>
          <a:ln w="19050" cap="flat" cmpd="sng" algn="ctr">
            <a:solidFill>
              <a:srgbClr val="0070C0"/>
            </a:solid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i="0" u="none" strike="noStrike" kern="0" cap="none" spc="0" normalizeH="0" baseline="0" noProof="0" dirty="0">
                <a:ln>
                  <a:noFill/>
                </a:ln>
                <a:solidFill>
                  <a:srgbClr val="000000"/>
                </a:solidFill>
                <a:effectLst/>
                <a:uLnTx/>
                <a:uFillTx/>
                <a:latin typeface="+mn-ea"/>
                <a:ea typeface="+mn-ea"/>
                <a:cs typeface="+mn-cs"/>
              </a:rPr>
              <a:t>异步</a:t>
            </a:r>
            <a:r>
              <a:rPr kumimoji="0" lang="en-US" altLang="zh-CN" sz="1800" i="0" u="none" strike="noStrike" kern="0" cap="none" spc="0" normalizeH="0" baseline="0" noProof="0" dirty="0">
                <a:ln>
                  <a:noFill/>
                </a:ln>
                <a:solidFill>
                  <a:srgbClr val="000000"/>
                </a:solidFill>
                <a:effectLst/>
                <a:uLnTx/>
                <a:uFillTx/>
                <a:latin typeface="+mn-ea"/>
                <a:ea typeface="+mn-ea"/>
                <a:cs typeface="+mn-cs"/>
              </a:rPr>
              <a:t>/</a:t>
            </a:r>
            <a:r>
              <a:rPr kumimoji="0" lang="zh-CN" altLang="en-US" sz="1800" i="0" u="none" strike="noStrike" kern="0" cap="none" spc="0" normalizeH="0" baseline="0" noProof="0" dirty="0">
                <a:ln>
                  <a:noFill/>
                </a:ln>
                <a:solidFill>
                  <a:srgbClr val="000000"/>
                </a:solidFill>
                <a:effectLst/>
                <a:uLnTx/>
                <a:uFillTx/>
                <a:latin typeface="+mn-ea"/>
                <a:ea typeface="+mn-ea"/>
                <a:cs typeface="+mn-cs"/>
              </a:rPr>
              <a:t>同步</a:t>
            </a:r>
          </a:p>
        </p:txBody>
      </p:sp>
      <p:cxnSp>
        <p:nvCxnSpPr>
          <p:cNvPr id="144" name="肘形连接符 95">
            <a:extLst>
              <a:ext uri="{FF2B5EF4-FFF2-40B4-BE49-F238E27FC236}">
                <a16:creationId xmlns:a16="http://schemas.microsoft.com/office/drawing/2014/main" id="{37B819F0-0024-4786-9797-6FD2AC6F09E9}"/>
              </a:ext>
            </a:extLst>
          </p:cNvPr>
          <p:cNvCxnSpPr>
            <a:cxnSpLocks/>
            <a:stCxn id="57" idx="3"/>
            <a:endCxn id="140" idx="1"/>
          </p:cNvCxnSpPr>
          <p:nvPr/>
        </p:nvCxnSpPr>
        <p:spPr bwMode="auto">
          <a:xfrm flipV="1">
            <a:off x="3755552" y="5267932"/>
            <a:ext cx="394663" cy="733292"/>
          </a:xfrm>
          <a:prstGeom prst="bentConnector3">
            <a:avLst>
              <a:gd name="adj1" fmla="val 50000"/>
            </a:avLst>
          </a:prstGeom>
          <a:solidFill>
            <a:srgbClr val="2990E5"/>
          </a:solidFill>
          <a:ln w="38100" cap="flat" cmpd="sng" algn="ctr">
            <a:solidFill>
              <a:srgbClr val="3399FF"/>
            </a:solidFill>
            <a:prstDash val="solid"/>
            <a:round/>
            <a:headEnd type="none" w="med" len="med"/>
            <a:tailEnd type="triangle"/>
          </a:ln>
          <a:effectLst/>
        </p:spPr>
      </p:cxnSp>
      <p:cxnSp>
        <p:nvCxnSpPr>
          <p:cNvPr id="145" name="肘形连接符 95">
            <a:extLst>
              <a:ext uri="{FF2B5EF4-FFF2-40B4-BE49-F238E27FC236}">
                <a16:creationId xmlns:a16="http://schemas.microsoft.com/office/drawing/2014/main" id="{47D8FCC5-C13F-496F-8447-3325269CFF40}"/>
              </a:ext>
            </a:extLst>
          </p:cNvPr>
          <p:cNvCxnSpPr>
            <a:cxnSpLocks/>
            <a:stCxn id="57" idx="3"/>
            <a:endCxn id="141" idx="1"/>
          </p:cNvCxnSpPr>
          <p:nvPr/>
        </p:nvCxnSpPr>
        <p:spPr bwMode="auto">
          <a:xfrm flipV="1">
            <a:off x="3755552" y="5650724"/>
            <a:ext cx="394663" cy="350500"/>
          </a:xfrm>
          <a:prstGeom prst="bentConnector3">
            <a:avLst>
              <a:gd name="adj1" fmla="val 50000"/>
            </a:avLst>
          </a:prstGeom>
          <a:solidFill>
            <a:srgbClr val="2990E5"/>
          </a:solidFill>
          <a:ln w="38100" cap="flat" cmpd="sng" algn="ctr">
            <a:solidFill>
              <a:srgbClr val="3399FF"/>
            </a:solidFill>
            <a:prstDash val="solid"/>
            <a:round/>
            <a:headEnd type="none" w="med" len="med"/>
            <a:tailEnd type="triangle"/>
          </a:ln>
          <a:effectLst/>
        </p:spPr>
      </p:cxnSp>
      <p:cxnSp>
        <p:nvCxnSpPr>
          <p:cNvPr id="146" name="肘形连接符 95">
            <a:extLst>
              <a:ext uri="{FF2B5EF4-FFF2-40B4-BE49-F238E27FC236}">
                <a16:creationId xmlns:a16="http://schemas.microsoft.com/office/drawing/2014/main" id="{E988BEA4-1C74-4311-A3B8-A08C8D80ABB9}"/>
              </a:ext>
            </a:extLst>
          </p:cNvPr>
          <p:cNvCxnSpPr>
            <a:cxnSpLocks/>
            <a:stCxn id="57" idx="3"/>
            <a:endCxn id="142" idx="1"/>
          </p:cNvCxnSpPr>
          <p:nvPr/>
        </p:nvCxnSpPr>
        <p:spPr bwMode="auto">
          <a:xfrm>
            <a:off x="3755552" y="6001224"/>
            <a:ext cx="394663" cy="64870"/>
          </a:xfrm>
          <a:prstGeom prst="bentConnector3">
            <a:avLst>
              <a:gd name="adj1" fmla="val 50000"/>
            </a:avLst>
          </a:prstGeom>
          <a:solidFill>
            <a:srgbClr val="2990E5"/>
          </a:solidFill>
          <a:ln w="38100" cap="flat" cmpd="sng" algn="ctr">
            <a:solidFill>
              <a:srgbClr val="3399FF"/>
            </a:solidFill>
            <a:prstDash val="solid"/>
            <a:round/>
            <a:headEnd type="none" w="med" len="med"/>
            <a:tailEnd type="triangle"/>
          </a:ln>
          <a:effectLst/>
        </p:spPr>
      </p:cxnSp>
      <p:cxnSp>
        <p:nvCxnSpPr>
          <p:cNvPr id="147" name="肘形连接符 95">
            <a:extLst>
              <a:ext uri="{FF2B5EF4-FFF2-40B4-BE49-F238E27FC236}">
                <a16:creationId xmlns:a16="http://schemas.microsoft.com/office/drawing/2014/main" id="{CB5768E8-7B0C-4540-97F5-DE7D2830ABAC}"/>
              </a:ext>
            </a:extLst>
          </p:cNvPr>
          <p:cNvCxnSpPr>
            <a:cxnSpLocks/>
            <a:stCxn id="57" idx="3"/>
            <a:endCxn id="143" idx="1"/>
          </p:cNvCxnSpPr>
          <p:nvPr/>
        </p:nvCxnSpPr>
        <p:spPr bwMode="auto">
          <a:xfrm>
            <a:off x="3755552" y="6001224"/>
            <a:ext cx="394663" cy="480240"/>
          </a:xfrm>
          <a:prstGeom prst="bentConnector3">
            <a:avLst>
              <a:gd name="adj1" fmla="val 50000"/>
            </a:avLst>
          </a:prstGeom>
          <a:solidFill>
            <a:srgbClr val="2990E5"/>
          </a:solidFill>
          <a:ln w="38100" cap="flat" cmpd="sng" algn="ctr">
            <a:solidFill>
              <a:srgbClr val="3399FF"/>
            </a:solidFill>
            <a:prstDash val="solid"/>
            <a:round/>
            <a:headEnd type="none" w="med" len="med"/>
            <a:tailEnd type="triangle"/>
          </a:ln>
          <a:effectLst/>
        </p:spPr>
      </p:cxnSp>
      <p:sp>
        <p:nvSpPr>
          <p:cNvPr id="148" name="圆角矩形 36">
            <a:extLst>
              <a:ext uri="{FF2B5EF4-FFF2-40B4-BE49-F238E27FC236}">
                <a16:creationId xmlns:a16="http://schemas.microsoft.com/office/drawing/2014/main" id="{BEB65715-1AC0-493A-83D8-B9B852ACC925}"/>
              </a:ext>
            </a:extLst>
          </p:cNvPr>
          <p:cNvSpPr/>
          <p:nvPr/>
        </p:nvSpPr>
        <p:spPr bwMode="auto">
          <a:xfrm>
            <a:off x="6375131" y="5718800"/>
            <a:ext cx="1796346" cy="314859"/>
          </a:xfrm>
          <a:prstGeom prst="roundRect">
            <a:avLst/>
          </a:prstGeom>
          <a:solidFill>
            <a:srgbClr val="FFFFFF"/>
          </a:solidFill>
          <a:ln w="19050" cap="flat" cmpd="sng" algn="ctr">
            <a:solidFill>
              <a:srgbClr val="0070C0"/>
            </a:solid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i="0" u="none" strike="noStrike" kern="0" cap="none" spc="0" normalizeH="0" baseline="0" noProof="0" dirty="0">
                <a:ln>
                  <a:noFill/>
                </a:ln>
                <a:solidFill>
                  <a:srgbClr val="000000"/>
                </a:solidFill>
                <a:effectLst/>
                <a:uLnTx/>
                <a:uFillTx/>
                <a:latin typeface="+mn-ea"/>
                <a:ea typeface="+mn-ea"/>
                <a:cs typeface="+mn-cs"/>
              </a:rPr>
              <a:t>计数器自启动</a:t>
            </a:r>
          </a:p>
        </p:txBody>
      </p:sp>
      <p:cxnSp>
        <p:nvCxnSpPr>
          <p:cNvPr id="149" name="肘形连接符 95">
            <a:extLst>
              <a:ext uri="{FF2B5EF4-FFF2-40B4-BE49-F238E27FC236}">
                <a16:creationId xmlns:a16="http://schemas.microsoft.com/office/drawing/2014/main" id="{D05544CB-456B-498B-AE2B-898942841327}"/>
              </a:ext>
            </a:extLst>
          </p:cNvPr>
          <p:cNvCxnSpPr>
            <a:cxnSpLocks/>
            <a:stCxn id="140" idx="3"/>
            <a:endCxn id="148" idx="1"/>
          </p:cNvCxnSpPr>
          <p:nvPr/>
        </p:nvCxnSpPr>
        <p:spPr bwMode="auto">
          <a:xfrm>
            <a:off x="5946561" y="5267932"/>
            <a:ext cx="428570" cy="608298"/>
          </a:xfrm>
          <a:prstGeom prst="bentConnector3">
            <a:avLst>
              <a:gd name="adj1" fmla="val 50000"/>
            </a:avLst>
          </a:prstGeom>
          <a:solidFill>
            <a:srgbClr val="2990E5"/>
          </a:solidFill>
          <a:ln w="38100" cap="flat" cmpd="sng" algn="ctr">
            <a:solidFill>
              <a:srgbClr val="3399FF"/>
            </a:solidFill>
            <a:prstDash val="sysDot"/>
            <a:round/>
            <a:headEnd type="none" w="med" len="med"/>
            <a:tailEnd type="triangle"/>
          </a:ln>
          <a:effectLst/>
        </p:spPr>
      </p:cxnSp>
      <p:cxnSp>
        <p:nvCxnSpPr>
          <p:cNvPr id="150" name="肘形连接符 95">
            <a:extLst>
              <a:ext uri="{FF2B5EF4-FFF2-40B4-BE49-F238E27FC236}">
                <a16:creationId xmlns:a16="http://schemas.microsoft.com/office/drawing/2014/main" id="{0DF19C5C-7E3E-4E74-82C8-EE1FD24D8F03}"/>
              </a:ext>
            </a:extLst>
          </p:cNvPr>
          <p:cNvCxnSpPr>
            <a:cxnSpLocks/>
            <a:stCxn id="141" idx="3"/>
            <a:endCxn id="148" idx="1"/>
          </p:cNvCxnSpPr>
          <p:nvPr/>
        </p:nvCxnSpPr>
        <p:spPr bwMode="auto">
          <a:xfrm>
            <a:off x="5946561" y="5650724"/>
            <a:ext cx="428570" cy="225506"/>
          </a:xfrm>
          <a:prstGeom prst="bentConnector3">
            <a:avLst>
              <a:gd name="adj1" fmla="val 50000"/>
            </a:avLst>
          </a:prstGeom>
          <a:solidFill>
            <a:srgbClr val="2990E5"/>
          </a:solidFill>
          <a:ln w="38100" cap="flat" cmpd="sng" algn="ctr">
            <a:solidFill>
              <a:srgbClr val="3399FF"/>
            </a:solidFill>
            <a:prstDash val="sysDot"/>
            <a:round/>
            <a:headEnd type="none" w="med" len="med"/>
            <a:tailEnd type="triangle"/>
          </a:ln>
          <a:effectLst/>
        </p:spPr>
      </p:cxnSp>
      <p:cxnSp>
        <p:nvCxnSpPr>
          <p:cNvPr id="151" name="肘形连接符 95">
            <a:extLst>
              <a:ext uri="{FF2B5EF4-FFF2-40B4-BE49-F238E27FC236}">
                <a16:creationId xmlns:a16="http://schemas.microsoft.com/office/drawing/2014/main" id="{C7484E88-F014-478A-8E81-176DC5821D18}"/>
              </a:ext>
            </a:extLst>
          </p:cNvPr>
          <p:cNvCxnSpPr>
            <a:cxnSpLocks/>
            <a:stCxn id="142" idx="3"/>
            <a:endCxn id="148" idx="1"/>
          </p:cNvCxnSpPr>
          <p:nvPr/>
        </p:nvCxnSpPr>
        <p:spPr bwMode="auto">
          <a:xfrm flipV="1">
            <a:off x="5946561" y="5876230"/>
            <a:ext cx="428570" cy="189864"/>
          </a:xfrm>
          <a:prstGeom prst="bentConnector3">
            <a:avLst>
              <a:gd name="adj1" fmla="val 50000"/>
            </a:avLst>
          </a:prstGeom>
          <a:solidFill>
            <a:srgbClr val="2990E5"/>
          </a:solidFill>
          <a:ln w="38100" cap="flat" cmpd="sng" algn="ctr">
            <a:solidFill>
              <a:srgbClr val="3399FF"/>
            </a:solidFill>
            <a:prstDash val="sysDot"/>
            <a:round/>
            <a:headEnd type="none" w="med" len="med"/>
            <a:tailEnd type="triangle"/>
          </a:ln>
          <a:effectLst/>
        </p:spPr>
      </p:cxnSp>
      <p:cxnSp>
        <p:nvCxnSpPr>
          <p:cNvPr id="152" name="肘形连接符 95">
            <a:extLst>
              <a:ext uri="{FF2B5EF4-FFF2-40B4-BE49-F238E27FC236}">
                <a16:creationId xmlns:a16="http://schemas.microsoft.com/office/drawing/2014/main" id="{AB76431D-19EF-4FBD-AACC-3B700934EABB}"/>
              </a:ext>
            </a:extLst>
          </p:cNvPr>
          <p:cNvCxnSpPr>
            <a:cxnSpLocks/>
            <a:stCxn id="143" idx="3"/>
            <a:endCxn id="148" idx="1"/>
          </p:cNvCxnSpPr>
          <p:nvPr/>
        </p:nvCxnSpPr>
        <p:spPr bwMode="auto">
          <a:xfrm flipV="1">
            <a:off x="5946561" y="5876230"/>
            <a:ext cx="428570" cy="605234"/>
          </a:xfrm>
          <a:prstGeom prst="bentConnector3">
            <a:avLst>
              <a:gd name="adj1" fmla="val 50000"/>
            </a:avLst>
          </a:prstGeom>
          <a:solidFill>
            <a:srgbClr val="2990E5"/>
          </a:solidFill>
          <a:ln w="38100" cap="flat" cmpd="sng" algn="ctr">
            <a:solidFill>
              <a:srgbClr val="3399FF"/>
            </a:solidFill>
            <a:prstDash val="sysDot"/>
            <a:round/>
            <a:headEnd type="none" w="med" len="med"/>
            <a:tailEnd type="triangle"/>
          </a:ln>
          <a:effectLst/>
        </p:spPr>
      </p:cxnSp>
      <p:sp>
        <p:nvSpPr>
          <p:cNvPr id="3" name="Title 4">
            <a:extLst>
              <a:ext uri="{FF2B5EF4-FFF2-40B4-BE49-F238E27FC236}">
                <a16:creationId xmlns:a16="http://schemas.microsoft.com/office/drawing/2014/main" id="{41983C2C-F392-EA17-2B29-ED8EFAF3A0FE}"/>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t>时序逻辑总结</a:t>
            </a:r>
            <a:r>
              <a:rPr lang="en-US" altLang="zh-CN" dirty="0"/>
              <a:t>(1/2)</a:t>
            </a:r>
            <a:endParaRPr lang="en-CN" altLang="zh-CN" sz="4000" dirty="0">
              <a:solidFill>
                <a:srgbClr val="0000FF"/>
              </a:solidFill>
              <a:latin typeface="Arial" panose="020B0604020202020204" pitchFamily="34" charset="0"/>
              <a:cs typeface="Arial" panose="020B0604020202020204" pitchFamily="34" charset="0"/>
            </a:endParaRPr>
          </a:p>
        </p:txBody>
      </p:sp>
      <p:cxnSp>
        <p:nvCxnSpPr>
          <p:cNvPr id="18" name="连接符: 肘形 17">
            <a:extLst>
              <a:ext uri="{FF2B5EF4-FFF2-40B4-BE49-F238E27FC236}">
                <a16:creationId xmlns:a16="http://schemas.microsoft.com/office/drawing/2014/main" id="{8AFB50FC-F6E6-4284-B3DD-608DEF1F6FEB}"/>
              </a:ext>
            </a:extLst>
          </p:cNvPr>
          <p:cNvCxnSpPr>
            <a:stCxn id="148" idx="0"/>
            <a:endCxn id="130" idx="3"/>
          </p:cNvCxnSpPr>
          <p:nvPr/>
        </p:nvCxnSpPr>
        <p:spPr>
          <a:xfrm rot="16200000" flipV="1">
            <a:off x="6208411" y="4653907"/>
            <a:ext cx="1754970" cy="374816"/>
          </a:xfrm>
          <a:prstGeom prst="bentConnector2">
            <a:avLst/>
          </a:prstGeom>
          <a:ln w="38100">
            <a:solidFill>
              <a:srgbClr val="102B57"/>
            </a:solidFill>
            <a:prstDash val="sys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415279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A27AFB9-7151-0243-80CA-87FF783EFE4F}"/>
              </a:ext>
            </a:extLst>
          </p:cNvPr>
          <p:cNvSpPr>
            <a:spLocks noGrp="1"/>
          </p:cNvSpPr>
          <p:nvPr>
            <p:ph type="title"/>
          </p:nvPr>
        </p:nvSpPr>
        <p:spPr/>
        <p:txBody>
          <a:bodyPr/>
          <a:lstStyle/>
          <a:p>
            <a:r>
              <a:rPr lang="zh-CN" altLang="en-US" dirty="0"/>
              <a:t>作业</a:t>
            </a:r>
            <a:endParaRPr lang="en-CN" dirty="0"/>
          </a:p>
        </p:txBody>
      </p:sp>
      <p:sp>
        <p:nvSpPr>
          <p:cNvPr id="6" name="Content Placeholder 5">
            <a:extLst>
              <a:ext uri="{FF2B5EF4-FFF2-40B4-BE49-F238E27FC236}">
                <a16:creationId xmlns:a16="http://schemas.microsoft.com/office/drawing/2014/main" id="{1558EEBF-DB67-F748-BA5F-FBF1266F2751}"/>
              </a:ext>
            </a:extLst>
          </p:cNvPr>
          <p:cNvSpPr>
            <a:spLocks noGrp="1"/>
          </p:cNvSpPr>
          <p:nvPr>
            <p:ph idx="1"/>
          </p:nvPr>
        </p:nvSpPr>
        <p:spPr>
          <a:xfrm>
            <a:off x="457200" y="1447800"/>
            <a:ext cx="8153400" cy="5765724"/>
          </a:xfrm>
        </p:spPr>
        <p:txBody>
          <a:bodyPr>
            <a:normAutofit/>
          </a:bodyPr>
          <a:lstStyle/>
          <a:p>
            <a:r>
              <a:rPr lang="zh-CN" altLang="en-US" sz="2800" b="0" dirty="0">
                <a:latin typeface="Arial" panose="020B0604020202020204" pitchFamily="34" charset="0"/>
                <a:cs typeface="Arial" panose="020B0604020202020204" pitchFamily="34" charset="0"/>
              </a:rPr>
              <a:t>要求</a:t>
            </a:r>
            <a:endParaRPr lang="en-CN" altLang="zh-CN" sz="2800" b="0" dirty="0">
              <a:latin typeface="Arial" panose="020B0604020202020204" pitchFamily="34" charset="0"/>
              <a:cs typeface="Arial" panose="020B0604020202020204" pitchFamily="34" charset="0"/>
            </a:endParaRPr>
          </a:p>
          <a:p>
            <a:pPr lvl="1"/>
            <a:r>
              <a:rPr lang="zh-CN" altLang="en-US" sz="2400" b="0" dirty="0">
                <a:latin typeface="Arial" panose="020B0604020202020204" pitchFamily="34" charset="0"/>
                <a:cs typeface="Arial" panose="020B0604020202020204" pitchFamily="34" charset="0"/>
              </a:rPr>
              <a:t>提交时间</a:t>
            </a:r>
            <a:r>
              <a:rPr lang="en-US" altLang="zh-CN" sz="2400" b="0" dirty="0">
                <a:latin typeface="Arial" panose="020B0604020202020204" pitchFamily="34" charset="0"/>
                <a:cs typeface="Arial" panose="020B0604020202020204" pitchFamily="34" charset="0"/>
              </a:rPr>
              <a:t>: 7pm, 4/2/2024</a:t>
            </a:r>
          </a:p>
          <a:p>
            <a:pPr lvl="1"/>
            <a:r>
              <a:rPr lang="zh-CN" altLang="en-US" sz="2400" b="0" dirty="0"/>
              <a:t>标记学号，姓名和班级，不要抄袭或迟交</a:t>
            </a:r>
            <a:endParaRPr lang="en-US" altLang="zh-CN" sz="2400" b="0" dirty="0"/>
          </a:p>
          <a:p>
            <a:pPr lvl="1"/>
            <a:endParaRPr lang="en-US" sz="2400" b="0" dirty="0"/>
          </a:p>
          <a:p>
            <a:r>
              <a:rPr lang="zh-CN" altLang="en-US" sz="2800" b="0" dirty="0">
                <a:latin typeface="Arial" panose="020B0604020202020204" pitchFamily="34" charset="0"/>
                <a:cs typeface="Arial" panose="020B0604020202020204" pitchFamily="34" charset="0"/>
              </a:rPr>
              <a:t>作业内容</a:t>
            </a:r>
            <a:endParaRPr lang="en-US" altLang="zh-CN" sz="2800" b="0" dirty="0">
              <a:latin typeface="Arial" panose="020B0604020202020204" pitchFamily="34" charset="0"/>
              <a:cs typeface="Arial" panose="020B0604020202020204" pitchFamily="34" charset="0"/>
            </a:endParaRPr>
          </a:p>
          <a:p>
            <a:pPr lvl="1"/>
            <a:r>
              <a:rPr lang="en-US" altLang="zh-CN" sz="2400" b="0" dirty="0">
                <a:latin typeface="Arial" panose="020B0604020202020204" pitchFamily="34" charset="0"/>
                <a:ea typeface="+mj-ea"/>
                <a:cs typeface="Arial" panose="020B0604020202020204" pitchFamily="34" charset="0"/>
              </a:rPr>
              <a:t>Part 1: </a:t>
            </a:r>
            <a:r>
              <a:rPr lang="zh-CN" altLang="en-US" sz="2400" b="0" dirty="0">
                <a:latin typeface="Arial" panose="020B0604020202020204" pitchFamily="34" charset="0"/>
                <a:ea typeface="+mj-ea"/>
                <a:cs typeface="Arial" panose="020B0604020202020204" pitchFamily="34" charset="0"/>
              </a:rPr>
              <a:t>教材第四章习题</a:t>
            </a:r>
            <a:r>
              <a:rPr lang="en-US" altLang="zh-CN" sz="2400" b="0" dirty="0">
                <a:latin typeface="Arial" panose="020B0604020202020204" pitchFamily="34" charset="0"/>
                <a:ea typeface="+mj-ea"/>
                <a:cs typeface="Arial" panose="020B0604020202020204" pitchFamily="34" charset="0"/>
              </a:rPr>
              <a:t>10,</a:t>
            </a:r>
            <a:r>
              <a:rPr lang="zh-CN" altLang="en-US" sz="2400" b="0" dirty="0">
                <a:latin typeface="Arial" panose="020B0604020202020204" pitchFamily="34" charset="0"/>
                <a:ea typeface="+mj-ea"/>
                <a:cs typeface="Arial" panose="020B0604020202020204" pitchFamily="34" charset="0"/>
              </a:rPr>
              <a:t> </a:t>
            </a:r>
            <a:r>
              <a:rPr lang="en-US" altLang="zh-CN" sz="2400" b="0" dirty="0">
                <a:latin typeface="Arial" panose="020B0604020202020204" pitchFamily="34" charset="0"/>
                <a:ea typeface="+mj-ea"/>
                <a:cs typeface="Arial" panose="020B0604020202020204" pitchFamily="34" charset="0"/>
              </a:rPr>
              <a:t>19,</a:t>
            </a:r>
            <a:r>
              <a:rPr lang="zh-CN" altLang="en-US" sz="2400" b="0" dirty="0">
                <a:latin typeface="Arial" panose="020B0604020202020204" pitchFamily="34" charset="0"/>
                <a:ea typeface="+mj-ea"/>
                <a:cs typeface="Arial" panose="020B0604020202020204" pitchFamily="34" charset="0"/>
              </a:rPr>
              <a:t> </a:t>
            </a:r>
            <a:r>
              <a:rPr lang="en-US" altLang="zh-CN" sz="2400" b="0" dirty="0">
                <a:latin typeface="Arial" panose="020B0604020202020204" pitchFamily="34" charset="0"/>
                <a:ea typeface="+mj-ea"/>
                <a:cs typeface="Arial" panose="020B0604020202020204" pitchFamily="34" charset="0"/>
              </a:rPr>
              <a:t>20</a:t>
            </a:r>
          </a:p>
          <a:p>
            <a:pPr lvl="1"/>
            <a:r>
              <a:rPr lang="en-US" altLang="zh-CN" sz="2400" b="0" dirty="0">
                <a:latin typeface="Arial" panose="020B0604020202020204" pitchFamily="34" charset="0"/>
                <a:ea typeface="+mj-ea"/>
                <a:cs typeface="Arial" panose="020B0604020202020204" pitchFamily="34" charset="0"/>
              </a:rPr>
              <a:t>Part 2: </a:t>
            </a:r>
            <a:r>
              <a:rPr lang="zh-CN" altLang="en-US" sz="2400" b="0" dirty="0">
                <a:latin typeface="Arial" panose="020B0604020202020204" pitchFamily="34" charset="0"/>
                <a:ea typeface="+mj-ea"/>
                <a:cs typeface="Arial" panose="020B0604020202020204" pitchFamily="34" charset="0"/>
              </a:rPr>
              <a:t>根据课件</a:t>
            </a:r>
            <a:r>
              <a:rPr lang="en-US" altLang="zh-CN" sz="2400" b="0" dirty="0">
                <a:latin typeface="Arial" panose="020B0604020202020204" pitchFamily="34" charset="0"/>
                <a:ea typeface="+mj-ea"/>
                <a:cs typeface="Arial" panose="020B0604020202020204" pitchFamily="34" charset="0"/>
              </a:rPr>
              <a:t>P44</a:t>
            </a:r>
            <a:r>
              <a:rPr lang="zh-CN" altLang="en-US" sz="2400" b="0" dirty="0">
                <a:latin typeface="Arial" panose="020B0604020202020204" pitchFamily="34" charset="0"/>
                <a:ea typeface="+mj-ea"/>
                <a:cs typeface="Arial" panose="020B0604020202020204" pitchFamily="34" charset="0"/>
              </a:rPr>
              <a:t>页的状态转移表，分别使用顺序编码和基于次态及输入</a:t>
            </a:r>
            <a:r>
              <a:rPr lang="en-US" altLang="zh-CN" sz="2400" b="0" dirty="0">
                <a:latin typeface="Arial" panose="020B0604020202020204" pitchFamily="34" charset="0"/>
                <a:ea typeface="+mj-ea"/>
                <a:cs typeface="Arial" panose="020B0604020202020204" pitchFamily="34" charset="0"/>
              </a:rPr>
              <a:t>/</a:t>
            </a:r>
            <a:r>
              <a:rPr lang="zh-CN" altLang="en-US" sz="2400" b="0" dirty="0">
                <a:latin typeface="Arial" panose="020B0604020202020204" pitchFamily="34" charset="0"/>
                <a:ea typeface="+mj-ea"/>
                <a:cs typeface="Arial" panose="020B0604020202020204" pitchFamily="34" charset="0"/>
              </a:rPr>
              <a:t>输出准则的分配方式进行状态分配，要求写出次态方程与输出方程，并比较这两种分配方式在电路实现上的差异</a:t>
            </a:r>
            <a:r>
              <a:rPr lang="en-US" altLang="zh-CN" sz="2400" b="0" dirty="0">
                <a:latin typeface="Arial" panose="020B0604020202020204" pitchFamily="34" charset="0"/>
                <a:ea typeface="+mj-ea"/>
                <a:cs typeface="Arial" panose="020B0604020202020204" pitchFamily="34" charset="0"/>
              </a:rPr>
              <a:t>.</a:t>
            </a:r>
          </a:p>
        </p:txBody>
      </p:sp>
      <p:sp>
        <p:nvSpPr>
          <p:cNvPr id="3" name="Slide Number Placeholder 2">
            <a:extLst>
              <a:ext uri="{FF2B5EF4-FFF2-40B4-BE49-F238E27FC236}">
                <a16:creationId xmlns:a16="http://schemas.microsoft.com/office/drawing/2014/main" id="{9CA66041-C381-1F46-9FD8-457C9760A10E}"/>
              </a:ext>
            </a:extLst>
          </p:cNvPr>
          <p:cNvSpPr>
            <a:spLocks noGrp="1"/>
          </p:cNvSpPr>
          <p:nvPr>
            <p:ph type="sldNum" sz="quarter" idx="12"/>
          </p:nvPr>
        </p:nvSpPr>
        <p:spPr/>
        <p:txBody>
          <a:bodyPr/>
          <a:lstStyle/>
          <a:p>
            <a:fld id="{176ACFD1-D213-4B9C-817B-45486DBF105A}" type="slidenum">
              <a:rPr lang="en-US" smtClean="0">
                <a:solidFill>
                  <a:prstClr val="black"/>
                </a:solidFill>
              </a:rPr>
              <a:pPr/>
              <a:t>115</a:t>
            </a:fld>
            <a:endParaRPr lang="en-US">
              <a:solidFill>
                <a:prstClr val="black"/>
              </a:solidFill>
            </a:endParaRPr>
          </a:p>
        </p:txBody>
      </p:sp>
    </p:spTree>
    <p:extLst>
      <p:ext uri="{BB962C8B-B14F-4D97-AF65-F5344CB8AC3E}">
        <p14:creationId xmlns:p14="http://schemas.microsoft.com/office/powerpoint/2010/main" val="286542542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A1E38-3818-4644-9042-E18B2C4722A3}"/>
              </a:ext>
            </a:extLst>
          </p:cNvPr>
          <p:cNvSpPr>
            <a:spLocks noGrp="1"/>
          </p:cNvSpPr>
          <p:nvPr>
            <p:ph type="title"/>
          </p:nvPr>
        </p:nvSpPr>
        <p:spPr/>
        <p:txBody>
          <a:bodyPr/>
          <a:lstStyle/>
          <a:p>
            <a:r>
              <a:rPr lang="zh-CN" altLang="en-US" dirty="0"/>
              <a:t>谢谢大家！</a:t>
            </a:r>
            <a:endParaRPr lang="en-CN" dirty="0"/>
          </a:p>
        </p:txBody>
      </p:sp>
      <p:sp>
        <p:nvSpPr>
          <p:cNvPr id="3" name="Content Placeholder 2">
            <a:extLst>
              <a:ext uri="{FF2B5EF4-FFF2-40B4-BE49-F238E27FC236}">
                <a16:creationId xmlns:a16="http://schemas.microsoft.com/office/drawing/2014/main" id="{D08FE695-E291-FC4F-892E-C94BD659B104}"/>
              </a:ext>
            </a:extLst>
          </p:cNvPr>
          <p:cNvSpPr>
            <a:spLocks noGrp="1"/>
          </p:cNvSpPr>
          <p:nvPr>
            <p:ph idx="1"/>
          </p:nvPr>
        </p:nvSpPr>
        <p:spPr/>
        <p:txBody>
          <a:bodyPr/>
          <a:lstStyle/>
          <a:p>
            <a:r>
              <a:rPr lang="x-none" altLang="zh-CN" sz="3200" b="0" dirty="0"/>
              <a:t>课后阅读</a:t>
            </a:r>
            <a:r>
              <a:rPr lang="zh-CN" altLang="en-US" sz="3200" b="0" dirty="0"/>
              <a:t>：更多时序逻辑分析化简实例</a:t>
            </a:r>
            <a:endParaRPr lang="x-none" altLang="zh-CN" sz="3200" b="0" dirty="0"/>
          </a:p>
        </p:txBody>
      </p:sp>
      <p:sp>
        <p:nvSpPr>
          <p:cNvPr id="5" name="Slide Number Placeholder 4">
            <a:extLst>
              <a:ext uri="{FF2B5EF4-FFF2-40B4-BE49-F238E27FC236}">
                <a16:creationId xmlns:a16="http://schemas.microsoft.com/office/drawing/2014/main" id="{6DB72BFF-5F4B-464F-AC68-8B26B0A7EACF}"/>
              </a:ext>
            </a:extLst>
          </p:cNvPr>
          <p:cNvSpPr>
            <a:spLocks noGrp="1"/>
          </p:cNvSpPr>
          <p:nvPr>
            <p:ph type="sldNum" sz="quarter" idx="12"/>
          </p:nvPr>
        </p:nvSpPr>
        <p:spPr/>
        <p:txBody>
          <a:bodyPr/>
          <a:lstStyle/>
          <a:p>
            <a:fld id="{176ACFD1-D213-4B9C-817B-45486DBF105A}" type="slidenum">
              <a:rPr lang="en-US" smtClean="0">
                <a:solidFill>
                  <a:prstClr val="black"/>
                </a:solidFill>
              </a:rPr>
              <a:pPr/>
              <a:t>116</a:t>
            </a:fld>
            <a:endParaRPr lang="en-US">
              <a:solidFill>
                <a:prstClr val="black"/>
              </a:solidFill>
            </a:endParaRPr>
          </a:p>
        </p:txBody>
      </p:sp>
    </p:spTree>
    <p:extLst>
      <p:ext uri="{BB962C8B-B14F-4D97-AF65-F5344CB8AC3E}">
        <p14:creationId xmlns:p14="http://schemas.microsoft.com/office/powerpoint/2010/main" val="216454689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pPr>
              <a:defRPr/>
            </a:pPr>
            <a:fld id="{3259D7DD-E1BE-4482-9234-29898EB39847}" type="slidenum">
              <a:rPr lang="en-US" altLang="zh-CN" smtClean="0"/>
              <a:pPr>
                <a:defRPr/>
              </a:pPr>
              <a:t>117</a:t>
            </a:fld>
            <a:endParaRPr lang="en-US" altLang="zh-CN" dirty="0"/>
          </a:p>
        </p:txBody>
      </p:sp>
      <p:sp>
        <p:nvSpPr>
          <p:cNvPr id="90115" name="Rectangle 6"/>
          <p:cNvSpPr>
            <a:spLocks noGrp="1" noChangeArrowheads="1"/>
          </p:cNvSpPr>
          <p:nvPr>
            <p:ph idx="4294967295"/>
          </p:nvPr>
        </p:nvSpPr>
        <p:spPr>
          <a:xfrm>
            <a:off x="515145" y="1286795"/>
            <a:ext cx="8458200" cy="1438275"/>
          </a:xfrm>
        </p:spPr>
        <p:txBody>
          <a:bodyPr/>
          <a:lstStyle/>
          <a:p>
            <a:r>
              <a:rPr lang="zh-CN" altLang="en-US" sz="2800" b="0" dirty="0">
                <a:latin typeface="Arial" panose="020B0604020202020204" pitchFamily="34" charset="0"/>
                <a:cs typeface="Arial" panose="020B0604020202020204" pitchFamily="34" charset="0"/>
              </a:rPr>
              <a:t>最高优先级</a:t>
            </a:r>
            <a:r>
              <a:rPr lang="en-US" altLang="zh-CN" sz="2800" b="0" dirty="0">
                <a:latin typeface="Arial" panose="020B0604020202020204" pitchFamily="34" charset="0"/>
                <a:cs typeface="Arial" panose="020B0604020202020204" pitchFamily="34" charset="0"/>
              </a:rPr>
              <a:t>:</a:t>
            </a:r>
            <a:r>
              <a:rPr lang="zh-CN" altLang="en-US" sz="2800" b="0" dirty="0">
                <a:latin typeface="Arial" panose="020B0604020202020204" pitchFamily="34" charset="0"/>
                <a:cs typeface="Arial" panose="020B0604020202020204" pitchFamily="34" charset="0"/>
              </a:rPr>
              <a:t>为了简化状态表</a:t>
            </a:r>
            <a:endParaRPr lang="en-US" altLang="zh-CN" sz="2800" b="0" dirty="0">
              <a:latin typeface="Arial" panose="020B0604020202020204" pitchFamily="34" charset="0"/>
              <a:cs typeface="Arial" panose="020B0604020202020204" pitchFamily="34" charset="0"/>
            </a:endParaRPr>
          </a:p>
          <a:p>
            <a:pPr lvl="1"/>
            <a:r>
              <a:rPr lang="zh-CN" altLang="en-US" sz="2400" b="0" dirty="0">
                <a:latin typeface="Arial" panose="020B0604020202020204" pitchFamily="34" charset="0"/>
                <a:cs typeface="Arial" panose="020B0604020202020204" pitchFamily="34" charset="0"/>
              </a:rPr>
              <a:t>输入相同的情况下，</a:t>
            </a:r>
            <a:r>
              <a:rPr lang="zh-CN" altLang="en-US" sz="2400" b="0" dirty="0">
                <a:solidFill>
                  <a:srgbClr val="3333FF"/>
                </a:solidFill>
                <a:latin typeface="Arial" panose="020B0604020202020204" pitchFamily="34" charset="0"/>
                <a:cs typeface="Arial" panose="020B0604020202020204" pitchFamily="34" charset="0"/>
              </a:rPr>
              <a:t>次态相同</a:t>
            </a:r>
            <a:r>
              <a:rPr lang="zh-CN" altLang="en-US" sz="2400" b="0" dirty="0">
                <a:latin typeface="Arial" panose="020B0604020202020204" pitchFamily="34" charset="0"/>
                <a:cs typeface="Arial" panose="020B0604020202020204" pitchFamily="34" charset="0"/>
              </a:rPr>
              <a:t>的状态应该具有</a:t>
            </a:r>
            <a:r>
              <a:rPr lang="zh-CN" altLang="en-US" sz="2400" b="0" dirty="0">
                <a:solidFill>
                  <a:srgbClr val="3333FF"/>
                </a:solidFill>
                <a:latin typeface="Arial" panose="020B0604020202020204" pitchFamily="34" charset="0"/>
                <a:cs typeface="Arial" panose="020B0604020202020204" pitchFamily="34" charset="0"/>
              </a:rPr>
              <a:t>相邻</a:t>
            </a:r>
            <a:r>
              <a:rPr lang="zh-CN" altLang="en-US" sz="2400" b="0" dirty="0">
                <a:latin typeface="Arial" panose="020B0604020202020204" pitchFamily="34" charset="0"/>
                <a:cs typeface="Arial" panose="020B0604020202020204" pitchFamily="34" charset="0"/>
              </a:rPr>
              <a:t>的状态编码（需要考虑不同输入情况）</a:t>
            </a:r>
          </a:p>
        </p:txBody>
      </p:sp>
      <p:grpSp>
        <p:nvGrpSpPr>
          <p:cNvPr id="4" name="Group 3">
            <a:extLst>
              <a:ext uri="{FF2B5EF4-FFF2-40B4-BE49-F238E27FC236}">
                <a16:creationId xmlns:a16="http://schemas.microsoft.com/office/drawing/2014/main" id="{3DB80F99-8920-B94C-BC94-1205D3AA4398}"/>
              </a:ext>
            </a:extLst>
          </p:cNvPr>
          <p:cNvGrpSpPr/>
          <p:nvPr/>
        </p:nvGrpSpPr>
        <p:grpSpPr>
          <a:xfrm>
            <a:off x="3906228" y="2505079"/>
            <a:ext cx="4500184" cy="1812305"/>
            <a:chOff x="3886200" y="2667000"/>
            <a:chExt cx="4500184" cy="1812305"/>
          </a:xfrm>
        </p:grpSpPr>
        <p:pic>
          <p:nvPicPr>
            <p:cNvPr id="37" name="图片 10">
              <a:extLst>
                <a:ext uri="{FF2B5EF4-FFF2-40B4-BE49-F238E27FC236}">
                  <a16:creationId xmlns:a16="http://schemas.microsoft.com/office/drawing/2014/main" id="{36B6F6BE-5FF4-8B4E-A40F-FB8810F71EEC}"/>
                </a:ext>
              </a:extLst>
            </p:cNvPr>
            <p:cNvPicPr>
              <a:picLocks noChangeAspect="1"/>
            </p:cNvPicPr>
            <p:nvPr/>
          </p:nvPicPr>
          <p:blipFill>
            <a:blip r:embed="rId3"/>
            <a:stretch>
              <a:fillRect/>
            </a:stretch>
          </p:blipFill>
          <p:spPr>
            <a:xfrm>
              <a:off x="3886200" y="2667000"/>
              <a:ext cx="3235465" cy="1812305"/>
            </a:xfrm>
            <a:prstGeom prst="rect">
              <a:avLst/>
            </a:prstGeom>
          </p:spPr>
        </p:pic>
        <p:sp>
          <p:nvSpPr>
            <p:cNvPr id="38" name="文本框 12">
              <a:extLst>
                <a:ext uri="{FF2B5EF4-FFF2-40B4-BE49-F238E27FC236}">
                  <a16:creationId xmlns:a16="http://schemas.microsoft.com/office/drawing/2014/main" id="{DF84FD3A-BB48-504C-94EE-4C947C7031E3}"/>
                </a:ext>
              </a:extLst>
            </p:cNvPr>
            <p:cNvSpPr txBox="1"/>
            <p:nvPr/>
          </p:nvSpPr>
          <p:spPr>
            <a:xfrm>
              <a:off x="7052464" y="3396734"/>
              <a:ext cx="1333920"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Arial" panose="020B0604020202020204" pitchFamily="34" charset="0"/>
                </a:rPr>
                <a:t>状态分配表</a:t>
              </a:r>
            </a:p>
          </p:txBody>
        </p:sp>
      </p:grpSp>
      <p:grpSp>
        <p:nvGrpSpPr>
          <p:cNvPr id="6" name="Group 5">
            <a:extLst>
              <a:ext uri="{FF2B5EF4-FFF2-40B4-BE49-F238E27FC236}">
                <a16:creationId xmlns:a16="http://schemas.microsoft.com/office/drawing/2014/main" id="{44987A7E-C7D7-DD4F-9E5E-72FA44D490B6}"/>
              </a:ext>
            </a:extLst>
          </p:cNvPr>
          <p:cNvGrpSpPr/>
          <p:nvPr/>
        </p:nvGrpSpPr>
        <p:grpSpPr>
          <a:xfrm>
            <a:off x="4088346" y="4673857"/>
            <a:ext cx="4884999" cy="1920240"/>
            <a:chOff x="4068318" y="4378578"/>
            <a:chExt cx="4884999" cy="1920240"/>
          </a:xfrm>
        </p:grpSpPr>
        <p:graphicFrame>
          <p:nvGraphicFramePr>
            <p:cNvPr id="36" name="Group 149">
              <a:extLst>
                <a:ext uri="{FF2B5EF4-FFF2-40B4-BE49-F238E27FC236}">
                  <a16:creationId xmlns:a16="http://schemas.microsoft.com/office/drawing/2014/main" id="{0D32A007-D52E-9945-B3A8-3363409BF344}"/>
                </a:ext>
              </a:extLst>
            </p:cNvPr>
            <p:cNvGraphicFramePr>
              <a:graphicFrameLocks/>
            </p:cNvGraphicFramePr>
            <p:nvPr/>
          </p:nvGraphicFramePr>
          <p:xfrm>
            <a:off x="4068318" y="4378578"/>
            <a:ext cx="3192791" cy="1920240"/>
          </p:xfrm>
          <a:graphic>
            <a:graphicData uri="http://schemas.openxmlformats.org/drawingml/2006/table">
              <a:tbl>
                <a:tblPr/>
                <a:tblGrid>
                  <a:gridCol w="888791">
                    <a:extLst>
                      <a:ext uri="{9D8B030D-6E8A-4147-A177-3AD203B41FA5}">
                        <a16:colId xmlns:a16="http://schemas.microsoft.com/office/drawing/2014/main" val="20000"/>
                      </a:ext>
                    </a:extLst>
                  </a:gridCol>
                  <a:gridCol w="576000">
                    <a:extLst>
                      <a:ext uri="{9D8B030D-6E8A-4147-A177-3AD203B41FA5}">
                        <a16:colId xmlns:a16="http://schemas.microsoft.com/office/drawing/2014/main" val="20001"/>
                      </a:ext>
                    </a:extLst>
                  </a:gridCol>
                  <a:gridCol w="576000">
                    <a:extLst>
                      <a:ext uri="{9D8B030D-6E8A-4147-A177-3AD203B41FA5}">
                        <a16:colId xmlns:a16="http://schemas.microsoft.com/office/drawing/2014/main" val="20002"/>
                      </a:ext>
                    </a:extLst>
                  </a:gridCol>
                  <a:gridCol w="576000">
                    <a:extLst>
                      <a:ext uri="{9D8B030D-6E8A-4147-A177-3AD203B41FA5}">
                        <a16:colId xmlns:a16="http://schemas.microsoft.com/office/drawing/2014/main" val="20003"/>
                      </a:ext>
                    </a:extLst>
                  </a:gridCol>
                  <a:gridCol w="576000">
                    <a:extLst>
                      <a:ext uri="{9D8B030D-6E8A-4147-A177-3AD203B41FA5}">
                        <a16:colId xmlns:a16="http://schemas.microsoft.com/office/drawing/2014/main" val="20004"/>
                      </a:ext>
                    </a:extLst>
                  </a:gridCol>
                </a:tblGrid>
                <a:tr h="342928">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1" u="none" strike="noStrike" cap="none" normalizeH="0" baseline="0" dirty="0">
                            <a:ln>
                              <a:noFill/>
                            </a:ln>
                            <a:solidFill>
                              <a:schemeClr val="tx1"/>
                            </a:solidFill>
                            <a:effectLst/>
                            <a:latin typeface="Arial" charset="0"/>
                            <a:ea typeface="宋体" pitchFamily="2" charset="-122"/>
                            <a:cs typeface="Times New Roman" pitchFamily="18" charset="0"/>
                          </a:rPr>
                          <a:t>Q</a:t>
                        </a:r>
                        <a:r>
                          <a:rPr kumimoji="0" lang="en-US" altLang="zh-CN" sz="2000" b="1" i="1" u="none" strike="noStrike" cap="none" normalizeH="0" baseline="-25000" dirty="0">
                            <a:ln>
                              <a:noFill/>
                            </a:ln>
                            <a:solidFill>
                              <a:schemeClr val="tx1"/>
                            </a:solidFill>
                            <a:effectLst/>
                            <a:latin typeface="Arial" charset="0"/>
                            <a:ea typeface="宋体" pitchFamily="2" charset="-122"/>
                            <a:cs typeface="Times New Roman" pitchFamily="18" charset="0"/>
                          </a:rPr>
                          <a:t>3</a:t>
                        </a:r>
                        <a:r>
                          <a:rPr kumimoji="0" lang="en-US" altLang="zh-CN" sz="2000" b="1" i="1" u="none" strike="noStrike" cap="none" normalizeH="0" baseline="0" dirty="0">
                            <a:ln>
                              <a:noFill/>
                            </a:ln>
                            <a:solidFill>
                              <a:schemeClr val="tx1"/>
                            </a:solidFill>
                            <a:effectLst/>
                            <a:latin typeface="Arial" charset="0"/>
                            <a:ea typeface="宋体" pitchFamily="2" charset="-122"/>
                            <a:cs typeface="Times New Roman" pitchFamily="18" charset="0"/>
                          </a:rPr>
                          <a:t>X</a:t>
                        </a:r>
                        <a:r>
                          <a:rPr kumimoji="0" lang="en-US" altLang="zh-CN" sz="2000" b="1" i="0" u="none" strike="noStrike" cap="none" normalizeH="0" baseline="0" dirty="0">
                            <a:ln>
                              <a:noFill/>
                            </a:ln>
                            <a:solidFill>
                              <a:schemeClr val="tx1"/>
                            </a:solidFill>
                            <a:effectLst/>
                            <a:latin typeface="Arial" charset="0"/>
                            <a:ea typeface="宋体" pitchFamily="2" charset="-122"/>
                            <a:cs typeface="Times New Roman" pitchFamily="18" charset="0"/>
                          </a:rPr>
                          <a:t> </a:t>
                        </a:r>
                      </a:p>
                      <a:p>
                        <a:pPr marL="0" marR="0" lvl="0" indent="0" algn="l" defTabSz="914400" rtl="0" eaLnBrk="0" fontAlgn="base" latinLnBrk="0" hangingPunct="0">
                          <a:lnSpc>
                            <a:spcPct val="100000"/>
                          </a:lnSpc>
                          <a:spcBef>
                            <a:spcPct val="0"/>
                          </a:spcBef>
                          <a:spcAft>
                            <a:spcPct val="0"/>
                          </a:spcAft>
                          <a:buClrTx/>
                          <a:buSzPct val="80000"/>
                          <a:buFontTx/>
                          <a:buNone/>
                          <a:tabLst/>
                        </a:pPr>
                        <a:r>
                          <a:rPr kumimoji="0" lang="en-US" altLang="zh-CN" sz="2000" b="1" i="1" u="none" strike="noStrike" cap="none" normalizeH="0" baseline="0" dirty="0">
                            <a:ln>
                              <a:noFill/>
                            </a:ln>
                            <a:solidFill>
                              <a:schemeClr val="tx1"/>
                            </a:solidFill>
                            <a:effectLst/>
                            <a:latin typeface="Arial" charset="0"/>
                            <a:ea typeface="宋体" pitchFamily="2" charset="-122"/>
                          </a:rPr>
                          <a:t>Q</a:t>
                        </a:r>
                        <a:r>
                          <a:rPr kumimoji="0" lang="en-US" altLang="zh-CN" sz="2000" b="1" i="1" u="none" strike="noStrike" cap="none" normalizeH="0" baseline="-25000" dirty="0">
                            <a:ln>
                              <a:noFill/>
                            </a:ln>
                            <a:solidFill>
                              <a:schemeClr val="tx1"/>
                            </a:solidFill>
                            <a:effectLst/>
                            <a:latin typeface="Arial" charset="0"/>
                            <a:ea typeface="宋体" pitchFamily="2" charset="-122"/>
                          </a:rPr>
                          <a:t>1</a:t>
                        </a:r>
                        <a:r>
                          <a:rPr kumimoji="0" lang="en-US" altLang="zh-CN" sz="2000" b="1" i="1" u="none" strike="noStrike" cap="none" normalizeH="0" baseline="0" dirty="0">
                            <a:ln>
                              <a:noFill/>
                            </a:ln>
                            <a:solidFill>
                              <a:schemeClr val="tx1"/>
                            </a:solidFill>
                            <a:effectLst/>
                            <a:latin typeface="Arial" charset="0"/>
                            <a:ea typeface="宋体" pitchFamily="2" charset="-122"/>
                          </a:rPr>
                          <a:t>Q</a:t>
                        </a:r>
                        <a:r>
                          <a:rPr kumimoji="0" lang="en-US" altLang="zh-CN" sz="2000" b="1" i="1" u="none" strike="noStrike" cap="none" normalizeH="0" baseline="-25000" dirty="0">
                            <a:ln>
                              <a:noFill/>
                            </a:ln>
                            <a:solidFill>
                              <a:schemeClr val="tx1"/>
                            </a:solidFill>
                            <a:effectLst/>
                            <a:latin typeface="Arial" charset="0"/>
                            <a:ea typeface="宋体" pitchFamily="2" charset="-122"/>
                          </a:rPr>
                          <a:t>2</a:t>
                        </a:r>
                      </a:p>
                    </a:txBody>
                    <a:tcP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dirty="0">
                            <a:ln>
                              <a:noFill/>
                            </a:ln>
                            <a:solidFill>
                              <a:schemeClr val="tx1"/>
                            </a:solidFill>
                            <a:effectLst/>
                            <a:latin typeface="Arial" charset="0"/>
                            <a:ea typeface="宋体" pitchFamily="2" charset="-122"/>
                            <a:cs typeface="Times New Roman" pitchFamily="18" charset="0"/>
                          </a:rPr>
                          <a:t>00</a:t>
                        </a:r>
                        <a:endParaRPr kumimoji="0" lang="en-US"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dirty="0">
                            <a:ln>
                              <a:noFill/>
                            </a:ln>
                            <a:solidFill>
                              <a:schemeClr val="tx1"/>
                            </a:solidFill>
                            <a:effectLst/>
                            <a:latin typeface="Arial" charset="0"/>
                            <a:ea typeface="宋体" pitchFamily="2" charset="-122"/>
                            <a:cs typeface="Times New Roman" pitchFamily="18" charset="0"/>
                          </a:rPr>
                          <a:t>01</a:t>
                        </a:r>
                        <a:endParaRPr kumimoji="0" lang="en-US"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cs typeface="Times New Roman" pitchFamily="18" charset="0"/>
                          </a:rPr>
                          <a:t>11</a:t>
                        </a:r>
                        <a:endParaRPr kumimoji="0" lang="en-US"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dirty="0">
                            <a:ln>
                              <a:noFill/>
                            </a:ln>
                            <a:solidFill>
                              <a:schemeClr val="tx1"/>
                            </a:solidFill>
                            <a:effectLst/>
                            <a:latin typeface="Arial" charset="0"/>
                            <a:ea typeface="宋体" pitchFamily="2" charset="-122"/>
                            <a:cs typeface="Times New Roman" pitchFamily="18" charset="0"/>
                          </a:rPr>
                          <a:t>10</a:t>
                        </a:r>
                        <a:endParaRPr kumimoji="0" lang="en-US"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r h="253158">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dirty="0">
                            <a:ln>
                              <a:noFill/>
                            </a:ln>
                            <a:solidFill>
                              <a:schemeClr val="tx1"/>
                            </a:solidFill>
                            <a:effectLst/>
                            <a:latin typeface="Arial" charset="0"/>
                            <a:ea typeface="宋体" pitchFamily="2" charset="-122"/>
                            <a:cs typeface="Times New Roman" pitchFamily="18" charset="0"/>
                          </a:rPr>
                          <a:t>00</a:t>
                        </a:r>
                        <a:endParaRPr kumimoji="0" lang="en-US" altLang="zh-CN" sz="2000" b="0" i="0" u="none" strike="noStrike" cap="none" normalizeH="0" baseline="0" dirty="0">
                          <a:ln>
                            <a:noFill/>
                          </a:ln>
                          <a:solidFill>
                            <a:schemeClr val="tx1"/>
                          </a:solidFill>
                          <a:effectLst/>
                          <a:latin typeface="Arial" charset="0"/>
                          <a:ea typeface="宋体" pitchFamily="2" charset="-122"/>
                        </a:endParaRPr>
                      </a:p>
                    </a:txBody>
                    <a:tcPr marL="0" marR="0" marT="0" marB="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A</a:t>
                        </a:r>
                      </a:p>
                    </a:txBody>
                    <a:tcPr marL="0" marR="0" marT="0" marB="0"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B</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C</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B</a:t>
                        </a:r>
                      </a:p>
                    </a:txBody>
                    <a:tcPr marL="0" marR="0" marT="0" marB="0"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253935">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dirty="0">
                            <a:ln>
                              <a:noFill/>
                            </a:ln>
                            <a:solidFill>
                              <a:schemeClr val="tx1"/>
                            </a:solidFill>
                            <a:effectLst/>
                            <a:latin typeface="Arial" charset="0"/>
                            <a:ea typeface="宋体" pitchFamily="2" charset="-122"/>
                            <a:cs typeface="Times New Roman" pitchFamily="18" charset="0"/>
                          </a:rPr>
                          <a:t>01</a:t>
                        </a:r>
                        <a:endParaRPr kumimoji="0" lang="en-US" altLang="zh-CN" sz="2000" b="0" i="0" u="none" strike="noStrike" cap="none" normalizeH="0" baseline="0" dirty="0">
                          <a:ln>
                            <a:noFill/>
                          </a:ln>
                          <a:solidFill>
                            <a:schemeClr val="tx1"/>
                          </a:solidFill>
                          <a:effectLst/>
                          <a:latin typeface="Arial" charset="0"/>
                          <a:ea typeface="宋体" pitchFamily="2" charset="-122"/>
                        </a:endParaRPr>
                      </a:p>
                    </a:txBody>
                    <a:tcPr marL="0" marR="0" marT="0" marB="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F</a:t>
                        </a:r>
                      </a:p>
                    </a:txBody>
                    <a:tcPr marL="0" marR="0" marT="0" marB="0"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G</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E</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cs typeface="Times New Roman" pitchFamily="18" charset="0"/>
                          </a:rPr>
                          <a:t>D</a:t>
                        </a:r>
                      </a:p>
                    </a:txBody>
                    <a:tcPr marL="0" marR="0" marT="0" marB="0"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253935">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dirty="0">
                            <a:ln>
                              <a:noFill/>
                            </a:ln>
                            <a:solidFill>
                              <a:schemeClr val="tx1"/>
                            </a:solidFill>
                            <a:effectLst/>
                            <a:latin typeface="Arial" charset="0"/>
                            <a:ea typeface="宋体" pitchFamily="2" charset="-122"/>
                          </a:rPr>
                          <a:t>11</a:t>
                        </a:r>
                      </a:p>
                    </a:txBody>
                    <a:tcPr marL="0" marR="0" marT="0" marB="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F</a:t>
                        </a:r>
                      </a:p>
                    </a:txBody>
                    <a:tcPr marL="0" marR="0" marT="0" marB="0"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G</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H</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cs typeface="Times New Roman" pitchFamily="18" charset="0"/>
                          </a:rPr>
                          <a:t>D</a:t>
                        </a:r>
                      </a:p>
                    </a:txBody>
                    <a:tcPr marL="0" marR="0" marT="0" marB="0"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224946737"/>
                    </a:ext>
                  </a:extLst>
                </a:tr>
                <a:tr h="253935">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dirty="0">
                            <a:ln>
                              <a:noFill/>
                            </a:ln>
                            <a:solidFill>
                              <a:schemeClr val="tx1"/>
                            </a:solidFill>
                            <a:effectLst/>
                            <a:latin typeface="Arial" charset="0"/>
                            <a:ea typeface="宋体" pitchFamily="2" charset="-122"/>
                          </a:rPr>
                          <a:t>10</a:t>
                        </a:r>
                      </a:p>
                    </a:txBody>
                    <a:tcPr marL="0" marR="0" marT="0" marB="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C</a:t>
                        </a:r>
                      </a:p>
                    </a:txBody>
                    <a:tcPr marL="0" marR="0" marT="0" marB="0"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B</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C</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cs typeface="Times New Roman" pitchFamily="18" charset="0"/>
                          </a:rPr>
                          <a:t>B</a:t>
                        </a:r>
                      </a:p>
                    </a:txBody>
                    <a:tcPr marL="0" marR="0" marT="0" marB="0"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660645347"/>
                    </a:ext>
                  </a:extLst>
                </a:tr>
              </a:tbl>
            </a:graphicData>
          </a:graphic>
        </p:graphicFrame>
        <p:sp>
          <p:nvSpPr>
            <p:cNvPr id="39" name="文本框 13">
              <a:extLst>
                <a:ext uri="{FF2B5EF4-FFF2-40B4-BE49-F238E27FC236}">
                  <a16:creationId xmlns:a16="http://schemas.microsoft.com/office/drawing/2014/main" id="{85C94CD9-E6F3-F74B-99C9-E66FCF498FA5}"/>
                </a:ext>
              </a:extLst>
            </p:cNvPr>
            <p:cNvSpPr txBox="1"/>
            <p:nvPr/>
          </p:nvSpPr>
          <p:spPr>
            <a:xfrm>
              <a:off x="7211242" y="5037286"/>
              <a:ext cx="1742075"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b="0" kern="0" dirty="0">
                  <a:solidFill>
                    <a:srgbClr val="000000"/>
                  </a:solidFill>
                  <a:latin typeface="黑体" panose="02010609060101010101" pitchFamily="49" charset="-122"/>
                  <a:ea typeface="黑体" panose="02010609060101010101" pitchFamily="49" charset="-122"/>
                  <a:cs typeface="Arial" panose="020B0604020202020204" pitchFamily="34" charset="0"/>
                </a:rPr>
                <a:t>状态转移表</a:t>
              </a:r>
              <a:endParaRPr kumimoji="1" lang="zh-CN" altLang="en-US" sz="1800" b="0"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Arial" panose="020B0604020202020204" pitchFamily="34" charset="0"/>
              </a:endParaRPr>
            </a:p>
          </p:txBody>
        </p:sp>
      </p:grpSp>
      <p:sp>
        <p:nvSpPr>
          <p:cNvPr id="40" name="椭圆 11">
            <a:extLst>
              <a:ext uri="{FF2B5EF4-FFF2-40B4-BE49-F238E27FC236}">
                <a16:creationId xmlns:a16="http://schemas.microsoft.com/office/drawing/2014/main" id="{F5D4AC3B-2120-B349-A4F3-F99DDA6F0F07}"/>
              </a:ext>
            </a:extLst>
          </p:cNvPr>
          <p:cNvSpPr/>
          <p:nvPr/>
        </p:nvSpPr>
        <p:spPr bwMode="auto">
          <a:xfrm>
            <a:off x="6623636" y="3419479"/>
            <a:ext cx="326972" cy="326972"/>
          </a:xfrm>
          <a:prstGeom prst="ellipse">
            <a:avLst/>
          </a:prstGeom>
          <a:solidFill>
            <a:srgbClr val="0070C0">
              <a:alpha val="4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Text" lastClr="000000"/>
              </a:solidFill>
              <a:effectLst/>
              <a:uLnTx/>
              <a:uFillTx/>
              <a:latin typeface="Arial" panose="020B0604020202020204" pitchFamily="34" charset="0"/>
              <a:ea typeface="STHeiti" panose="02010600040101010101" pitchFamily="2" charset="-122"/>
              <a:cs typeface="Arial" panose="020B0604020202020204" pitchFamily="34" charset="0"/>
            </a:endParaRPr>
          </a:p>
        </p:txBody>
      </p:sp>
      <p:sp>
        <p:nvSpPr>
          <p:cNvPr id="41" name="椭圆 16">
            <a:extLst>
              <a:ext uri="{FF2B5EF4-FFF2-40B4-BE49-F238E27FC236}">
                <a16:creationId xmlns:a16="http://schemas.microsoft.com/office/drawing/2014/main" id="{47472D92-F081-914F-90DA-EAA6A9289CA8}"/>
              </a:ext>
            </a:extLst>
          </p:cNvPr>
          <p:cNvSpPr/>
          <p:nvPr/>
        </p:nvSpPr>
        <p:spPr bwMode="auto">
          <a:xfrm>
            <a:off x="6608526" y="3800479"/>
            <a:ext cx="326972" cy="326972"/>
          </a:xfrm>
          <a:prstGeom prst="ellipse">
            <a:avLst/>
          </a:prstGeom>
          <a:solidFill>
            <a:srgbClr val="00B050">
              <a:alpha val="4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Text" lastClr="000000"/>
              </a:solidFill>
              <a:effectLst/>
              <a:uLnTx/>
              <a:uFillTx/>
              <a:latin typeface="Arial" panose="020B0604020202020204" pitchFamily="34" charset="0"/>
              <a:ea typeface="STHeiti" panose="02010600040101010101" pitchFamily="2" charset="-122"/>
              <a:cs typeface="Arial" panose="020B0604020202020204" pitchFamily="34" charset="0"/>
            </a:endParaRPr>
          </a:p>
        </p:txBody>
      </p:sp>
      <p:sp>
        <p:nvSpPr>
          <p:cNvPr id="42" name="椭圆 17">
            <a:extLst>
              <a:ext uri="{FF2B5EF4-FFF2-40B4-BE49-F238E27FC236}">
                <a16:creationId xmlns:a16="http://schemas.microsoft.com/office/drawing/2014/main" id="{CA6F077F-7215-1E4A-9B22-F657AEA8A3CE}"/>
              </a:ext>
            </a:extLst>
          </p:cNvPr>
          <p:cNvSpPr/>
          <p:nvPr/>
        </p:nvSpPr>
        <p:spPr bwMode="auto">
          <a:xfrm>
            <a:off x="4924382" y="5673042"/>
            <a:ext cx="1189135" cy="326972"/>
          </a:xfrm>
          <a:prstGeom prst="ellipse">
            <a:avLst/>
          </a:prstGeom>
          <a:solidFill>
            <a:srgbClr val="0070C0">
              <a:alpha val="4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Text" lastClr="000000"/>
              </a:solidFill>
              <a:effectLst/>
              <a:uLnTx/>
              <a:uFillTx/>
              <a:latin typeface="Arial" panose="020B0604020202020204" pitchFamily="34" charset="0"/>
              <a:ea typeface="STHeiti" panose="02010600040101010101" pitchFamily="2" charset="-122"/>
              <a:cs typeface="Arial" panose="020B0604020202020204" pitchFamily="34" charset="0"/>
            </a:endParaRPr>
          </a:p>
        </p:txBody>
      </p:sp>
      <p:sp>
        <p:nvSpPr>
          <p:cNvPr id="43" name="椭圆 18">
            <a:extLst>
              <a:ext uri="{FF2B5EF4-FFF2-40B4-BE49-F238E27FC236}">
                <a16:creationId xmlns:a16="http://schemas.microsoft.com/office/drawing/2014/main" id="{186F06DD-9EC1-AC4A-8E9B-FBD2A660E7A0}"/>
              </a:ext>
            </a:extLst>
          </p:cNvPr>
          <p:cNvSpPr/>
          <p:nvPr/>
        </p:nvSpPr>
        <p:spPr bwMode="auto">
          <a:xfrm>
            <a:off x="4924382" y="5961015"/>
            <a:ext cx="1189134" cy="326972"/>
          </a:xfrm>
          <a:prstGeom prst="ellipse">
            <a:avLst/>
          </a:prstGeom>
          <a:solidFill>
            <a:srgbClr val="00B050">
              <a:alpha val="4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Text" lastClr="000000"/>
              </a:solidFill>
              <a:effectLst/>
              <a:uLnTx/>
              <a:uFillTx/>
              <a:latin typeface="Arial" panose="020B0604020202020204" pitchFamily="34" charset="0"/>
              <a:ea typeface="STHeiti" panose="02010600040101010101" pitchFamily="2" charset="-122"/>
              <a:cs typeface="Arial" panose="020B0604020202020204" pitchFamily="34" charset="0"/>
            </a:endParaRPr>
          </a:p>
        </p:txBody>
      </p:sp>
      <p:sp>
        <p:nvSpPr>
          <p:cNvPr id="44" name="椭圆 19">
            <a:extLst>
              <a:ext uri="{FF2B5EF4-FFF2-40B4-BE49-F238E27FC236}">
                <a16:creationId xmlns:a16="http://schemas.microsoft.com/office/drawing/2014/main" id="{4634DA9B-0668-914C-90F9-587B34612D3C}"/>
              </a:ext>
            </a:extLst>
          </p:cNvPr>
          <p:cNvSpPr/>
          <p:nvPr/>
        </p:nvSpPr>
        <p:spPr bwMode="auto">
          <a:xfrm>
            <a:off x="5116774" y="5594324"/>
            <a:ext cx="326972" cy="811379"/>
          </a:xfrm>
          <a:prstGeom prst="ellipse">
            <a:avLst/>
          </a:prstGeom>
          <a:noFill/>
          <a:ln w="2857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Text" lastClr="000000"/>
              </a:solidFill>
              <a:effectLst/>
              <a:uLnTx/>
              <a:uFillTx/>
              <a:latin typeface="Arial" panose="020B0604020202020204" pitchFamily="34" charset="0"/>
              <a:ea typeface="STHeiti" panose="02010600040101010101" pitchFamily="2" charset="-122"/>
              <a:cs typeface="Arial" panose="020B0604020202020204" pitchFamily="34" charset="0"/>
            </a:endParaRPr>
          </a:p>
        </p:txBody>
      </p:sp>
      <p:sp>
        <p:nvSpPr>
          <p:cNvPr id="45" name="文本框 15">
            <a:extLst>
              <a:ext uri="{FF2B5EF4-FFF2-40B4-BE49-F238E27FC236}">
                <a16:creationId xmlns:a16="http://schemas.microsoft.com/office/drawing/2014/main" id="{58A0A96F-5288-BD4F-9B1D-9B28E977B18D}"/>
              </a:ext>
            </a:extLst>
          </p:cNvPr>
          <p:cNvSpPr txBox="1"/>
          <p:nvPr/>
        </p:nvSpPr>
        <p:spPr>
          <a:xfrm>
            <a:off x="7473529" y="5901366"/>
            <a:ext cx="1229910"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b="0" i="0" u="none" strike="noStrike" kern="0" cap="none" spc="0" normalizeH="0" baseline="0" noProof="0" dirty="0">
                <a:ln>
                  <a:noFill/>
                </a:ln>
                <a:solidFill>
                  <a:srgbClr val="C00000"/>
                </a:solidFill>
                <a:effectLst/>
                <a:uLnTx/>
                <a:uFillTx/>
                <a:latin typeface="黑体" panose="02010609060101010101" pitchFamily="49" charset="-122"/>
                <a:ea typeface="黑体" panose="02010609060101010101" pitchFamily="49" charset="-122"/>
                <a:cs typeface="Arial" panose="020B0604020202020204" pitchFamily="34" charset="0"/>
              </a:rPr>
              <a:t>可以合并</a:t>
            </a:r>
          </a:p>
        </p:txBody>
      </p:sp>
      <p:cxnSp>
        <p:nvCxnSpPr>
          <p:cNvPr id="46" name="曲线连接符 24">
            <a:extLst>
              <a:ext uri="{FF2B5EF4-FFF2-40B4-BE49-F238E27FC236}">
                <a16:creationId xmlns:a16="http://schemas.microsoft.com/office/drawing/2014/main" id="{53A33249-F31B-F147-81ED-158862CD0301}"/>
              </a:ext>
            </a:extLst>
          </p:cNvPr>
          <p:cNvCxnSpPr>
            <a:cxnSpLocks/>
            <a:stCxn id="40" idx="2"/>
            <a:endCxn id="42" idx="0"/>
          </p:cNvCxnSpPr>
          <p:nvPr/>
        </p:nvCxnSpPr>
        <p:spPr bwMode="auto">
          <a:xfrm rot="10800000" flipV="1">
            <a:off x="5518950" y="3582964"/>
            <a:ext cx="1104686" cy="2090077"/>
          </a:xfrm>
          <a:prstGeom prst="curvedConnector2">
            <a:avLst/>
          </a:prstGeom>
          <a:noFill/>
          <a:ln w="38100" cap="flat" cmpd="sng" algn="ctr">
            <a:solidFill>
              <a:srgbClr val="99CCFF">
                <a:lumMod val="25000"/>
              </a:srgbClr>
            </a:solidFill>
            <a:prstDash val="solid"/>
            <a:round/>
            <a:headEnd type="none" w="med" len="med"/>
            <a:tailEnd type="triangle"/>
          </a:ln>
          <a:effectLst/>
        </p:spPr>
      </p:cxnSp>
      <p:cxnSp>
        <p:nvCxnSpPr>
          <p:cNvPr id="47" name="曲线连接符 26">
            <a:extLst>
              <a:ext uri="{FF2B5EF4-FFF2-40B4-BE49-F238E27FC236}">
                <a16:creationId xmlns:a16="http://schemas.microsoft.com/office/drawing/2014/main" id="{88A581E5-6D5E-3348-8213-BDB35F4F337D}"/>
              </a:ext>
            </a:extLst>
          </p:cNvPr>
          <p:cNvCxnSpPr>
            <a:cxnSpLocks/>
            <a:stCxn id="41" idx="4"/>
            <a:endCxn id="43" idx="6"/>
          </p:cNvCxnSpPr>
          <p:nvPr/>
        </p:nvCxnSpPr>
        <p:spPr bwMode="auto">
          <a:xfrm rot="5400000">
            <a:off x="5444239" y="4796728"/>
            <a:ext cx="1997050" cy="658496"/>
          </a:xfrm>
          <a:prstGeom prst="curvedConnector2">
            <a:avLst/>
          </a:prstGeom>
          <a:noFill/>
          <a:ln w="38100" cap="flat" cmpd="sng" algn="ctr">
            <a:solidFill>
              <a:srgbClr val="00B050"/>
            </a:solidFill>
            <a:prstDash val="solid"/>
            <a:round/>
            <a:headEnd type="none" w="med" len="med"/>
            <a:tailEnd type="triangle"/>
          </a:ln>
          <a:effectLst/>
        </p:spPr>
      </p:cxnSp>
      <p:cxnSp>
        <p:nvCxnSpPr>
          <p:cNvPr id="48" name="肘形连接符 29">
            <a:extLst>
              <a:ext uri="{FF2B5EF4-FFF2-40B4-BE49-F238E27FC236}">
                <a16:creationId xmlns:a16="http://schemas.microsoft.com/office/drawing/2014/main" id="{E69F62EE-3ACB-BB48-9E99-46A106B31AE3}"/>
              </a:ext>
            </a:extLst>
          </p:cNvPr>
          <p:cNvCxnSpPr>
            <a:cxnSpLocks/>
            <a:stCxn id="45" idx="2"/>
            <a:endCxn id="44" idx="4"/>
          </p:cNvCxnSpPr>
          <p:nvPr/>
        </p:nvCxnSpPr>
        <p:spPr bwMode="auto">
          <a:xfrm rot="5400000">
            <a:off x="6616870" y="4934088"/>
            <a:ext cx="135005" cy="2808224"/>
          </a:xfrm>
          <a:prstGeom prst="bentConnector3">
            <a:avLst>
              <a:gd name="adj1" fmla="val 269327"/>
            </a:avLst>
          </a:prstGeom>
          <a:noFill/>
          <a:ln w="19050" cap="flat" cmpd="sng" algn="ctr">
            <a:solidFill>
              <a:srgbClr val="C00000"/>
            </a:solidFill>
            <a:prstDash val="solid"/>
            <a:round/>
            <a:headEnd type="none" w="med" len="med"/>
            <a:tailEnd type="triangle"/>
          </a:ln>
          <a:effectLst/>
        </p:spPr>
      </p:cxnSp>
      <p:graphicFrame>
        <p:nvGraphicFramePr>
          <p:cNvPr id="23" name="Group 244">
            <a:extLst>
              <a:ext uri="{FF2B5EF4-FFF2-40B4-BE49-F238E27FC236}">
                <a16:creationId xmlns:a16="http://schemas.microsoft.com/office/drawing/2014/main" id="{A37E1D96-AB57-8649-97BB-7F4A1E02F589}"/>
              </a:ext>
            </a:extLst>
          </p:cNvPr>
          <p:cNvGraphicFramePr>
            <a:graphicFrameLocks/>
          </p:cNvGraphicFramePr>
          <p:nvPr>
            <p:extLst>
              <p:ext uri="{D42A27DB-BD31-4B8C-83A1-F6EECF244321}">
                <p14:modId xmlns:p14="http://schemas.microsoft.com/office/powerpoint/2010/main" val="2985999612"/>
              </p:ext>
            </p:extLst>
          </p:nvPr>
        </p:nvGraphicFramePr>
        <p:xfrm>
          <a:off x="554464" y="2939534"/>
          <a:ext cx="3086400" cy="3654563"/>
        </p:xfrm>
        <a:graphic>
          <a:graphicData uri="http://schemas.openxmlformats.org/drawingml/2006/table">
            <a:tbl>
              <a:tblPr/>
              <a:tblGrid>
                <a:gridCol w="8890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588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495600">
                  <a:extLst>
                    <a:ext uri="{9D8B030D-6E8A-4147-A177-3AD203B41FA5}">
                      <a16:colId xmlns:a16="http://schemas.microsoft.com/office/drawing/2014/main" val="20004"/>
                    </a:ext>
                  </a:extLst>
                </a:gridCol>
              </a:tblGrid>
              <a:tr h="716963">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1800" b="0" i="0" u="none" strike="noStrike" cap="none" normalizeH="0" baseline="0">
                          <a:ln>
                            <a:noFill/>
                          </a:ln>
                          <a:solidFill>
                            <a:schemeClr val="tx1"/>
                          </a:solidFill>
                          <a:effectLst/>
                          <a:latin typeface="+mn-lt"/>
                          <a:ea typeface="+mn-ea"/>
                        </a:rPr>
                        <a:t>现态</a:t>
                      </a:r>
                      <a:endParaRPr kumimoji="0" lang="en-US" altLang="zh-CN" sz="1800" b="0" i="0" u="none" strike="noStrike" cap="none" normalizeH="0" baseline="0" dirty="0">
                        <a:ln>
                          <a:noFill/>
                        </a:ln>
                        <a:solidFill>
                          <a:schemeClr val="tx1"/>
                        </a:solidFill>
                        <a:effectLst/>
                        <a:latin typeface="+mn-lt"/>
                        <a:ea typeface="+mn-ea"/>
                      </a:endParaRPr>
                    </a:p>
                  </a:txBody>
                  <a:tcPr marL="0" marR="0" marT="0" marB="0"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gridSpan="2">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1800" b="0" i="0" u="none" strike="noStrike" cap="none" normalizeH="0" baseline="0">
                          <a:ln>
                            <a:noFill/>
                          </a:ln>
                          <a:solidFill>
                            <a:schemeClr val="tx1"/>
                          </a:solidFill>
                          <a:effectLst/>
                          <a:latin typeface="+mn-lt"/>
                          <a:ea typeface="+mn-ea"/>
                        </a:rPr>
                        <a:t>次态</a:t>
                      </a:r>
                      <a:endParaRPr kumimoji="0" lang="en-US" altLang="zh-CN" sz="1800" b="0" i="0" u="none" strike="noStrike" cap="none" normalizeH="0" baseline="0">
                        <a:ln>
                          <a:noFill/>
                        </a:ln>
                        <a:solidFill>
                          <a:schemeClr val="tx1"/>
                        </a:solidFill>
                        <a:effectLst/>
                        <a:latin typeface="+mn-lt"/>
                        <a:ea typeface="+mn-ea"/>
                      </a:endParaRPr>
                    </a:p>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mn-ea"/>
                        </a:rPr>
                        <a:t>x</a:t>
                      </a:r>
                      <a:r>
                        <a:rPr kumimoji="0" lang="en-US" altLang="zh-CN" sz="2000" b="0" i="0" u="none" strike="noStrike" cap="none" normalizeH="0" baseline="0" dirty="0">
                          <a:ln>
                            <a:noFill/>
                          </a:ln>
                          <a:solidFill>
                            <a:schemeClr val="tx1"/>
                          </a:solidFill>
                          <a:effectLst/>
                          <a:latin typeface="+mn-lt"/>
                          <a:ea typeface="+mn-ea"/>
                        </a:rPr>
                        <a:t>=0 x=1</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tc gridSpan="2">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1800" b="0" i="0" u="none" strike="noStrike" cap="none" normalizeH="0" baseline="0">
                          <a:ln>
                            <a:noFill/>
                          </a:ln>
                          <a:solidFill>
                            <a:schemeClr val="tx1"/>
                          </a:solidFill>
                          <a:effectLst/>
                          <a:latin typeface="+mn-lt"/>
                          <a:ea typeface="+mn-ea"/>
                        </a:rPr>
                        <a:t>输出</a:t>
                      </a:r>
                      <a:endParaRPr kumimoji="0" lang="en-US" altLang="zh-CN" sz="1800" b="0" i="0" u="none" strike="noStrike" cap="none" normalizeH="0" baseline="0" dirty="0">
                        <a:ln>
                          <a:noFill/>
                        </a:ln>
                        <a:solidFill>
                          <a:schemeClr val="tx1"/>
                        </a:solidFill>
                        <a:effectLst/>
                        <a:latin typeface="+mn-lt"/>
                        <a:ea typeface="+mn-ea"/>
                      </a:endParaRPr>
                    </a:p>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mn-ea"/>
                        </a:rPr>
                        <a:t>x=0 x=1</a:t>
                      </a:r>
                    </a:p>
                  </a:txBody>
                  <a:tcPr marL="0" marR="0" marT="0" marB="0"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extLst>
                  <a:ext uri="{0D108BD9-81ED-4DB2-BD59-A6C34878D82A}">
                    <a16:rowId xmlns:a16="http://schemas.microsoft.com/office/drawing/2014/main" val="10000"/>
                  </a:ext>
                </a:extLst>
              </a:tr>
              <a:tr h="36720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669999"/>
                          </a:solidFill>
                          <a:effectLst/>
                          <a:latin typeface="+mn-lt"/>
                          <a:ea typeface="宋体" pitchFamily="2" charset="-122"/>
                        </a:rPr>
                        <a:t>A*</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669999"/>
                          </a:solidFill>
                          <a:effectLst/>
                          <a:latin typeface="+mn-lt"/>
                          <a:ea typeface="宋体" pitchFamily="2" charset="-122"/>
                        </a:rPr>
                        <a:t>B</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36720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FF0000"/>
                          </a:solidFill>
                          <a:effectLst/>
                          <a:latin typeface="+mn-lt"/>
                          <a:ea typeface="宋体" pitchFamily="2" charset="-122"/>
                        </a:rPr>
                        <a:t>B</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FF0000"/>
                          </a:solidFill>
                          <a:effectLst/>
                          <a:latin typeface="+mn-lt"/>
                          <a:ea typeface="宋体" pitchFamily="2" charset="-122"/>
                        </a:rPr>
                        <a:t>B</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FF0000"/>
                          </a:solidFill>
                          <a:effectLst/>
                          <a:latin typeface="+mn-lt"/>
                          <a:ea typeface="宋体" pitchFamily="2" charset="-122"/>
                        </a:rPr>
                        <a:t>C</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36720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0066CC"/>
                          </a:solidFill>
                          <a:effectLst/>
                          <a:latin typeface="+mn-lt"/>
                          <a:ea typeface="宋体" pitchFamily="2" charset="-122"/>
                        </a:rPr>
                        <a:t>C</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0066CC"/>
                          </a:solidFill>
                          <a:effectLst/>
                          <a:latin typeface="+mn-lt"/>
                          <a:ea typeface="宋体" pitchFamily="2" charset="-122"/>
                        </a:rPr>
                        <a:t>D</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E</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36720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1" u="none" strike="noStrike" cap="none" normalizeH="0" baseline="0" dirty="0">
                          <a:ln>
                            <a:noFill/>
                          </a:ln>
                          <a:solidFill>
                            <a:srgbClr val="CC9900"/>
                          </a:solidFill>
                          <a:effectLst/>
                          <a:latin typeface="+mn-lt"/>
                          <a:ea typeface="宋体" pitchFamily="2" charset="-122"/>
                        </a:rPr>
                        <a:t>D</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CC9900"/>
                          </a:solidFill>
                          <a:effectLst/>
                          <a:latin typeface="+mn-lt"/>
                          <a:ea typeface="宋体" pitchFamily="2" charset="-122"/>
                        </a:rPr>
                        <a:t>F</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CC9900"/>
                          </a:solidFill>
                          <a:effectLst/>
                          <a:latin typeface="+mn-lt"/>
                          <a:ea typeface="宋体" pitchFamily="2" charset="-122"/>
                        </a:rPr>
                        <a:t>G</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1</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r h="36720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669999"/>
                          </a:solidFill>
                          <a:effectLst/>
                          <a:latin typeface="+mn-lt"/>
                          <a:ea typeface="宋体" pitchFamily="2" charset="-122"/>
                        </a:rPr>
                        <a:t>E</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C</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669999"/>
                          </a:solidFill>
                          <a:effectLst/>
                          <a:latin typeface="+mn-lt"/>
                          <a:ea typeface="宋体" pitchFamily="2" charset="-122"/>
                        </a:rPr>
                        <a:t>B</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1</a:t>
                      </a: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5"/>
                  </a:ext>
                </a:extLst>
              </a:tr>
              <a:tr h="36720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0066CC"/>
                          </a:solidFill>
                          <a:effectLst/>
                          <a:latin typeface="+mn-lt"/>
                          <a:ea typeface="宋体" pitchFamily="2" charset="-122"/>
                        </a:rPr>
                        <a:t>F</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0066CC"/>
                          </a:solidFill>
                          <a:effectLst/>
                          <a:latin typeface="+mn-lt"/>
                          <a:ea typeface="宋体" pitchFamily="2" charset="-122"/>
                        </a:rPr>
                        <a:t>D</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H</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1</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6"/>
                  </a:ext>
                </a:extLst>
              </a:tr>
              <a:tr h="36720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FF0000"/>
                          </a:solidFill>
                          <a:effectLst/>
                          <a:latin typeface="+mn-lt"/>
                          <a:ea typeface="宋体" pitchFamily="2" charset="-122"/>
                        </a:rPr>
                        <a:t>G</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FF0000"/>
                          </a:solidFill>
                          <a:effectLst/>
                          <a:latin typeface="+mn-lt"/>
                          <a:ea typeface="宋体" pitchFamily="2" charset="-122"/>
                        </a:rPr>
                        <a:t>B</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FF0000"/>
                          </a:solidFill>
                          <a:effectLst/>
                          <a:latin typeface="+mn-lt"/>
                          <a:ea typeface="宋体" pitchFamily="2" charset="-122"/>
                        </a:rPr>
                        <a:t>C</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1</a:t>
                      </a: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7"/>
                  </a:ext>
                </a:extLst>
              </a:tr>
              <a:tr h="36720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1" u="none" strike="noStrike" cap="none" normalizeH="0" baseline="0" dirty="0">
                          <a:ln>
                            <a:noFill/>
                          </a:ln>
                          <a:solidFill>
                            <a:srgbClr val="CC9900"/>
                          </a:solidFill>
                          <a:effectLst/>
                          <a:latin typeface="+mn-lt"/>
                          <a:ea typeface="宋体" pitchFamily="2" charset="-122"/>
                        </a:rPr>
                        <a:t>H</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CC9900"/>
                          </a:solidFill>
                          <a:effectLst/>
                          <a:latin typeface="+mn-lt"/>
                          <a:ea typeface="宋体" pitchFamily="2" charset="-122"/>
                        </a:rPr>
                        <a:t>F</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CC9900"/>
                          </a:solidFill>
                          <a:effectLst/>
                          <a:latin typeface="+mn-lt"/>
                          <a:ea typeface="宋体" pitchFamily="2" charset="-122"/>
                        </a:rPr>
                        <a:t>G</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8"/>
                  </a:ext>
                </a:extLst>
              </a:tr>
            </a:tbl>
          </a:graphicData>
        </a:graphic>
      </p:graphicFrame>
      <p:sp>
        <p:nvSpPr>
          <p:cNvPr id="2" name="Title 4">
            <a:extLst>
              <a:ext uri="{FF2B5EF4-FFF2-40B4-BE49-F238E27FC236}">
                <a16:creationId xmlns:a16="http://schemas.microsoft.com/office/drawing/2014/main" id="{203737EC-D5B7-99F4-4053-A02D59490164}"/>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latin typeface="黑体" panose="02010609060101010101" pitchFamily="49" charset="-122"/>
                <a:ea typeface="黑体" panose="02010609060101010101" pitchFamily="49" charset="-122"/>
              </a:rPr>
              <a:t>基于次态和输入</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输出的准则</a:t>
            </a:r>
            <a:endParaRPr lang="en-CN" altLang="zh-CN" sz="4000" dirty="0">
              <a:solidFill>
                <a:srgbClr val="0000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29724301"/>
      </p:ext>
    </p:extLst>
  </p:cSld>
  <p:clrMapOvr>
    <a:masterClrMapping/>
  </p:clrMapOvr>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46" name="灯片编号占位符 28"/>
          <p:cNvSpPr>
            <a:spLocks noGrp="1"/>
          </p:cNvSpPr>
          <p:nvPr>
            <p:ph type="sldNum" sz="quarter" idx="12"/>
          </p:nvPr>
        </p:nvSpPr>
        <p:spPr>
          <a:noFill/>
        </p:spPr>
        <p:txBody>
          <a:bodyPr/>
          <a:lstStyle/>
          <a:p>
            <a:fld id="{C543CCC9-946C-4522-A62B-7CBEE3F2A4C3}" type="slidenum">
              <a:rPr lang="en-US" altLang="zh-CN" smtClean="0">
                <a:latin typeface="+mn-lt"/>
              </a:rPr>
              <a:pPr/>
              <a:t>118</a:t>
            </a:fld>
            <a:endParaRPr lang="en-US" altLang="zh-CN">
              <a:latin typeface="+mn-lt"/>
            </a:endParaRPr>
          </a:p>
        </p:txBody>
      </p:sp>
      <p:sp>
        <p:nvSpPr>
          <p:cNvPr id="506938" name="Text Box 58"/>
          <p:cNvSpPr txBox="1">
            <a:spLocks noChangeArrowheads="1"/>
          </p:cNvSpPr>
          <p:nvPr/>
        </p:nvSpPr>
        <p:spPr bwMode="auto">
          <a:xfrm>
            <a:off x="4647696" y="1480705"/>
            <a:ext cx="4616954" cy="461665"/>
          </a:xfrm>
          <a:prstGeom prst="rect">
            <a:avLst/>
          </a:prstGeom>
          <a:noFill/>
          <a:ln w="9525">
            <a:noFill/>
            <a:miter lim="800000"/>
            <a:headEnd/>
            <a:tailEnd/>
          </a:ln>
        </p:spPr>
        <p:txBody>
          <a:bodyPr wrap="square">
            <a:spAutoFit/>
          </a:bodyPr>
          <a:lstStyle/>
          <a:p>
            <a:pPr algn="l">
              <a:spcBef>
                <a:spcPct val="50000"/>
              </a:spcBef>
            </a:pPr>
            <a:r>
              <a:rPr lang="zh-CN" altLang="en-US" sz="2400" b="0" dirty="0">
                <a:solidFill>
                  <a:schemeClr val="tx1"/>
                </a:solidFill>
                <a:latin typeface="黑体" panose="02010609060101010101" pitchFamily="49" charset="-122"/>
                <a:ea typeface="黑体" panose="02010609060101010101" pitchFamily="49" charset="-122"/>
              </a:rPr>
              <a:t>输出不相同的状态对有</a:t>
            </a:r>
            <a:r>
              <a:rPr lang="en-US" altLang="zh-CN" sz="2400" b="0" dirty="0">
                <a:solidFill>
                  <a:schemeClr val="tx1"/>
                </a:solidFill>
                <a:latin typeface="+mn-lt"/>
                <a:ea typeface="黑体" panose="02010609060101010101" pitchFamily="49" charset="-122"/>
              </a:rPr>
              <a:t>:</a:t>
            </a:r>
          </a:p>
        </p:txBody>
      </p:sp>
      <p:graphicFrame>
        <p:nvGraphicFramePr>
          <p:cNvPr id="506939" name="Object 59"/>
          <p:cNvGraphicFramePr>
            <a:graphicFrameLocks noChangeAspect="1"/>
          </p:cNvGraphicFramePr>
          <p:nvPr>
            <p:extLst>
              <p:ext uri="{D42A27DB-BD31-4B8C-83A1-F6EECF244321}">
                <p14:modId xmlns:p14="http://schemas.microsoft.com/office/powerpoint/2010/main" val="3434732610"/>
              </p:ext>
            </p:extLst>
          </p:nvPr>
        </p:nvGraphicFramePr>
        <p:xfrm>
          <a:off x="4616450" y="2424970"/>
          <a:ext cx="825500" cy="339725"/>
        </p:xfrm>
        <a:graphic>
          <a:graphicData uri="http://schemas.openxmlformats.org/presentationml/2006/ole">
            <mc:AlternateContent xmlns:mc="http://schemas.openxmlformats.org/markup-compatibility/2006">
              <mc:Choice xmlns:v="urn:schemas-microsoft-com:vml" Requires="v">
                <p:oleObj name="Equation" r:id="rId3" imgW="368280" imgH="139680" progId="">
                  <p:embed/>
                </p:oleObj>
              </mc:Choice>
              <mc:Fallback>
                <p:oleObj name="Equation" r:id="rId3" imgW="368280" imgH="139680" progId="">
                  <p:embed/>
                  <p:pic>
                    <p:nvPicPr>
                      <p:cNvPr id="506939" name="Object 5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16450" y="2424970"/>
                        <a:ext cx="825500" cy="339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06940" name="Object 60"/>
          <p:cNvGraphicFramePr>
            <a:graphicFrameLocks noChangeAspect="1"/>
          </p:cNvGraphicFramePr>
          <p:nvPr>
            <p:extLst>
              <p:ext uri="{D42A27DB-BD31-4B8C-83A1-F6EECF244321}">
                <p14:modId xmlns:p14="http://schemas.microsoft.com/office/powerpoint/2010/main" val="565327838"/>
              </p:ext>
            </p:extLst>
          </p:nvPr>
        </p:nvGraphicFramePr>
        <p:xfrm>
          <a:off x="5546725" y="2029683"/>
          <a:ext cx="796925" cy="371475"/>
        </p:xfrm>
        <a:graphic>
          <a:graphicData uri="http://schemas.openxmlformats.org/presentationml/2006/ole">
            <mc:AlternateContent xmlns:mc="http://schemas.openxmlformats.org/markup-compatibility/2006">
              <mc:Choice xmlns:v="urn:schemas-microsoft-com:vml" Requires="v">
                <p:oleObj name="Equation" r:id="rId5" imgW="355320" imgH="152280" progId="">
                  <p:embed/>
                </p:oleObj>
              </mc:Choice>
              <mc:Fallback>
                <p:oleObj name="Equation" r:id="rId5" imgW="355320" imgH="152280" progId="">
                  <p:embed/>
                  <p:pic>
                    <p:nvPicPr>
                      <p:cNvPr id="506940" name="Object 6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46725" y="2029683"/>
                        <a:ext cx="796925"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06941" name="Object 61"/>
          <p:cNvGraphicFramePr>
            <a:graphicFrameLocks noChangeAspect="1"/>
          </p:cNvGraphicFramePr>
          <p:nvPr>
            <p:extLst>
              <p:ext uri="{D42A27DB-BD31-4B8C-83A1-F6EECF244321}">
                <p14:modId xmlns:p14="http://schemas.microsoft.com/office/powerpoint/2010/main" val="2619632441"/>
              </p:ext>
            </p:extLst>
          </p:nvPr>
        </p:nvGraphicFramePr>
        <p:xfrm>
          <a:off x="5532438" y="2410683"/>
          <a:ext cx="825500" cy="369887"/>
        </p:xfrm>
        <a:graphic>
          <a:graphicData uri="http://schemas.openxmlformats.org/presentationml/2006/ole">
            <mc:AlternateContent xmlns:mc="http://schemas.openxmlformats.org/markup-compatibility/2006">
              <mc:Choice xmlns:v="urn:schemas-microsoft-com:vml" Requires="v">
                <p:oleObj name="Equation" r:id="rId7" imgW="368280" imgH="152280" progId="">
                  <p:embed/>
                </p:oleObj>
              </mc:Choice>
              <mc:Fallback>
                <p:oleObj name="Equation" r:id="rId7" imgW="368280" imgH="152280" progId="">
                  <p:embed/>
                  <p:pic>
                    <p:nvPicPr>
                      <p:cNvPr id="506941" name="Object 6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32438" y="2410683"/>
                        <a:ext cx="825500" cy="3698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06942" name="Object 62"/>
          <p:cNvGraphicFramePr>
            <a:graphicFrameLocks noChangeAspect="1"/>
          </p:cNvGraphicFramePr>
          <p:nvPr>
            <p:extLst>
              <p:ext uri="{D42A27DB-BD31-4B8C-83A1-F6EECF244321}">
                <p14:modId xmlns:p14="http://schemas.microsoft.com/office/powerpoint/2010/main" val="3297117979"/>
              </p:ext>
            </p:extLst>
          </p:nvPr>
        </p:nvGraphicFramePr>
        <p:xfrm>
          <a:off x="6410325" y="2029683"/>
          <a:ext cx="827088" cy="339725"/>
        </p:xfrm>
        <a:graphic>
          <a:graphicData uri="http://schemas.openxmlformats.org/presentationml/2006/ole">
            <mc:AlternateContent xmlns:mc="http://schemas.openxmlformats.org/markup-compatibility/2006">
              <mc:Choice xmlns:v="urn:schemas-microsoft-com:vml" Requires="v">
                <p:oleObj name="Equation" r:id="rId9" imgW="368280" imgH="139680" progId="">
                  <p:embed/>
                </p:oleObj>
              </mc:Choice>
              <mc:Fallback>
                <p:oleObj name="Equation" r:id="rId9" imgW="368280" imgH="139680" progId="">
                  <p:embed/>
                  <p:pic>
                    <p:nvPicPr>
                      <p:cNvPr id="506942" name="Object 6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10325" y="2029683"/>
                        <a:ext cx="827088" cy="339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06943" name="Object 63"/>
          <p:cNvGraphicFramePr>
            <a:graphicFrameLocks noChangeAspect="1"/>
          </p:cNvGraphicFramePr>
          <p:nvPr>
            <p:extLst>
              <p:ext uri="{D42A27DB-BD31-4B8C-83A1-F6EECF244321}">
                <p14:modId xmlns:p14="http://schemas.microsoft.com/office/powerpoint/2010/main" val="3008882658"/>
              </p:ext>
            </p:extLst>
          </p:nvPr>
        </p:nvGraphicFramePr>
        <p:xfrm>
          <a:off x="6399213" y="2409095"/>
          <a:ext cx="852487" cy="339725"/>
        </p:xfrm>
        <a:graphic>
          <a:graphicData uri="http://schemas.openxmlformats.org/presentationml/2006/ole">
            <mc:AlternateContent xmlns:mc="http://schemas.openxmlformats.org/markup-compatibility/2006">
              <mc:Choice xmlns:v="urn:schemas-microsoft-com:vml" Requires="v">
                <p:oleObj name="Equation" r:id="rId11" imgW="380880" imgH="139680" progId="">
                  <p:embed/>
                </p:oleObj>
              </mc:Choice>
              <mc:Fallback>
                <p:oleObj name="Equation" r:id="rId11" imgW="380880" imgH="139680" progId="">
                  <p:embed/>
                  <p:pic>
                    <p:nvPicPr>
                      <p:cNvPr id="506943" name="Object 6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399213" y="2409095"/>
                        <a:ext cx="852487" cy="339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06944" name="Object 64"/>
          <p:cNvGraphicFramePr>
            <a:graphicFrameLocks noChangeAspect="1"/>
          </p:cNvGraphicFramePr>
          <p:nvPr>
            <p:extLst>
              <p:ext uri="{D42A27DB-BD31-4B8C-83A1-F6EECF244321}">
                <p14:modId xmlns:p14="http://schemas.microsoft.com/office/powerpoint/2010/main" val="1313291794"/>
              </p:ext>
            </p:extLst>
          </p:nvPr>
        </p:nvGraphicFramePr>
        <p:xfrm>
          <a:off x="7340600" y="2029683"/>
          <a:ext cx="798513" cy="339725"/>
        </p:xfrm>
        <a:graphic>
          <a:graphicData uri="http://schemas.openxmlformats.org/presentationml/2006/ole">
            <mc:AlternateContent xmlns:mc="http://schemas.openxmlformats.org/markup-compatibility/2006">
              <mc:Choice xmlns:v="urn:schemas-microsoft-com:vml" Requires="v">
                <p:oleObj name="Equation" r:id="rId13" imgW="355320" imgH="139680" progId="">
                  <p:embed/>
                </p:oleObj>
              </mc:Choice>
              <mc:Fallback>
                <p:oleObj name="Equation" r:id="rId13" imgW="355320" imgH="139680" progId="">
                  <p:embed/>
                  <p:pic>
                    <p:nvPicPr>
                      <p:cNvPr id="506944" name="Object 6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340600" y="2029683"/>
                        <a:ext cx="798513" cy="339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06945" name="Object 65"/>
          <p:cNvGraphicFramePr>
            <a:graphicFrameLocks noChangeAspect="1"/>
          </p:cNvGraphicFramePr>
          <p:nvPr>
            <p:extLst>
              <p:ext uri="{D42A27DB-BD31-4B8C-83A1-F6EECF244321}">
                <p14:modId xmlns:p14="http://schemas.microsoft.com/office/powerpoint/2010/main" val="1591596315"/>
              </p:ext>
            </p:extLst>
          </p:nvPr>
        </p:nvGraphicFramePr>
        <p:xfrm>
          <a:off x="7327900" y="2409095"/>
          <a:ext cx="825500" cy="339725"/>
        </p:xfrm>
        <a:graphic>
          <a:graphicData uri="http://schemas.openxmlformats.org/presentationml/2006/ole">
            <mc:AlternateContent xmlns:mc="http://schemas.openxmlformats.org/markup-compatibility/2006">
              <mc:Choice xmlns:v="urn:schemas-microsoft-com:vml" Requires="v">
                <p:oleObj name="Equation" r:id="rId15" imgW="368280" imgH="139680" progId="">
                  <p:embed/>
                </p:oleObj>
              </mc:Choice>
              <mc:Fallback>
                <p:oleObj name="Equation" r:id="rId15" imgW="368280" imgH="139680" progId="">
                  <p:embed/>
                  <p:pic>
                    <p:nvPicPr>
                      <p:cNvPr id="506945" name="Object 6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327900" y="2409095"/>
                        <a:ext cx="825500" cy="339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06946" name="Object 66"/>
          <p:cNvGraphicFramePr>
            <a:graphicFrameLocks noChangeAspect="1"/>
          </p:cNvGraphicFramePr>
          <p:nvPr>
            <p:extLst>
              <p:ext uri="{D42A27DB-BD31-4B8C-83A1-F6EECF244321}">
                <p14:modId xmlns:p14="http://schemas.microsoft.com/office/powerpoint/2010/main" val="1774238342"/>
              </p:ext>
            </p:extLst>
          </p:nvPr>
        </p:nvGraphicFramePr>
        <p:xfrm>
          <a:off x="8191500" y="2015395"/>
          <a:ext cx="796925" cy="369888"/>
        </p:xfrm>
        <a:graphic>
          <a:graphicData uri="http://schemas.openxmlformats.org/presentationml/2006/ole">
            <mc:AlternateContent xmlns:mc="http://schemas.openxmlformats.org/markup-compatibility/2006">
              <mc:Choice xmlns:v="urn:schemas-microsoft-com:vml" Requires="v">
                <p:oleObj name="Equation" r:id="rId17" imgW="355320" imgH="152280" progId="">
                  <p:embed/>
                </p:oleObj>
              </mc:Choice>
              <mc:Fallback>
                <p:oleObj name="Equation" r:id="rId17" imgW="355320" imgH="152280" progId="">
                  <p:embed/>
                  <p:pic>
                    <p:nvPicPr>
                      <p:cNvPr id="506946" name="Object 6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191500" y="2015395"/>
                        <a:ext cx="796925" cy="369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06947" name="Object 67"/>
          <p:cNvGraphicFramePr>
            <a:graphicFrameLocks noChangeAspect="1"/>
          </p:cNvGraphicFramePr>
          <p:nvPr>
            <p:extLst>
              <p:ext uri="{D42A27DB-BD31-4B8C-83A1-F6EECF244321}">
                <p14:modId xmlns:p14="http://schemas.microsoft.com/office/powerpoint/2010/main" val="4153450129"/>
              </p:ext>
            </p:extLst>
          </p:nvPr>
        </p:nvGraphicFramePr>
        <p:xfrm>
          <a:off x="8178800" y="2393220"/>
          <a:ext cx="823913" cy="371475"/>
        </p:xfrm>
        <a:graphic>
          <a:graphicData uri="http://schemas.openxmlformats.org/presentationml/2006/ole">
            <mc:AlternateContent xmlns:mc="http://schemas.openxmlformats.org/markup-compatibility/2006">
              <mc:Choice xmlns:v="urn:schemas-microsoft-com:vml" Requires="v">
                <p:oleObj name="Equation" r:id="rId19" imgW="368280" imgH="152280" progId="">
                  <p:embed/>
                </p:oleObj>
              </mc:Choice>
              <mc:Fallback>
                <p:oleObj name="Equation" r:id="rId19" imgW="368280" imgH="152280" progId="">
                  <p:embed/>
                  <p:pic>
                    <p:nvPicPr>
                      <p:cNvPr id="506947" name="Object 6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178800" y="2393220"/>
                        <a:ext cx="823913"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06948" name="Text Box 68"/>
          <p:cNvSpPr txBox="1">
            <a:spLocks noChangeArrowheads="1"/>
          </p:cNvSpPr>
          <p:nvPr/>
        </p:nvSpPr>
        <p:spPr bwMode="auto">
          <a:xfrm>
            <a:off x="5121275" y="3870140"/>
            <a:ext cx="333375" cy="519113"/>
          </a:xfrm>
          <a:prstGeom prst="rect">
            <a:avLst/>
          </a:prstGeom>
          <a:noFill/>
          <a:ln w="9525">
            <a:noFill/>
            <a:miter lim="800000"/>
            <a:headEnd/>
            <a:tailEnd/>
          </a:ln>
        </p:spPr>
        <p:txBody>
          <a:bodyPr>
            <a:spAutoFit/>
          </a:bodyPr>
          <a:lstStyle/>
          <a:p>
            <a:pPr algn="l">
              <a:spcBef>
                <a:spcPct val="50000"/>
              </a:spcBef>
            </a:pPr>
            <a:r>
              <a:rPr lang="en-US" altLang="zh-CN" sz="2800" b="0">
                <a:latin typeface="+mn-lt"/>
              </a:rPr>
              <a:t>?</a:t>
            </a:r>
          </a:p>
        </p:txBody>
      </p:sp>
      <p:graphicFrame>
        <p:nvGraphicFramePr>
          <p:cNvPr id="506949" name="Object 69"/>
          <p:cNvGraphicFramePr>
            <a:graphicFrameLocks noChangeAspect="1"/>
          </p:cNvGraphicFramePr>
          <p:nvPr>
            <p:extLst>
              <p:ext uri="{D42A27DB-BD31-4B8C-83A1-F6EECF244321}">
                <p14:modId xmlns:p14="http://schemas.microsoft.com/office/powerpoint/2010/main" val="363900301"/>
              </p:ext>
            </p:extLst>
          </p:nvPr>
        </p:nvGraphicFramePr>
        <p:xfrm>
          <a:off x="4856162" y="3401828"/>
          <a:ext cx="996950" cy="425450"/>
        </p:xfrm>
        <a:graphic>
          <a:graphicData uri="http://schemas.openxmlformats.org/presentationml/2006/ole">
            <mc:AlternateContent xmlns:mc="http://schemas.openxmlformats.org/markup-compatibility/2006">
              <mc:Choice xmlns:v="urn:schemas-microsoft-com:vml" Requires="v">
                <p:oleObj name="Equation" r:id="rId21" imgW="355320" imgH="139680" progId="">
                  <p:embed/>
                </p:oleObj>
              </mc:Choice>
              <mc:Fallback>
                <p:oleObj name="Equation" r:id="rId21" imgW="355320" imgH="139680" progId="">
                  <p:embed/>
                  <p:pic>
                    <p:nvPicPr>
                      <p:cNvPr id="506949" name="Object 69"/>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856162" y="3401828"/>
                        <a:ext cx="996950" cy="425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06950" name="Object 70"/>
          <p:cNvGraphicFramePr>
            <a:graphicFrameLocks noChangeAspect="1"/>
          </p:cNvGraphicFramePr>
          <p:nvPr>
            <p:extLst>
              <p:ext uri="{D42A27DB-BD31-4B8C-83A1-F6EECF244321}">
                <p14:modId xmlns:p14="http://schemas.microsoft.com/office/powerpoint/2010/main" val="2983467311"/>
              </p:ext>
            </p:extLst>
          </p:nvPr>
        </p:nvGraphicFramePr>
        <p:xfrm>
          <a:off x="6018212" y="3411353"/>
          <a:ext cx="2957513" cy="474662"/>
        </p:xfrm>
        <a:graphic>
          <a:graphicData uri="http://schemas.openxmlformats.org/presentationml/2006/ole">
            <mc:AlternateContent xmlns:mc="http://schemas.openxmlformats.org/markup-compatibility/2006">
              <mc:Choice xmlns:v="urn:schemas-microsoft-com:vml" Requires="v">
                <p:oleObj name="Equation" r:id="rId23" imgW="1028520" imgH="152280" progId="">
                  <p:embed/>
                </p:oleObj>
              </mc:Choice>
              <mc:Fallback>
                <p:oleObj name="Equation" r:id="rId23" imgW="1028520" imgH="152280" progId="">
                  <p:embed/>
                  <p:pic>
                    <p:nvPicPr>
                      <p:cNvPr id="506950" name="Object 70"/>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018212" y="3411353"/>
                        <a:ext cx="2957513" cy="4746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06951" name="Text Box 71"/>
          <p:cNvSpPr txBox="1">
            <a:spLocks noChangeArrowheads="1"/>
          </p:cNvSpPr>
          <p:nvPr/>
        </p:nvSpPr>
        <p:spPr bwMode="auto">
          <a:xfrm>
            <a:off x="6316662" y="3366903"/>
            <a:ext cx="333375" cy="519112"/>
          </a:xfrm>
          <a:prstGeom prst="rect">
            <a:avLst/>
          </a:prstGeom>
          <a:noFill/>
          <a:ln w="9525">
            <a:noFill/>
            <a:miter lim="800000"/>
            <a:headEnd/>
            <a:tailEnd/>
          </a:ln>
        </p:spPr>
        <p:txBody>
          <a:bodyPr>
            <a:spAutoFit/>
          </a:bodyPr>
          <a:lstStyle/>
          <a:p>
            <a:pPr algn="l">
              <a:spcBef>
                <a:spcPct val="50000"/>
              </a:spcBef>
            </a:pPr>
            <a:r>
              <a:rPr lang="en-US" altLang="zh-CN" sz="2800" b="0">
                <a:solidFill>
                  <a:schemeClr val="tx1"/>
                </a:solidFill>
                <a:latin typeface="+mn-lt"/>
              </a:rPr>
              <a:t>?</a:t>
            </a:r>
          </a:p>
        </p:txBody>
      </p:sp>
      <p:sp>
        <p:nvSpPr>
          <p:cNvPr id="506952" name="Text Box 72"/>
          <p:cNvSpPr txBox="1">
            <a:spLocks noChangeArrowheads="1"/>
          </p:cNvSpPr>
          <p:nvPr/>
        </p:nvSpPr>
        <p:spPr bwMode="auto">
          <a:xfrm>
            <a:off x="6915150" y="3352615"/>
            <a:ext cx="331787" cy="519113"/>
          </a:xfrm>
          <a:prstGeom prst="rect">
            <a:avLst/>
          </a:prstGeom>
          <a:noFill/>
          <a:ln w="9525">
            <a:noFill/>
            <a:miter lim="800000"/>
            <a:headEnd/>
            <a:tailEnd/>
          </a:ln>
        </p:spPr>
        <p:txBody>
          <a:bodyPr>
            <a:spAutoFit/>
          </a:bodyPr>
          <a:lstStyle/>
          <a:p>
            <a:pPr algn="l">
              <a:spcBef>
                <a:spcPct val="50000"/>
              </a:spcBef>
            </a:pPr>
            <a:r>
              <a:rPr lang="en-US" altLang="zh-CN" sz="2800" b="0">
                <a:solidFill>
                  <a:schemeClr val="tx1"/>
                </a:solidFill>
                <a:latin typeface="+mn-lt"/>
              </a:rPr>
              <a:t>?</a:t>
            </a:r>
          </a:p>
        </p:txBody>
      </p:sp>
      <p:sp>
        <p:nvSpPr>
          <p:cNvPr id="506953" name="Text Box 73"/>
          <p:cNvSpPr txBox="1">
            <a:spLocks noChangeArrowheads="1"/>
          </p:cNvSpPr>
          <p:nvPr/>
        </p:nvSpPr>
        <p:spPr bwMode="auto">
          <a:xfrm>
            <a:off x="7580312" y="3366903"/>
            <a:ext cx="333375" cy="519112"/>
          </a:xfrm>
          <a:prstGeom prst="rect">
            <a:avLst/>
          </a:prstGeom>
          <a:noFill/>
          <a:ln w="9525">
            <a:noFill/>
            <a:miter lim="800000"/>
            <a:headEnd/>
            <a:tailEnd/>
          </a:ln>
        </p:spPr>
        <p:txBody>
          <a:bodyPr>
            <a:spAutoFit/>
          </a:bodyPr>
          <a:lstStyle/>
          <a:p>
            <a:pPr algn="l">
              <a:spcBef>
                <a:spcPct val="50000"/>
              </a:spcBef>
            </a:pPr>
            <a:r>
              <a:rPr lang="en-US" altLang="zh-CN" sz="2800" b="0">
                <a:solidFill>
                  <a:schemeClr val="tx1"/>
                </a:solidFill>
                <a:latin typeface="+mn-lt"/>
              </a:rPr>
              <a:t>?</a:t>
            </a:r>
          </a:p>
        </p:txBody>
      </p:sp>
      <p:sp>
        <p:nvSpPr>
          <p:cNvPr id="506954" name="Text Box 74"/>
          <p:cNvSpPr txBox="1">
            <a:spLocks noChangeArrowheads="1"/>
          </p:cNvSpPr>
          <p:nvPr/>
        </p:nvSpPr>
        <p:spPr bwMode="auto">
          <a:xfrm>
            <a:off x="8245475" y="3366903"/>
            <a:ext cx="333375" cy="519112"/>
          </a:xfrm>
          <a:prstGeom prst="rect">
            <a:avLst/>
          </a:prstGeom>
          <a:noFill/>
          <a:ln w="9525">
            <a:noFill/>
            <a:miter lim="800000"/>
            <a:headEnd/>
            <a:tailEnd/>
          </a:ln>
        </p:spPr>
        <p:txBody>
          <a:bodyPr>
            <a:spAutoFit/>
          </a:bodyPr>
          <a:lstStyle/>
          <a:p>
            <a:pPr algn="l">
              <a:spcBef>
                <a:spcPct val="50000"/>
              </a:spcBef>
            </a:pPr>
            <a:r>
              <a:rPr lang="en-US" altLang="zh-CN" sz="2800" b="0">
                <a:solidFill>
                  <a:schemeClr val="tx1"/>
                </a:solidFill>
                <a:latin typeface="+mn-lt"/>
              </a:rPr>
              <a:t>?</a:t>
            </a:r>
          </a:p>
        </p:txBody>
      </p:sp>
      <p:graphicFrame>
        <p:nvGraphicFramePr>
          <p:cNvPr id="506955" name="Object 75"/>
          <p:cNvGraphicFramePr>
            <a:graphicFrameLocks noChangeAspect="1"/>
          </p:cNvGraphicFramePr>
          <p:nvPr>
            <p:extLst>
              <p:ext uri="{D42A27DB-BD31-4B8C-83A1-F6EECF244321}">
                <p14:modId xmlns:p14="http://schemas.microsoft.com/office/powerpoint/2010/main" val="283866495"/>
              </p:ext>
            </p:extLst>
          </p:nvPr>
        </p:nvGraphicFramePr>
        <p:xfrm>
          <a:off x="4881562" y="3957453"/>
          <a:ext cx="823913" cy="369887"/>
        </p:xfrm>
        <a:graphic>
          <a:graphicData uri="http://schemas.openxmlformats.org/presentationml/2006/ole">
            <mc:AlternateContent xmlns:mc="http://schemas.openxmlformats.org/markup-compatibility/2006">
              <mc:Choice xmlns:v="urn:schemas-microsoft-com:vml" Requires="v">
                <p:oleObj name="Equation" r:id="rId25" imgW="368280" imgH="152280" progId="">
                  <p:embed/>
                </p:oleObj>
              </mc:Choice>
              <mc:Fallback>
                <p:oleObj name="Equation" r:id="rId25" imgW="368280" imgH="152280" progId="">
                  <p:embed/>
                  <p:pic>
                    <p:nvPicPr>
                      <p:cNvPr id="506955" name="Object 75"/>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881562" y="3957453"/>
                        <a:ext cx="823913" cy="3698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06956" name="Object 76"/>
          <p:cNvGraphicFramePr>
            <a:graphicFrameLocks noChangeAspect="1"/>
          </p:cNvGraphicFramePr>
          <p:nvPr>
            <p:extLst>
              <p:ext uri="{D42A27DB-BD31-4B8C-83A1-F6EECF244321}">
                <p14:modId xmlns:p14="http://schemas.microsoft.com/office/powerpoint/2010/main" val="1718590840"/>
              </p:ext>
            </p:extLst>
          </p:nvPr>
        </p:nvGraphicFramePr>
        <p:xfrm>
          <a:off x="4870450" y="4538478"/>
          <a:ext cx="825500" cy="339725"/>
        </p:xfrm>
        <a:graphic>
          <a:graphicData uri="http://schemas.openxmlformats.org/presentationml/2006/ole">
            <mc:AlternateContent xmlns:mc="http://schemas.openxmlformats.org/markup-compatibility/2006">
              <mc:Choice xmlns:v="urn:schemas-microsoft-com:vml" Requires="v">
                <p:oleObj name="Equation" r:id="rId27" imgW="368280" imgH="139680" progId="">
                  <p:embed/>
                </p:oleObj>
              </mc:Choice>
              <mc:Fallback>
                <p:oleObj name="Equation" r:id="rId27" imgW="368280" imgH="139680" progId="">
                  <p:embed/>
                  <p:pic>
                    <p:nvPicPr>
                      <p:cNvPr id="506956" name="Object 76"/>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4870450" y="4538478"/>
                        <a:ext cx="825500" cy="339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06957" name="Text Box 77"/>
          <p:cNvSpPr txBox="1">
            <a:spLocks noChangeArrowheads="1"/>
          </p:cNvSpPr>
          <p:nvPr/>
        </p:nvSpPr>
        <p:spPr bwMode="auto">
          <a:xfrm>
            <a:off x="5121275" y="3309753"/>
            <a:ext cx="333375" cy="519112"/>
          </a:xfrm>
          <a:prstGeom prst="rect">
            <a:avLst/>
          </a:prstGeom>
          <a:noFill/>
          <a:ln w="9525">
            <a:noFill/>
            <a:miter lim="800000"/>
            <a:headEnd/>
            <a:tailEnd/>
          </a:ln>
        </p:spPr>
        <p:txBody>
          <a:bodyPr>
            <a:spAutoFit/>
          </a:bodyPr>
          <a:lstStyle/>
          <a:p>
            <a:pPr algn="l">
              <a:spcBef>
                <a:spcPct val="50000"/>
              </a:spcBef>
            </a:pPr>
            <a:r>
              <a:rPr lang="en-US" altLang="zh-CN" sz="2800" b="0">
                <a:solidFill>
                  <a:srgbClr val="3399FF"/>
                </a:solidFill>
                <a:latin typeface="+mn-lt"/>
              </a:rPr>
              <a:t>?</a:t>
            </a:r>
          </a:p>
        </p:txBody>
      </p:sp>
      <p:sp>
        <p:nvSpPr>
          <p:cNvPr id="506958" name="Text Box 78"/>
          <p:cNvSpPr txBox="1">
            <a:spLocks noChangeArrowheads="1"/>
          </p:cNvSpPr>
          <p:nvPr/>
        </p:nvSpPr>
        <p:spPr bwMode="auto">
          <a:xfrm>
            <a:off x="5121275" y="4446403"/>
            <a:ext cx="333375" cy="519112"/>
          </a:xfrm>
          <a:prstGeom prst="rect">
            <a:avLst/>
          </a:prstGeom>
          <a:noFill/>
          <a:ln w="9525">
            <a:noFill/>
            <a:miter lim="800000"/>
            <a:headEnd/>
            <a:tailEnd/>
          </a:ln>
        </p:spPr>
        <p:txBody>
          <a:bodyPr>
            <a:spAutoFit/>
          </a:bodyPr>
          <a:lstStyle/>
          <a:p>
            <a:pPr algn="l">
              <a:spcBef>
                <a:spcPct val="50000"/>
              </a:spcBef>
            </a:pPr>
            <a:r>
              <a:rPr lang="en-US" altLang="zh-CN" sz="2800" b="0" dirty="0">
                <a:solidFill>
                  <a:srgbClr val="FF33CC"/>
                </a:solidFill>
                <a:latin typeface="+mn-lt"/>
              </a:rPr>
              <a:t>?</a:t>
            </a:r>
          </a:p>
        </p:txBody>
      </p:sp>
      <p:sp>
        <p:nvSpPr>
          <p:cNvPr id="506959" name="AutoShape 79"/>
          <p:cNvSpPr>
            <a:spLocks noChangeArrowheads="1"/>
          </p:cNvSpPr>
          <p:nvPr/>
        </p:nvSpPr>
        <p:spPr bwMode="auto">
          <a:xfrm>
            <a:off x="4589462" y="3525653"/>
            <a:ext cx="266700" cy="1296987"/>
          </a:xfrm>
          <a:prstGeom prst="curvedRightArrow">
            <a:avLst>
              <a:gd name="adj1" fmla="val 97262"/>
              <a:gd name="adj2" fmla="val 194524"/>
              <a:gd name="adj3" fmla="val 33333"/>
            </a:avLst>
          </a:prstGeom>
          <a:solidFill>
            <a:schemeClr val="accent1"/>
          </a:solidFill>
          <a:ln w="9525">
            <a:solidFill>
              <a:schemeClr val="tx1"/>
            </a:solidFill>
            <a:miter lim="800000"/>
            <a:headEnd/>
            <a:tailEnd/>
          </a:ln>
        </p:spPr>
        <p:txBody>
          <a:bodyPr wrap="none" anchor="ctr"/>
          <a:lstStyle/>
          <a:p>
            <a:endParaRPr lang="zh-CN" altLang="en-US">
              <a:latin typeface="+mn-lt"/>
            </a:endParaRPr>
          </a:p>
        </p:txBody>
      </p:sp>
      <p:sp>
        <p:nvSpPr>
          <p:cNvPr id="506960" name="AutoShape 80"/>
          <p:cNvSpPr>
            <a:spLocks noChangeArrowheads="1"/>
          </p:cNvSpPr>
          <p:nvPr/>
        </p:nvSpPr>
        <p:spPr bwMode="auto">
          <a:xfrm flipH="1" flipV="1">
            <a:off x="5784850" y="3454215"/>
            <a:ext cx="266700" cy="1296988"/>
          </a:xfrm>
          <a:prstGeom prst="curvedRightArrow">
            <a:avLst>
              <a:gd name="adj1" fmla="val 97262"/>
              <a:gd name="adj2" fmla="val 194524"/>
              <a:gd name="adj3" fmla="val 33333"/>
            </a:avLst>
          </a:prstGeom>
          <a:solidFill>
            <a:schemeClr val="accent1"/>
          </a:solidFill>
          <a:ln w="9525">
            <a:solidFill>
              <a:schemeClr val="tx1"/>
            </a:solidFill>
            <a:miter lim="800000"/>
            <a:headEnd/>
            <a:tailEnd/>
          </a:ln>
        </p:spPr>
        <p:txBody>
          <a:bodyPr wrap="none" anchor="ctr"/>
          <a:lstStyle/>
          <a:p>
            <a:endParaRPr lang="zh-CN" altLang="en-US">
              <a:latin typeface="+mn-lt"/>
            </a:endParaRPr>
          </a:p>
        </p:txBody>
      </p:sp>
      <p:sp>
        <p:nvSpPr>
          <p:cNvPr id="506961" name="Text Box 81"/>
          <p:cNvSpPr txBox="1">
            <a:spLocks noChangeArrowheads="1"/>
          </p:cNvSpPr>
          <p:nvPr/>
        </p:nvSpPr>
        <p:spPr bwMode="auto">
          <a:xfrm>
            <a:off x="304800" y="5424848"/>
            <a:ext cx="8534400" cy="1200329"/>
          </a:xfrm>
          <a:prstGeom prst="rect">
            <a:avLst/>
          </a:prstGeom>
          <a:noFill/>
          <a:ln w="9525">
            <a:noFill/>
            <a:miter lim="800000"/>
            <a:headEnd/>
            <a:tailEnd/>
          </a:ln>
        </p:spPr>
        <p:txBody>
          <a:bodyPr wrap="square">
            <a:spAutoFit/>
          </a:bodyPr>
          <a:lstStyle/>
          <a:p>
            <a:pPr algn="l">
              <a:buFontTx/>
              <a:buChar char="•"/>
            </a:pPr>
            <a:r>
              <a:rPr lang="zh-CN" altLang="en-US" sz="2400" b="0" dirty="0">
                <a:solidFill>
                  <a:schemeClr val="tx1"/>
                </a:solidFill>
                <a:latin typeface="黑体" panose="02010609060101010101" pitchFamily="49" charset="-122"/>
                <a:ea typeface="黑体" panose="02010609060101010101" pitchFamily="49" charset="-122"/>
              </a:rPr>
              <a:t>如果两个状态不等价，那么它们一定是可区分的</a:t>
            </a:r>
            <a:endParaRPr lang="en-US" altLang="zh-CN" sz="2400" b="0" dirty="0">
              <a:solidFill>
                <a:schemeClr val="tx1"/>
              </a:solidFill>
              <a:latin typeface="黑体" panose="02010609060101010101" pitchFamily="49" charset="-122"/>
              <a:ea typeface="黑体" panose="02010609060101010101" pitchFamily="49" charset="-122"/>
            </a:endParaRPr>
          </a:p>
          <a:p>
            <a:pPr algn="l">
              <a:buFontTx/>
              <a:buChar char="•"/>
            </a:pPr>
            <a:r>
              <a:rPr lang="zh-CN" altLang="en-US" sz="2400" b="0" dirty="0">
                <a:solidFill>
                  <a:schemeClr val="tx1"/>
                </a:solidFill>
                <a:latin typeface="黑体" panose="02010609060101010101" pitchFamily="49" charset="-122"/>
                <a:ea typeface="黑体" panose="02010609060101010101" pitchFamily="49" charset="-122"/>
              </a:rPr>
              <a:t>至少有一种输入序列会使得它们作为起始状态时产生不同的输出序列</a:t>
            </a:r>
            <a:endParaRPr lang="en-US" altLang="zh-CN" sz="2400" b="0" dirty="0">
              <a:solidFill>
                <a:schemeClr val="tx1"/>
              </a:solidFill>
              <a:latin typeface="黑体" panose="02010609060101010101" pitchFamily="49" charset="-122"/>
              <a:ea typeface="黑体" panose="02010609060101010101" pitchFamily="49" charset="-122"/>
            </a:endParaRPr>
          </a:p>
        </p:txBody>
      </p:sp>
      <p:graphicFrame>
        <p:nvGraphicFramePr>
          <p:cNvPr id="34" name="Object 57">
            <a:extLst>
              <a:ext uri="{FF2B5EF4-FFF2-40B4-BE49-F238E27FC236}">
                <a16:creationId xmlns:a16="http://schemas.microsoft.com/office/drawing/2014/main" id="{D9824C6E-1354-4BD1-B4B5-EAAB78327F92}"/>
              </a:ext>
            </a:extLst>
          </p:cNvPr>
          <p:cNvGraphicFramePr>
            <a:graphicFrameLocks noChangeAspect="1"/>
          </p:cNvGraphicFramePr>
          <p:nvPr>
            <p:extLst>
              <p:ext uri="{D42A27DB-BD31-4B8C-83A1-F6EECF244321}">
                <p14:modId xmlns:p14="http://schemas.microsoft.com/office/powerpoint/2010/main" val="251193918"/>
              </p:ext>
            </p:extLst>
          </p:nvPr>
        </p:nvGraphicFramePr>
        <p:xfrm>
          <a:off x="4630738" y="2058258"/>
          <a:ext cx="795337" cy="312737"/>
        </p:xfrm>
        <a:graphic>
          <a:graphicData uri="http://schemas.openxmlformats.org/presentationml/2006/ole">
            <mc:AlternateContent xmlns:mc="http://schemas.openxmlformats.org/markup-compatibility/2006">
              <mc:Choice xmlns:v="urn:schemas-microsoft-com:vml" Requires="v">
                <p:oleObj name="Equation" r:id="rId29" imgW="355320" imgH="139680" progId="">
                  <p:embed/>
                </p:oleObj>
              </mc:Choice>
              <mc:Fallback>
                <p:oleObj name="Equation" r:id="rId29" imgW="355320" imgH="139680" progId="">
                  <p:embed/>
                  <p:pic>
                    <p:nvPicPr>
                      <p:cNvPr id="506937" name="Object 57"/>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4630738" y="2058258"/>
                        <a:ext cx="795337" cy="312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 name="Group 83">
            <a:extLst>
              <a:ext uri="{FF2B5EF4-FFF2-40B4-BE49-F238E27FC236}">
                <a16:creationId xmlns:a16="http://schemas.microsoft.com/office/drawing/2014/main" id="{72A806CE-5236-41B3-A2E8-6E10A5D7AF47}"/>
              </a:ext>
            </a:extLst>
          </p:cNvPr>
          <p:cNvGraphicFramePr>
            <a:graphicFrameLocks/>
          </p:cNvGraphicFramePr>
          <p:nvPr>
            <p:extLst>
              <p:ext uri="{D42A27DB-BD31-4B8C-83A1-F6EECF244321}">
                <p14:modId xmlns:p14="http://schemas.microsoft.com/office/powerpoint/2010/main" val="4073651460"/>
              </p:ext>
            </p:extLst>
          </p:nvPr>
        </p:nvGraphicFramePr>
        <p:xfrm>
          <a:off x="284163" y="1449597"/>
          <a:ext cx="4187825" cy="3886203"/>
        </p:xfrm>
        <a:graphic>
          <a:graphicData uri="http://schemas.openxmlformats.org/drawingml/2006/table">
            <a:tbl>
              <a:tblPr/>
              <a:tblGrid>
                <a:gridCol w="1066800">
                  <a:extLst>
                    <a:ext uri="{9D8B030D-6E8A-4147-A177-3AD203B41FA5}">
                      <a16:colId xmlns:a16="http://schemas.microsoft.com/office/drawing/2014/main" val="20000"/>
                    </a:ext>
                  </a:extLst>
                </a:gridCol>
                <a:gridCol w="727075">
                  <a:extLst>
                    <a:ext uri="{9D8B030D-6E8A-4147-A177-3AD203B41FA5}">
                      <a16:colId xmlns:a16="http://schemas.microsoft.com/office/drawing/2014/main" val="20001"/>
                    </a:ext>
                  </a:extLst>
                </a:gridCol>
                <a:gridCol w="731838">
                  <a:extLst>
                    <a:ext uri="{9D8B030D-6E8A-4147-A177-3AD203B41FA5}">
                      <a16:colId xmlns:a16="http://schemas.microsoft.com/office/drawing/2014/main" val="20002"/>
                    </a:ext>
                  </a:extLst>
                </a:gridCol>
                <a:gridCol w="798512">
                  <a:extLst>
                    <a:ext uri="{9D8B030D-6E8A-4147-A177-3AD203B41FA5}">
                      <a16:colId xmlns:a16="http://schemas.microsoft.com/office/drawing/2014/main" val="20003"/>
                    </a:ext>
                  </a:extLst>
                </a:gridCol>
                <a:gridCol w="863600">
                  <a:extLst>
                    <a:ext uri="{9D8B030D-6E8A-4147-A177-3AD203B41FA5}">
                      <a16:colId xmlns:a16="http://schemas.microsoft.com/office/drawing/2014/main" val="20004"/>
                    </a:ext>
                  </a:extLst>
                </a:gridCol>
              </a:tblGrid>
              <a:tr h="784225">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2000" b="0" i="0" u="none" strike="noStrike" cap="none" normalizeH="0" baseline="0" dirty="0">
                          <a:ln>
                            <a:noFill/>
                          </a:ln>
                          <a:solidFill>
                            <a:schemeClr val="tx1"/>
                          </a:solidFill>
                          <a:effectLst/>
                          <a:latin typeface="+mn-lt"/>
                          <a:ea typeface="+mn-ea"/>
                        </a:rPr>
                        <a:t>现态</a:t>
                      </a:r>
                      <a:endParaRPr kumimoji="0" lang="en-US" altLang="zh-CN" sz="2000" b="0" i="0" u="none" strike="noStrike" cap="none" normalizeH="0" baseline="0" dirty="0">
                        <a:ln>
                          <a:noFill/>
                        </a:ln>
                        <a:solidFill>
                          <a:schemeClr val="tx1"/>
                        </a:solidFill>
                        <a:effectLst/>
                        <a:latin typeface="+mn-lt"/>
                        <a:ea typeface="+mn-ea"/>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gridSpan="2">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2000" b="0" i="0" u="none" strike="noStrike" cap="none" normalizeH="0" baseline="0" dirty="0">
                          <a:ln>
                            <a:noFill/>
                          </a:ln>
                          <a:solidFill>
                            <a:schemeClr val="tx1"/>
                          </a:solidFill>
                          <a:effectLst/>
                          <a:latin typeface="+mn-lt"/>
                          <a:ea typeface="+mn-ea"/>
                        </a:rPr>
                        <a:t>次态</a:t>
                      </a:r>
                      <a:endParaRPr kumimoji="0" lang="en-US" altLang="zh-CN" sz="2000" b="0" i="0" u="none" strike="noStrike" cap="none" normalizeH="0" baseline="0" dirty="0">
                        <a:ln>
                          <a:noFill/>
                        </a:ln>
                        <a:solidFill>
                          <a:schemeClr val="tx1"/>
                        </a:solidFill>
                        <a:effectLst/>
                        <a:latin typeface="+mn-lt"/>
                        <a:ea typeface="+mn-ea"/>
                      </a:endParaRPr>
                    </a:p>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mn-ea"/>
                        </a:rPr>
                        <a:t>x=</a:t>
                      </a:r>
                      <a:r>
                        <a:rPr kumimoji="0" lang="en-US" altLang="zh-CN" sz="2000" b="0" i="0" u="none" strike="noStrike" cap="none" normalizeH="0" baseline="0">
                          <a:ln>
                            <a:noFill/>
                          </a:ln>
                          <a:solidFill>
                            <a:schemeClr val="tx1"/>
                          </a:solidFill>
                          <a:effectLst/>
                          <a:latin typeface="+mn-lt"/>
                          <a:ea typeface="+mn-ea"/>
                        </a:rPr>
                        <a:t>0    x</a:t>
                      </a:r>
                      <a:r>
                        <a:rPr kumimoji="0" lang="en-US" altLang="zh-CN" sz="2000" b="0" i="0" u="none" strike="noStrike" cap="none" normalizeH="0" baseline="0" dirty="0">
                          <a:ln>
                            <a:noFill/>
                          </a:ln>
                          <a:solidFill>
                            <a:schemeClr val="tx1"/>
                          </a:solidFill>
                          <a:effectLst/>
                          <a:latin typeface="+mn-lt"/>
                          <a:ea typeface="+mn-ea"/>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2000" b="0" i="0" u="none" strike="noStrike" cap="none" normalizeH="0" baseline="0" dirty="0">
                          <a:ln>
                            <a:noFill/>
                          </a:ln>
                          <a:solidFill>
                            <a:schemeClr val="tx1"/>
                          </a:solidFill>
                          <a:effectLst/>
                          <a:latin typeface="+mn-lt"/>
                          <a:ea typeface="+mn-ea"/>
                        </a:rPr>
                        <a:t>输出</a:t>
                      </a:r>
                      <a:endParaRPr kumimoji="0" lang="en-US" altLang="zh-CN" sz="2000" b="0" i="0" u="none" strike="noStrike" cap="none" normalizeH="0" baseline="0" dirty="0">
                        <a:ln>
                          <a:noFill/>
                        </a:ln>
                        <a:solidFill>
                          <a:schemeClr val="tx1"/>
                        </a:solidFill>
                        <a:effectLst/>
                        <a:latin typeface="+mn-lt"/>
                        <a:ea typeface="+mn-ea"/>
                      </a:endParaRPr>
                    </a:p>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mn-ea"/>
                        </a:rPr>
                        <a:t>x=</a:t>
                      </a:r>
                      <a:r>
                        <a:rPr kumimoji="0" lang="en-US" altLang="zh-CN" sz="2000" b="0" i="0" u="none" strike="noStrike" cap="none" normalizeH="0" baseline="0">
                          <a:ln>
                            <a:noFill/>
                          </a:ln>
                          <a:solidFill>
                            <a:schemeClr val="tx1"/>
                          </a:solidFill>
                          <a:effectLst/>
                          <a:latin typeface="+mn-lt"/>
                          <a:ea typeface="+mn-ea"/>
                        </a:rPr>
                        <a:t>0     x</a:t>
                      </a:r>
                      <a:r>
                        <a:rPr kumimoji="0" lang="en-US" altLang="zh-CN" sz="2000" b="0" i="0" u="none" strike="noStrike" cap="none" normalizeH="0" baseline="0" dirty="0">
                          <a:ln>
                            <a:noFill/>
                          </a:ln>
                          <a:solidFill>
                            <a:schemeClr val="tx1"/>
                          </a:solidFill>
                          <a:effectLst/>
                          <a:latin typeface="+mn-lt"/>
                          <a:ea typeface="+mn-ea"/>
                        </a:rPr>
                        <a:t>=1</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extLst>
                  <a:ext uri="{0D108BD9-81ED-4DB2-BD59-A6C34878D82A}">
                    <a16:rowId xmlns:a16="http://schemas.microsoft.com/office/drawing/2014/main" val="10000"/>
                  </a:ext>
                </a:extLst>
              </a:tr>
              <a:tr h="442913">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A*</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FF33CC"/>
                          </a:solidFill>
                          <a:effectLst/>
                          <a:latin typeface="+mn-lt"/>
                          <a:ea typeface="宋体" pitchFamily="2" charset="-122"/>
                        </a:rPr>
                        <a:t>B</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44450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B</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rgbClr val="3399FF"/>
                          </a:solidFill>
                          <a:effectLst/>
                          <a:latin typeface="+mn-lt"/>
                          <a:ea typeface="宋体" pitchFamily="2" charset="-122"/>
                        </a:rPr>
                        <a:t>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C</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1</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442913">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C</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442913">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D</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FF3300"/>
                          </a:solidFill>
                          <a:effectLst/>
                          <a:latin typeface="+mn-lt"/>
                          <a:ea typeface="宋体" pitchFamily="2" charset="-122"/>
                        </a:rPr>
                        <a:t>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rgbClr val="FF33CC"/>
                          </a:solidFill>
                          <a:effectLst/>
                          <a:latin typeface="+mn-lt"/>
                          <a:ea typeface="宋体" pitchFamily="2" charset="-122"/>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r h="442913">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E</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B</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G</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5"/>
                  </a:ext>
                </a:extLst>
              </a:tr>
              <a:tr h="442913">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F</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rgbClr val="3399FF"/>
                          </a:solidFill>
                          <a:effectLst/>
                          <a:latin typeface="+mn-lt"/>
                          <a:ea typeface="宋体" pitchFamily="2" charset="-122"/>
                        </a:rPr>
                        <a:t>G</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C</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1</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6"/>
                  </a:ext>
                </a:extLst>
              </a:tr>
              <a:tr h="442913">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G</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rgbClr val="FF3300"/>
                          </a:solidFill>
                          <a:effectLst/>
                          <a:latin typeface="+mn-lt"/>
                          <a:ea typeface="宋体" pitchFamily="2" charset="-122"/>
                        </a:rPr>
                        <a:t>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7"/>
                  </a:ext>
                </a:extLst>
              </a:tr>
            </a:tbl>
          </a:graphicData>
        </a:graphic>
      </p:graphicFrame>
      <p:sp>
        <p:nvSpPr>
          <p:cNvPr id="2" name="Title 4">
            <a:extLst>
              <a:ext uri="{FF2B5EF4-FFF2-40B4-BE49-F238E27FC236}">
                <a16:creationId xmlns:a16="http://schemas.microsoft.com/office/drawing/2014/main" id="{ED74F29C-08B6-F8B9-AB28-CF603752501B}"/>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sz="4000" dirty="0"/>
              <a:t>例</a:t>
            </a:r>
            <a:r>
              <a:rPr lang="en-US" altLang="zh-CN" sz="4000" dirty="0"/>
              <a:t>3</a:t>
            </a:r>
            <a:r>
              <a:rPr lang="zh-CN" altLang="en-US" sz="4000" dirty="0"/>
              <a:t>：找出最简状态表</a:t>
            </a:r>
            <a:endParaRPr lang="en-CN" altLang="zh-CN" sz="4000" dirty="0">
              <a:solidFill>
                <a:srgbClr val="0000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42778420"/>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08" name="灯片编号占位符 63"/>
          <p:cNvSpPr>
            <a:spLocks noGrp="1"/>
          </p:cNvSpPr>
          <p:nvPr>
            <p:ph type="sldNum" sz="quarter" idx="12"/>
          </p:nvPr>
        </p:nvSpPr>
        <p:spPr>
          <a:noFill/>
        </p:spPr>
        <p:txBody>
          <a:bodyPr/>
          <a:lstStyle/>
          <a:p>
            <a:fld id="{1036E518-3A9F-4CCF-A233-DECDB8303308}" type="slidenum">
              <a:rPr lang="en-US" altLang="zh-CN" smtClean="0"/>
              <a:pPr/>
              <a:t>119</a:t>
            </a:fld>
            <a:endParaRPr lang="en-US" altLang="zh-CN" dirty="0"/>
          </a:p>
        </p:txBody>
      </p:sp>
      <p:graphicFrame>
        <p:nvGraphicFramePr>
          <p:cNvPr id="72" name="Group 154">
            <a:extLst>
              <a:ext uri="{FF2B5EF4-FFF2-40B4-BE49-F238E27FC236}">
                <a16:creationId xmlns:a16="http://schemas.microsoft.com/office/drawing/2014/main" id="{AB6BBE4D-A01A-4444-AAD9-15A4263C5C59}"/>
              </a:ext>
            </a:extLst>
          </p:cNvPr>
          <p:cNvGraphicFramePr>
            <a:graphicFrameLocks/>
          </p:cNvGraphicFramePr>
          <p:nvPr>
            <p:extLst>
              <p:ext uri="{D42A27DB-BD31-4B8C-83A1-F6EECF244321}">
                <p14:modId xmlns:p14="http://schemas.microsoft.com/office/powerpoint/2010/main" val="2425426987"/>
              </p:ext>
            </p:extLst>
          </p:nvPr>
        </p:nvGraphicFramePr>
        <p:xfrm>
          <a:off x="225475" y="1754185"/>
          <a:ext cx="4295775" cy="3886203"/>
        </p:xfrm>
        <a:graphic>
          <a:graphicData uri="http://schemas.openxmlformats.org/drawingml/2006/table">
            <a:tbl>
              <a:tblPr/>
              <a:tblGrid>
                <a:gridCol w="1095375">
                  <a:extLst>
                    <a:ext uri="{9D8B030D-6E8A-4147-A177-3AD203B41FA5}">
                      <a16:colId xmlns:a16="http://schemas.microsoft.com/office/drawing/2014/main" val="20000"/>
                    </a:ext>
                  </a:extLst>
                </a:gridCol>
                <a:gridCol w="746125">
                  <a:extLst>
                    <a:ext uri="{9D8B030D-6E8A-4147-A177-3AD203B41FA5}">
                      <a16:colId xmlns:a16="http://schemas.microsoft.com/office/drawing/2014/main" val="20001"/>
                    </a:ext>
                  </a:extLst>
                </a:gridCol>
                <a:gridCol w="749300">
                  <a:extLst>
                    <a:ext uri="{9D8B030D-6E8A-4147-A177-3AD203B41FA5}">
                      <a16:colId xmlns:a16="http://schemas.microsoft.com/office/drawing/2014/main" val="20002"/>
                    </a:ext>
                  </a:extLst>
                </a:gridCol>
                <a:gridCol w="819150">
                  <a:extLst>
                    <a:ext uri="{9D8B030D-6E8A-4147-A177-3AD203B41FA5}">
                      <a16:colId xmlns:a16="http://schemas.microsoft.com/office/drawing/2014/main" val="20003"/>
                    </a:ext>
                  </a:extLst>
                </a:gridCol>
                <a:gridCol w="885825">
                  <a:extLst>
                    <a:ext uri="{9D8B030D-6E8A-4147-A177-3AD203B41FA5}">
                      <a16:colId xmlns:a16="http://schemas.microsoft.com/office/drawing/2014/main" val="20004"/>
                    </a:ext>
                  </a:extLst>
                </a:gridCol>
              </a:tblGrid>
              <a:tr h="784225">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2000" b="0" i="0" u="none" strike="noStrike" cap="none" normalizeH="0" baseline="0" dirty="0">
                          <a:ln>
                            <a:noFill/>
                          </a:ln>
                          <a:solidFill>
                            <a:schemeClr val="tx1"/>
                          </a:solidFill>
                          <a:effectLst/>
                          <a:latin typeface="+mn-lt"/>
                          <a:ea typeface="+mn-ea"/>
                        </a:rPr>
                        <a:t>现态</a:t>
                      </a:r>
                      <a:endParaRPr kumimoji="0" lang="en-US" altLang="zh-CN" sz="2000" b="0" i="0" u="none" strike="noStrike" cap="none" normalizeH="0" baseline="0" dirty="0">
                        <a:ln>
                          <a:noFill/>
                        </a:ln>
                        <a:solidFill>
                          <a:schemeClr val="tx1"/>
                        </a:solidFill>
                        <a:effectLst/>
                        <a:latin typeface="+mn-lt"/>
                        <a:ea typeface="+mn-ea"/>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gridSpan="2">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2000" b="0" i="0" u="none" strike="noStrike" cap="none" normalizeH="0" baseline="0" dirty="0">
                          <a:ln>
                            <a:noFill/>
                          </a:ln>
                          <a:solidFill>
                            <a:schemeClr val="tx1"/>
                          </a:solidFill>
                          <a:effectLst/>
                          <a:latin typeface="+mn-lt"/>
                          <a:ea typeface="+mn-ea"/>
                        </a:rPr>
                        <a:t>次态</a:t>
                      </a:r>
                      <a:endParaRPr kumimoji="0" lang="en-US" altLang="zh-CN" sz="2000" b="0" i="0" u="none" strike="noStrike" cap="none" normalizeH="0" baseline="0" dirty="0">
                        <a:ln>
                          <a:noFill/>
                        </a:ln>
                        <a:solidFill>
                          <a:schemeClr val="tx1"/>
                        </a:solidFill>
                        <a:effectLst/>
                        <a:latin typeface="+mn-lt"/>
                        <a:ea typeface="+mn-ea"/>
                      </a:endParaRPr>
                    </a:p>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mn-ea"/>
                        </a:rPr>
                        <a:t>x=</a:t>
                      </a:r>
                      <a:r>
                        <a:rPr kumimoji="0" lang="en-US" altLang="zh-CN" sz="2000" b="0" i="0" u="none" strike="noStrike" cap="none" normalizeH="0" baseline="0">
                          <a:ln>
                            <a:noFill/>
                          </a:ln>
                          <a:solidFill>
                            <a:schemeClr val="tx1"/>
                          </a:solidFill>
                          <a:effectLst/>
                          <a:latin typeface="+mn-lt"/>
                          <a:ea typeface="+mn-ea"/>
                        </a:rPr>
                        <a:t>0    x</a:t>
                      </a:r>
                      <a:r>
                        <a:rPr kumimoji="0" lang="en-US" altLang="zh-CN" sz="2000" b="0" i="0" u="none" strike="noStrike" cap="none" normalizeH="0" baseline="0" dirty="0">
                          <a:ln>
                            <a:noFill/>
                          </a:ln>
                          <a:solidFill>
                            <a:schemeClr val="tx1"/>
                          </a:solidFill>
                          <a:effectLst/>
                          <a:latin typeface="+mn-lt"/>
                          <a:ea typeface="+mn-ea"/>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2000" b="0" i="0" u="none" strike="noStrike" cap="none" normalizeH="0" baseline="0" dirty="0">
                          <a:ln>
                            <a:noFill/>
                          </a:ln>
                          <a:solidFill>
                            <a:schemeClr val="tx1"/>
                          </a:solidFill>
                          <a:effectLst/>
                          <a:latin typeface="+mn-lt"/>
                          <a:ea typeface="+mn-ea"/>
                        </a:rPr>
                        <a:t>输出</a:t>
                      </a:r>
                      <a:endParaRPr kumimoji="0" lang="en-US" altLang="zh-CN" sz="2000" b="0" i="0" u="none" strike="noStrike" cap="none" normalizeH="0" baseline="0" dirty="0">
                        <a:ln>
                          <a:noFill/>
                        </a:ln>
                        <a:solidFill>
                          <a:schemeClr val="tx1"/>
                        </a:solidFill>
                        <a:effectLst/>
                        <a:latin typeface="+mn-lt"/>
                        <a:ea typeface="+mn-ea"/>
                      </a:endParaRPr>
                    </a:p>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mn-ea"/>
                        </a:rPr>
                        <a:t>x=</a:t>
                      </a:r>
                      <a:r>
                        <a:rPr kumimoji="0" lang="en-US" altLang="zh-CN" sz="2000" b="0" i="0" u="none" strike="noStrike" cap="none" normalizeH="0" baseline="0">
                          <a:ln>
                            <a:noFill/>
                          </a:ln>
                          <a:solidFill>
                            <a:schemeClr val="tx1"/>
                          </a:solidFill>
                          <a:effectLst/>
                          <a:latin typeface="+mn-lt"/>
                          <a:ea typeface="+mn-ea"/>
                        </a:rPr>
                        <a:t>0     x</a:t>
                      </a:r>
                      <a:r>
                        <a:rPr kumimoji="0" lang="en-US" altLang="zh-CN" sz="2000" b="0" i="0" u="none" strike="noStrike" cap="none" normalizeH="0" baseline="0" dirty="0">
                          <a:ln>
                            <a:noFill/>
                          </a:ln>
                          <a:solidFill>
                            <a:schemeClr val="tx1"/>
                          </a:solidFill>
                          <a:effectLst/>
                          <a:latin typeface="+mn-lt"/>
                          <a:ea typeface="+mn-ea"/>
                        </a:rPr>
                        <a:t>=1</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extLst>
                  <a:ext uri="{0D108BD9-81ED-4DB2-BD59-A6C34878D82A}">
                    <a16:rowId xmlns:a16="http://schemas.microsoft.com/office/drawing/2014/main" val="10000"/>
                  </a:ext>
                </a:extLst>
              </a:tr>
              <a:tr h="442913">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A*</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FF33CC"/>
                          </a:solidFill>
                          <a:effectLst/>
                          <a:latin typeface="+mn-lt"/>
                          <a:ea typeface="宋体" pitchFamily="2" charset="-122"/>
                        </a:rPr>
                        <a:t>B</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44450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B</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rgbClr val="3399FF"/>
                          </a:solidFill>
                          <a:effectLst/>
                          <a:latin typeface="+mn-lt"/>
                          <a:ea typeface="宋体" pitchFamily="2" charset="-122"/>
                        </a:rPr>
                        <a:t>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C</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1</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442913">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C</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442913">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D</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rgbClr val="FF3300"/>
                          </a:solidFill>
                          <a:effectLst/>
                          <a:latin typeface="+mn-lt"/>
                          <a:ea typeface="宋体" pitchFamily="2" charset="-122"/>
                        </a:rPr>
                        <a:t>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rgbClr val="FF33CC"/>
                          </a:solidFill>
                          <a:effectLst/>
                          <a:latin typeface="+mn-lt"/>
                          <a:ea typeface="宋体" pitchFamily="2" charset="-122"/>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r h="442913">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E</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B</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G</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5"/>
                  </a:ext>
                </a:extLst>
              </a:tr>
              <a:tr h="442913">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F</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rgbClr val="3399FF"/>
                          </a:solidFill>
                          <a:effectLst/>
                          <a:latin typeface="+mn-lt"/>
                          <a:ea typeface="宋体" pitchFamily="2" charset="-122"/>
                        </a:rPr>
                        <a:t>G</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C</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1</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6"/>
                  </a:ext>
                </a:extLst>
              </a:tr>
              <a:tr h="442913">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G</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rgbClr val="FF3300"/>
                          </a:solidFill>
                          <a:effectLst/>
                          <a:latin typeface="+mn-lt"/>
                          <a:ea typeface="宋体" pitchFamily="2" charset="-122"/>
                        </a:rPr>
                        <a:t>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7"/>
                  </a:ext>
                </a:extLst>
              </a:tr>
            </a:tbl>
          </a:graphicData>
        </a:graphic>
      </p:graphicFrame>
      <p:sp>
        <p:nvSpPr>
          <p:cNvPr id="2" name="Title 4">
            <a:extLst>
              <a:ext uri="{FF2B5EF4-FFF2-40B4-BE49-F238E27FC236}">
                <a16:creationId xmlns:a16="http://schemas.microsoft.com/office/drawing/2014/main" id="{B4D88596-BAA8-8DE0-112D-B9120B049833}"/>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sz="4000" dirty="0"/>
              <a:t>例</a:t>
            </a:r>
            <a:r>
              <a:rPr lang="en-US" altLang="zh-CN" sz="4000" dirty="0"/>
              <a:t>3</a:t>
            </a:r>
            <a:r>
              <a:rPr lang="zh-CN" altLang="en-US" sz="4000" dirty="0"/>
              <a:t>：找出最简状态表</a:t>
            </a:r>
            <a:endParaRPr lang="en-CN" altLang="zh-CN" sz="4000" dirty="0">
              <a:solidFill>
                <a:srgbClr val="0000FF"/>
              </a:solidFill>
              <a:latin typeface="Arial" panose="020B0604020202020204" pitchFamily="34" charset="0"/>
              <a:cs typeface="Arial" panose="020B0604020202020204" pitchFamily="34" charset="0"/>
            </a:endParaRPr>
          </a:p>
        </p:txBody>
      </p:sp>
      <p:graphicFrame>
        <p:nvGraphicFramePr>
          <p:cNvPr id="29" name="Object 3">
            <a:extLst>
              <a:ext uri="{FF2B5EF4-FFF2-40B4-BE49-F238E27FC236}">
                <a16:creationId xmlns:a16="http://schemas.microsoft.com/office/drawing/2014/main" id="{F98CC3B7-9D67-4257-8468-61ACD3BD0241}"/>
              </a:ext>
            </a:extLst>
          </p:cNvPr>
          <p:cNvGraphicFramePr>
            <a:graphicFrameLocks noChangeAspect="1"/>
          </p:cNvGraphicFramePr>
          <p:nvPr>
            <p:extLst>
              <p:ext uri="{D42A27DB-BD31-4B8C-83A1-F6EECF244321}">
                <p14:modId xmlns:p14="http://schemas.microsoft.com/office/powerpoint/2010/main" val="2420121151"/>
              </p:ext>
            </p:extLst>
          </p:nvPr>
        </p:nvGraphicFramePr>
        <p:xfrm>
          <a:off x="4539457" y="1589988"/>
          <a:ext cx="4579357" cy="4633912"/>
        </p:xfrm>
        <a:graphic>
          <a:graphicData uri="http://schemas.openxmlformats.org/presentationml/2006/ole">
            <mc:AlternateContent xmlns:mc="http://schemas.openxmlformats.org/markup-compatibility/2006">
              <mc:Choice xmlns:v="urn:schemas-microsoft-com:vml" Requires="v">
                <p:oleObj name="Visio" r:id="rId3" imgW="2494829" imgH="2531078" progId="Visio.Drawing.11">
                  <p:embed/>
                </p:oleObj>
              </mc:Choice>
              <mc:Fallback>
                <p:oleObj name="Visio" r:id="rId3" imgW="2494829" imgH="2531078" progId="Visio.Drawing.11">
                  <p:embed/>
                  <p:pic>
                    <p:nvPicPr>
                      <p:cNvPr id="327" name="Object 3">
                        <a:extLst>
                          <a:ext uri="{FF2B5EF4-FFF2-40B4-BE49-F238E27FC236}">
                            <a16:creationId xmlns:a16="http://schemas.microsoft.com/office/drawing/2014/main" id="{6B558F63-36DC-4E19-A4ED-91FC4256BEB7}"/>
                          </a:ext>
                        </a:extLst>
                      </p:cNvPr>
                      <p:cNvPicPr>
                        <a:picLocks noChangeAspect="1" noChangeArrowheads="1"/>
                      </p:cNvPicPr>
                      <p:nvPr/>
                    </p:nvPicPr>
                    <p:blipFill>
                      <a:blip r:embed="rId4"/>
                      <a:srcRect/>
                      <a:stretch>
                        <a:fillRect/>
                      </a:stretch>
                    </p:blipFill>
                    <p:spPr bwMode="auto">
                      <a:xfrm>
                        <a:off x="4539457" y="1589988"/>
                        <a:ext cx="4579357" cy="4633912"/>
                      </a:xfrm>
                      <a:prstGeom prst="rect">
                        <a:avLst/>
                      </a:prstGeom>
                      <a:noFill/>
                      <a:ln>
                        <a:noFill/>
                      </a:ln>
                      <a:effectLst/>
                    </p:spPr>
                  </p:pic>
                </p:oleObj>
              </mc:Fallback>
            </mc:AlternateContent>
          </a:graphicData>
        </a:graphic>
      </p:graphicFrame>
      <p:sp>
        <p:nvSpPr>
          <p:cNvPr id="30" name="Text Box 4">
            <a:extLst>
              <a:ext uri="{FF2B5EF4-FFF2-40B4-BE49-F238E27FC236}">
                <a16:creationId xmlns:a16="http://schemas.microsoft.com/office/drawing/2014/main" id="{F836D3FA-EF84-4CBC-857C-79286E436F91}"/>
              </a:ext>
            </a:extLst>
          </p:cNvPr>
          <p:cNvSpPr txBox="1">
            <a:spLocks noChangeArrowheads="1"/>
          </p:cNvSpPr>
          <p:nvPr/>
        </p:nvSpPr>
        <p:spPr bwMode="auto">
          <a:xfrm>
            <a:off x="7080250" y="5097569"/>
            <a:ext cx="731837" cy="457200"/>
          </a:xfrm>
          <a:prstGeom prst="rect">
            <a:avLst/>
          </a:prstGeom>
          <a:noFill/>
          <a:ln w="9525">
            <a:noFill/>
            <a:miter lim="800000"/>
            <a:headEnd/>
            <a:tailEnd/>
          </a:ln>
        </p:spPr>
        <p:txBody>
          <a:bodyPr>
            <a:spAutoFit/>
          </a:bodyPr>
          <a:lstStyle/>
          <a:p>
            <a:pPr>
              <a:spcBef>
                <a:spcPct val="50000"/>
              </a:spcBef>
            </a:pPr>
            <a:r>
              <a:rPr lang="en-US" altLang="zh-CN" sz="2400" b="0" dirty="0">
                <a:solidFill>
                  <a:srgbClr val="000000"/>
                </a:solidFill>
                <a:latin typeface="Arial" pitchFamily="34" charset="0"/>
              </a:rPr>
              <a:t>A,D</a:t>
            </a:r>
          </a:p>
        </p:txBody>
      </p:sp>
      <p:grpSp>
        <p:nvGrpSpPr>
          <p:cNvPr id="31" name="Group 5">
            <a:extLst>
              <a:ext uri="{FF2B5EF4-FFF2-40B4-BE49-F238E27FC236}">
                <a16:creationId xmlns:a16="http://schemas.microsoft.com/office/drawing/2014/main" id="{48C73913-B85F-4778-BFDB-2E1D3FE6439F}"/>
              </a:ext>
            </a:extLst>
          </p:cNvPr>
          <p:cNvGrpSpPr>
            <a:grpSpLocks/>
          </p:cNvGrpSpPr>
          <p:nvPr/>
        </p:nvGrpSpPr>
        <p:grpSpPr bwMode="auto">
          <a:xfrm>
            <a:off x="5229588" y="1552682"/>
            <a:ext cx="3612787" cy="4097337"/>
            <a:chOff x="3422" y="1116"/>
            <a:chExt cx="2465" cy="2581"/>
          </a:xfrm>
        </p:grpSpPr>
        <p:sp>
          <p:nvSpPr>
            <p:cNvPr id="32" name="Text Box 6">
              <a:extLst>
                <a:ext uri="{FF2B5EF4-FFF2-40B4-BE49-F238E27FC236}">
                  <a16:creationId xmlns:a16="http://schemas.microsoft.com/office/drawing/2014/main" id="{6B12682B-5D1A-4AE7-B3C0-1A84135AB688}"/>
                </a:ext>
              </a:extLst>
            </p:cNvPr>
            <p:cNvSpPr txBox="1">
              <a:spLocks noChangeArrowheads="1"/>
            </p:cNvSpPr>
            <p:nvPr/>
          </p:nvSpPr>
          <p:spPr bwMode="auto">
            <a:xfrm>
              <a:off x="3457" y="2831"/>
              <a:ext cx="227" cy="442"/>
            </a:xfrm>
            <a:prstGeom prst="rect">
              <a:avLst/>
            </a:prstGeom>
            <a:noFill/>
            <a:ln w="9525">
              <a:noFill/>
              <a:miter lim="800000"/>
              <a:headEnd/>
              <a:tailEnd/>
            </a:ln>
          </p:spPr>
          <p:txBody>
            <a:bodyPr>
              <a:spAutoFit/>
            </a:bodyPr>
            <a:lstStyle/>
            <a:p>
              <a:pPr algn="ctr">
                <a:spcBef>
                  <a:spcPct val="50000"/>
                </a:spcBef>
              </a:pPr>
              <a:r>
                <a:rPr lang="en-US" altLang="zh-CN" sz="4000" dirty="0">
                  <a:latin typeface="Arial" pitchFamily="34" charset="0"/>
                  <a:sym typeface="Symbol" pitchFamily="18" charset="2"/>
                </a:rPr>
                <a:t></a:t>
              </a:r>
            </a:p>
          </p:txBody>
        </p:sp>
        <p:sp>
          <p:nvSpPr>
            <p:cNvPr id="33" name="Text Box 7">
              <a:extLst>
                <a:ext uri="{FF2B5EF4-FFF2-40B4-BE49-F238E27FC236}">
                  <a16:creationId xmlns:a16="http://schemas.microsoft.com/office/drawing/2014/main" id="{A7DBF823-5D18-4BD1-9DEB-693CDD215992}"/>
                </a:ext>
              </a:extLst>
            </p:cNvPr>
            <p:cNvSpPr txBox="1">
              <a:spLocks noChangeArrowheads="1"/>
            </p:cNvSpPr>
            <p:nvPr/>
          </p:nvSpPr>
          <p:spPr bwMode="auto">
            <a:xfrm>
              <a:off x="4345" y="2831"/>
              <a:ext cx="227" cy="442"/>
            </a:xfrm>
            <a:prstGeom prst="rect">
              <a:avLst/>
            </a:prstGeom>
            <a:noFill/>
            <a:ln w="9525">
              <a:noFill/>
              <a:miter lim="800000"/>
              <a:headEnd/>
              <a:tailEnd/>
            </a:ln>
          </p:spPr>
          <p:txBody>
            <a:bodyPr>
              <a:spAutoFit/>
            </a:bodyPr>
            <a:lstStyle/>
            <a:p>
              <a:pPr algn="ctr">
                <a:spcBef>
                  <a:spcPct val="50000"/>
                </a:spcBef>
              </a:pPr>
              <a:r>
                <a:rPr lang="en-US" altLang="zh-CN" sz="4000">
                  <a:solidFill>
                    <a:srgbClr val="000000"/>
                  </a:solidFill>
                  <a:latin typeface="Arial" pitchFamily="34" charset="0"/>
                  <a:sym typeface="Symbol" pitchFamily="18" charset="2"/>
                </a:rPr>
                <a:t></a:t>
              </a:r>
            </a:p>
          </p:txBody>
        </p:sp>
        <p:sp>
          <p:nvSpPr>
            <p:cNvPr id="34" name="Text Box 8">
              <a:extLst>
                <a:ext uri="{FF2B5EF4-FFF2-40B4-BE49-F238E27FC236}">
                  <a16:creationId xmlns:a16="http://schemas.microsoft.com/office/drawing/2014/main" id="{B68FBE97-50F1-4149-BFF9-80703DFD82A4}"/>
                </a:ext>
              </a:extLst>
            </p:cNvPr>
            <p:cNvSpPr txBox="1">
              <a:spLocks noChangeArrowheads="1"/>
            </p:cNvSpPr>
            <p:nvPr/>
          </p:nvSpPr>
          <p:spPr bwMode="auto">
            <a:xfrm>
              <a:off x="5252" y="2831"/>
              <a:ext cx="227" cy="442"/>
            </a:xfrm>
            <a:prstGeom prst="rect">
              <a:avLst/>
            </a:prstGeom>
            <a:noFill/>
            <a:ln w="9525">
              <a:noFill/>
              <a:miter lim="800000"/>
              <a:headEnd/>
              <a:tailEnd/>
            </a:ln>
          </p:spPr>
          <p:txBody>
            <a:bodyPr>
              <a:spAutoFit/>
            </a:bodyPr>
            <a:lstStyle/>
            <a:p>
              <a:pPr algn="ctr">
                <a:spcBef>
                  <a:spcPct val="50000"/>
                </a:spcBef>
              </a:pPr>
              <a:r>
                <a:rPr lang="en-US" altLang="zh-CN" sz="4000" b="0">
                  <a:solidFill>
                    <a:srgbClr val="000000"/>
                  </a:solidFill>
                  <a:latin typeface="Arial" pitchFamily="34" charset="0"/>
                  <a:sym typeface="Symbol" pitchFamily="18" charset="2"/>
                </a:rPr>
                <a:t></a:t>
              </a:r>
            </a:p>
          </p:txBody>
        </p:sp>
        <p:sp>
          <p:nvSpPr>
            <p:cNvPr id="35" name="Text Box 9">
              <a:extLst>
                <a:ext uri="{FF2B5EF4-FFF2-40B4-BE49-F238E27FC236}">
                  <a16:creationId xmlns:a16="http://schemas.microsoft.com/office/drawing/2014/main" id="{98C9AC9C-8CBD-4BE5-B112-97B251C2431B}"/>
                </a:ext>
              </a:extLst>
            </p:cNvPr>
            <p:cNvSpPr txBox="1">
              <a:spLocks noChangeArrowheads="1"/>
            </p:cNvSpPr>
            <p:nvPr/>
          </p:nvSpPr>
          <p:spPr bwMode="auto">
            <a:xfrm>
              <a:off x="4798" y="2831"/>
              <a:ext cx="227" cy="442"/>
            </a:xfrm>
            <a:prstGeom prst="rect">
              <a:avLst/>
            </a:prstGeom>
            <a:noFill/>
            <a:ln w="9525">
              <a:noFill/>
              <a:miter lim="800000"/>
              <a:headEnd/>
              <a:tailEnd/>
            </a:ln>
          </p:spPr>
          <p:txBody>
            <a:bodyPr>
              <a:spAutoFit/>
            </a:bodyPr>
            <a:lstStyle/>
            <a:p>
              <a:pPr algn="ctr">
                <a:spcBef>
                  <a:spcPct val="50000"/>
                </a:spcBef>
              </a:pPr>
              <a:r>
                <a:rPr lang="en-US" altLang="zh-CN" sz="4000" dirty="0">
                  <a:solidFill>
                    <a:srgbClr val="669999"/>
                  </a:solidFill>
                  <a:latin typeface="Arial" pitchFamily="34" charset="0"/>
                  <a:sym typeface="Symbol" pitchFamily="18" charset="2"/>
                </a:rPr>
                <a:t></a:t>
              </a:r>
            </a:p>
          </p:txBody>
        </p:sp>
        <p:sp>
          <p:nvSpPr>
            <p:cNvPr id="36" name="Text Box 10">
              <a:extLst>
                <a:ext uri="{FF2B5EF4-FFF2-40B4-BE49-F238E27FC236}">
                  <a16:creationId xmlns:a16="http://schemas.microsoft.com/office/drawing/2014/main" id="{D9AAD8EA-DA33-4C20-8DB8-0DFE0DCABF95}"/>
                </a:ext>
              </a:extLst>
            </p:cNvPr>
            <p:cNvSpPr txBox="1">
              <a:spLocks noChangeArrowheads="1"/>
            </p:cNvSpPr>
            <p:nvPr/>
          </p:nvSpPr>
          <p:spPr bwMode="auto">
            <a:xfrm>
              <a:off x="3862" y="3228"/>
              <a:ext cx="227" cy="442"/>
            </a:xfrm>
            <a:prstGeom prst="rect">
              <a:avLst/>
            </a:prstGeom>
            <a:noFill/>
            <a:ln w="9525">
              <a:noFill/>
              <a:miter lim="800000"/>
              <a:headEnd/>
              <a:tailEnd/>
            </a:ln>
          </p:spPr>
          <p:txBody>
            <a:bodyPr>
              <a:spAutoFit/>
            </a:bodyPr>
            <a:lstStyle/>
            <a:p>
              <a:pPr algn="ctr">
                <a:spcBef>
                  <a:spcPct val="50000"/>
                </a:spcBef>
              </a:pPr>
              <a:r>
                <a:rPr lang="en-US" altLang="zh-CN" sz="4000" dirty="0">
                  <a:solidFill>
                    <a:srgbClr val="FFC000"/>
                  </a:solidFill>
                  <a:latin typeface="Arial" pitchFamily="34" charset="0"/>
                  <a:sym typeface="Symbol" pitchFamily="18" charset="2"/>
                </a:rPr>
                <a:t></a:t>
              </a:r>
            </a:p>
          </p:txBody>
        </p:sp>
        <p:sp>
          <p:nvSpPr>
            <p:cNvPr id="37" name="Text Box 11">
              <a:extLst>
                <a:ext uri="{FF2B5EF4-FFF2-40B4-BE49-F238E27FC236}">
                  <a16:creationId xmlns:a16="http://schemas.microsoft.com/office/drawing/2014/main" id="{0B12445D-4743-443C-ADF9-CAA427D57F77}"/>
                </a:ext>
              </a:extLst>
            </p:cNvPr>
            <p:cNvSpPr txBox="1">
              <a:spLocks noChangeArrowheads="1"/>
            </p:cNvSpPr>
            <p:nvPr/>
          </p:nvSpPr>
          <p:spPr bwMode="auto">
            <a:xfrm>
              <a:off x="5660" y="3255"/>
              <a:ext cx="227" cy="442"/>
            </a:xfrm>
            <a:prstGeom prst="rect">
              <a:avLst/>
            </a:prstGeom>
            <a:noFill/>
            <a:ln w="9525">
              <a:noFill/>
              <a:miter lim="800000"/>
              <a:headEnd/>
              <a:tailEnd/>
            </a:ln>
          </p:spPr>
          <p:txBody>
            <a:bodyPr>
              <a:spAutoFit/>
            </a:bodyPr>
            <a:lstStyle/>
            <a:p>
              <a:pPr algn="ctr">
                <a:spcBef>
                  <a:spcPct val="50000"/>
                </a:spcBef>
              </a:pPr>
              <a:r>
                <a:rPr lang="en-US" altLang="zh-CN" sz="4000" b="0">
                  <a:solidFill>
                    <a:srgbClr val="000000"/>
                  </a:solidFill>
                  <a:latin typeface="Arial" pitchFamily="34" charset="0"/>
                  <a:sym typeface="Symbol" pitchFamily="18" charset="2"/>
                </a:rPr>
                <a:t></a:t>
              </a:r>
            </a:p>
          </p:txBody>
        </p:sp>
        <p:sp>
          <p:nvSpPr>
            <p:cNvPr id="38" name="Text Box 12">
              <a:extLst>
                <a:ext uri="{FF2B5EF4-FFF2-40B4-BE49-F238E27FC236}">
                  <a16:creationId xmlns:a16="http://schemas.microsoft.com/office/drawing/2014/main" id="{AC985BAA-A86A-45A5-B067-158991CCD955}"/>
                </a:ext>
              </a:extLst>
            </p:cNvPr>
            <p:cNvSpPr txBox="1">
              <a:spLocks noChangeArrowheads="1"/>
            </p:cNvSpPr>
            <p:nvPr/>
          </p:nvSpPr>
          <p:spPr bwMode="auto">
            <a:xfrm>
              <a:off x="3891" y="2378"/>
              <a:ext cx="227" cy="442"/>
            </a:xfrm>
            <a:prstGeom prst="rect">
              <a:avLst/>
            </a:prstGeom>
            <a:noFill/>
            <a:ln w="9525">
              <a:noFill/>
              <a:miter lim="800000"/>
              <a:headEnd/>
              <a:tailEnd/>
            </a:ln>
          </p:spPr>
          <p:txBody>
            <a:bodyPr>
              <a:spAutoFit/>
            </a:bodyPr>
            <a:lstStyle/>
            <a:p>
              <a:pPr algn="ctr">
                <a:spcBef>
                  <a:spcPct val="50000"/>
                </a:spcBef>
              </a:pPr>
              <a:r>
                <a:rPr lang="en-US" altLang="zh-CN" sz="4000">
                  <a:solidFill>
                    <a:srgbClr val="000000"/>
                  </a:solidFill>
                  <a:latin typeface="Arial" pitchFamily="34" charset="0"/>
                  <a:sym typeface="Symbol" pitchFamily="18" charset="2"/>
                </a:rPr>
                <a:t></a:t>
              </a:r>
            </a:p>
          </p:txBody>
        </p:sp>
        <p:sp>
          <p:nvSpPr>
            <p:cNvPr id="39" name="Text Box 13">
              <a:extLst>
                <a:ext uri="{FF2B5EF4-FFF2-40B4-BE49-F238E27FC236}">
                  <a16:creationId xmlns:a16="http://schemas.microsoft.com/office/drawing/2014/main" id="{DE9B6210-AFD7-4FA2-A1EE-6067CB78FED5}"/>
                </a:ext>
              </a:extLst>
            </p:cNvPr>
            <p:cNvSpPr txBox="1">
              <a:spLocks noChangeArrowheads="1"/>
            </p:cNvSpPr>
            <p:nvPr/>
          </p:nvSpPr>
          <p:spPr bwMode="auto">
            <a:xfrm>
              <a:off x="3891" y="1532"/>
              <a:ext cx="227" cy="442"/>
            </a:xfrm>
            <a:prstGeom prst="rect">
              <a:avLst/>
            </a:prstGeom>
            <a:noFill/>
            <a:ln w="9525">
              <a:noFill/>
              <a:miter lim="800000"/>
              <a:headEnd/>
              <a:tailEnd/>
            </a:ln>
          </p:spPr>
          <p:txBody>
            <a:bodyPr>
              <a:spAutoFit/>
            </a:bodyPr>
            <a:lstStyle/>
            <a:p>
              <a:pPr algn="ctr">
                <a:spcBef>
                  <a:spcPct val="50000"/>
                </a:spcBef>
              </a:pPr>
              <a:r>
                <a:rPr lang="en-US" altLang="zh-CN" sz="4000">
                  <a:solidFill>
                    <a:srgbClr val="000000"/>
                  </a:solidFill>
                  <a:latin typeface="Arial" pitchFamily="34" charset="0"/>
                  <a:sym typeface="Symbol" pitchFamily="18" charset="2"/>
                </a:rPr>
                <a:t></a:t>
              </a:r>
            </a:p>
          </p:txBody>
        </p:sp>
        <p:sp>
          <p:nvSpPr>
            <p:cNvPr id="40" name="Text Box 14">
              <a:extLst>
                <a:ext uri="{FF2B5EF4-FFF2-40B4-BE49-F238E27FC236}">
                  <a16:creationId xmlns:a16="http://schemas.microsoft.com/office/drawing/2014/main" id="{320971D0-B99C-45E4-A84B-21F7F3105C60}"/>
                </a:ext>
              </a:extLst>
            </p:cNvPr>
            <p:cNvSpPr txBox="1">
              <a:spLocks noChangeArrowheads="1"/>
            </p:cNvSpPr>
            <p:nvPr/>
          </p:nvSpPr>
          <p:spPr bwMode="auto">
            <a:xfrm>
              <a:off x="3891" y="1985"/>
              <a:ext cx="227" cy="442"/>
            </a:xfrm>
            <a:prstGeom prst="rect">
              <a:avLst/>
            </a:prstGeom>
            <a:noFill/>
            <a:ln w="9525">
              <a:noFill/>
              <a:miter lim="800000"/>
              <a:headEnd/>
              <a:tailEnd/>
            </a:ln>
          </p:spPr>
          <p:txBody>
            <a:bodyPr>
              <a:spAutoFit/>
            </a:bodyPr>
            <a:lstStyle/>
            <a:p>
              <a:pPr algn="ctr">
                <a:spcBef>
                  <a:spcPct val="50000"/>
                </a:spcBef>
              </a:pPr>
              <a:r>
                <a:rPr lang="en-US" altLang="zh-CN" sz="4000" dirty="0">
                  <a:solidFill>
                    <a:srgbClr val="FF33CC"/>
                  </a:solidFill>
                  <a:latin typeface="Arial" pitchFamily="34" charset="0"/>
                  <a:sym typeface="Symbol" pitchFamily="18" charset="2"/>
                </a:rPr>
                <a:t></a:t>
              </a:r>
            </a:p>
          </p:txBody>
        </p:sp>
        <p:sp>
          <p:nvSpPr>
            <p:cNvPr id="41" name="Text Box 15">
              <a:extLst>
                <a:ext uri="{FF2B5EF4-FFF2-40B4-BE49-F238E27FC236}">
                  <a16:creationId xmlns:a16="http://schemas.microsoft.com/office/drawing/2014/main" id="{42497C7D-3F83-438F-A63F-28E56682DD51}"/>
                </a:ext>
              </a:extLst>
            </p:cNvPr>
            <p:cNvSpPr txBox="1">
              <a:spLocks noChangeArrowheads="1"/>
            </p:cNvSpPr>
            <p:nvPr/>
          </p:nvSpPr>
          <p:spPr bwMode="auto">
            <a:xfrm>
              <a:off x="3422" y="1116"/>
              <a:ext cx="227" cy="442"/>
            </a:xfrm>
            <a:prstGeom prst="rect">
              <a:avLst/>
            </a:prstGeom>
            <a:noFill/>
            <a:ln w="9525">
              <a:noFill/>
              <a:miter lim="800000"/>
              <a:headEnd/>
              <a:tailEnd/>
            </a:ln>
          </p:spPr>
          <p:txBody>
            <a:bodyPr>
              <a:spAutoFit/>
            </a:bodyPr>
            <a:lstStyle/>
            <a:p>
              <a:pPr algn="ctr">
                <a:spcBef>
                  <a:spcPct val="50000"/>
                </a:spcBef>
              </a:pPr>
              <a:r>
                <a:rPr lang="en-US" altLang="zh-CN" sz="4000" dirty="0">
                  <a:solidFill>
                    <a:srgbClr val="66FF33"/>
                  </a:solidFill>
                  <a:latin typeface="Arial" pitchFamily="34" charset="0"/>
                  <a:sym typeface="Symbol" pitchFamily="18" charset="2"/>
                </a:rPr>
                <a:t></a:t>
              </a:r>
            </a:p>
          </p:txBody>
        </p:sp>
      </p:grpSp>
      <p:sp>
        <p:nvSpPr>
          <p:cNvPr id="42" name="Text Box 70">
            <a:extLst>
              <a:ext uri="{FF2B5EF4-FFF2-40B4-BE49-F238E27FC236}">
                <a16:creationId xmlns:a16="http://schemas.microsoft.com/office/drawing/2014/main" id="{73321B64-2ACD-4227-90E5-C79C3A34A79B}"/>
              </a:ext>
            </a:extLst>
          </p:cNvPr>
          <p:cNvSpPr txBox="1">
            <a:spLocks noChangeArrowheads="1"/>
          </p:cNvSpPr>
          <p:nvPr/>
        </p:nvSpPr>
        <p:spPr bwMode="auto">
          <a:xfrm>
            <a:off x="5753119" y="4408071"/>
            <a:ext cx="731837" cy="457200"/>
          </a:xfrm>
          <a:prstGeom prst="rect">
            <a:avLst/>
          </a:prstGeom>
          <a:noFill/>
          <a:ln w="9525">
            <a:noFill/>
            <a:miter lim="800000"/>
            <a:headEnd/>
            <a:tailEnd/>
          </a:ln>
        </p:spPr>
        <p:txBody>
          <a:bodyPr>
            <a:spAutoFit/>
          </a:bodyPr>
          <a:lstStyle/>
          <a:p>
            <a:pPr>
              <a:spcBef>
                <a:spcPct val="50000"/>
              </a:spcBef>
            </a:pPr>
            <a:r>
              <a:rPr lang="en-US" altLang="zh-CN" sz="2400" b="0" dirty="0">
                <a:solidFill>
                  <a:srgbClr val="000000"/>
                </a:solidFill>
                <a:latin typeface="Arial" pitchFamily="34" charset="0"/>
              </a:rPr>
              <a:t>D,G</a:t>
            </a:r>
          </a:p>
        </p:txBody>
      </p:sp>
      <p:sp>
        <p:nvSpPr>
          <p:cNvPr id="43" name="Text Box 71">
            <a:extLst>
              <a:ext uri="{FF2B5EF4-FFF2-40B4-BE49-F238E27FC236}">
                <a16:creationId xmlns:a16="http://schemas.microsoft.com/office/drawing/2014/main" id="{01ED743C-E2C0-4DE1-926B-B2A2990FBA4A}"/>
              </a:ext>
            </a:extLst>
          </p:cNvPr>
          <p:cNvSpPr txBox="1">
            <a:spLocks noChangeArrowheads="1"/>
          </p:cNvSpPr>
          <p:nvPr/>
        </p:nvSpPr>
        <p:spPr bwMode="auto">
          <a:xfrm>
            <a:off x="5119688" y="3051282"/>
            <a:ext cx="731837" cy="457200"/>
          </a:xfrm>
          <a:prstGeom prst="rect">
            <a:avLst/>
          </a:prstGeom>
          <a:noFill/>
          <a:ln w="9525">
            <a:noFill/>
            <a:miter lim="800000"/>
            <a:headEnd/>
            <a:tailEnd/>
          </a:ln>
        </p:spPr>
        <p:txBody>
          <a:bodyPr>
            <a:spAutoFit/>
          </a:bodyPr>
          <a:lstStyle/>
          <a:p>
            <a:pPr>
              <a:spcBef>
                <a:spcPct val="50000"/>
              </a:spcBef>
            </a:pPr>
            <a:r>
              <a:rPr lang="en-US" altLang="zh-CN" sz="2400" b="0">
                <a:solidFill>
                  <a:srgbClr val="000000"/>
                </a:solidFill>
                <a:latin typeface="Arial" pitchFamily="34" charset="0"/>
              </a:rPr>
              <a:t>B,F</a:t>
            </a:r>
          </a:p>
        </p:txBody>
      </p:sp>
      <p:sp>
        <p:nvSpPr>
          <p:cNvPr id="44" name="Text Box 72">
            <a:extLst>
              <a:ext uri="{FF2B5EF4-FFF2-40B4-BE49-F238E27FC236}">
                <a16:creationId xmlns:a16="http://schemas.microsoft.com/office/drawing/2014/main" id="{F7459ACA-A7C9-4150-AD7F-EE27B6E91206}"/>
              </a:ext>
            </a:extLst>
          </p:cNvPr>
          <p:cNvSpPr txBox="1">
            <a:spLocks noChangeArrowheads="1"/>
          </p:cNvSpPr>
          <p:nvPr/>
        </p:nvSpPr>
        <p:spPr bwMode="auto">
          <a:xfrm>
            <a:off x="5119688" y="5113444"/>
            <a:ext cx="731837" cy="457200"/>
          </a:xfrm>
          <a:prstGeom prst="rect">
            <a:avLst/>
          </a:prstGeom>
          <a:noFill/>
          <a:ln w="9525">
            <a:noFill/>
            <a:miter lim="800000"/>
            <a:headEnd/>
            <a:tailEnd/>
          </a:ln>
        </p:spPr>
        <p:txBody>
          <a:bodyPr>
            <a:spAutoFit/>
          </a:bodyPr>
          <a:lstStyle/>
          <a:p>
            <a:pPr>
              <a:spcBef>
                <a:spcPct val="50000"/>
              </a:spcBef>
            </a:pPr>
            <a:r>
              <a:rPr lang="en-US" altLang="zh-CN" sz="2400" b="0">
                <a:solidFill>
                  <a:srgbClr val="000000"/>
                </a:solidFill>
                <a:latin typeface="Arial" pitchFamily="34" charset="0"/>
              </a:rPr>
              <a:t>B,F</a:t>
            </a:r>
          </a:p>
        </p:txBody>
      </p:sp>
      <p:sp>
        <p:nvSpPr>
          <p:cNvPr id="45" name="Text Box 73">
            <a:extLst>
              <a:ext uri="{FF2B5EF4-FFF2-40B4-BE49-F238E27FC236}">
                <a16:creationId xmlns:a16="http://schemas.microsoft.com/office/drawing/2014/main" id="{59094D39-9229-49BA-A578-CCF47D1BA167}"/>
              </a:ext>
            </a:extLst>
          </p:cNvPr>
          <p:cNvSpPr txBox="1">
            <a:spLocks noChangeArrowheads="1"/>
          </p:cNvSpPr>
          <p:nvPr/>
        </p:nvSpPr>
        <p:spPr bwMode="auto">
          <a:xfrm>
            <a:off x="5119688" y="3524357"/>
            <a:ext cx="731837" cy="822325"/>
          </a:xfrm>
          <a:prstGeom prst="rect">
            <a:avLst/>
          </a:prstGeom>
          <a:noFill/>
          <a:ln w="9525">
            <a:noFill/>
            <a:miter lim="800000"/>
            <a:headEnd/>
            <a:tailEnd/>
          </a:ln>
        </p:spPr>
        <p:txBody>
          <a:bodyPr>
            <a:spAutoFit/>
          </a:bodyPr>
          <a:lstStyle/>
          <a:p>
            <a:r>
              <a:rPr lang="en-US" altLang="zh-CN" sz="2400" b="0">
                <a:solidFill>
                  <a:srgbClr val="000000"/>
                </a:solidFill>
                <a:latin typeface="Arial" pitchFamily="34" charset="0"/>
              </a:rPr>
              <a:t>A,B</a:t>
            </a:r>
          </a:p>
          <a:p>
            <a:r>
              <a:rPr lang="en-US" altLang="zh-CN" sz="2400" b="0">
                <a:solidFill>
                  <a:srgbClr val="000000"/>
                </a:solidFill>
                <a:latin typeface="Arial" pitchFamily="34" charset="0"/>
              </a:rPr>
              <a:t>B,G</a:t>
            </a:r>
          </a:p>
        </p:txBody>
      </p:sp>
      <p:sp>
        <p:nvSpPr>
          <p:cNvPr id="46" name="Text Box 74">
            <a:extLst>
              <a:ext uri="{FF2B5EF4-FFF2-40B4-BE49-F238E27FC236}">
                <a16:creationId xmlns:a16="http://schemas.microsoft.com/office/drawing/2014/main" id="{B9F1AED9-6F80-4364-83AC-C61BE2BA9DE3}"/>
              </a:ext>
            </a:extLst>
          </p:cNvPr>
          <p:cNvSpPr txBox="1">
            <a:spLocks noChangeArrowheads="1"/>
          </p:cNvSpPr>
          <p:nvPr/>
        </p:nvSpPr>
        <p:spPr bwMode="auto">
          <a:xfrm>
            <a:off x="5119688" y="2155932"/>
            <a:ext cx="731837" cy="822325"/>
          </a:xfrm>
          <a:prstGeom prst="rect">
            <a:avLst/>
          </a:prstGeom>
          <a:noFill/>
          <a:ln w="9525">
            <a:noFill/>
            <a:miter lim="800000"/>
            <a:headEnd/>
            <a:tailEnd/>
          </a:ln>
        </p:spPr>
        <p:txBody>
          <a:bodyPr>
            <a:spAutoFit/>
          </a:bodyPr>
          <a:lstStyle/>
          <a:p>
            <a:r>
              <a:rPr lang="en-US" altLang="zh-CN" sz="2400" b="0">
                <a:solidFill>
                  <a:srgbClr val="000000"/>
                </a:solidFill>
                <a:latin typeface="Arial" pitchFamily="34" charset="0"/>
              </a:rPr>
              <a:t>A,F</a:t>
            </a:r>
          </a:p>
          <a:p>
            <a:r>
              <a:rPr lang="en-US" altLang="zh-CN" sz="2400" b="0">
                <a:solidFill>
                  <a:srgbClr val="000000"/>
                </a:solidFill>
                <a:latin typeface="Arial" pitchFamily="34" charset="0"/>
              </a:rPr>
              <a:t>B,E</a:t>
            </a:r>
          </a:p>
        </p:txBody>
      </p:sp>
      <p:sp>
        <p:nvSpPr>
          <p:cNvPr id="47" name="Text Box 75">
            <a:extLst>
              <a:ext uri="{FF2B5EF4-FFF2-40B4-BE49-F238E27FC236}">
                <a16:creationId xmlns:a16="http://schemas.microsoft.com/office/drawing/2014/main" id="{4A080A5C-7695-418C-BF04-310161487CF0}"/>
              </a:ext>
            </a:extLst>
          </p:cNvPr>
          <p:cNvSpPr txBox="1">
            <a:spLocks noChangeArrowheads="1"/>
          </p:cNvSpPr>
          <p:nvPr/>
        </p:nvSpPr>
        <p:spPr bwMode="auto">
          <a:xfrm>
            <a:off x="6448425" y="2833794"/>
            <a:ext cx="731838" cy="822325"/>
          </a:xfrm>
          <a:prstGeom prst="rect">
            <a:avLst/>
          </a:prstGeom>
          <a:noFill/>
          <a:ln w="9525">
            <a:noFill/>
            <a:miter lim="800000"/>
            <a:headEnd/>
            <a:tailEnd/>
          </a:ln>
        </p:spPr>
        <p:txBody>
          <a:bodyPr>
            <a:spAutoFit/>
          </a:bodyPr>
          <a:lstStyle/>
          <a:p>
            <a:r>
              <a:rPr lang="en-US" altLang="zh-CN" sz="2400" b="0">
                <a:solidFill>
                  <a:srgbClr val="000000"/>
                </a:solidFill>
                <a:latin typeface="Arial" pitchFamily="34" charset="0"/>
              </a:rPr>
              <a:t>F,D</a:t>
            </a:r>
          </a:p>
          <a:p>
            <a:r>
              <a:rPr lang="en-US" altLang="zh-CN" sz="2400" b="0">
                <a:solidFill>
                  <a:srgbClr val="000000"/>
                </a:solidFill>
                <a:latin typeface="Arial" pitchFamily="34" charset="0"/>
              </a:rPr>
              <a:t>E,F</a:t>
            </a:r>
          </a:p>
        </p:txBody>
      </p:sp>
      <p:sp>
        <p:nvSpPr>
          <p:cNvPr id="48" name="Text Box 76">
            <a:extLst>
              <a:ext uri="{FF2B5EF4-FFF2-40B4-BE49-F238E27FC236}">
                <a16:creationId xmlns:a16="http://schemas.microsoft.com/office/drawing/2014/main" id="{208213C1-E920-4570-9277-8A8079DE8263}"/>
              </a:ext>
            </a:extLst>
          </p:cNvPr>
          <p:cNvSpPr txBox="1">
            <a:spLocks noChangeArrowheads="1"/>
          </p:cNvSpPr>
          <p:nvPr/>
        </p:nvSpPr>
        <p:spPr bwMode="auto">
          <a:xfrm>
            <a:off x="6448425" y="3554519"/>
            <a:ext cx="731838" cy="822325"/>
          </a:xfrm>
          <a:prstGeom prst="rect">
            <a:avLst/>
          </a:prstGeom>
          <a:noFill/>
          <a:ln w="9525">
            <a:noFill/>
            <a:miter lim="800000"/>
            <a:headEnd/>
            <a:tailEnd/>
          </a:ln>
        </p:spPr>
        <p:txBody>
          <a:bodyPr>
            <a:spAutoFit/>
          </a:bodyPr>
          <a:lstStyle/>
          <a:p>
            <a:r>
              <a:rPr lang="en-US" altLang="zh-CN" sz="2400" b="0" dirty="0">
                <a:solidFill>
                  <a:srgbClr val="000000"/>
                </a:solidFill>
                <a:latin typeface="Arial" pitchFamily="34" charset="0"/>
              </a:rPr>
              <a:t>F,B</a:t>
            </a:r>
          </a:p>
          <a:p>
            <a:r>
              <a:rPr lang="en-US" altLang="zh-CN" sz="2400" b="0" dirty="0">
                <a:solidFill>
                  <a:srgbClr val="000000"/>
                </a:solidFill>
                <a:latin typeface="Arial" pitchFamily="34" charset="0"/>
              </a:rPr>
              <a:t>E,G</a:t>
            </a:r>
          </a:p>
        </p:txBody>
      </p:sp>
      <p:sp>
        <p:nvSpPr>
          <p:cNvPr id="49" name="Text Box 77">
            <a:extLst>
              <a:ext uri="{FF2B5EF4-FFF2-40B4-BE49-F238E27FC236}">
                <a16:creationId xmlns:a16="http://schemas.microsoft.com/office/drawing/2014/main" id="{D4A84E0B-80FF-4FBF-8212-1165951380F7}"/>
              </a:ext>
            </a:extLst>
          </p:cNvPr>
          <p:cNvSpPr txBox="1">
            <a:spLocks noChangeArrowheads="1"/>
          </p:cNvSpPr>
          <p:nvPr/>
        </p:nvSpPr>
        <p:spPr bwMode="auto">
          <a:xfrm>
            <a:off x="6440350" y="4845156"/>
            <a:ext cx="731838" cy="822325"/>
          </a:xfrm>
          <a:prstGeom prst="rect">
            <a:avLst/>
          </a:prstGeom>
          <a:noFill/>
          <a:ln w="9525">
            <a:noFill/>
            <a:miter lim="800000"/>
            <a:headEnd/>
            <a:tailEnd/>
          </a:ln>
        </p:spPr>
        <p:txBody>
          <a:bodyPr>
            <a:spAutoFit/>
          </a:bodyPr>
          <a:lstStyle/>
          <a:p>
            <a:r>
              <a:rPr lang="en-US" altLang="zh-CN" sz="2400" b="0">
                <a:solidFill>
                  <a:srgbClr val="000000"/>
                </a:solidFill>
                <a:latin typeface="Arial" pitchFamily="34" charset="0"/>
              </a:rPr>
              <a:t>F,A</a:t>
            </a:r>
          </a:p>
          <a:p>
            <a:r>
              <a:rPr lang="en-US" altLang="zh-CN" sz="2400" b="0">
                <a:solidFill>
                  <a:srgbClr val="000000"/>
                </a:solidFill>
                <a:latin typeface="Arial" pitchFamily="34" charset="0"/>
              </a:rPr>
              <a:t>E,F</a:t>
            </a:r>
          </a:p>
        </p:txBody>
      </p:sp>
      <p:sp>
        <p:nvSpPr>
          <p:cNvPr id="50" name="Text Box 78">
            <a:extLst>
              <a:ext uri="{FF2B5EF4-FFF2-40B4-BE49-F238E27FC236}">
                <a16:creationId xmlns:a16="http://schemas.microsoft.com/office/drawing/2014/main" id="{BA65A1B8-B566-4F86-AEFA-A676DE8B7FC8}"/>
              </a:ext>
            </a:extLst>
          </p:cNvPr>
          <p:cNvSpPr txBox="1">
            <a:spLocks noChangeArrowheads="1"/>
          </p:cNvSpPr>
          <p:nvPr/>
        </p:nvSpPr>
        <p:spPr bwMode="auto">
          <a:xfrm>
            <a:off x="7113588" y="3554519"/>
            <a:ext cx="731837" cy="822325"/>
          </a:xfrm>
          <a:prstGeom prst="rect">
            <a:avLst/>
          </a:prstGeom>
          <a:noFill/>
          <a:ln w="9525">
            <a:noFill/>
            <a:miter lim="800000"/>
            <a:headEnd/>
            <a:tailEnd/>
          </a:ln>
        </p:spPr>
        <p:txBody>
          <a:bodyPr>
            <a:spAutoFit/>
          </a:bodyPr>
          <a:lstStyle/>
          <a:p>
            <a:r>
              <a:rPr lang="en-US" altLang="zh-CN" sz="2400" b="0">
                <a:solidFill>
                  <a:srgbClr val="000000"/>
                </a:solidFill>
                <a:latin typeface="Arial" pitchFamily="34" charset="0"/>
              </a:rPr>
              <a:t>D,B</a:t>
            </a:r>
          </a:p>
          <a:p>
            <a:r>
              <a:rPr lang="en-US" altLang="zh-CN" sz="2400" b="0">
                <a:solidFill>
                  <a:srgbClr val="000000"/>
                </a:solidFill>
                <a:latin typeface="Arial" pitchFamily="34" charset="0"/>
              </a:rPr>
              <a:t>F,G</a:t>
            </a:r>
          </a:p>
        </p:txBody>
      </p:sp>
      <p:sp>
        <p:nvSpPr>
          <p:cNvPr id="51" name="Text Box 79">
            <a:extLst>
              <a:ext uri="{FF2B5EF4-FFF2-40B4-BE49-F238E27FC236}">
                <a16:creationId xmlns:a16="http://schemas.microsoft.com/office/drawing/2014/main" id="{B1676A47-9B2A-4798-B8DE-503D737041F2}"/>
              </a:ext>
            </a:extLst>
          </p:cNvPr>
          <p:cNvSpPr txBox="1">
            <a:spLocks noChangeArrowheads="1"/>
          </p:cNvSpPr>
          <p:nvPr/>
        </p:nvSpPr>
        <p:spPr bwMode="auto">
          <a:xfrm>
            <a:off x="7694379" y="4850344"/>
            <a:ext cx="838200" cy="830997"/>
          </a:xfrm>
          <a:prstGeom prst="rect">
            <a:avLst/>
          </a:prstGeom>
          <a:noFill/>
          <a:ln w="9525">
            <a:noFill/>
            <a:miter lim="800000"/>
            <a:headEnd/>
            <a:tailEnd/>
          </a:ln>
        </p:spPr>
        <p:txBody>
          <a:bodyPr>
            <a:spAutoFit/>
          </a:bodyPr>
          <a:lstStyle/>
          <a:p>
            <a:r>
              <a:rPr lang="en-US" altLang="zh-CN" sz="2400" b="0" dirty="0">
                <a:solidFill>
                  <a:srgbClr val="000000"/>
                </a:solidFill>
                <a:latin typeface="Arial" pitchFamily="34" charset="0"/>
              </a:rPr>
              <a:t>B,A</a:t>
            </a:r>
          </a:p>
          <a:p>
            <a:r>
              <a:rPr lang="en-US" altLang="zh-CN" sz="2400" b="0" dirty="0">
                <a:solidFill>
                  <a:srgbClr val="000000"/>
                </a:solidFill>
                <a:latin typeface="Arial" pitchFamily="34" charset="0"/>
              </a:rPr>
              <a:t>G,F</a:t>
            </a:r>
          </a:p>
        </p:txBody>
      </p:sp>
    </p:spTree>
    <p:extLst>
      <p:ext uri="{BB962C8B-B14F-4D97-AF65-F5344CB8AC3E}">
        <p14:creationId xmlns:p14="http://schemas.microsoft.com/office/powerpoint/2010/main" val="1711333531"/>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08" name="灯片编号占位符 63"/>
          <p:cNvSpPr>
            <a:spLocks noGrp="1"/>
          </p:cNvSpPr>
          <p:nvPr>
            <p:ph type="sldNum" sz="quarter" idx="12"/>
          </p:nvPr>
        </p:nvSpPr>
        <p:spPr>
          <a:noFill/>
        </p:spPr>
        <p:txBody>
          <a:bodyPr/>
          <a:lstStyle/>
          <a:p>
            <a:fld id="{1036E518-3A9F-4CCF-A233-DECDB8303308}" type="slidenum">
              <a:rPr lang="en-US" altLang="zh-CN" smtClean="0"/>
              <a:pPr/>
              <a:t>120</a:t>
            </a:fld>
            <a:endParaRPr lang="en-US" altLang="zh-CN" dirty="0"/>
          </a:p>
        </p:txBody>
      </p:sp>
      <p:graphicFrame>
        <p:nvGraphicFramePr>
          <p:cNvPr id="111" name="Group 154">
            <a:extLst>
              <a:ext uri="{FF2B5EF4-FFF2-40B4-BE49-F238E27FC236}">
                <a16:creationId xmlns:a16="http://schemas.microsoft.com/office/drawing/2014/main" id="{1A7122FC-9BBB-4091-AF56-0F2415030CB4}"/>
              </a:ext>
            </a:extLst>
          </p:cNvPr>
          <p:cNvGraphicFramePr>
            <a:graphicFrameLocks/>
          </p:cNvGraphicFramePr>
          <p:nvPr>
            <p:extLst>
              <p:ext uri="{D42A27DB-BD31-4B8C-83A1-F6EECF244321}">
                <p14:modId xmlns:p14="http://schemas.microsoft.com/office/powerpoint/2010/main" val="798920138"/>
              </p:ext>
            </p:extLst>
          </p:nvPr>
        </p:nvGraphicFramePr>
        <p:xfrm>
          <a:off x="238581" y="1744660"/>
          <a:ext cx="4295775" cy="3886203"/>
        </p:xfrm>
        <a:graphic>
          <a:graphicData uri="http://schemas.openxmlformats.org/drawingml/2006/table">
            <a:tbl>
              <a:tblPr/>
              <a:tblGrid>
                <a:gridCol w="1095375">
                  <a:extLst>
                    <a:ext uri="{9D8B030D-6E8A-4147-A177-3AD203B41FA5}">
                      <a16:colId xmlns:a16="http://schemas.microsoft.com/office/drawing/2014/main" val="20000"/>
                    </a:ext>
                  </a:extLst>
                </a:gridCol>
                <a:gridCol w="746125">
                  <a:extLst>
                    <a:ext uri="{9D8B030D-6E8A-4147-A177-3AD203B41FA5}">
                      <a16:colId xmlns:a16="http://schemas.microsoft.com/office/drawing/2014/main" val="20001"/>
                    </a:ext>
                  </a:extLst>
                </a:gridCol>
                <a:gridCol w="749300">
                  <a:extLst>
                    <a:ext uri="{9D8B030D-6E8A-4147-A177-3AD203B41FA5}">
                      <a16:colId xmlns:a16="http://schemas.microsoft.com/office/drawing/2014/main" val="20002"/>
                    </a:ext>
                  </a:extLst>
                </a:gridCol>
                <a:gridCol w="819150">
                  <a:extLst>
                    <a:ext uri="{9D8B030D-6E8A-4147-A177-3AD203B41FA5}">
                      <a16:colId xmlns:a16="http://schemas.microsoft.com/office/drawing/2014/main" val="20003"/>
                    </a:ext>
                  </a:extLst>
                </a:gridCol>
                <a:gridCol w="885825">
                  <a:extLst>
                    <a:ext uri="{9D8B030D-6E8A-4147-A177-3AD203B41FA5}">
                      <a16:colId xmlns:a16="http://schemas.microsoft.com/office/drawing/2014/main" val="20004"/>
                    </a:ext>
                  </a:extLst>
                </a:gridCol>
              </a:tblGrid>
              <a:tr h="784225">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2000" b="0" i="0" u="none" strike="noStrike" cap="none" normalizeH="0" baseline="0" dirty="0">
                          <a:ln>
                            <a:noFill/>
                          </a:ln>
                          <a:solidFill>
                            <a:schemeClr val="tx1"/>
                          </a:solidFill>
                          <a:effectLst/>
                          <a:latin typeface="+mn-lt"/>
                          <a:ea typeface="+mn-ea"/>
                        </a:rPr>
                        <a:t>现态</a:t>
                      </a:r>
                      <a:endParaRPr kumimoji="0" lang="en-US" altLang="zh-CN" sz="2000" b="0" i="0" u="none" strike="noStrike" cap="none" normalizeH="0" baseline="0" dirty="0">
                        <a:ln>
                          <a:noFill/>
                        </a:ln>
                        <a:solidFill>
                          <a:schemeClr val="tx1"/>
                        </a:solidFill>
                        <a:effectLst/>
                        <a:latin typeface="+mn-lt"/>
                        <a:ea typeface="+mn-ea"/>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gridSpan="2">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2000" b="0" i="0" u="none" strike="noStrike" cap="none" normalizeH="0" baseline="0" dirty="0">
                          <a:ln>
                            <a:noFill/>
                          </a:ln>
                          <a:solidFill>
                            <a:schemeClr val="tx1"/>
                          </a:solidFill>
                          <a:effectLst/>
                          <a:latin typeface="+mn-lt"/>
                          <a:ea typeface="+mn-ea"/>
                        </a:rPr>
                        <a:t>次态</a:t>
                      </a:r>
                      <a:endParaRPr kumimoji="0" lang="en-US" altLang="zh-CN" sz="2000" b="0" i="0" u="none" strike="noStrike" cap="none" normalizeH="0" baseline="0" dirty="0">
                        <a:ln>
                          <a:noFill/>
                        </a:ln>
                        <a:solidFill>
                          <a:schemeClr val="tx1"/>
                        </a:solidFill>
                        <a:effectLst/>
                        <a:latin typeface="+mn-lt"/>
                        <a:ea typeface="+mn-ea"/>
                      </a:endParaRPr>
                    </a:p>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mn-ea"/>
                        </a:rPr>
                        <a:t>x=</a:t>
                      </a:r>
                      <a:r>
                        <a:rPr kumimoji="0" lang="en-US" altLang="zh-CN" sz="2000" b="0" i="0" u="none" strike="noStrike" cap="none" normalizeH="0" baseline="0">
                          <a:ln>
                            <a:noFill/>
                          </a:ln>
                          <a:solidFill>
                            <a:schemeClr val="tx1"/>
                          </a:solidFill>
                          <a:effectLst/>
                          <a:latin typeface="+mn-lt"/>
                          <a:ea typeface="+mn-ea"/>
                        </a:rPr>
                        <a:t>0    x</a:t>
                      </a:r>
                      <a:r>
                        <a:rPr kumimoji="0" lang="en-US" altLang="zh-CN" sz="2000" b="0" i="0" u="none" strike="noStrike" cap="none" normalizeH="0" baseline="0" dirty="0">
                          <a:ln>
                            <a:noFill/>
                          </a:ln>
                          <a:solidFill>
                            <a:schemeClr val="tx1"/>
                          </a:solidFill>
                          <a:effectLst/>
                          <a:latin typeface="+mn-lt"/>
                          <a:ea typeface="+mn-ea"/>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2000" b="0" i="0" u="none" strike="noStrike" cap="none" normalizeH="0" baseline="0" dirty="0">
                          <a:ln>
                            <a:noFill/>
                          </a:ln>
                          <a:solidFill>
                            <a:schemeClr val="tx1"/>
                          </a:solidFill>
                          <a:effectLst/>
                          <a:latin typeface="+mn-lt"/>
                          <a:ea typeface="+mn-ea"/>
                        </a:rPr>
                        <a:t>输出</a:t>
                      </a:r>
                      <a:endParaRPr kumimoji="0" lang="en-US" altLang="zh-CN" sz="2000" b="0" i="0" u="none" strike="noStrike" cap="none" normalizeH="0" baseline="0" dirty="0">
                        <a:ln>
                          <a:noFill/>
                        </a:ln>
                        <a:solidFill>
                          <a:schemeClr val="tx1"/>
                        </a:solidFill>
                        <a:effectLst/>
                        <a:latin typeface="+mn-lt"/>
                        <a:ea typeface="+mn-ea"/>
                      </a:endParaRPr>
                    </a:p>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mn-ea"/>
                        </a:rPr>
                        <a:t>x=</a:t>
                      </a:r>
                      <a:r>
                        <a:rPr kumimoji="0" lang="en-US" altLang="zh-CN" sz="2000" b="0" i="0" u="none" strike="noStrike" cap="none" normalizeH="0" baseline="0">
                          <a:ln>
                            <a:noFill/>
                          </a:ln>
                          <a:solidFill>
                            <a:schemeClr val="tx1"/>
                          </a:solidFill>
                          <a:effectLst/>
                          <a:latin typeface="+mn-lt"/>
                          <a:ea typeface="+mn-ea"/>
                        </a:rPr>
                        <a:t>0     x</a:t>
                      </a:r>
                      <a:r>
                        <a:rPr kumimoji="0" lang="en-US" altLang="zh-CN" sz="2000" b="0" i="0" u="none" strike="noStrike" cap="none" normalizeH="0" baseline="0" dirty="0">
                          <a:ln>
                            <a:noFill/>
                          </a:ln>
                          <a:solidFill>
                            <a:schemeClr val="tx1"/>
                          </a:solidFill>
                          <a:effectLst/>
                          <a:latin typeface="+mn-lt"/>
                          <a:ea typeface="+mn-ea"/>
                        </a:rPr>
                        <a:t>=1</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extLst>
                  <a:ext uri="{0D108BD9-81ED-4DB2-BD59-A6C34878D82A}">
                    <a16:rowId xmlns:a16="http://schemas.microsoft.com/office/drawing/2014/main" val="10000"/>
                  </a:ext>
                </a:extLst>
              </a:tr>
              <a:tr h="442913">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A*</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FF33CC"/>
                          </a:solidFill>
                          <a:effectLst/>
                          <a:latin typeface="+mn-lt"/>
                          <a:ea typeface="宋体" pitchFamily="2" charset="-122"/>
                        </a:rPr>
                        <a:t>B</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44450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B</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rgbClr val="3399FF"/>
                          </a:solidFill>
                          <a:effectLst/>
                          <a:latin typeface="+mn-lt"/>
                          <a:ea typeface="宋体" pitchFamily="2" charset="-122"/>
                        </a:rPr>
                        <a:t>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C</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1</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442913">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C</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442913">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D</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rgbClr val="FF3300"/>
                          </a:solidFill>
                          <a:effectLst/>
                          <a:latin typeface="+mn-lt"/>
                          <a:ea typeface="宋体" pitchFamily="2" charset="-122"/>
                        </a:rPr>
                        <a:t>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rgbClr val="FF33CC"/>
                          </a:solidFill>
                          <a:effectLst/>
                          <a:latin typeface="+mn-lt"/>
                          <a:ea typeface="宋体" pitchFamily="2" charset="-122"/>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r h="442913">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E</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B</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G</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5"/>
                  </a:ext>
                </a:extLst>
              </a:tr>
              <a:tr h="442913">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F</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rgbClr val="3399FF"/>
                          </a:solidFill>
                          <a:effectLst/>
                          <a:latin typeface="+mn-lt"/>
                          <a:ea typeface="宋体" pitchFamily="2" charset="-122"/>
                        </a:rPr>
                        <a:t>G</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C</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1</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6"/>
                  </a:ext>
                </a:extLst>
              </a:tr>
              <a:tr h="442913">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G</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rgbClr val="FF3300"/>
                          </a:solidFill>
                          <a:effectLst/>
                          <a:latin typeface="+mn-lt"/>
                          <a:ea typeface="宋体" pitchFamily="2" charset="-122"/>
                        </a:rPr>
                        <a:t>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7"/>
                  </a:ext>
                </a:extLst>
              </a:tr>
            </a:tbl>
          </a:graphicData>
        </a:graphic>
      </p:graphicFrame>
      <p:sp>
        <p:nvSpPr>
          <p:cNvPr id="2" name="Title 4">
            <a:extLst>
              <a:ext uri="{FF2B5EF4-FFF2-40B4-BE49-F238E27FC236}">
                <a16:creationId xmlns:a16="http://schemas.microsoft.com/office/drawing/2014/main" id="{193C0E02-E1A9-11FD-79ED-CF651BFA5AA8}"/>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sz="4000" dirty="0"/>
              <a:t>例</a:t>
            </a:r>
            <a:r>
              <a:rPr lang="en-US" altLang="zh-CN" sz="4000" dirty="0"/>
              <a:t>3</a:t>
            </a:r>
            <a:r>
              <a:rPr lang="zh-CN" altLang="en-US" sz="4000" dirty="0"/>
              <a:t>：找出最简状态表</a:t>
            </a:r>
            <a:endParaRPr lang="en-CN" altLang="zh-CN" sz="4000" dirty="0">
              <a:solidFill>
                <a:srgbClr val="0000FF"/>
              </a:solidFill>
              <a:latin typeface="Arial" panose="020B0604020202020204" pitchFamily="34" charset="0"/>
              <a:cs typeface="Arial" panose="020B0604020202020204" pitchFamily="34" charset="0"/>
            </a:endParaRPr>
          </a:p>
        </p:txBody>
      </p:sp>
      <p:graphicFrame>
        <p:nvGraphicFramePr>
          <p:cNvPr id="164" name="Object 3">
            <a:extLst>
              <a:ext uri="{FF2B5EF4-FFF2-40B4-BE49-F238E27FC236}">
                <a16:creationId xmlns:a16="http://schemas.microsoft.com/office/drawing/2014/main" id="{D0DC8B9D-3000-42CE-AB83-DC56FBF0132F}"/>
              </a:ext>
            </a:extLst>
          </p:cNvPr>
          <p:cNvGraphicFramePr>
            <a:graphicFrameLocks noChangeAspect="1"/>
          </p:cNvGraphicFramePr>
          <p:nvPr>
            <p:extLst>
              <p:ext uri="{D42A27DB-BD31-4B8C-83A1-F6EECF244321}">
                <p14:modId xmlns:p14="http://schemas.microsoft.com/office/powerpoint/2010/main" val="2420121151"/>
              </p:ext>
            </p:extLst>
          </p:nvPr>
        </p:nvGraphicFramePr>
        <p:xfrm>
          <a:off x="4539457" y="1589988"/>
          <a:ext cx="4579357" cy="4633912"/>
        </p:xfrm>
        <a:graphic>
          <a:graphicData uri="http://schemas.openxmlformats.org/presentationml/2006/ole">
            <mc:AlternateContent xmlns:mc="http://schemas.openxmlformats.org/markup-compatibility/2006">
              <mc:Choice xmlns:v="urn:schemas-microsoft-com:vml" Requires="v">
                <p:oleObj name="Visio" r:id="rId3" imgW="2494829" imgH="2531078" progId="Visio.Drawing.11">
                  <p:embed/>
                </p:oleObj>
              </mc:Choice>
              <mc:Fallback>
                <p:oleObj name="Visio" r:id="rId3" imgW="2494829" imgH="2531078" progId="Visio.Drawing.11">
                  <p:embed/>
                  <p:pic>
                    <p:nvPicPr>
                      <p:cNvPr id="327" name="Object 3">
                        <a:extLst>
                          <a:ext uri="{FF2B5EF4-FFF2-40B4-BE49-F238E27FC236}">
                            <a16:creationId xmlns:a16="http://schemas.microsoft.com/office/drawing/2014/main" id="{6B558F63-36DC-4E19-A4ED-91FC4256BEB7}"/>
                          </a:ext>
                        </a:extLst>
                      </p:cNvPr>
                      <p:cNvPicPr>
                        <a:picLocks noChangeAspect="1" noChangeArrowheads="1"/>
                      </p:cNvPicPr>
                      <p:nvPr/>
                    </p:nvPicPr>
                    <p:blipFill>
                      <a:blip r:embed="rId4"/>
                      <a:srcRect/>
                      <a:stretch>
                        <a:fillRect/>
                      </a:stretch>
                    </p:blipFill>
                    <p:spPr bwMode="auto">
                      <a:xfrm>
                        <a:off x="4539457" y="1589988"/>
                        <a:ext cx="4579357" cy="4633912"/>
                      </a:xfrm>
                      <a:prstGeom prst="rect">
                        <a:avLst/>
                      </a:prstGeom>
                      <a:noFill/>
                      <a:ln>
                        <a:noFill/>
                      </a:ln>
                      <a:effectLst/>
                    </p:spPr>
                  </p:pic>
                </p:oleObj>
              </mc:Fallback>
            </mc:AlternateContent>
          </a:graphicData>
        </a:graphic>
      </p:graphicFrame>
      <p:sp>
        <p:nvSpPr>
          <p:cNvPr id="165" name="Text Box 4">
            <a:extLst>
              <a:ext uri="{FF2B5EF4-FFF2-40B4-BE49-F238E27FC236}">
                <a16:creationId xmlns:a16="http://schemas.microsoft.com/office/drawing/2014/main" id="{B6927C6F-ED4E-40DE-BF50-9D9FC9084D46}"/>
              </a:ext>
            </a:extLst>
          </p:cNvPr>
          <p:cNvSpPr txBox="1">
            <a:spLocks noChangeArrowheads="1"/>
          </p:cNvSpPr>
          <p:nvPr/>
        </p:nvSpPr>
        <p:spPr bwMode="auto">
          <a:xfrm>
            <a:off x="7080250" y="5097569"/>
            <a:ext cx="731837" cy="457200"/>
          </a:xfrm>
          <a:prstGeom prst="rect">
            <a:avLst/>
          </a:prstGeom>
          <a:noFill/>
          <a:ln w="9525">
            <a:noFill/>
            <a:miter lim="800000"/>
            <a:headEnd/>
            <a:tailEnd/>
          </a:ln>
        </p:spPr>
        <p:txBody>
          <a:bodyPr>
            <a:spAutoFit/>
          </a:bodyPr>
          <a:lstStyle/>
          <a:p>
            <a:pPr>
              <a:spcBef>
                <a:spcPct val="50000"/>
              </a:spcBef>
            </a:pPr>
            <a:r>
              <a:rPr lang="en-US" altLang="zh-CN" sz="2400" b="0" dirty="0">
                <a:solidFill>
                  <a:srgbClr val="000000"/>
                </a:solidFill>
                <a:latin typeface="Arial" pitchFamily="34" charset="0"/>
              </a:rPr>
              <a:t>A,D</a:t>
            </a:r>
          </a:p>
        </p:txBody>
      </p:sp>
      <p:grpSp>
        <p:nvGrpSpPr>
          <p:cNvPr id="166" name="Group 5">
            <a:extLst>
              <a:ext uri="{FF2B5EF4-FFF2-40B4-BE49-F238E27FC236}">
                <a16:creationId xmlns:a16="http://schemas.microsoft.com/office/drawing/2014/main" id="{B271DA2A-8E1C-4133-9452-1DFDBB094549}"/>
              </a:ext>
            </a:extLst>
          </p:cNvPr>
          <p:cNvGrpSpPr>
            <a:grpSpLocks/>
          </p:cNvGrpSpPr>
          <p:nvPr/>
        </p:nvGrpSpPr>
        <p:grpSpPr bwMode="auto">
          <a:xfrm>
            <a:off x="5229588" y="1552682"/>
            <a:ext cx="3612787" cy="4097337"/>
            <a:chOff x="3422" y="1116"/>
            <a:chExt cx="2465" cy="2581"/>
          </a:xfrm>
        </p:grpSpPr>
        <p:sp>
          <p:nvSpPr>
            <p:cNvPr id="167" name="Text Box 6">
              <a:extLst>
                <a:ext uri="{FF2B5EF4-FFF2-40B4-BE49-F238E27FC236}">
                  <a16:creationId xmlns:a16="http://schemas.microsoft.com/office/drawing/2014/main" id="{CC87526C-AB04-454F-9C00-BAB3AD7DCFCE}"/>
                </a:ext>
              </a:extLst>
            </p:cNvPr>
            <p:cNvSpPr txBox="1">
              <a:spLocks noChangeArrowheads="1"/>
            </p:cNvSpPr>
            <p:nvPr/>
          </p:nvSpPr>
          <p:spPr bwMode="auto">
            <a:xfrm>
              <a:off x="3457" y="2831"/>
              <a:ext cx="227" cy="442"/>
            </a:xfrm>
            <a:prstGeom prst="rect">
              <a:avLst/>
            </a:prstGeom>
            <a:noFill/>
            <a:ln w="9525">
              <a:noFill/>
              <a:miter lim="800000"/>
              <a:headEnd/>
              <a:tailEnd/>
            </a:ln>
          </p:spPr>
          <p:txBody>
            <a:bodyPr>
              <a:spAutoFit/>
            </a:bodyPr>
            <a:lstStyle/>
            <a:p>
              <a:pPr algn="ctr">
                <a:spcBef>
                  <a:spcPct val="50000"/>
                </a:spcBef>
              </a:pPr>
              <a:r>
                <a:rPr lang="en-US" altLang="zh-CN" sz="4000" dirty="0">
                  <a:latin typeface="Arial" pitchFamily="34" charset="0"/>
                  <a:sym typeface="Symbol" pitchFamily="18" charset="2"/>
                </a:rPr>
                <a:t></a:t>
              </a:r>
            </a:p>
          </p:txBody>
        </p:sp>
        <p:sp>
          <p:nvSpPr>
            <p:cNvPr id="168" name="Text Box 7">
              <a:extLst>
                <a:ext uri="{FF2B5EF4-FFF2-40B4-BE49-F238E27FC236}">
                  <a16:creationId xmlns:a16="http://schemas.microsoft.com/office/drawing/2014/main" id="{27C4CE11-1C07-4686-87BB-3AA3D9F3B470}"/>
                </a:ext>
              </a:extLst>
            </p:cNvPr>
            <p:cNvSpPr txBox="1">
              <a:spLocks noChangeArrowheads="1"/>
            </p:cNvSpPr>
            <p:nvPr/>
          </p:nvSpPr>
          <p:spPr bwMode="auto">
            <a:xfrm>
              <a:off x="4345" y="2831"/>
              <a:ext cx="227" cy="442"/>
            </a:xfrm>
            <a:prstGeom prst="rect">
              <a:avLst/>
            </a:prstGeom>
            <a:noFill/>
            <a:ln w="9525">
              <a:noFill/>
              <a:miter lim="800000"/>
              <a:headEnd/>
              <a:tailEnd/>
            </a:ln>
          </p:spPr>
          <p:txBody>
            <a:bodyPr>
              <a:spAutoFit/>
            </a:bodyPr>
            <a:lstStyle/>
            <a:p>
              <a:pPr algn="ctr">
                <a:spcBef>
                  <a:spcPct val="50000"/>
                </a:spcBef>
              </a:pPr>
              <a:r>
                <a:rPr lang="en-US" altLang="zh-CN" sz="4000">
                  <a:solidFill>
                    <a:srgbClr val="000000"/>
                  </a:solidFill>
                  <a:latin typeface="Arial" pitchFamily="34" charset="0"/>
                  <a:sym typeface="Symbol" pitchFamily="18" charset="2"/>
                </a:rPr>
                <a:t></a:t>
              </a:r>
            </a:p>
          </p:txBody>
        </p:sp>
        <p:sp>
          <p:nvSpPr>
            <p:cNvPr id="169" name="Text Box 8">
              <a:extLst>
                <a:ext uri="{FF2B5EF4-FFF2-40B4-BE49-F238E27FC236}">
                  <a16:creationId xmlns:a16="http://schemas.microsoft.com/office/drawing/2014/main" id="{6ED26ABD-601F-4B43-86DF-4FF0B22C2FA0}"/>
                </a:ext>
              </a:extLst>
            </p:cNvPr>
            <p:cNvSpPr txBox="1">
              <a:spLocks noChangeArrowheads="1"/>
            </p:cNvSpPr>
            <p:nvPr/>
          </p:nvSpPr>
          <p:spPr bwMode="auto">
            <a:xfrm>
              <a:off x="5252" y="2831"/>
              <a:ext cx="227" cy="442"/>
            </a:xfrm>
            <a:prstGeom prst="rect">
              <a:avLst/>
            </a:prstGeom>
            <a:noFill/>
            <a:ln w="9525">
              <a:noFill/>
              <a:miter lim="800000"/>
              <a:headEnd/>
              <a:tailEnd/>
            </a:ln>
          </p:spPr>
          <p:txBody>
            <a:bodyPr>
              <a:spAutoFit/>
            </a:bodyPr>
            <a:lstStyle/>
            <a:p>
              <a:pPr algn="ctr">
                <a:spcBef>
                  <a:spcPct val="50000"/>
                </a:spcBef>
              </a:pPr>
              <a:r>
                <a:rPr lang="en-US" altLang="zh-CN" sz="4000" b="0">
                  <a:solidFill>
                    <a:srgbClr val="000000"/>
                  </a:solidFill>
                  <a:latin typeface="Arial" pitchFamily="34" charset="0"/>
                  <a:sym typeface="Symbol" pitchFamily="18" charset="2"/>
                </a:rPr>
                <a:t></a:t>
              </a:r>
            </a:p>
          </p:txBody>
        </p:sp>
        <p:sp>
          <p:nvSpPr>
            <p:cNvPr id="170" name="Text Box 9">
              <a:extLst>
                <a:ext uri="{FF2B5EF4-FFF2-40B4-BE49-F238E27FC236}">
                  <a16:creationId xmlns:a16="http://schemas.microsoft.com/office/drawing/2014/main" id="{868FE765-991C-40B9-8D5D-6A5F4812A6F8}"/>
                </a:ext>
              </a:extLst>
            </p:cNvPr>
            <p:cNvSpPr txBox="1">
              <a:spLocks noChangeArrowheads="1"/>
            </p:cNvSpPr>
            <p:nvPr/>
          </p:nvSpPr>
          <p:spPr bwMode="auto">
            <a:xfrm>
              <a:off x="4798" y="2831"/>
              <a:ext cx="227" cy="442"/>
            </a:xfrm>
            <a:prstGeom prst="rect">
              <a:avLst/>
            </a:prstGeom>
            <a:noFill/>
            <a:ln w="9525">
              <a:noFill/>
              <a:miter lim="800000"/>
              <a:headEnd/>
              <a:tailEnd/>
            </a:ln>
          </p:spPr>
          <p:txBody>
            <a:bodyPr>
              <a:spAutoFit/>
            </a:bodyPr>
            <a:lstStyle/>
            <a:p>
              <a:pPr algn="ctr">
                <a:spcBef>
                  <a:spcPct val="50000"/>
                </a:spcBef>
              </a:pPr>
              <a:r>
                <a:rPr lang="en-US" altLang="zh-CN" sz="4000" dirty="0">
                  <a:solidFill>
                    <a:srgbClr val="669999"/>
                  </a:solidFill>
                  <a:latin typeface="Arial" pitchFamily="34" charset="0"/>
                  <a:sym typeface="Symbol" pitchFamily="18" charset="2"/>
                </a:rPr>
                <a:t></a:t>
              </a:r>
            </a:p>
          </p:txBody>
        </p:sp>
        <p:sp>
          <p:nvSpPr>
            <p:cNvPr id="171" name="Text Box 10">
              <a:extLst>
                <a:ext uri="{FF2B5EF4-FFF2-40B4-BE49-F238E27FC236}">
                  <a16:creationId xmlns:a16="http://schemas.microsoft.com/office/drawing/2014/main" id="{13ABF0B5-718B-4B7E-8A8E-0792F146CCF4}"/>
                </a:ext>
              </a:extLst>
            </p:cNvPr>
            <p:cNvSpPr txBox="1">
              <a:spLocks noChangeArrowheads="1"/>
            </p:cNvSpPr>
            <p:nvPr/>
          </p:nvSpPr>
          <p:spPr bwMode="auto">
            <a:xfrm>
              <a:off x="3862" y="3228"/>
              <a:ext cx="227" cy="442"/>
            </a:xfrm>
            <a:prstGeom prst="rect">
              <a:avLst/>
            </a:prstGeom>
            <a:noFill/>
            <a:ln w="9525">
              <a:noFill/>
              <a:miter lim="800000"/>
              <a:headEnd/>
              <a:tailEnd/>
            </a:ln>
          </p:spPr>
          <p:txBody>
            <a:bodyPr>
              <a:spAutoFit/>
            </a:bodyPr>
            <a:lstStyle/>
            <a:p>
              <a:pPr algn="ctr">
                <a:spcBef>
                  <a:spcPct val="50000"/>
                </a:spcBef>
              </a:pPr>
              <a:r>
                <a:rPr lang="en-US" altLang="zh-CN" sz="4000" dirty="0">
                  <a:solidFill>
                    <a:srgbClr val="FFC000"/>
                  </a:solidFill>
                  <a:latin typeface="Arial" pitchFamily="34" charset="0"/>
                  <a:sym typeface="Symbol" pitchFamily="18" charset="2"/>
                </a:rPr>
                <a:t></a:t>
              </a:r>
            </a:p>
          </p:txBody>
        </p:sp>
        <p:sp>
          <p:nvSpPr>
            <p:cNvPr id="172" name="Text Box 11">
              <a:extLst>
                <a:ext uri="{FF2B5EF4-FFF2-40B4-BE49-F238E27FC236}">
                  <a16:creationId xmlns:a16="http://schemas.microsoft.com/office/drawing/2014/main" id="{CC35F287-885E-4364-BB3B-368654B2EA27}"/>
                </a:ext>
              </a:extLst>
            </p:cNvPr>
            <p:cNvSpPr txBox="1">
              <a:spLocks noChangeArrowheads="1"/>
            </p:cNvSpPr>
            <p:nvPr/>
          </p:nvSpPr>
          <p:spPr bwMode="auto">
            <a:xfrm>
              <a:off x="5660" y="3255"/>
              <a:ext cx="227" cy="442"/>
            </a:xfrm>
            <a:prstGeom prst="rect">
              <a:avLst/>
            </a:prstGeom>
            <a:noFill/>
            <a:ln w="9525">
              <a:noFill/>
              <a:miter lim="800000"/>
              <a:headEnd/>
              <a:tailEnd/>
            </a:ln>
          </p:spPr>
          <p:txBody>
            <a:bodyPr>
              <a:spAutoFit/>
            </a:bodyPr>
            <a:lstStyle/>
            <a:p>
              <a:pPr algn="ctr">
                <a:spcBef>
                  <a:spcPct val="50000"/>
                </a:spcBef>
              </a:pPr>
              <a:r>
                <a:rPr lang="en-US" altLang="zh-CN" sz="4000" b="0">
                  <a:solidFill>
                    <a:srgbClr val="000000"/>
                  </a:solidFill>
                  <a:latin typeface="Arial" pitchFamily="34" charset="0"/>
                  <a:sym typeface="Symbol" pitchFamily="18" charset="2"/>
                </a:rPr>
                <a:t></a:t>
              </a:r>
            </a:p>
          </p:txBody>
        </p:sp>
        <p:sp>
          <p:nvSpPr>
            <p:cNvPr id="173" name="Text Box 12">
              <a:extLst>
                <a:ext uri="{FF2B5EF4-FFF2-40B4-BE49-F238E27FC236}">
                  <a16:creationId xmlns:a16="http://schemas.microsoft.com/office/drawing/2014/main" id="{7F07DFBD-19C6-4B1A-99D2-BF9FCC092337}"/>
                </a:ext>
              </a:extLst>
            </p:cNvPr>
            <p:cNvSpPr txBox="1">
              <a:spLocks noChangeArrowheads="1"/>
            </p:cNvSpPr>
            <p:nvPr/>
          </p:nvSpPr>
          <p:spPr bwMode="auto">
            <a:xfrm>
              <a:off x="3891" y="2378"/>
              <a:ext cx="227" cy="442"/>
            </a:xfrm>
            <a:prstGeom prst="rect">
              <a:avLst/>
            </a:prstGeom>
            <a:noFill/>
            <a:ln w="9525">
              <a:noFill/>
              <a:miter lim="800000"/>
              <a:headEnd/>
              <a:tailEnd/>
            </a:ln>
          </p:spPr>
          <p:txBody>
            <a:bodyPr>
              <a:spAutoFit/>
            </a:bodyPr>
            <a:lstStyle/>
            <a:p>
              <a:pPr algn="ctr">
                <a:spcBef>
                  <a:spcPct val="50000"/>
                </a:spcBef>
              </a:pPr>
              <a:r>
                <a:rPr lang="en-US" altLang="zh-CN" sz="4000">
                  <a:solidFill>
                    <a:srgbClr val="000000"/>
                  </a:solidFill>
                  <a:latin typeface="Arial" pitchFamily="34" charset="0"/>
                  <a:sym typeface="Symbol" pitchFamily="18" charset="2"/>
                </a:rPr>
                <a:t></a:t>
              </a:r>
            </a:p>
          </p:txBody>
        </p:sp>
        <p:sp>
          <p:nvSpPr>
            <p:cNvPr id="174" name="Text Box 13">
              <a:extLst>
                <a:ext uri="{FF2B5EF4-FFF2-40B4-BE49-F238E27FC236}">
                  <a16:creationId xmlns:a16="http://schemas.microsoft.com/office/drawing/2014/main" id="{381F96D8-821D-4541-BF20-3A2D640A223B}"/>
                </a:ext>
              </a:extLst>
            </p:cNvPr>
            <p:cNvSpPr txBox="1">
              <a:spLocks noChangeArrowheads="1"/>
            </p:cNvSpPr>
            <p:nvPr/>
          </p:nvSpPr>
          <p:spPr bwMode="auto">
            <a:xfrm>
              <a:off x="3891" y="1532"/>
              <a:ext cx="227" cy="442"/>
            </a:xfrm>
            <a:prstGeom prst="rect">
              <a:avLst/>
            </a:prstGeom>
            <a:noFill/>
            <a:ln w="9525">
              <a:noFill/>
              <a:miter lim="800000"/>
              <a:headEnd/>
              <a:tailEnd/>
            </a:ln>
          </p:spPr>
          <p:txBody>
            <a:bodyPr>
              <a:spAutoFit/>
            </a:bodyPr>
            <a:lstStyle/>
            <a:p>
              <a:pPr algn="ctr">
                <a:spcBef>
                  <a:spcPct val="50000"/>
                </a:spcBef>
              </a:pPr>
              <a:r>
                <a:rPr lang="en-US" altLang="zh-CN" sz="4000">
                  <a:solidFill>
                    <a:srgbClr val="000000"/>
                  </a:solidFill>
                  <a:latin typeface="Arial" pitchFamily="34" charset="0"/>
                  <a:sym typeface="Symbol" pitchFamily="18" charset="2"/>
                </a:rPr>
                <a:t></a:t>
              </a:r>
            </a:p>
          </p:txBody>
        </p:sp>
        <p:sp>
          <p:nvSpPr>
            <p:cNvPr id="175" name="Text Box 14">
              <a:extLst>
                <a:ext uri="{FF2B5EF4-FFF2-40B4-BE49-F238E27FC236}">
                  <a16:creationId xmlns:a16="http://schemas.microsoft.com/office/drawing/2014/main" id="{2CC85F8E-B453-4139-8835-36F8B2965589}"/>
                </a:ext>
              </a:extLst>
            </p:cNvPr>
            <p:cNvSpPr txBox="1">
              <a:spLocks noChangeArrowheads="1"/>
            </p:cNvSpPr>
            <p:nvPr/>
          </p:nvSpPr>
          <p:spPr bwMode="auto">
            <a:xfrm>
              <a:off x="3891" y="1985"/>
              <a:ext cx="227" cy="442"/>
            </a:xfrm>
            <a:prstGeom prst="rect">
              <a:avLst/>
            </a:prstGeom>
            <a:noFill/>
            <a:ln w="9525">
              <a:noFill/>
              <a:miter lim="800000"/>
              <a:headEnd/>
              <a:tailEnd/>
            </a:ln>
          </p:spPr>
          <p:txBody>
            <a:bodyPr>
              <a:spAutoFit/>
            </a:bodyPr>
            <a:lstStyle/>
            <a:p>
              <a:pPr algn="ctr">
                <a:spcBef>
                  <a:spcPct val="50000"/>
                </a:spcBef>
              </a:pPr>
              <a:r>
                <a:rPr lang="en-US" altLang="zh-CN" sz="4000">
                  <a:solidFill>
                    <a:srgbClr val="FF33CC"/>
                  </a:solidFill>
                  <a:latin typeface="Arial" pitchFamily="34" charset="0"/>
                  <a:sym typeface="Symbol" pitchFamily="18" charset="2"/>
                </a:rPr>
                <a:t></a:t>
              </a:r>
            </a:p>
          </p:txBody>
        </p:sp>
        <p:sp>
          <p:nvSpPr>
            <p:cNvPr id="176" name="Text Box 15">
              <a:extLst>
                <a:ext uri="{FF2B5EF4-FFF2-40B4-BE49-F238E27FC236}">
                  <a16:creationId xmlns:a16="http://schemas.microsoft.com/office/drawing/2014/main" id="{47181FF8-EE9C-41EA-95FE-A0FBEC62171A}"/>
                </a:ext>
              </a:extLst>
            </p:cNvPr>
            <p:cNvSpPr txBox="1">
              <a:spLocks noChangeArrowheads="1"/>
            </p:cNvSpPr>
            <p:nvPr/>
          </p:nvSpPr>
          <p:spPr bwMode="auto">
            <a:xfrm>
              <a:off x="3422" y="1116"/>
              <a:ext cx="227" cy="442"/>
            </a:xfrm>
            <a:prstGeom prst="rect">
              <a:avLst/>
            </a:prstGeom>
            <a:noFill/>
            <a:ln w="9525">
              <a:noFill/>
              <a:miter lim="800000"/>
              <a:headEnd/>
              <a:tailEnd/>
            </a:ln>
          </p:spPr>
          <p:txBody>
            <a:bodyPr>
              <a:spAutoFit/>
            </a:bodyPr>
            <a:lstStyle/>
            <a:p>
              <a:pPr algn="ctr">
                <a:spcBef>
                  <a:spcPct val="50000"/>
                </a:spcBef>
              </a:pPr>
              <a:r>
                <a:rPr lang="en-US" altLang="zh-CN" sz="4000" dirty="0">
                  <a:solidFill>
                    <a:srgbClr val="66FF33"/>
                  </a:solidFill>
                  <a:latin typeface="Arial" pitchFamily="34" charset="0"/>
                  <a:sym typeface="Symbol" pitchFamily="18" charset="2"/>
                </a:rPr>
                <a:t></a:t>
              </a:r>
            </a:p>
          </p:txBody>
        </p:sp>
      </p:grpSp>
      <p:sp>
        <p:nvSpPr>
          <p:cNvPr id="177" name="Text Box 70">
            <a:extLst>
              <a:ext uri="{FF2B5EF4-FFF2-40B4-BE49-F238E27FC236}">
                <a16:creationId xmlns:a16="http://schemas.microsoft.com/office/drawing/2014/main" id="{DE889549-C09E-485B-B5DB-6378A3D976BB}"/>
              </a:ext>
            </a:extLst>
          </p:cNvPr>
          <p:cNvSpPr txBox="1">
            <a:spLocks noChangeArrowheads="1"/>
          </p:cNvSpPr>
          <p:nvPr/>
        </p:nvSpPr>
        <p:spPr bwMode="auto">
          <a:xfrm>
            <a:off x="5753119" y="4408071"/>
            <a:ext cx="731837" cy="457200"/>
          </a:xfrm>
          <a:prstGeom prst="rect">
            <a:avLst/>
          </a:prstGeom>
          <a:noFill/>
          <a:ln w="9525">
            <a:noFill/>
            <a:miter lim="800000"/>
            <a:headEnd/>
            <a:tailEnd/>
          </a:ln>
        </p:spPr>
        <p:txBody>
          <a:bodyPr>
            <a:spAutoFit/>
          </a:bodyPr>
          <a:lstStyle/>
          <a:p>
            <a:pPr>
              <a:spcBef>
                <a:spcPct val="50000"/>
              </a:spcBef>
            </a:pPr>
            <a:r>
              <a:rPr lang="en-US" altLang="zh-CN" sz="2400" b="0" dirty="0">
                <a:solidFill>
                  <a:srgbClr val="000000"/>
                </a:solidFill>
                <a:latin typeface="Arial" pitchFamily="34" charset="0"/>
              </a:rPr>
              <a:t>D,G</a:t>
            </a:r>
          </a:p>
        </p:txBody>
      </p:sp>
      <p:sp>
        <p:nvSpPr>
          <p:cNvPr id="178" name="Text Box 71">
            <a:extLst>
              <a:ext uri="{FF2B5EF4-FFF2-40B4-BE49-F238E27FC236}">
                <a16:creationId xmlns:a16="http://schemas.microsoft.com/office/drawing/2014/main" id="{4B49EFFC-35BB-41C3-AECA-7EE2907C1E9E}"/>
              </a:ext>
            </a:extLst>
          </p:cNvPr>
          <p:cNvSpPr txBox="1">
            <a:spLocks noChangeArrowheads="1"/>
          </p:cNvSpPr>
          <p:nvPr/>
        </p:nvSpPr>
        <p:spPr bwMode="auto">
          <a:xfrm>
            <a:off x="5119688" y="3051282"/>
            <a:ext cx="731837" cy="457200"/>
          </a:xfrm>
          <a:prstGeom prst="rect">
            <a:avLst/>
          </a:prstGeom>
          <a:noFill/>
          <a:ln w="9525">
            <a:noFill/>
            <a:miter lim="800000"/>
            <a:headEnd/>
            <a:tailEnd/>
          </a:ln>
        </p:spPr>
        <p:txBody>
          <a:bodyPr>
            <a:spAutoFit/>
          </a:bodyPr>
          <a:lstStyle/>
          <a:p>
            <a:pPr>
              <a:spcBef>
                <a:spcPct val="50000"/>
              </a:spcBef>
            </a:pPr>
            <a:r>
              <a:rPr lang="en-US" altLang="zh-CN" sz="2400" b="0">
                <a:solidFill>
                  <a:srgbClr val="000000"/>
                </a:solidFill>
                <a:latin typeface="Arial" pitchFamily="34" charset="0"/>
              </a:rPr>
              <a:t>B,F</a:t>
            </a:r>
          </a:p>
        </p:txBody>
      </p:sp>
      <p:sp>
        <p:nvSpPr>
          <p:cNvPr id="179" name="Text Box 72">
            <a:extLst>
              <a:ext uri="{FF2B5EF4-FFF2-40B4-BE49-F238E27FC236}">
                <a16:creationId xmlns:a16="http://schemas.microsoft.com/office/drawing/2014/main" id="{D93B740C-A989-4BC2-8C4D-1A3B7284E23B}"/>
              </a:ext>
            </a:extLst>
          </p:cNvPr>
          <p:cNvSpPr txBox="1">
            <a:spLocks noChangeArrowheads="1"/>
          </p:cNvSpPr>
          <p:nvPr/>
        </p:nvSpPr>
        <p:spPr bwMode="auto">
          <a:xfrm>
            <a:off x="5119688" y="5113444"/>
            <a:ext cx="731837" cy="457200"/>
          </a:xfrm>
          <a:prstGeom prst="rect">
            <a:avLst/>
          </a:prstGeom>
          <a:noFill/>
          <a:ln w="9525">
            <a:noFill/>
            <a:miter lim="800000"/>
            <a:headEnd/>
            <a:tailEnd/>
          </a:ln>
        </p:spPr>
        <p:txBody>
          <a:bodyPr>
            <a:spAutoFit/>
          </a:bodyPr>
          <a:lstStyle/>
          <a:p>
            <a:pPr>
              <a:spcBef>
                <a:spcPct val="50000"/>
              </a:spcBef>
            </a:pPr>
            <a:r>
              <a:rPr lang="en-US" altLang="zh-CN" sz="2400" b="0">
                <a:solidFill>
                  <a:srgbClr val="000000"/>
                </a:solidFill>
                <a:latin typeface="Arial" pitchFamily="34" charset="0"/>
              </a:rPr>
              <a:t>B,F</a:t>
            </a:r>
          </a:p>
        </p:txBody>
      </p:sp>
      <p:sp>
        <p:nvSpPr>
          <p:cNvPr id="180" name="Text Box 73">
            <a:extLst>
              <a:ext uri="{FF2B5EF4-FFF2-40B4-BE49-F238E27FC236}">
                <a16:creationId xmlns:a16="http://schemas.microsoft.com/office/drawing/2014/main" id="{414C0592-0423-4BDD-951A-45AE4D9AD811}"/>
              </a:ext>
            </a:extLst>
          </p:cNvPr>
          <p:cNvSpPr txBox="1">
            <a:spLocks noChangeArrowheads="1"/>
          </p:cNvSpPr>
          <p:nvPr/>
        </p:nvSpPr>
        <p:spPr bwMode="auto">
          <a:xfrm>
            <a:off x="5119688" y="3524357"/>
            <a:ext cx="731837" cy="822325"/>
          </a:xfrm>
          <a:prstGeom prst="rect">
            <a:avLst/>
          </a:prstGeom>
          <a:noFill/>
          <a:ln w="9525">
            <a:noFill/>
            <a:miter lim="800000"/>
            <a:headEnd/>
            <a:tailEnd/>
          </a:ln>
        </p:spPr>
        <p:txBody>
          <a:bodyPr>
            <a:spAutoFit/>
          </a:bodyPr>
          <a:lstStyle/>
          <a:p>
            <a:r>
              <a:rPr lang="en-US" altLang="zh-CN" sz="2400" b="0">
                <a:solidFill>
                  <a:srgbClr val="000000"/>
                </a:solidFill>
                <a:latin typeface="Arial" pitchFamily="34" charset="0"/>
              </a:rPr>
              <a:t>A,B</a:t>
            </a:r>
          </a:p>
          <a:p>
            <a:r>
              <a:rPr lang="en-US" altLang="zh-CN" sz="2400" b="0">
                <a:solidFill>
                  <a:srgbClr val="000000"/>
                </a:solidFill>
                <a:latin typeface="Arial" pitchFamily="34" charset="0"/>
              </a:rPr>
              <a:t>B,G</a:t>
            </a:r>
          </a:p>
        </p:txBody>
      </p:sp>
      <p:sp>
        <p:nvSpPr>
          <p:cNvPr id="181" name="Text Box 74">
            <a:extLst>
              <a:ext uri="{FF2B5EF4-FFF2-40B4-BE49-F238E27FC236}">
                <a16:creationId xmlns:a16="http://schemas.microsoft.com/office/drawing/2014/main" id="{DB65112A-CF69-4771-87BE-9A4F26FC59B6}"/>
              </a:ext>
            </a:extLst>
          </p:cNvPr>
          <p:cNvSpPr txBox="1">
            <a:spLocks noChangeArrowheads="1"/>
          </p:cNvSpPr>
          <p:nvPr/>
        </p:nvSpPr>
        <p:spPr bwMode="auto">
          <a:xfrm>
            <a:off x="5119688" y="2155932"/>
            <a:ext cx="731837" cy="822325"/>
          </a:xfrm>
          <a:prstGeom prst="rect">
            <a:avLst/>
          </a:prstGeom>
          <a:noFill/>
          <a:ln w="9525">
            <a:noFill/>
            <a:miter lim="800000"/>
            <a:headEnd/>
            <a:tailEnd/>
          </a:ln>
        </p:spPr>
        <p:txBody>
          <a:bodyPr>
            <a:spAutoFit/>
          </a:bodyPr>
          <a:lstStyle/>
          <a:p>
            <a:r>
              <a:rPr lang="en-US" altLang="zh-CN" sz="2400" b="0">
                <a:solidFill>
                  <a:srgbClr val="000000"/>
                </a:solidFill>
                <a:latin typeface="Arial" pitchFamily="34" charset="0"/>
              </a:rPr>
              <a:t>A,F</a:t>
            </a:r>
          </a:p>
          <a:p>
            <a:r>
              <a:rPr lang="en-US" altLang="zh-CN" sz="2400" b="0">
                <a:solidFill>
                  <a:srgbClr val="000000"/>
                </a:solidFill>
                <a:latin typeface="Arial" pitchFamily="34" charset="0"/>
              </a:rPr>
              <a:t>B,E</a:t>
            </a:r>
          </a:p>
        </p:txBody>
      </p:sp>
      <p:sp>
        <p:nvSpPr>
          <p:cNvPr id="182" name="Text Box 75">
            <a:extLst>
              <a:ext uri="{FF2B5EF4-FFF2-40B4-BE49-F238E27FC236}">
                <a16:creationId xmlns:a16="http://schemas.microsoft.com/office/drawing/2014/main" id="{46BB4953-4A0C-4254-9AD4-4332755E4941}"/>
              </a:ext>
            </a:extLst>
          </p:cNvPr>
          <p:cNvSpPr txBox="1">
            <a:spLocks noChangeArrowheads="1"/>
          </p:cNvSpPr>
          <p:nvPr/>
        </p:nvSpPr>
        <p:spPr bwMode="auto">
          <a:xfrm>
            <a:off x="6448425" y="2833794"/>
            <a:ext cx="731838" cy="822325"/>
          </a:xfrm>
          <a:prstGeom prst="rect">
            <a:avLst/>
          </a:prstGeom>
          <a:noFill/>
          <a:ln w="9525">
            <a:noFill/>
            <a:miter lim="800000"/>
            <a:headEnd/>
            <a:tailEnd/>
          </a:ln>
        </p:spPr>
        <p:txBody>
          <a:bodyPr>
            <a:spAutoFit/>
          </a:bodyPr>
          <a:lstStyle/>
          <a:p>
            <a:r>
              <a:rPr lang="en-US" altLang="zh-CN" sz="2400" b="0">
                <a:solidFill>
                  <a:srgbClr val="000000"/>
                </a:solidFill>
                <a:latin typeface="Arial" pitchFamily="34" charset="0"/>
              </a:rPr>
              <a:t>F,D</a:t>
            </a:r>
          </a:p>
          <a:p>
            <a:r>
              <a:rPr lang="en-US" altLang="zh-CN" sz="2400" b="0">
                <a:solidFill>
                  <a:srgbClr val="000000"/>
                </a:solidFill>
                <a:latin typeface="Arial" pitchFamily="34" charset="0"/>
              </a:rPr>
              <a:t>E,F</a:t>
            </a:r>
          </a:p>
        </p:txBody>
      </p:sp>
      <p:sp>
        <p:nvSpPr>
          <p:cNvPr id="183" name="Text Box 76">
            <a:extLst>
              <a:ext uri="{FF2B5EF4-FFF2-40B4-BE49-F238E27FC236}">
                <a16:creationId xmlns:a16="http://schemas.microsoft.com/office/drawing/2014/main" id="{5C147C44-182A-425B-936D-4F78F6745DE1}"/>
              </a:ext>
            </a:extLst>
          </p:cNvPr>
          <p:cNvSpPr txBox="1">
            <a:spLocks noChangeArrowheads="1"/>
          </p:cNvSpPr>
          <p:nvPr/>
        </p:nvSpPr>
        <p:spPr bwMode="auto">
          <a:xfrm>
            <a:off x="6448425" y="3554519"/>
            <a:ext cx="731838" cy="822325"/>
          </a:xfrm>
          <a:prstGeom prst="rect">
            <a:avLst/>
          </a:prstGeom>
          <a:noFill/>
          <a:ln w="9525">
            <a:noFill/>
            <a:miter lim="800000"/>
            <a:headEnd/>
            <a:tailEnd/>
          </a:ln>
        </p:spPr>
        <p:txBody>
          <a:bodyPr>
            <a:spAutoFit/>
          </a:bodyPr>
          <a:lstStyle/>
          <a:p>
            <a:r>
              <a:rPr lang="en-US" altLang="zh-CN" sz="2400" b="0" dirty="0">
                <a:solidFill>
                  <a:srgbClr val="000000"/>
                </a:solidFill>
                <a:latin typeface="Arial" pitchFamily="34" charset="0"/>
              </a:rPr>
              <a:t>F,B</a:t>
            </a:r>
          </a:p>
          <a:p>
            <a:r>
              <a:rPr lang="en-US" altLang="zh-CN" sz="2400" b="0" dirty="0">
                <a:solidFill>
                  <a:srgbClr val="000000"/>
                </a:solidFill>
                <a:latin typeface="Arial" pitchFamily="34" charset="0"/>
              </a:rPr>
              <a:t>E,G</a:t>
            </a:r>
          </a:p>
        </p:txBody>
      </p:sp>
      <p:sp>
        <p:nvSpPr>
          <p:cNvPr id="184" name="Text Box 77">
            <a:extLst>
              <a:ext uri="{FF2B5EF4-FFF2-40B4-BE49-F238E27FC236}">
                <a16:creationId xmlns:a16="http://schemas.microsoft.com/office/drawing/2014/main" id="{FCC2A6B6-3111-42BE-8FBA-769A58677057}"/>
              </a:ext>
            </a:extLst>
          </p:cNvPr>
          <p:cNvSpPr txBox="1">
            <a:spLocks noChangeArrowheads="1"/>
          </p:cNvSpPr>
          <p:nvPr/>
        </p:nvSpPr>
        <p:spPr bwMode="auto">
          <a:xfrm>
            <a:off x="6440350" y="4845156"/>
            <a:ext cx="731838" cy="822325"/>
          </a:xfrm>
          <a:prstGeom prst="rect">
            <a:avLst/>
          </a:prstGeom>
          <a:noFill/>
          <a:ln w="9525">
            <a:noFill/>
            <a:miter lim="800000"/>
            <a:headEnd/>
            <a:tailEnd/>
          </a:ln>
        </p:spPr>
        <p:txBody>
          <a:bodyPr>
            <a:spAutoFit/>
          </a:bodyPr>
          <a:lstStyle/>
          <a:p>
            <a:r>
              <a:rPr lang="en-US" altLang="zh-CN" sz="2400" b="0">
                <a:solidFill>
                  <a:srgbClr val="000000"/>
                </a:solidFill>
                <a:latin typeface="Arial" pitchFamily="34" charset="0"/>
              </a:rPr>
              <a:t>F,A</a:t>
            </a:r>
          </a:p>
          <a:p>
            <a:r>
              <a:rPr lang="en-US" altLang="zh-CN" sz="2400" b="0">
                <a:solidFill>
                  <a:srgbClr val="000000"/>
                </a:solidFill>
                <a:latin typeface="Arial" pitchFamily="34" charset="0"/>
              </a:rPr>
              <a:t>E,F</a:t>
            </a:r>
          </a:p>
        </p:txBody>
      </p:sp>
      <p:sp>
        <p:nvSpPr>
          <p:cNvPr id="185" name="Text Box 78">
            <a:extLst>
              <a:ext uri="{FF2B5EF4-FFF2-40B4-BE49-F238E27FC236}">
                <a16:creationId xmlns:a16="http://schemas.microsoft.com/office/drawing/2014/main" id="{A80582DC-93CC-4AB1-8F60-92D428E22E29}"/>
              </a:ext>
            </a:extLst>
          </p:cNvPr>
          <p:cNvSpPr txBox="1">
            <a:spLocks noChangeArrowheads="1"/>
          </p:cNvSpPr>
          <p:nvPr/>
        </p:nvSpPr>
        <p:spPr bwMode="auto">
          <a:xfrm>
            <a:off x="7113588" y="3554519"/>
            <a:ext cx="731837" cy="822325"/>
          </a:xfrm>
          <a:prstGeom prst="rect">
            <a:avLst/>
          </a:prstGeom>
          <a:noFill/>
          <a:ln w="9525">
            <a:noFill/>
            <a:miter lim="800000"/>
            <a:headEnd/>
            <a:tailEnd/>
          </a:ln>
        </p:spPr>
        <p:txBody>
          <a:bodyPr>
            <a:spAutoFit/>
          </a:bodyPr>
          <a:lstStyle/>
          <a:p>
            <a:r>
              <a:rPr lang="en-US" altLang="zh-CN" sz="2400" b="0">
                <a:solidFill>
                  <a:srgbClr val="000000"/>
                </a:solidFill>
                <a:latin typeface="Arial" pitchFamily="34" charset="0"/>
              </a:rPr>
              <a:t>D,B</a:t>
            </a:r>
          </a:p>
          <a:p>
            <a:r>
              <a:rPr lang="en-US" altLang="zh-CN" sz="2400" b="0">
                <a:solidFill>
                  <a:srgbClr val="000000"/>
                </a:solidFill>
                <a:latin typeface="Arial" pitchFamily="34" charset="0"/>
              </a:rPr>
              <a:t>F,G</a:t>
            </a:r>
          </a:p>
        </p:txBody>
      </p:sp>
      <p:sp>
        <p:nvSpPr>
          <p:cNvPr id="186" name="Text Box 79">
            <a:extLst>
              <a:ext uri="{FF2B5EF4-FFF2-40B4-BE49-F238E27FC236}">
                <a16:creationId xmlns:a16="http://schemas.microsoft.com/office/drawing/2014/main" id="{114EE906-35E4-4B2E-8232-4AFFAE0E9012}"/>
              </a:ext>
            </a:extLst>
          </p:cNvPr>
          <p:cNvSpPr txBox="1">
            <a:spLocks noChangeArrowheads="1"/>
          </p:cNvSpPr>
          <p:nvPr/>
        </p:nvSpPr>
        <p:spPr bwMode="auto">
          <a:xfrm>
            <a:off x="7694379" y="4850344"/>
            <a:ext cx="838200" cy="830997"/>
          </a:xfrm>
          <a:prstGeom prst="rect">
            <a:avLst/>
          </a:prstGeom>
          <a:noFill/>
          <a:ln w="9525">
            <a:noFill/>
            <a:miter lim="800000"/>
            <a:headEnd/>
            <a:tailEnd/>
          </a:ln>
        </p:spPr>
        <p:txBody>
          <a:bodyPr>
            <a:spAutoFit/>
          </a:bodyPr>
          <a:lstStyle/>
          <a:p>
            <a:r>
              <a:rPr lang="en-US" altLang="zh-CN" sz="2400" b="0" dirty="0">
                <a:solidFill>
                  <a:srgbClr val="000000"/>
                </a:solidFill>
                <a:latin typeface="Arial" pitchFamily="34" charset="0"/>
              </a:rPr>
              <a:t>B,A</a:t>
            </a:r>
          </a:p>
          <a:p>
            <a:r>
              <a:rPr lang="en-US" altLang="zh-CN" sz="2400" b="0" dirty="0">
                <a:solidFill>
                  <a:srgbClr val="000000"/>
                </a:solidFill>
                <a:latin typeface="Arial" pitchFamily="34" charset="0"/>
              </a:rPr>
              <a:t>G,F</a:t>
            </a:r>
          </a:p>
        </p:txBody>
      </p:sp>
      <p:grpSp>
        <p:nvGrpSpPr>
          <p:cNvPr id="187" name="Group 80">
            <a:extLst>
              <a:ext uri="{FF2B5EF4-FFF2-40B4-BE49-F238E27FC236}">
                <a16:creationId xmlns:a16="http://schemas.microsoft.com/office/drawing/2014/main" id="{42AEEF99-07AC-4CD6-9C2A-EA92E902DF09}"/>
              </a:ext>
            </a:extLst>
          </p:cNvPr>
          <p:cNvGrpSpPr>
            <a:grpSpLocks/>
          </p:cNvGrpSpPr>
          <p:nvPr/>
        </p:nvGrpSpPr>
        <p:grpSpPr bwMode="auto">
          <a:xfrm>
            <a:off x="7772400" y="4905481"/>
            <a:ext cx="666750" cy="720725"/>
            <a:chOff x="5161" y="3203"/>
            <a:chExt cx="454" cy="454"/>
          </a:xfrm>
        </p:grpSpPr>
        <p:sp>
          <p:nvSpPr>
            <p:cNvPr id="188" name="Line 81">
              <a:extLst>
                <a:ext uri="{FF2B5EF4-FFF2-40B4-BE49-F238E27FC236}">
                  <a16:creationId xmlns:a16="http://schemas.microsoft.com/office/drawing/2014/main" id="{1A3DEA6D-94E8-4B03-8BB3-309DA6EE1B70}"/>
                </a:ext>
              </a:extLst>
            </p:cNvPr>
            <p:cNvSpPr>
              <a:spLocks noChangeShapeType="1"/>
            </p:cNvSpPr>
            <p:nvPr/>
          </p:nvSpPr>
          <p:spPr bwMode="auto">
            <a:xfrm>
              <a:off x="5161" y="3203"/>
              <a:ext cx="454" cy="454"/>
            </a:xfrm>
            <a:prstGeom prst="line">
              <a:avLst/>
            </a:prstGeom>
            <a:noFill/>
            <a:ln w="57150">
              <a:solidFill>
                <a:srgbClr val="66FF33"/>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89" name="Line 82">
              <a:extLst>
                <a:ext uri="{FF2B5EF4-FFF2-40B4-BE49-F238E27FC236}">
                  <a16:creationId xmlns:a16="http://schemas.microsoft.com/office/drawing/2014/main" id="{163D2068-072B-45A1-92F6-1F0151459220}"/>
                </a:ext>
              </a:extLst>
            </p:cNvPr>
            <p:cNvSpPr>
              <a:spLocks noChangeShapeType="1"/>
            </p:cNvSpPr>
            <p:nvPr/>
          </p:nvSpPr>
          <p:spPr bwMode="auto">
            <a:xfrm flipH="1">
              <a:off x="5161" y="3203"/>
              <a:ext cx="454" cy="454"/>
            </a:xfrm>
            <a:prstGeom prst="line">
              <a:avLst/>
            </a:prstGeom>
            <a:noFill/>
            <a:ln w="57150">
              <a:solidFill>
                <a:srgbClr val="66FF33"/>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grpSp>
      <p:grpSp>
        <p:nvGrpSpPr>
          <p:cNvPr id="190" name="Group 83">
            <a:extLst>
              <a:ext uri="{FF2B5EF4-FFF2-40B4-BE49-F238E27FC236}">
                <a16:creationId xmlns:a16="http://schemas.microsoft.com/office/drawing/2014/main" id="{D2D25F3B-0337-4F5C-A3E1-7B787DF8F29A}"/>
              </a:ext>
            </a:extLst>
          </p:cNvPr>
          <p:cNvGrpSpPr>
            <a:grpSpLocks/>
          </p:cNvGrpSpPr>
          <p:nvPr/>
        </p:nvGrpSpPr>
        <p:grpSpPr bwMode="auto">
          <a:xfrm>
            <a:off x="5103813" y="2280550"/>
            <a:ext cx="665162" cy="720725"/>
            <a:chOff x="5161" y="3203"/>
            <a:chExt cx="454" cy="454"/>
          </a:xfrm>
        </p:grpSpPr>
        <p:sp>
          <p:nvSpPr>
            <p:cNvPr id="191" name="Line 84">
              <a:extLst>
                <a:ext uri="{FF2B5EF4-FFF2-40B4-BE49-F238E27FC236}">
                  <a16:creationId xmlns:a16="http://schemas.microsoft.com/office/drawing/2014/main" id="{FB4CDE4D-85DC-435B-B843-DA0E4792F24C}"/>
                </a:ext>
              </a:extLst>
            </p:cNvPr>
            <p:cNvSpPr>
              <a:spLocks noChangeShapeType="1"/>
            </p:cNvSpPr>
            <p:nvPr/>
          </p:nvSpPr>
          <p:spPr bwMode="auto">
            <a:xfrm>
              <a:off x="5161" y="3203"/>
              <a:ext cx="454" cy="454"/>
            </a:xfrm>
            <a:prstGeom prst="line">
              <a:avLst/>
            </a:prstGeom>
            <a:noFill/>
            <a:ln w="57150">
              <a:solidFill>
                <a:srgbClr val="FF33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92" name="Line 85">
              <a:extLst>
                <a:ext uri="{FF2B5EF4-FFF2-40B4-BE49-F238E27FC236}">
                  <a16:creationId xmlns:a16="http://schemas.microsoft.com/office/drawing/2014/main" id="{56D0904F-A280-4701-ADC9-AE0B8629544B}"/>
                </a:ext>
              </a:extLst>
            </p:cNvPr>
            <p:cNvSpPr>
              <a:spLocks noChangeShapeType="1"/>
            </p:cNvSpPr>
            <p:nvPr/>
          </p:nvSpPr>
          <p:spPr bwMode="auto">
            <a:xfrm flipH="1">
              <a:off x="5161" y="3203"/>
              <a:ext cx="454" cy="454"/>
            </a:xfrm>
            <a:prstGeom prst="line">
              <a:avLst/>
            </a:prstGeom>
            <a:noFill/>
            <a:ln w="57150">
              <a:solidFill>
                <a:srgbClr val="FF33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grpSp>
      <p:grpSp>
        <p:nvGrpSpPr>
          <p:cNvPr id="193" name="Group 86">
            <a:extLst>
              <a:ext uri="{FF2B5EF4-FFF2-40B4-BE49-F238E27FC236}">
                <a16:creationId xmlns:a16="http://schemas.microsoft.com/office/drawing/2014/main" id="{83E54B60-8D1D-4C36-98F1-C293B8828646}"/>
              </a:ext>
            </a:extLst>
          </p:cNvPr>
          <p:cNvGrpSpPr>
            <a:grpSpLocks/>
          </p:cNvGrpSpPr>
          <p:nvPr/>
        </p:nvGrpSpPr>
        <p:grpSpPr bwMode="auto">
          <a:xfrm>
            <a:off x="6439278" y="4916594"/>
            <a:ext cx="665163" cy="720725"/>
            <a:chOff x="5161" y="3203"/>
            <a:chExt cx="454" cy="454"/>
          </a:xfrm>
        </p:grpSpPr>
        <p:sp>
          <p:nvSpPr>
            <p:cNvPr id="194" name="Line 87">
              <a:extLst>
                <a:ext uri="{FF2B5EF4-FFF2-40B4-BE49-F238E27FC236}">
                  <a16:creationId xmlns:a16="http://schemas.microsoft.com/office/drawing/2014/main" id="{2F0B2C7D-0021-4992-AD4F-D7285BF42240}"/>
                </a:ext>
              </a:extLst>
            </p:cNvPr>
            <p:cNvSpPr>
              <a:spLocks noChangeShapeType="1"/>
            </p:cNvSpPr>
            <p:nvPr/>
          </p:nvSpPr>
          <p:spPr bwMode="auto">
            <a:xfrm>
              <a:off x="5161" y="3203"/>
              <a:ext cx="454" cy="454"/>
            </a:xfrm>
            <a:prstGeom prst="line">
              <a:avLst/>
            </a:prstGeom>
            <a:noFill/>
            <a:ln w="57150">
              <a:solidFill>
                <a:srgbClr val="FF33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95" name="Line 88">
              <a:extLst>
                <a:ext uri="{FF2B5EF4-FFF2-40B4-BE49-F238E27FC236}">
                  <a16:creationId xmlns:a16="http://schemas.microsoft.com/office/drawing/2014/main" id="{5D34C0B9-3121-45EA-B763-64A513D00055}"/>
                </a:ext>
              </a:extLst>
            </p:cNvPr>
            <p:cNvSpPr>
              <a:spLocks noChangeShapeType="1"/>
            </p:cNvSpPr>
            <p:nvPr/>
          </p:nvSpPr>
          <p:spPr bwMode="auto">
            <a:xfrm flipH="1">
              <a:off x="5161" y="3203"/>
              <a:ext cx="454" cy="454"/>
            </a:xfrm>
            <a:prstGeom prst="line">
              <a:avLst/>
            </a:prstGeom>
            <a:noFill/>
            <a:ln w="57150">
              <a:solidFill>
                <a:srgbClr val="FF33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grpSp>
      <p:grpSp>
        <p:nvGrpSpPr>
          <p:cNvPr id="196" name="Group 89">
            <a:extLst>
              <a:ext uri="{FF2B5EF4-FFF2-40B4-BE49-F238E27FC236}">
                <a16:creationId xmlns:a16="http://schemas.microsoft.com/office/drawing/2014/main" id="{E2636DF4-F8DB-42CA-9490-29723C450808}"/>
              </a:ext>
            </a:extLst>
          </p:cNvPr>
          <p:cNvGrpSpPr>
            <a:grpSpLocks/>
          </p:cNvGrpSpPr>
          <p:nvPr/>
        </p:nvGrpSpPr>
        <p:grpSpPr bwMode="auto">
          <a:xfrm>
            <a:off x="7113588" y="3625957"/>
            <a:ext cx="665162" cy="720725"/>
            <a:chOff x="5161" y="3203"/>
            <a:chExt cx="454" cy="454"/>
          </a:xfrm>
        </p:grpSpPr>
        <p:sp>
          <p:nvSpPr>
            <p:cNvPr id="197" name="Line 90">
              <a:extLst>
                <a:ext uri="{FF2B5EF4-FFF2-40B4-BE49-F238E27FC236}">
                  <a16:creationId xmlns:a16="http://schemas.microsoft.com/office/drawing/2014/main" id="{7BCA1B57-7E07-457E-8769-6C0990E36F55}"/>
                </a:ext>
              </a:extLst>
            </p:cNvPr>
            <p:cNvSpPr>
              <a:spLocks noChangeShapeType="1"/>
            </p:cNvSpPr>
            <p:nvPr/>
          </p:nvSpPr>
          <p:spPr bwMode="auto">
            <a:xfrm>
              <a:off x="5161" y="3203"/>
              <a:ext cx="454" cy="454"/>
            </a:xfrm>
            <a:prstGeom prst="line">
              <a:avLst/>
            </a:prstGeom>
            <a:noFill/>
            <a:ln w="57150">
              <a:solidFill>
                <a:srgbClr val="FF33CC"/>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98" name="Line 91">
              <a:extLst>
                <a:ext uri="{FF2B5EF4-FFF2-40B4-BE49-F238E27FC236}">
                  <a16:creationId xmlns:a16="http://schemas.microsoft.com/office/drawing/2014/main" id="{99AE9039-749C-4098-8C28-7F907C503FDA}"/>
                </a:ext>
              </a:extLst>
            </p:cNvPr>
            <p:cNvSpPr>
              <a:spLocks noChangeShapeType="1"/>
            </p:cNvSpPr>
            <p:nvPr/>
          </p:nvSpPr>
          <p:spPr bwMode="auto">
            <a:xfrm flipH="1">
              <a:off x="5161" y="3203"/>
              <a:ext cx="454" cy="454"/>
            </a:xfrm>
            <a:prstGeom prst="line">
              <a:avLst/>
            </a:prstGeom>
            <a:noFill/>
            <a:ln w="57150">
              <a:solidFill>
                <a:srgbClr val="FF33CC"/>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grpSp>
      <p:grpSp>
        <p:nvGrpSpPr>
          <p:cNvPr id="199" name="Group 92">
            <a:extLst>
              <a:ext uri="{FF2B5EF4-FFF2-40B4-BE49-F238E27FC236}">
                <a16:creationId xmlns:a16="http://schemas.microsoft.com/office/drawing/2014/main" id="{5ACE3E47-BAB4-4616-9BB1-1EFEA0BB7E88}"/>
              </a:ext>
            </a:extLst>
          </p:cNvPr>
          <p:cNvGrpSpPr>
            <a:grpSpLocks/>
          </p:cNvGrpSpPr>
          <p:nvPr/>
        </p:nvGrpSpPr>
        <p:grpSpPr bwMode="auto">
          <a:xfrm>
            <a:off x="5129782" y="3601325"/>
            <a:ext cx="665162" cy="720725"/>
            <a:chOff x="5161" y="3203"/>
            <a:chExt cx="454" cy="454"/>
          </a:xfrm>
        </p:grpSpPr>
        <p:sp>
          <p:nvSpPr>
            <p:cNvPr id="200" name="Line 93">
              <a:extLst>
                <a:ext uri="{FF2B5EF4-FFF2-40B4-BE49-F238E27FC236}">
                  <a16:creationId xmlns:a16="http://schemas.microsoft.com/office/drawing/2014/main" id="{BFF6D280-C662-49C3-AAAE-99DFA622E243}"/>
                </a:ext>
              </a:extLst>
            </p:cNvPr>
            <p:cNvSpPr>
              <a:spLocks noChangeShapeType="1"/>
            </p:cNvSpPr>
            <p:nvPr/>
          </p:nvSpPr>
          <p:spPr bwMode="auto">
            <a:xfrm>
              <a:off x="5161" y="3203"/>
              <a:ext cx="454" cy="454"/>
            </a:xfrm>
            <a:prstGeom prst="line">
              <a:avLst/>
            </a:prstGeom>
            <a:noFill/>
            <a:ln w="57150">
              <a:solidFill>
                <a:srgbClr val="00FF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01" name="Line 94">
              <a:extLst>
                <a:ext uri="{FF2B5EF4-FFF2-40B4-BE49-F238E27FC236}">
                  <a16:creationId xmlns:a16="http://schemas.microsoft.com/office/drawing/2014/main" id="{8CBB6515-1192-49E6-B0AC-EB4C99F62868}"/>
                </a:ext>
              </a:extLst>
            </p:cNvPr>
            <p:cNvSpPr>
              <a:spLocks noChangeShapeType="1"/>
            </p:cNvSpPr>
            <p:nvPr/>
          </p:nvSpPr>
          <p:spPr bwMode="auto">
            <a:xfrm flipH="1">
              <a:off x="5161" y="3203"/>
              <a:ext cx="454" cy="454"/>
            </a:xfrm>
            <a:prstGeom prst="line">
              <a:avLst/>
            </a:prstGeom>
            <a:noFill/>
            <a:ln w="57150">
              <a:solidFill>
                <a:srgbClr val="00FF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grpSp>
      <p:grpSp>
        <p:nvGrpSpPr>
          <p:cNvPr id="202" name="Group 95">
            <a:extLst>
              <a:ext uri="{FF2B5EF4-FFF2-40B4-BE49-F238E27FC236}">
                <a16:creationId xmlns:a16="http://schemas.microsoft.com/office/drawing/2014/main" id="{0A1BDE42-1B84-4200-B94F-8B2F404EE13C}"/>
              </a:ext>
            </a:extLst>
          </p:cNvPr>
          <p:cNvGrpSpPr>
            <a:grpSpLocks/>
          </p:cNvGrpSpPr>
          <p:nvPr/>
        </p:nvGrpSpPr>
        <p:grpSpPr bwMode="auto">
          <a:xfrm>
            <a:off x="6448425" y="2906819"/>
            <a:ext cx="665163" cy="720725"/>
            <a:chOff x="5161" y="3203"/>
            <a:chExt cx="454" cy="454"/>
          </a:xfrm>
        </p:grpSpPr>
        <p:sp>
          <p:nvSpPr>
            <p:cNvPr id="203" name="Line 96">
              <a:extLst>
                <a:ext uri="{FF2B5EF4-FFF2-40B4-BE49-F238E27FC236}">
                  <a16:creationId xmlns:a16="http://schemas.microsoft.com/office/drawing/2014/main" id="{33BDF7D5-DAAD-41FC-8883-2EF667A0AF26}"/>
                </a:ext>
              </a:extLst>
            </p:cNvPr>
            <p:cNvSpPr>
              <a:spLocks noChangeShapeType="1"/>
            </p:cNvSpPr>
            <p:nvPr/>
          </p:nvSpPr>
          <p:spPr bwMode="auto">
            <a:xfrm>
              <a:off x="5161" y="3203"/>
              <a:ext cx="454" cy="454"/>
            </a:xfrm>
            <a:prstGeom prst="line">
              <a:avLst/>
            </a:prstGeom>
            <a:noFill/>
            <a:ln w="57150">
              <a:solidFill>
                <a:srgbClr val="669999"/>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04" name="Line 97">
              <a:extLst>
                <a:ext uri="{FF2B5EF4-FFF2-40B4-BE49-F238E27FC236}">
                  <a16:creationId xmlns:a16="http://schemas.microsoft.com/office/drawing/2014/main" id="{ECB54A92-D2C1-4AB4-A278-3B6A405C911C}"/>
                </a:ext>
              </a:extLst>
            </p:cNvPr>
            <p:cNvSpPr>
              <a:spLocks noChangeShapeType="1"/>
            </p:cNvSpPr>
            <p:nvPr/>
          </p:nvSpPr>
          <p:spPr bwMode="auto">
            <a:xfrm flipH="1">
              <a:off x="5161" y="3203"/>
              <a:ext cx="454" cy="454"/>
            </a:xfrm>
            <a:prstGeom prst="line">
              <a:avLst/>
            </a:prstGeom>
            <a:noFill/>
            <a:ln w="57150">
              <a:solidFill>
                <a:srgbClr val="669999"/>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grpSp>
      <p:grpSp>
        <p:nvGrpSpPr>
          <p:cNvPr id="205" name="Group 98">
            <a:extLst>
              <a:ext uri="{FF2B5EF4-FFF2-40B4-BE49-F238E27FC236}">
                <a16:creationId xmlns:a16="http://schemas.microsoft.com/office/drawing/2014/main" id="{4506B87D-7DA2-40C8-9733-2F70F8808C80}"/>
              </a:ext>
            </a:extLst>
          </p:cNvPr>
          <p:cNvGrpSpPr>
            <a:grpSpLocks/>
          </p:cNvGrpSpPr>
          <p:nvPr/>
        </p:nvGrpSpPr>
        <p:grpSpPr bwMode="auto">
          <a:xfrm>
            <a:off x="6448425" y="3625957"/>
            <a:ext cx="665163" cy="720725"/>
            <a:chOff x="5161" y="3203"/>
            <a:chExt cx="454" cy="454"/>
          </a:xfrm>
        </p:grpSpPr>
        <p:sp>
          <p:nvSpPr>
            <p:cNvPr id="206" name="Line 99">
              <a:extLst>
                <a:ext uri="{FF2B5EF4-FFF2-40B4-BE49-F238E27FC236}">
                  <a16:creationId xmlns:a16="http://schemas.microsoft.com/office/drawing/2014/main" id="{B17D04E4-872F-4186-8C0F-1A1F38597AC9}"/>
                </a:ext>
              </a:extLst>
            </p:cNvPr>
            <p:cNvSpPr>
              <a:spLocks noChangeShapeType="1"/>
            </p:cNvSpPr>
            <p:nvPr/>
          </p:nvSpPr>
          <p:spPr bwMode="auto">
            <a:xfrm>
              <a:off x="5161" y="3203"/>
              <a:ext cx="454" cy="454"/>
            </a:xfrm>
            <a:prstGeom prst="line">
              <a:avLst/>
            </a:prstGeom>
            <a:noFill/>
            <a:ln w="57150">
              <a:solidFill>
                <a:srgbClr val="CCFF66"/>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07" name="Line 100">
              <a:extLst>
                <a:ext uri="{FF2B5EF4-FFF2-40B4-BE49-F238E27FC236}">
                  <a16:creationId xmlns:a16="http://schemas.microsoft.com/office/drawing/2014/main" id="{90FE7FDD-580E-4F3A-886B-7EDFD9DC32AC}"/>
                </a:ext>
              </a:extLst>
            </p:cNvPr>
            <p:cNvSpPr>
              <a:spLocks noChangeShapeType="1"/>
            </p:cNvSpPr>
            <p:nvPr/>
          </p:nvSpPr>
          <p:spPr bwMode="auto">
            <a:xfrm flipH="1">
              <a:off x="5161" y="3203"/>
              <a:ext cx="454" cy="454"/>
            </a:xfrm>
            <a:prstGeom prst="line">
              <a:avLst/>
            </a:prstGeom>
            <a:noFill/>
            <a:ln w="57150">
              <a:solidFill>
                <a:srgbClr val="CCFF66"/>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grpSp>
      <p:grpSp>
        <p:nvGrpSpPr>
          <p:cNvPr id="217" name="Group 110">
            <a:extLst>
              <a:ext uri="{FF2B5EF4-FFF2-40B4-BE49-F238E27FC236}">
                <a16:creationId xmlns:a16="http://schemas.microsoft.com/office/drawing/2014/main" id="{0EC3E0BD-FAD2-4FC6-A00C-76E667568B64}"/>
              </a:ext>
            </a:extLst>
          </p:cNvPr>
          <p:cNvGrpSpPr>
            <a:grpSpLocks/>
          </p:cNvGrpSpPr>
          <p:nvPr/>
        </p:nvGrpSpPr>
        <p:grpSpPr bwMode="auto">
          <a:xfrm>
            <a:off x="5253038" y="3051282"/>
            <a:ext cx="398462" cy="431800"/>
            <a:chOff x="1260" y="3612"/>
            <a:chExt cx="272" cy="272"/>
          </a:xfrm>
        </p:grpSpPr>
        <p:sp>
          <p:nvSpPr>
            <p:cNvPr id="218" name="Line 111">
              <a:extLst>
                <a:ext uri="{FF2B5EF4-FFF2-40B4-BE49-F238E27FC236}">
                  <a16:creationId xmlns:a16="http://schemas.microsoft.com/office/drawing/2014/main" id="{C6E5A5B5-EC67-4623-802D-713A2DACE148}"/>
                </a:ext>
              </a:extLst>
            </p:cNvPr>
            <p:cNvSpPr>
              <a:spLocks noChangeShapeType="1"/>
            </p:cNvSpPr>
            <p:nvPr/>
          </p:nvSpPr>
          <p:spPr bwMode="auto">
            <a:xfrm>
              <a:off x="1260" y="3748"/>
              <a:ext cx="91" cy="136"/>
            </a:xfrm>
            <a:prstGeom prst="line">
              <a:avLst/>
            </a:prstGeom>
            <a:noFill/>
            <a:ln w="38100">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19" name="Line 112">
              <a:extLst>
                <a:ext uri="{FF2B5EF4-FFF2-40B4-BE49-F238E27FC236}">
                  <a16:creationId xmlns:a16="http://schemas.microsoft.com/office/drawing/2014/main" id="{C45F35D0-06B8-4EAC-97F0-AE3080626283}"/>
                </a:ext>
              </a:extLst>
            </p:cNvPr>
            <p:cNvSpPr>
              <a:spLocks noChangeShapeType="1"/>
            </p:cNvSpPr>
            <p:nvPr/>
          </p:nvSpPr>
          <p:spPr bwMode="auto">
            <a:xfrm flipV="1">
              <a:off x="1351" y="3612"/>
              <a:ext cx="181" cy="272"/>
            </a:xfrm>
            <a:prstGeom prst="line">
              <a:avLst/>
            </a:prstGeom>
            <a:noFill/>
            <a:ln w="38100">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grpSp>
    </p:spTree>
    <p:extLst>
      <p:ext uri="{BB962C8B-B14F-4D97-AF65-F5344CB8AC3E}">
        <p14:creationId xmlns:p14="http://schemas.microsoft.com/office/powerpoint/2010/main" val="113142795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27" name="Object 3">
            <a:extLst>
              <a:ext uri="{FF2B5EF4-FFF2-40B4-BE49-F238E27FC236}">
                <a16:creationId xmlns:a16="http://schemas.microsoft.com/office/drawing/2014/main" id="{6B558F63-36DC-4E19-A4ED-91FC4256BEB7}"/>
              </a:ext>
            </a:extLst>
          </p:cNvPr>
          <p:cNvGraphicFramePr>
            <a:graphicFrameLocks noChangeAspect="1"/>
          </p:cNvGraphicFramePr>
          <p:nvPr>
            <p:extLst>
              <p:ext uri="{D42A27DB-BD31-4B8C-83A1-F6EECF244321}">
                <p14:modId xmlns:p14="http://schemas.microsoft.com/office/powerpoint/2010/main" val="3830677001"/>
              </p:ext>
            </p:extLst>
          </p:nvPr>
        </p:nvGraphicFramePr>
        <p:xfrm>
          <a:off x="4539457" y="1589988"/>
          <a:ext cx="4579357" cy="4633912"/>
        </p:xfrm>
        <a:graphic>
          <a:graphicData uri="http://schemas.openxmlformats.org/presentationml/2006/ole">
            <mc:AlternateContent xmlns:mc="http://schemas.openxmlformats.org/markup-compatibility/2006">
              <mc:Choice xmlns:v="urn:schemas-microsoft-com:vml" Requires="v">
                <p:oleObj name="Visio" r:id="rId3" imgW="2494829" imgH="2531078" progId="Visio.Drawing.11">
                  <p:embed/>
                </p:oleObj>
              </mc:Choice>
              <mc:Fallback>
                <p:oleObj name="Visio" r:id="rId3" imgW="2494829" imgH="2531078" progId="Visio.Drawing.11">
                  <p:embed/>
                  <p:pic>
                    <p:nvPicPr>
                      <p:cNvPr id="66" name="Object 3"/>
                      <p:cNvPicPr>
                        <a:picLocks noChangeAspect="1" noChangeArrowheads="1"/>
                      </p:cNvPicPr>
                      <p:nvPr/>
                    </p:nvPicPr>
                    <p:blipFill>
                      <a:blip r:embed="rId4"/>
                      <a:srcRect/>
                      <a:stretch>
                        <a:fillRect/>
                      </a:stretch>
                    </p:blipFill>
                    <p:spPr bwMode="auto">
                      <a:xfrm>
                        <a:off x="4539457" y="1589988"/>
                        <a:ext cx="4579357" cy="4633912"/>
                      </a:xfrm>
                      <a:prstGeom prst="rect">
                        <a:avLst/>
                      </a:prstGeom>
                      <a:noFill/>
                      <a:ln>
                        <a:noFill/>
                      </a:ln>
                      <a:effectLst/>
                    </p:spPr>
                  </p:pic>
                </p:oleObj>
              </mc:Fallback>
            </mc:AlternateContent>
          </a:graphicData>
        </a:graphic>
      </p:graphicFrame>
      <p:sp>
        <p:nvSpPr>
          <p:cNvPr id="12408" name="灯片编号占位符 63"/>
          <p:cNvSpPr>
            <a:spLocks noGrp="1"/>
          </p:cNvSpPr>
          <p:nvPr>
            <p:ph type="sldNum" sz="quarter" idx="12"/>
          </p:nvPr>
        </p:nvSpPr>
        <p:spPr>
          <a:noFill/>
        </p:spPr>
        <p:txBody>
          <a:bodyPr/>
          <a:lstStyle/>
          <a:p>
            <a:fld id="{1036E518-3A9F-4CCF-A233-DECDB8303308}" type="slidenum">
              <a:rPr lang="en-US" altLang="zh-CN" smtClean="0"/>
              <a:pPr/>
              <a:t>121</a:t>
            </a:fld>
            <a:endParaRPr lang="en-US" altLang="zh-CN" dirty="0"/>
          </a:p>
        </p:txBody>
      </p:sp>
      <p:graphicFrame>
        <p:nvGraphicFramePr>
          <p:cNvPr id="281" name="Group 154">
            <a:extLst>
              <a:ext uri="{FF2B5EF4-FFF2-40B4-BE49-F238E27FC236}">
                <a16:creationId xmlns:a16="http://schemas.microsoft.com/office/drawing/2014/main" id="{96232126-A093-4085-A78F-9A306D981C03}"/>
              </a:ext>
            </a:extLst>
          </p:cNvPr>
          <p:cNvGraphicFramePr>
            <a:graphicFrameLocks/>
          </p:cNvGraphicFramePr>
          <p:nvPr>
            <p:extLst>
              <p:ext uri="{D42A27DB-BD31-4B8C-83A1-F6EECF244321}">
                <p14:modId xmlns:p14="http://schemas.microsoft.com/office/powerpoint/2010/main" val="1517866247"/>
              </p:ext>
            </p:extLst>
          </p:nvPr>
        </p:nvGraphicFramePr>
        <p:xfrm>
          <a:off x="218282" y="1784560"/>
          <a:ext cx="4295775" cy="3886203"/>
        </p:xfrm>
        <a:graphic>
          <a:graphicData uri="http://schemas.openxmlformats.org/drawingml/2006/table">
            <a:tbl>
              <a:tblPr/>
              <a:tblGrid>
                <a:gridCol w="1095375">
                  <a:extLst>
                    <a:ext uri="{9D8B030D-6E8A-4147-A177-3AD203B41FA5}">
                      <a16:colId xmlns:a16="http://schemas.microsoft.com/office/drawing/2014/main" val="20000"/>
                    </a:ext>
                  </a:extLst>
                </a:gridCol>
                <a:gridCol w="746125">
                  <a:extLst>
                    <a:ext uri="{9D8B030D-6E8A-4147-A177-3AD203B41FA5}">
                      <a16:colId xmlns:a16="http://schemas.microsoft.com/office/drawing/2014/main" val="20001"/>
                    </a:ext>
                  </a:extLst>
                </a:gridCol>
                <a:gridCol w="749300">
                  <a:extLst>
                    <a:ext uri="{9D8B030D-6E8A-4147-A177-3AD203B41FA5}">
                      <a16:colId xmlns:a16="http://schemas.microsoft.com/office/drawing/2014/main" val="20002"/>
                    </a:ext>
                  </a:extLst>
                </a:gridCol>
                <a:gridCol w="819150">
                  <a:extLst>
                    <a:ext uri="{9D8B030D-6E8A-4147-A177-3AD203B41FA5}">
                      <a16:colId xmlns:a16="http://schemas.microsoft.com/office/drawing/2014/main" val="20003"/>
                    </a:ext>
                  </a:extLst>
                </a:gridCol>
                <a:gridCol w="885825">
                  <a:extLst>
                    <a:ext uri="{9D8B030D-6E8A-4147-A177-3AD203B41FA5}">
                      <a16:colId xmlns:a16="http://schemas.microsoft.com/office/drawing/2014/main" val="20004"/>
                    </a:ext>
                  </a:extLst>
                </a:gridCol>
              </a:tblGrid>
              <a:tr h="784225">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2000" b="0" i="0" u="none" strike="noStrike" cap="none" normalizeH="0" baseline="0" dirty="0">
                          <a:ln>
                            <a:noFill/>
                          </a:ln>
                          <a:solidFill>
                            <a:schemeClr val="tx1"/>
                          </a:solidFill>
                          <a:effectLst/>
                          <a:latin typeface="+mn-lt"/>
                          <a:ea typeface="+mn-ea"/>
                        </a:rPr>
                        <a:t>现态</a:t>
                      </a:r>
                      <a:endParaRPr kumimoji="0" lang="en-US" altLang="zh-CN" sz="2000" b="0" i="0" u="none" strike="noStrike" cap="none" normalizeH="0" baseline="0" dirty="0">
                        <a:ln>
                          <a:noFill/>
                        </a:ln>
                        <a:solidFill>
                          <a:schemeClr val="tx1"/>
                        </a:solidFill>
                        <a:effectLst/>
                        <a:latin typeface="+mn-lt"/>
                        <a:ea typeface="+mn-ea"/>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gridSpan="2">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2000" b="0" i="0" u="none" strike="noStrike" cap="none" normalizeH="0" baseline="0" dirty="0">
                          <a:ln>
                            <a:noFill/>
                          </a:ln>
                          <a:solidFill>
                            <a:schemeClr val="tx1"/>
                          </a:solidFill>
                          <a:effectLst/>
                          <a:latin typeface="+mn-lt"/>
                          <a:ea typeface="+mn-ea"/>
                        </a:rPr>
                        <a:t>次态</a:t>
                      </a:r>
                      <a:endParaRPr kumimoji="0" lang="en-US" altLang="zh-CN" sz="2000" b="0" i="0" u="none" strike="noStrike" cap="none" normalizeH="0" baseline="0" dirty="0">
                        <a:ln>
                          <a:noFill/>
                        </a:ln>
                        <a:solidFill>
                          <a:schemeClr val="tx1"/>
                        </a:solidFill>
                        <a:effectLst/>
                        <a:latin typeface="+mn-lt"/>
                        <a:ea typeface="+mn-ea"/>
                      </a:endParaRPr>
                    </a:p>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mn-ea"/>
                        </a:rPr>
                        <a:t>x=</a:t>
                      </a:r>
                      <a:r>
                        <a:rPr kumimoji="0" lang="en-US" altLang="zh-CN" sz="2000" b="0" i="0" u="none" strike="noStrike" cap="none" normalizeH="0" baseline="0">
                          <a:ln>
                            <a:noFill/>
                          </a:ln>
                          <a:solidFill>
                            <a:schemeClr val="tx1"/>
                          </a:solidFill>
                          <a:effectLst/>
                          <a:latin typeface="+mn-lt"/>
                          <a:ea typeface="+mn-ea"/>
                        </a:rPr>
                        <a:t>0    x</a:t>
                      </a:r>
                      <a:r>
                        <a:rPr kumimoji="0" lang="en-US" altLang="zh-CN" sz="2000" b="0" i="0" u="none" strike="noStrike" cap="none" normalizeH="0" baseline="0" dirty="0">
                          <a:ln>
                            <a:noFill/>
                          </a:ln>
                          <a:solidFill>
                            <a:schemeClr val="tx1"/>
                          </a:solidFill>
                          <a:effectLst/>
                          <a:latin typeface="+mn-lt"/>
                          <a:ea typeface="+mn-ea"/>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2000" b="0" i="0" u="none" strike="noStrike" cap="none" normalizeH="0" baseline="0" dirty="0">
                          <a:ln>
                            <a:noFill/>
                          </a:ln>
                          <a:solidFill>
                            <a:schemeClr val="tx1"/>
                          </a:solidFill>
                          <a:effectLst/>
                          <a:latin typeface="+mn-lt"/>
                          <a:ea typeface="+mn-ea"/>
                        </a:rPr>
                        <a:t>输出</a:t>
                      </a:r>
                      <a:endParaRPr kumimoji="0" lang="en-US" altLang="zh-CN" sz="2000" b="0" i="0" u="none" strike="noStrike" cap="none" normalizeH="0" baseline="0" dirty="0">
                        <a:ln>
                          <a:noFill/>
                        </a:ln>
                        <a:solidFill>
                          <a:schemeClr val="tx1"/>
                        </a:solidFill>
                        <a:effectLst/>
                        <a:latin typeface="+mn-lt"/>
                        <a:ea typeface="+mn-ea"/>
                      </a:endParaRPr>
                    </a:p>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mn-ea"/>
                        </a:rPr>
                        <a:t>x=0     x=1</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extLst>
                  <a:ext uri="{0D108BD9-81ED-4DB2-BD59-A6C34878D82A}">
                    <a16:rowId xmlns:a16="http://schemas.microsoft.com/office/drawing/2014/main" val="10000"/>
                  </a:ext>
                </a:extLst>
              </a:tr>
              <a:tr h="442913">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A*</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FF33CC"/>
                          </a:solidFill>
                          <a:effectLst/>
                          <a:latin typeface="+mn-lt"/>
                          <a:ea typeface="宋体" pitchFamily="2" charset="-122"/>
                        </a:rPr>
                        <a:t>B</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44450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B</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rgbClr val="3399FF"/>
                          </a:solidFill>
                          <a:effectLst/>
                          <a:latin typeface="+mn-lt"/>
                          <a:ea typeface="宋体" pitchFamily="2" charset="-122"/>
                        </a:rPr>
                        <a:t>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C</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1</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442913">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C</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442913">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D</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rgbClr val="FF3300"/>
                          </a:solidFill>
                          <a:effectLst/>
                          <a:latin typeface="+mn-lt"/>
                          <a:ea typeface="宋体" pitchFamily="2" charset="-122"/>
                        </a:rPr>
                        <a:t>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rgbClr val="FF33CC"/>
                          </a:solidFill>
                          <a:effectLst/>
                          <a:latin typeface="+mn-lt"/>
                          <a:ea typeface="宋体" pitchFamily="2" charset="-122"/>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r h="442913">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E</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B</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G</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5"/>
                  </a:ext>
                </a:extLst>
              </a:tr>
              <a:tr h="442913">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F</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rgbClr val="3399FF"/>
                          </a:solidFill>
                          <a:effectLst/>
                          <a:latin typeface="+mn-lt"/>
                          <a:ea typeface="宋体" pitchFamily="2" charset="-122"/>
                        </a:rPr>
                        <a:t>G</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C</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1</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6"/>
                  </a:ext>
                </a:extLst>
              </a:tr>
              <a:tr h="442913">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G</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rgbClr val="FF3300"/>
                          </a:solidFill>
                          <a:effectLst/>
                          <a:latin typeface="+mn-lt"/>
                          <a:ea typeface="宋体" pitchFamily="2" charset="-122"/>
                        </a:rPr>
                        <a:t>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7"/>
                  </a:ext>
                </a:extLst>
              </a:tr>
            </a:tbl>
          </a:graphicData>
        </a:graphic>
      </p:graphicFrame>
      <p:sp>
        <p:nvSpPr>
          <p:cNvPr id="325" name="Text Box 114">
            <a:extLst>
              <a:ext uri="{FF2B5EF4-FFF2-40B4-BE49-F238E27FC236}">
                <a16:creationId xmlns:a16="http://schemas.microsoft.com/office/drawing/2014/main" id="{9F5FEDC7-563B-4DAD-A6EA-671CC605F270}"/>
              </a:ext>
            </a:extLst>
          </p:cNvPr>
          <p:cNvSpPr txBox="1">
            <a:spLocks noChangeArrowheads="1"/>
          </p:cNvSpPr>
          <p:nvPr/>
        </p:nvSpPr>
        <p:spPr bwMode="auto">
          <a:xfrm>
            <a:off x="5934075" y="1292332"/>
            <a:ext cx="3076575" cy="1373187"/>
          </a:xfrm>
          <a:prstGeom prst="rect">
            <a:avLst/>
          </a:prstGeom>
          <a:noFill/>
          <a:ln w="9525">
            <a:noFill/>
            <a:miter lim="800000"/>
            <a:headEnd/>
            <a:tailEnd/>
          </a:ln>
        </p:spPr>
        <p:txBody>
          <a:bodyPr>
            <a:spAutoFit/>
          </a:bodyPr>
          <a:lstStyle/>
          <a:p>
            <a:pPr algn="r"/>
            <a:r>
              <a:rPr lang="en-US" altLang="zh-CN" sz="2800" b="0" dirty="0">
                <a:solidFill>
                  <a:srgbClr val="000000"/>
                </a:solidFill>
                <a:latin typeface="Arial" pitchFamily="34" charset="0"/>
              </a:rPr>
              <a:t>B</a:t>
            </a:r>
            <a:r>
              <a:rPr lang="en-US" altLang="zh-CN" sz="2800" b="0" dirty="0">
                <a:solidFill>
                  <a:srgbClr val="000000"/>
                </a:solidFill>
                <a:latin typeface="Arial" pitchFamily="34" charset="0"/>
                <a:sym typeface="Symbol" pitchFamily="18" charset="2"/>
              </a:rPr>
              <a:t></a:t>
            </a:r>
            <a:r>
              <a:rPr lang="en-US" altLang="zh-CN" sz="2800" b="0" dirty="0">
                <a:solidFill>
                  <a:srgbClr val="000000"/>
                </a:solidFill>
                <a:latin typeface="Arial" pitchFamily="34" charset="0"/>
              </a:rPr>
              <a:t>F</a:t>
            </a:r>
          </a:p>
          <a:p>
            <a:pPr algn="r"/>
            <a:r>
              <a:rPr lang="en-US" altLang="zh-CN" sz="2800" b="0" dirty="0">
                <a:solidFill>
                  <a:srgbClr val="000000"/>
                </a:solidFill>
                <a:latin typeface="Arial" pitchFamily="34" charset="0"/>
              </a:rPr>
              <a:t>A </a:t>
            </a:r>
            <a:r>
              <a:rPr lang="en-US" altLang="zh-CN" sz="2800" b="0" dirty="0">
                <a:solidFill>
                  <a:srgbClr val="000000"/>
                </a:solidFill>
                <a:latin typeface="Arial" pitchFamily="34" charset="0"/>
                <a:sym typeface="Symbol" pitchFamily="18" charset="2"/>
              </a:rPr>
              <a:t></a:t>
            </a:r>
            <a:r>
              <a:rPr lang="en-US" altLang="zh-CN" sz="2800" b="0" dirty="0">
                <a:solidFill>
                  <a:srgbClr val="000000"/>
                </a:solidFill>
                <a:latin typeface="Arial" pitchFamily="34" charset="0"/>
              </a:rPr>
              <a:t> D,A </a:t>
            </a:r>
            <a:r>
              <a:rPr lang="en-US" altLang="zh-CN" sz="2800" b="0" dirty="0">
                <a:solidFill>
                  <a:srgbClr val="000000"/>
                </a:solidFill>
                <a:latin typeface="Arial" pitchFamily="34" charset="0"/>
                <a:sym typeface="Symbol" pitchFamily="18" charset="2"/>
              </a:rPr>
              <a:t></a:t>
            </a:r>
            <a:r>
              <a:rPr lang="en-US" altLang="zh-CN" sz="2800" b="0" dirty="0">
                <a:solidFill>
                  <a:srgbClr val="000000"/>
                </a:solidFill>
                <a:latin typeface="Arial" pitchFamily="34" charset="0"/>
              </a:rPr>
              <a:t> G,D </a:t>
            </a:r>
            <a:r>
              <a:rPr lang="en-US" altLang="zh-CN" sz="2800" b="0" dirty="0">
                <a:solidFill>
                  <a:srgbClr val="000000"/>
                </a:solidFill>
                <a:latin typeface="Arial" pitchFamily="34" charset="0"/>
                <a:sym typeface="Symbol" pitchFamily="18" charset="2"/>
              </a:rPr>
              <a:t>G</a:t>
            </a:r>
          </a:p>
          <a:p>
            <a:pPr algn="r"/>
            <a:r>
              <a:rPr lang="en-US" altLang="zh-CN" sz="2800" b="0" dirty="0">
                <a:solidFill>
                  <a:srgbClr val="000000"/>
                </a:solidFill>
                <a:latin typeface="Arial" pitchFamily="34" charset="0"/>
                <a:sym typeface="Symbol" pitchFamily="18" charset="2"/>
              </a:rPr>
              <a:t>A D G</a:t>
            </a:r>
          </a:p>
        </p:txBody>
      </p:sp>
      <p:sp>
        <p:nvSpPr>
          <p:cNvPr id="269" name="Text Box 4">
            <a:extLst>
              <a:ext uri="{FF2B5EF4-FFF2-40B4-BE49-F238E27FC236}">
                <a16:creationId xmlns:a16="http://schemas.microsoft.com/office/drawing/2014/main" id="{D2A120D6-A787-471C-A6C8-37B41E4C2D4A}"/>
              </a:ext>
            </a:extLst>
          </p:cNvPr>
          <p:cNvSpPr txBox="1">
            <a:spLocks noChangeArrowheads="1"/>
          </p:cNvSpPr>
          <p:nvPr/>
        </p:nvSpPr>
        <p:spPr bwMode="auto">
          <a:xfrm>
            <a:off x="7080250" y="5097569"/>
            <a:ext cx="731837" cy="457200"/>
          </a:xfrm>
          <a:prstGeom prst="rect">
            <a:avLst/>
          </a:prstGeom>
          <a:noFill/>
          <a:ln w="9525">
            <a:noFill/>
            <a:miter lim="800000"/>
            <a:headEnd/>
            <a:tailEnd/>
          </a:ln>
        </p:spPr>
        <p:txBody>
          <a:bodyPr>
            <a:spAutoFit/>
          </a:bodyPr>
          <a:lstStyle/>
          <a:p>
            <a:pPr>
              <a:spcBef>
                <a:spcPct val="50000"/>
              </a:spcBef>
            </a:pPr>
            <a:r>
              <a:rPr lang="en-US" altLang="zh-CN" sz="2400" b="0" dirty="0">
                <a:solidFill>
                  <a:srgbClr val="000000"/>
                </a:solidFill>
                <a:latin typeface="Arial" pitchFamily="34" charset="0"/>
              </a:rPr>
              <a:t>A,D</a:t>
            </a:r>
          </a:p>
        </p:txBody>
      </p:sp>
      <p:grpSp>
        <p:nvGrpSpPr>
          <p:cNvPr id="270" name="Group 5">
            <a:extLst>
              <a:ext uri="{FF2B5EF4-FFF2-40B4-BE49-F238E27FC236}">
                <a16:creationId xmlns:a16="http://schemas.microsoft.com/office/drawing/2014/main" id="{15BBF1F6-F648-407A-8ABA-1F33023D210F}"/>
              </a:ext>
            </a:extLst>
          </p:cNvPr>
          <p:cNvGrpSpPr>
            <a:grpSpLocks/>
          </p:cNvGrpSpPr>
          <p:nvPr/>
        </p:nvGrpSpPr>
        <p:grpSpPr bwMode="auto">
          <a:xfrm>
            <a:off x="5229588" y="1552682"/>
            <a:ext cx="3612787" cy="4097337"/>
            <a:chOff x="3422" y="1116"/>
            <a:chExt cx="2465" cy="2581"/>
          </a:xfrm>
        </p:grpSpPr>
        <p:sp>
          <p:nvSpPr>
            <p:cNvPr id="271" name="Text Box 6">
              <a:extLst>
                <a:ext uri="{FF2B5EF4-FFF2-40B4-BE49-F238E27FC236}">
                  <a16:creationId xmlns:a16="http://schemas.microsoft.com/office/drawing/2014/main" id="{9A52DE3F-5D56-4090-920E-EC9B2F1FBB47}"/>
                </a:ext>
              </a:extLst>
            </p:cNvPr>
            <p:cNvSpPr txBox="1">
              <a:spLocks noChangeArrowheads="1"/>
            </p:cNvSpPr>
            <p:nvPr/>
          </p:nvSpPr>
          <p:spPr bwMode="auto">
            <a:xfrm>
              <a:off x="3457" y="2831"/>
              <a:ext cx="227" cy="442"/>
            </a:xfrm>
            <a:prstGeom prst="rect">
              <a:avLst/>
            </a:prstGeom>
            <a:noFill/>
            <a:ln w="9525">
              <a:noFill/>
              <a:miter lim="800000"/>
              <a:headEnd/>
              <a:tailEnd/>
            </a:ln>
          </p:spPr>
          <p:txBody>
            <a:bodyPr>
              <a:spAutoFit/>
            </a:bodyPr>
            <a:lstStyle/>
            <a:p>
              <a:pPr algn="ctr">
                <a:spcBef>
                  <a:spcPct val="50000"/>
                </a:spcBef>
              </a:pPr>
              <a:r>
                <a:rPr lang="en-US" altLang="zh-CN" sz="4000" dirty="0">
                  <a:latin typeface="Arial" pitchFamily="34" charset="0"/>
                  <a:sym typeface="Symbol" pitchFamily="18" charset="2"/>
                </a:rPr>
                <a:t></a:t>
              </a:r>
            </a:p>
          </p:txBody>
        </p:sp>
        <p:sp>
          <p:nvSpPr>
            <p:cNvPr id="272" name="Text Box 7">
              <a:extLst>
                <a:ext uri="{FF2B5EF4-FFF2-40B4-BE49-F238E27FC236}">
                  <a16:creationId xmlns:a16="http://schemas.microsoft.com/office/drawing/2014/main" id="{F66CAC9B-657B-42C4-BCCD-5413F0F12182}"/>
                </a:ext>
              </a:extLst>
            </p:cNvPr>
            <p:cNvSpPr txBox="1">
              <a:spLocks noChangeArrowheads="1"/>
            </p:cNvSpPr>
            <p:nvPr/>
          </p:nvSpPr>
          <p:spPr bwMode="auto">
            <a:xfrm>
              <a:off x="4345" y="2831"/>
              <a:ext cx="227" cy="442"/>
            </a:xfrm>
            <a:prstGeom prst="rect">
              <a:avLst/>
            </a:prstGeom>
            <a:noFill/>
            <a:ln w="9525">
              <a:noFill/>
              <a:miter lim="800000"/>
              <a:headEnd/>
              <a:tailEnd/>
            </a:ln>
          </p:spPr>
          <p:txBody>
            <a:bodyPr>
              <a:spAutoFit/>
            </a:bodyPr>
            <a:lstStyle/>
            <a:p>
              <a:pPr algn="ctr">
                <a:spcBef>
                  <a:spcPct val="50000"/>
                </a:spcBef>
              </a:pPr>
              <a:r>
                <a:rPr lang="en-US" altLang="zh-CN" sz="4000">
                  <a:solidFill>
                    <a:srgbClr val="000000"/>
                  </a:solidFill>
                  <a:latin typeface="Arial" pitchFamily="34" charset="0"/>
                  <a:sym typeface="Symbol" pitchFamily="18" charset="2"/>
                </a:rPr>
                <a:t></a:t>
              </a:r>
            </a:p>
          </p:txBody>
        </p:sp>
        <p:sp>
          <p:nvSpPr>
            <p:cNvPr id="273" name="Text Box 8">
              <a:extLst>
                <a:ext uri="{FF2B5EF4-FFF2-40B4-BE49-F238E27FC236}">
                  <a16:creationId xmlns:a16="http://schemas.microsoft.com/office/drawing/2014/main" id="{27A928DD-9313-4A7E-BA99-4E51D4AF7903}"/>
                </a:ext>
              </a:extLst>
            </p:cNvPr>
            <p:cNvSpPr txBox="1">
              <a:spLocks noChangeArrowheads="1"/>
            </p:cNvSpPr>
            <p:nvPr/>
          </p:nvSpPr>
          <p:spPr bwMode="auto">
            <a:xfrm>
              <a:off x="5252" y="2831"/>
              <a:ext cx="227" cy="442"/>
            </a:xfrm>
            <a:prstGeom prst="rect">
              <a:avLst/>
            </a:prstGeom>
            <a:noFill/>
            <a:ln w="9525">
              <a:noFill/>
              <a:miter lim="800000"/>
              <a:headEnd/>
              <a:tailEnd/>
            </a:ln>
          </p:spPr>
          <p:txBody>
            <a:bodyPr>
              <a:spAutoFit/>
            </a:bodyPr>
            <a:lstStyle/>
            <a:p>
              <a:pPr algn="ctr">
                <a:spcBef>
                  <a:spcPct val="50000"/>
                </a:spcBef>
              </a:pPr>
              <a:r>
                <a:rPr lang="en-US" altLang="zh-CN" sz="4000" b="0">
                  <a:solidFill>
                    <a:srgbClr val="000000"/>
                  </a:solidFill>
                  <a:latin typeface="Arial" pitchFamily="34" charset="0"/>
                  <a:sym typeface="Symbol" pitchFamily="18" charset="2"/>
                </a:rPr>
                <a:t></a:t>
              </a:r>
            </a:p>
          </p:txBody>
        </p:sp>
        <p:sp>
          <p:nvSpPr>
            <p:cNvPr id="274" name="Text Box 9">
              <a:extLst>
                <a:ext uri="{FF2B5EF4-FFF2-40B4-BE49-F238E27FC236}">
                  <a16:creationId xmlns:a16="http://schemas.microsoft.com/office/drawing/2014/main" id="{507C9F74-41F1-4D96-8D01-C427FC105D3B}"/>
                </a:ext>
              </a:extLst>
            </p:cNvPr>
            <p:cNvSpPr txBox="1">
              <a:spLocks noChangeArrowheads="1"/>
            </p:cNvSpPr>
            <p:nvPr/>
          </p:nvSpPr>
          <p:spPr bwMode="auto">
            <a:xfrm>
              <a:off x="4798" y="2831"/>
              <a:ext cx="227" cy="442"/>
            </a:xfrm>
            <a:prstGeom prst="rect">
              <a:avLst/>
            </a:prstGeom>
            <a:noFill/>
            <a:ln w="9525">
              <a:noFill/>
              <a:miter lim="800000"/>
              <a:headEnd/>
              <a:tailEnd/>
            </a:ln>
          </p:spPr>
          <p:txBody>
            <a:bodyPr>
              <a:spAutoFit/>
            </a:bodyPr>
            <a:lstStyle/>
            <a:p>
              <a:pPr algn="ctr">
                <a:spcBef>
                  <a:spcPct val="50000"/>
                </a:spcBef>
              </a:pPr>
              <a:r>
                <a:rPr lang="en-US" altLang="zh-CN" sz="4000" dirty="0">
                  <a:solidFill>
                    <a:srgbClr val="669999"/>
                  </a:solidFill>
                  <a:latin typeface="Arial" pitchFamily="34" charset="0"/>
                  <a:sym typeface="Symbol" pitchFamily="18" charset="2"/>
                </a:rPr>
                <a:t></a:t>
              </a:r>
            </a:p>
          </p:txBody>
        </p:sp>
        <p:sp>
          <p:nvSpPr>
            <p:cNvPr id="275" name="Text Box 10">
              <a:extLst>
                <a:ext uri="{FF2B5EF4-FFF2-40B4-BE49-F238E27FC236}">
                  <a16:creationId xmlns:a16="http://schemas.microsoft.com/office/drawing/2014/main" id="{C2D8141E-57ED-4F64-85D2-6E8337A2A6B8}"/>
                </a:ext>
              </a:extLst>
            </p:cNvPr>
            <p:cNvSpPr txBox="1">
              <a:spLocks noChangeArrowheads="1"/>
            </p:cNvSpPr>
            <p:nvPr/>
          </p:nvSpPr>
          <p:spPr bwMode="auto">
            <a:xfrm>
              <a:off x="3862" y="3228"/>
              <a:ext cx="227" cy="442"/>
            </a:xfrm>
            <a:prstGeom prst="rect">
              <a:avLst/>
            </a:prstGeom>
            <a:noFill/>
            <a:ln w="9525">
              <a:noFill/>
              <a:miter lim="800000"/>
              <a:headEnd/>
              <a:tailEnd/>
            </a:ln>
          </p:spPr>
          <p:txBody>
            <a:bodyPr>
              <a:spAutoFit/>
            </a:bodyPr>
            <a:lstStyle/>
            <a:p>
              <a:pPr algn="ctr">
                <a:spcBef>
                  <a:spcPct val="50000"/>
                </a:spcBef>
              </a:pPr>
              <a:r>
                <a:rPr lang="en-US" altLang="zh-CN" sz="4000" dirty="0">
                  <a:solidFill>
                    <a:srgbClr val="FFC000"/>
                  </a:solidFill>
                  <a:latin typeface="Arial" pitchFamily="34" charset="0"/>
                  <a:sym typeface="Symbol" pitchFamily="18" charset="2"/>
                </a:rPr>
                <a:t></a:t>
              </a:r>
            </a:p>
          </p:txBody>
        </p:sp>
        <p:sp>
          <p:nvSpPr>
            <p:cNvPr id="276" name="Text Box 11">
              <a:extLst>
                <a:ext uri="{FF2B5EF4-FFF2-40B4-BE49-F238E27FC236}">
                  <a16:creationId xmlns:a16="http://schemas.microsoft.com/office/drawing/2014/main" id="{63D769D5-9C1E-4598-BF74-DA5EB33D9FEA}"/>
                </a:ext>
              </a:extLst>
            </p:cNvPr>
            <p:cNvSpPr txBox="1">
              <a:spLocks noChangeArrowheads="1"/>
            </p:cNvSpPr>
            <p:nvPr/>
          </p:nvSpPr>
          <p:spPr bwMode="auto">
            <a:xfrm>
              <a:off x="5660" y="3255"/>
              <a:ext cx="227" cy="442"/>
            </a:xfrm>
            <a:prstGeom prst="rect">
              <a:avLst/>
            </a:prstGeom>
            <a:noFill/>
            <a:ln w="9525">
              <a:noFill/>
              <a:miter lim="800000"/>
              <a:headEnd/>
              <a:tailEnd/>
            </a:ln>
          </p:spPr>
          <p:txBody>
            <a:bodyPr>
              <a:spAutoFit/>
            </a:bodyPr>
            <a:lstStyle/>
            <a:p>
              <a:pPr algn="ctr">
                <a:spcBef>
                  <a:spcPct val="50000"/>
                </a:spcBef>
              </a:pPr>
              <a:r>
                <a:rPr lang="en-US" altLang="zh-CN" sz="4000" b="0">
                  <a:solidFill>
                    <a:srgbClr val="000000"/>
                  </a:solidFill>
                  <a:latin typeface="Arial" pitchFamily="34" charset="0"/>
                  <a:sym typeface="Symbol" pitchFamily="18" charset="2"/>
                </a:rPr>
                <a:t></a:t>
              </a:r>
            </a:p>
          </p:txBody>
        </p:sp>
        <p:sp>
          <p:nvSpPr>
            <p:cNvPr id="277" name="Text Box 12">
              <a:extLst>
                <a:ext uri="{FF2B5EF4-FFF2-40B4-BE49-F238E27FC236}">
                  <a16:creationId xmlns:a16="http://schemas.microsoft.com/office/drawing/2014/main" id="{D2C23F71-3E7E-413C-8A74-C3802B265E55}"/>
                </a:ext>
              </a:extLst>
            </p:cNvPr>
            <p:cNvSpPr txBox="1">
              <a:spLocks noChangeArrowheads="1"/>
            </p:cNvSpPr>
            <p:nvPr/>
          </p:nvSpPr>
          <p:spPr bwMode="auto">
            <a:xfrm>
              <a:off x="3891" y="2378"/>
              <a:ext cx="227" cy="442"/>
            </a:xfrm>
            <a:prstGeom prst="rect">
              <a:avLst/>
            </a:prstGeom>
            <a:noFill/>
            <a:ln w="9525">
              <a:noFill/>
              <a:miter lim="800000"/>
              <a:headEnd/>
              <a:tailEnd/>
            </a:ln>
          </p:spPr>
          <p:txBody>
            <a:bodyPr>
              <a:spAutoFit/>
            </a:bodyPr>
            <a:lstStyle/>
            <a:p>
              <a:pPr algn="ctr">
                <a:spcBef>
                  <a:spcPct val="50000"/>
                </a:spcBef>
              </a:pPr>
              <a:r>
                <a:rPr lang="en-US" altLang="zh-CN" sz="4000">
                  <a:solidFill>
                    <a:srgbClr val="000000"/>
                  </a:solidFill>
                  <a:latin typeface="Arial" pitchFamily="34" charset="0"/>
                  <a:sym typeface="Symbol" pitchFamily="18" charset="2"/>
                </a:rPr>
                <a:t></a:t>
              </a:r>
            </a:p>
          </p:txBody>
        </p:sp>
        <p:sp>
          <p:nvSpPr>
            <p:cNvPr id="278" name="Text Box 13">
              <a:extLst>
                <a:ext uri="{FF2B5EF4-FFF2-40B4-BE49-F238E27FC236}">
                  <a16:creationId xmlns:a16="http://schemas.microsoft.com/office/drawing/2014/main" id="{A399C5EE-0A74-4043-B18D-54FC6B4A3CD5}"/>
                </a:ext>
              </a:extLst>
            </p:cNvPr>
            <p:cNvSpPr txBox="1">
              <a:spLocks noChangeArrowheads="1"/>
            </p:cNvSpPr>
            <p:nvPr/>
          </p:nvSpPr>
          <p:spPr bwMode="auto">
            <a:xfrm>
              <a:off x="3891" y="1532"/>
              <a:ext cx="227" cy="442"/>
            </a:xfrm>
            <a:prstGeom prst="rect">
              <a:avLst/>
            </a:prstGeom>
            <a:noFill/>
            <a:ln w="9525">
              <a:noFill/>
              <a:miter lim="800000"/>
              <a:headEnd/>
              <a:tailEnd/>
            </a:ln>
          </p:spPr>
          <p:txBody>
            <a:bodyPr>
              <a:spAutoFit/>
            </a:bodyPr>
            <a:lstStyle/>
            <a:p>
              <a:pPr algn="ctr">
                <a:spcBef>
                  <a:spcPct val="50000"/>
                </a:spcBef>
              </a:pPr>
              <a:r>
                <a:rPr lang="en-US" altLang="zh-CN" sz="4000">
                  <a:solidFill>
                    <a:srgbClr val="000000"/>
                  </a:solidFill>
                  <a:latin typeface="Arial" pitchFamily="34" charset="0"/>
                  <a:sym typeface="Symbol" pitchFamily="18" charset="2"/>
                </a:rPr>
                <a:t></a:t>
              </a:r>
            </a:p>
          </p:txBody>
        </p:sp>
        <p:sp>
          <p:nvSpPr>
            <p:cNvPr id="279" name="Text Box 14">
              <a:extLst>
                <a:ext uri="{FF2B5EF4-FFF2-40B4-BE49-F238E27FC236}">
                  <a16:creationId xmlns:a16="http://schemas.microsoft.com/office/drawing/2014/main" id="{3AEB4CF4-1DC6-4AAF-A2AC-49C13EC7E236}"/>
                </a:ext>
              </a:extLst>
            </p:cNvPr>
            <p:cNvSpPr txBox="1">
              <a:spLocks noChangeArrowheads="1"/>
            </p:cNvSpPr>
            <p:nvPr/>
          </p:nvSpPr>
          <p:spPr bwMode="auto">
            <a:xfrm>
              <a:off x="3891" y="1985"/>
              <a:ext cx="227" cy="442"/>
            </a:xfrm>
            <a:prstGeom prst="rect">
              <a:avLst/>
            </a:prstGeom>
            <a:noFill/>
            <a:ln w="9525">
              <a:noFill/>
              <a:miter lim="800000"/>
              <a:headEnd/>
              <a:tailEnd/>
            </a:ln>
          </p:spPr>
          <p:txBody>
            <a:bodyPr>
              <a:spAutoFit/>
            </a:bodyPr>
            <a:lstStyle/>
            <a:p>
              <a:pPr algn="ctr">
                <a:spcBef>
                  <a:spcPct val="50000"/>
                </a:spcBef>
              </a:pPr>
              <a:r>
                <a:rPr lang="en-US" altLang="zh-CN" sz="4000">
                  <a:solidFill>
                    <a:srgbClr val="FF33CC"/>
                  </a:solidFill>
                  <a:latin typeface="Arial" pitchFamily="34" charset="0"/>
                  <a:sym typeface="Symbol" pitchFamily="18" charset="2"/>
                </a:rPr>
                <a:t></a:t>
              </a:r>
            </a:p>
          </p:txBody>
        </p:sp>
        <p:sp>
          <p:nvSpPr>
            <p:cNvPr id="280" name="Text Box 15">
              <a:extLst>
                <a:ext uri="{FF2B5EF4-FFF2-40B4-BE49-F238E27FC236}">
                  <a16:creationId xmlns:a16="http://schemas.microsoft.com/office/drawing/2014/main" id="{409CEB69-2564-400B-9AA7-7DFAA8952BE8}"/>
                </a:ext>
              </a:extLst>
            </p:cNvPr>
            <p:cNvSpPr txBox="1">
              <a:spLocks noChangeArrowheads="1"/>
            </p:cNvSpPr>
            <p:nvPr/>
          </p:nvSpPr>
          <p:spPr bwMode="auto">
            <a:xfrm>
              <a:off x="3422" y="1116"/>
              <a:ext cx="227" cy="442"/>
            </a:xfrm>
            <a:prstGeom prst="rect">
              <a:avLst/>
            </a:prstGeom>
            <a:noFill/>
            <a:ln w="9525">
              <a:noFill/>
              <a:miter lim="800000"/>
              <a:headEnd/>
              <a:tailEnd/>
            </a:ln>
          </p:spPr>
          <p:txBody>
            <a:bodyPr>
              <a:spAutoFit/>
            </a:bodyPr>
            <a:lstStyle/>
            <a:p>
              <a:pPr algn="ctr">
                <a:spcBef>
                  <a:spcPct val="50000"/>
                </a:spcBef>
              </a:pPr>
              <a:r>
                <a:rPr lang="en-US" altLang="zh-CN" sz="4000" dirty="0">
                  <a:solidFill>
                    <a:srgbClr val="66FF33"/>
                  </a:solidFill>
                  <a:latin typeface="Arial" pitchFamily="34" charset="0"/>
                  <a:sym typeface="Symbol" pitchFamily="18" charset="2"/>
                </a:rPr>
                <a:t></a:t>
              </a:r>
            </a:p>
          </p:txBody>
        </p:sp>
      </p:grpSp>
      <p:sp>
        <p:nvSpPr>
          <p:cNvPr id="282" name="Text Box 70">
            <a:extLst>
              <a:ext uri="{FF2B5EF4-FFF2-40B4-BE49-F238E27FC236}">
                <a16:creationId xmlns:a16="http://schemas.microsoft.com/office/drawing/2014/main" id="{21C96507-0927-41F9-831D-5FC9982E996F}"/>
              </a:ext>
            </a:extLst>
          </p:cNvPr>
          <p:cNvSpPr txBox="1">
            <a:spLocks noChangeArrowheads="1"/>
          </p:cNvSpPr>
          <p:nvPr/>
        </p:nvSpPr>
        <p:spPr bwMode="auto">
          <a:xfrm>
            <a:off x="5753119" y="4408071"/>
            <a:ext cx="731837" cy="457200"/>
          </a:xfrm>
          <a:prstGeom prst="rect">
            <a:avLst/>
          </a:prstGeom>
          <a:noFill/>
          <a:ln w="9525">
            <a:noFill/>
            <a:miter lim="800000"/>
            <a:headEnd/>
            <a:tailEnd/>
          </a:ln>
        </p:spPr>
        <p:txBody>
          <a:bodyPr>
            <a:spAutoFit/>
          </a:bodyPr>
          <a:lstStyle/>
          <a:p>
            <a:pPr>
              <a:spcBef>
                <a:spcPct val="50000"/>
              </a:spcBef>
            </a:pPr>
            <a:r>
              <a:rPr lang="en-US" altLang="zh-CN" sz="2400" b="0" dirty="0">
                <a:solidFill>
                  <a:srgbClr val="000000"/>
                </a:solidFill>
                <a:latin typeface="Arial" pitchFamily="34" charset="0"/>
              </a:rPr>
              <a:t>D,G</a:t>
            </a:r>
          </a:p>
        </p:txBody>
      </p:sp>
      <p:sp>
        <p:nvSpPr>
          <p:cNvPr id="283" name="Text Box 71">
            <a:extLst>
              <a:ext uri="{FF2B5EF4-FFF2-40B4-BE49-F238E27FC236}">
                <a16:creationId xmlns:a16="http://schemas.microsoft.com/office/drawing/2014/main" id="{392CFE96-00DA-44FE-826C-38FA4166727E}"/>
              </a:ext>
            </a:extLst>
          </p:cNvPr>
          <p:cNvSpPr txBox="1">
            <a:spLocks noChangeArrowheads="1"/>
          </p:cNvSpPr>
          <p:nvPr/>
        </p:nvSpPr>
        <p:spPr bwMode="auto">
          <a:xfrm>
            <a:off x="5119688" y="3051282"/>
            <a:ext cx="731837" cy="457200"/>
          </a:xfrm>
          <a:prstGeom prst="rect">
            <a:avLst/>
          </a:prstGeom>
          <a:noFill/>
          <a:ln w="9525">
            <a:noFill/>
            <a:miter lim="800000"/>
            <a:headEnd/>
            <a:tailEnd/>
          </a:ln>
        </p:spPr>
        <p:txBody>
          <a:bodyPr>
            <a:spAutoFit/>
          </a:bodyPr>
          <a:lstStyle/>
          <a:p>
            <a:pPr>
              <a:spcBef>
                <a:spcPct val="50000"/>
              </a:spcBef>
            </a:pPr>
            <a:r>
              <a:rPr lang="en-US" altLang="zh-CN" sz="2400" b="0">
                <a:solidFill>
                  <a:srgbClr val="000000"/>
                </a:solidFill>
                <a:latin typeface="Arial" pitchFamily="34" charset="0"/>
              </a:rPr>
              <a:t>B,F</a:t>
            </a:r>
          </a:p>
        </p:txBody>
      </p:sp>
      <p:sp>
        <p:nvSpPr>
          <p:cNvPr id="284" name="Text Box 72">
            <a:extLst>
              <a:ext uri="{FF2B5EF4-FFF2-40B4-BE49-F238E27FC236}">
                <a16:creationId xmlns:a16="http://schemas.microsoft.com/office/drawing/2014/main" id="{2AE07D88-F8FA-4EF0-A59E-5CF4B6E204B7}"/>
              </a:ext>
            </a:extLst>
          </p:cNvPr>
          <p:cNvSpPr txBox="1">
            <a:spLocks noChangeArrowheads="1"/>
          </p:cNvSpPr>
          <p:nvPr/>
        </p:nvSpPr>
        <p:spPr bwMode="auto">
          <a:xfrm>
            <a:off x="5119688" y="5113444"/>
            <a:ext cx="731837" cy="457200"/>
          </a:xfrm>
          <a:prstGeom prst="rect">
            <a:avLst/>
          </a:prstGeom>
          <a:noFill/>
          <a:ln w="9525">
            <a:noFill/>
            <a:miter lim="800000"/>
            <a:headEnd/>
            <a:tailEnd/>
          </a:ln>
        </p:spPr>
        <p:txBody>
          <a:bodyPr>
            <a:spAutoFit/>
          </a:bodyPr>
          <a:lstStyle/>
          <a:p>
            <a:pPr>
              <a:spcBef>
                <a:spcPct val="50000"/>
              </a:spcBef>
            </a:pPr>
            <a:r>
              <a:rPr lang="en-US" altLang="zh-CN" sz="2400" b="0">
                <a:solidFill>
                  <a:srgbClr val="000000"/>
                </a:solidFill>
                <a:latin typeface="Arial" pitchFamily="34" charset="0"/>
              </a:rPr>
              <a:t>B,F</a:t>
            </a:r>
          </a:p>
        </p:txBody>
      </p:sp>
      <p:sp>
        <p:nvSpPr>
          <p:cNvPr id="285" name="Text Box 73">
            <a:extLst>
              <a:ext uri="{FF2B5EF4-FFF2-40B4-BE49-F238E27FC236}">
                <a16:creationId xmlns:a16="http://schemas.microsoft.com/office/drawing/2014/main" id="{44F25AE2-20EC-406A-A6F2-5626748350BF}"/>
              </a:ext>
            </a:extLst>
          </p:cNvPr>
          <p:cNvSpPr txBox="1">
            <a:spLocks noChangeArrowheads="1"/>
          </p:cNvSpPr>
          <p:nvPr/>
        </p:nvSpPr>
        <p:spPr bwMode="auto">
          <a:xfrm>
            <a:off x="5119688" y="3524357"/>
            <a:ext cx="731837" cy="822325"/>
          </a:xfrm>
          <a:prstGeom prst="rect">
            <a:avLst/>
          </a:prstGeom>
          <a:noFill/>
          <a:ln w="9525">
            <a:noFill/>
            <a:miter lim="800000"/>
            <a:headEnd/>
            <a:tailEnd/>
          </a:ln>
        </p:spPr>
        <p:txBody>
          <a:bodyPr>
            <a:spAutoFit/>
          </a:bodyPr>
          <a:lstStyle/>
          <a:p>
            <a:r>
              <a:rPr lang="en-US" altLang="zh-CN" sz="2400" b="0">
                <a:solidFill>
                  <a:srgbClr val="000000"/>
                </a:solidFill>
                <a:latin typeface="Arial" pitchFamily="34" charset="0"/>
              </a:rPr>
              <a:t>A,B</a:t>
            </a:r>
          </a:p>
          <a:p>
            <a:r>
              <a:rPr lang="en-US" altLang="zh-CN" sz="2400" b="0">
                <a:solidFill>
                  <a:srgbClr val="000000"/>
                </a:solidFill>
                <a:latin typeface="Arial" pitchFamily="34" charset="0"/>
              </a:rPr>
              <a:t>B,G</a:t>
            </a:r>
          </a:p>
        </p:txBody>
      </p:sp>
      <p:sp>
        <p:nvSpPr>
          <p:cNvPr id="286" name="Text Box 74">
            <a:extLst>
              <a:ext uri="{FF2B5EF4-FFF2-40B4-BE49-F238E27FC236}">
                <a16:creationId xmlns:a16="http://schemas.microsoft.com/office/drawing/2014/main" id="{0AF97B6B-B8F0-433D-B8C3-0CE03B6321AF}"/>
              </a:ext>
            </a:extLst>
          </p:cNvPr>
          <p:cNvSpPr txBox="1">
            <a:spLocks noChangeArrowheads="1"/>
          </p:cNvSpPr>
          <p:nvPr/>
        </p:nvSpPr>
        <p:spPr bwMode="auto">
          <a:xfrm>
            <a:off x="5119688" y="2155932"/>
            <a:ext cx="731837" cy="822325"/>
          </a:xfrm>
          <a:prstGeom prst="rect">
            <a:avLst/>
          </a:prstGeom>
          <a:noFill/>
          <a:ln w="9525">
            <a:noFill/>
            <a:miter lim="800000"/>
            <a:headEnd/>
            <a:tailEnd/>
          </a:ln>
        </p:spPr>
        <p:txBody>
          <a:bodyPr>
            <a:spAutoFit/>
          </a:bodyPr>
          <a:lstStyle/>
          <a:p>
            <a:r>
              <a:rPr lang="en-US" altLang="zh-CN" sz="2400" b="0">
                <a:solidFill>
                  <a:srgbClr val="000000"/>
                </a:solidFill>
                <a:latin typeface="Arial" pitchFamily="34" charset="0"/>
              </a:rPr>
              <a:t>A,F</a:t>
            </a:r>
          </a:p>
          <a:p>
            <a:r>
              <a:rPr lang="en-US" altLang="zh-CN" sz="2400" b="0">
                <a:solidFill>
                  <a:srgbClr val="000000"/>
                </a:solidFill>
                <a:latin typeface="Arial" pitchFamily="34" charset="0"/>
              </a:rPr>
              <a:t>B,E</a:t>
            </a:r>
          </a:p>
        </p:txBody>
      </p:sp>
      <p:sp>
        <p:nvSpPr>
          <p:cNvPr id="287" name="Text Box 75">
            <a:extLst>
              <a:ext uri="{FF2B5EF4-FFF2-40B4-BE49-F238E27FC236}">
                <a16:creationId xmlns:a16="http://schemas.microsoft.com/office/drawing/2014/main" id="{37D63062-2D18-4E40-922E-47333FE61264}"/>
              </a:ext>
            </a:extLst>
          </p:cNvPr>
          <p:cNvSpPr txBox="1">
            <a:spLocks noChangeArrowheads="1"/>
          </p:cNvSpPr>
          <p:nvPr/>
        </p:nvSpPr>
        <p:spPr bwMode="auto">
          <a:xfrm>
            <a:off x="6448425" y="2833794"/>
            <a:ext cx="731838" cy="822325"/>
          </a:xfrm>
          <a:prstGeom prst="rect">
            <a:avLst/>
          </a:prstGeom>
          <a:noFill/>
          <a:ln w="9525">
            <a:noFill/>
            <a:miter lim="800000"/>
            <a:headEnd/>
            <a:tailEnd/>
          </a:ln>
        </p:spPr>
        <p:txBody>
          <a:bodyPr>
            <a:spAutoFit/>
          </a:bodyPr>
          <a:lstStyle/>
          <a:p>
            <a:r>
              <a:rPr lang="en-US" altLang="zh-CN" sz="2400" b="0">
                <a:solidFill>
                  <a:srgbClr val="000000"/>
                </a:solidFill>
                <a:latin typeface="Arial" pitchFamily="34" charset="0"/>
              </a:rPr>
              <a:t>F,D</a:t>
            </a:r>
          </a:p>
          <a:p>
            <a:r>
              <a:rPr lang="en-US" altLang="zh-CN" sz="2400" b="0">
                <a:solidFill>
                  <a:srgbClr val="000000"/>
                </a:solidFill>
                <a:latin typeface="Arial" pitchFamily="34" charset="0"/>
              </a:rPr>
              <a:t>E,F</a:t>
            </a:r>
          </a:p>
        </p:txBody>
      </p:sp>
      <p:sp>
        <p:nvSpPr>
          <p:cNvPr id="288" name="Text Box 76">
            <a:extLst>
              <a:ext uri="{FF2B5EF4-FFF2-40B4-BE49-F238E27FC236}">
                <a16:creationId xmlns:a16="http://schemas.microsoft.com/office/drawing/2014/main" id="{60EE4F4A-12F6-415A-9225-53096C2D9A8F}"/>
              </a:ext>
            </a:extLst>
          </p:cNvPr>
          <p:cNvSpPr txBox="1">
            <a:spLocks noChangeArrowheads="1"/>
          </p:cNvSpPr>
          <p:nvPr/>
        </p:nvSpPr>
        <p:spPr bwMode="auto">
          <a:xfrm>
            <a:off x="6448425" y="3554519"/>
            <a:ext cx="731838" cy="822325"/>
          </a:xfrm>
          <a:prstGeom prst="rect">
            <a:avLst/>
          </a:prstGeom>
          <a:noFill/>
          <a:ln w="9525">
            <a:noFill/>
            <a:miter lim="800000"/>
            <a:headEnd/>
            <a:tailEnd/>
          </a:ln>
        </p:spPr>
        <p:txBody>
          <a:bodyPr>
            <a:spAutoFit/>
          </a:bodyPr>
          <a:lstStyle/>
          <a:p>
            <a:r>
              <a:rPr lang="en-US" altLang="zh-CN" sz="2400" b="0" dirty="0">
                <a:solidFill>
                  <a:srgbClr val="000000"/>
                </a:solidFill>
                <a:latin typeface="Arial" pitchFamily="34" charset="0"/>
              </a:rPr>
              <a:t>F,B</a:t>
            </a:r>
          </a:p>
          <a:p>
            <a:r>
              <a:rPr lang="en-US" altLang="zh-CN" sz="2400" b="0" dirty="0">
                <a:solidFill>
                  <a:srgbClr val="000000"/>
                </a:solidFill>
                <a:latin typeface="Arial" pitchFamily="34" charset="0"/>
              </a:rPr>
              <a:t>E,G</a:t>
            </a:r>
          </a:p>
        </p:txBody>
      </p:sp>
      <p:sp>
        <p:nvSpPr>
          <p:cNvPr id="289" name="Text Box 77">
            <a:extLst>
              <a:ext uri="{FF2B5EF4-FFF2-40B4-BE49-F238E27FC236}">
                <a16:creationId xmlns:a16="http://schemas.microsoft.com/office/drawing/2014/main" id="{C17A5AA0-32F3-4648-A407-00546AD915A8}"/>
              </a:ext>
            </a:extLst>
          </p:cNvPr>
          <p:cNvSpPr txBox="1">
            <a:spLocks noChangeArrowheads="1"/>
          </p:cNvSpPr>
          <p:nvPr/>
        </p:nvSpPr>
        <p:spPr bwMode="auto">
          <a:xfrm>
            <a:off x="6440350" y="4845156"/>
            <a:ext cx="731838" cy="822325"/>
          </a:xfrm>
          <a:prstGeom prst="rect">
            <a:avLst/>
          </a:prstGeom>
          <a:noFill/>
          <a:ln w="9525">
            <a:noFill/>
            <a:miter lim="800000"/>
            <a:headEnd/>
            <a:tailEnd/>
          </a:ln>
        </p:spPr>
        <p:txBody>
          <a:bodyPr>
            <a:spAutoFit/>
          </a:bodyPr>
          <a:lstStyle/>
          <a:p>
            <a:r>
              <a:rPr lang="en-US" altLang="zh-CN" sz="2400" b="0">
                <a:solidFill>
                  <a:srgbClr val="000000"/>
                </a:solidFill>
                <a:latin typeface="Arial" pitchFamily="34" charset="0"/>
              </a:rPr>
              <a:t>F,A</a:t>
            </a:r>
          </a:p>
          <a:p>
            <a:r>
              <a:rPr lang="en-US" altLang="zh-CN" sz="2400" b="0">
                <a:solidFill>
                  <a:srgbClr val="000000"/>
                </a:solidFill>
                <a:latin typeface="Arial" pitchFamily="34" charset="0"/>
              </a:rPr>
              <a:t>E,F</a:t>
            </a:r>
          </a:p>
        </p:txBody>
      </p:sp>
      <p:sp>
        <p:nvSpPr>
          <p:cNvPr id="290" name="Text Box 78">
            <a:extLst>
              <a:ext uri="{FF2B5EF4-FFF2-40B4-BE49-F238E27FC236}">
                <a16:creationId xmlns:a16="http://schemas.microsoft.com/office/drawing/2014/main" id="{363E3664-DD96-4F32-A22F-BF76602ADD67}"/>
              </a:ext>
            </a:extLst>
          </p:cNvPr>
          <p:cNvSpPr txBox="1">
            <a:spLocks noChangeArrowheads="1"/>
          </p:cNvSpPr>
          <p:nvPr/>
        </p:nvSpPr>
        <p:spPr bwMode="auto">
          <a:xfrm>
            <a:off x="7113588" y="3554519"/>
            <a:ext cx="731837" cy="822325"/>
          </a:xfrm>
          <a:prstGeom prst="rect">
            <a:avLst/>
          </a:prstGeom>
          <a:noFill/>
          <a:ln w="9525">
            <a:noFill/>
            <a:miter lim="800000"/>
            <a:headEnd/>
            <a:tailEnd/>
          </a:ln>
        </p:spPr>
        <p:txBody>
          <a:bodyPr>
            <a:spAutoFit/>
          </a:bodyPr>
          <a:lstStyle/>
          <a:p>
            <a:r>
              <a:rPr lang="en-US" altLang="zh-CN" sz="2400" b="0">
                <a:solidFill>
                  <a:srgbClr val="000000"/>
                </a:solidFill>
                <a:latin typeface="Arial" pitchFamily="34" charset="0"/>
              </a:rPr>
              <a:t>D,B</a:t>
            </a:r>
          </a:p>
          <a:p>
            <a:r>
              <a:rPr lang="en-US" altLang="zh-CN" sz="2400" b="0">
                <a:solidFill>
                  <a:srgbClr val="000000"/>
                </a:solidFill>
                <a:latin typeface="Arial" pitchFamily="34" charset="0"/>
              </a:rPr>
              <a:t>F,G</a:t>
            </a:r>
          </a:p>
        </p:txBody>
      </p:sp>
      <p:sp>
        <p:nvSpPr>
          <p:cNvPr id="291" name="Text Box 79">
            <a:extLst>
              <a:ext uri="{FF2B5EF4-FFF2-40B4-BE49-F238E27FC236}">
                <a16:creationId xmlns:a16="http://schemas.microsoft.com/office/drawing/2014/main" id="{C7EA8C4D-4128-4630-AF34-174A92E7510E}"/>
              </a:ext>
            </a:extLst>
          </p:cNvPr>
          <p:cNvSpPr txBox="1">
            <a:spLocks noChangeArrowheads="1"/>
          </p:cNvSpPr>
          <p:nvPr/>
        </p:nvSpPr>
        <p:spPr bwMode="auto">
          <a:xfrm>
            <a:off x="7694379" y="4850344"/>
            <a:ext cx="838200" cy="830997"/>
          </a:xfrm>
          <a:prstGeom prst="rect">
            <a:avLst/>
          </a:prstGeom>
          <a:noFill/>
          <a:ln w="9525">
            <a:noFill/>
            <a:miter lim="800000"/>
            <a:headEnd/>
            <a:tailEnd/>
          </a:ln>
        </p:spPr>
        <p:txBody>
          <a:bodyPr>
            <a:spAutoFit/>
          </a:bodyPr>
          <a:lstStyle/>
          <a:p>
            <a:r>
              <a:rPr lang="en-US" altLang="zh-CN" sz="2400" b="0" dirty="0">
                <a:solidFill>
                  <a:srgbClr val="000000"/>
                </a:solidFill>
                <a:latin typeface="Arial" pitchFamily="34" charset="0"/>
              </a:rPr>
              <a:t>B,A</a:t>
            </a:r>
          </a:p>
          <a:p>
            <a:r>
              <a:rPr lang="en-US" altLang="zh-CN" sz="2400" b="0" dirty="0">
                <a:solidFill>
                  <a:srgbClr val="000000"/>
                </a:solidFill>
                <a:latin typeface="Arial" pitchFamily="34" charset="0"/>
              </a:rPr>
              <a:t>G,F</a:t>
            </a:r>
          </a:p>
        </p:txBody>
      </p:sp>
      <p:grpSp>
        <p:nvGrpSpPr>
          <p:cNvPr id="292" name="Group 80">
            <a:extLst>
              <a:ext uri="{FF2B5EF4-FFF2-40B4-BE49-F238E27FC236}">
                <a16:creationId xmlns:a16="http://schemas.microsoft.com/office/drawing/2014/main" id="{9E91894E-59F2-49A5-B3E1-3009238C2A7D}"/>
              </a:ext>
            </a:extLst>
          </p:cNvPr>
          <p:cNvGrpSpPr>
            <a:grpSpLocks/>
          </p:cNvGrpSpPr>
          <p:nvPr/>
        </p:nvGrpSpPr>
        <p:grpSpPr bwMode="auto">
          <a:xfrm>
            <a:off x="7772400" y="4905481"/>
            <a:ext cx="666750" cy="720725"/>
            <a:chOff x="5161" y="3203"/>
            <a:chExt cx="454" cy="454"/>
          </a:xfrm>
        </p:grpSpPr>
        <p:sp>
          <p:nvSpPr>
            <p:cNvPr id="293" name="Line 81">
              <a:extLst>
                <a:ext uri="{FF2B5EF4-FFF2-40B4-BE49-F238E27FC236}">
                  <a16:creationId xmlns:a16="http://schemas.microsoft.com/office/drawing/2014/main" id="{29FA608C-D4A3-4648-9CDA-3CCBDBC6DFDB}"/>
                </a:ext>
              </a:extLst>
            </p:cNvPr>
            <p:cNvSpPr>
              <a:spLocks noChangeShapeType="1"/>
            </p:cNvSpPr>
            <p:nvPr/>
          </p:nvSpPr>
          <p:spPr bwMode="auto">
            <a:xfrm>
              <a:off x="5161" y="3203"/>
              <a:ext cx="454" cy="454"/>
            </a:xfrm>
            <a:prstGeom prst="line">
              <a:avLst/>
            </a:prstGeom>
            <a:noFill/>
            <a:ln w="57150">
              <a:solidFill>
                <a:srgbClr val="66FF33"/>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94" name="Line 82">
              <a:extLst>
                <a:ext uri="{FF2B5EF4-FFF2-40B4-BE49-F238E27FC236}">
                  <a16:creationId xmlns:a16="http://schemas.microsoft.com/office/drawing/2014/main" id="{8DB7DEEC-2BB8-44B1-8BE8-56235436ED72}"/>
                </a:ext>
              </a:extLst>
            </p:cNvPr>
            <p:cNvSpPr>
              <a:spLocks noChangeShapeType="1"/>
            </p:cNvSpPr>
            <p:nvPr/>
          </p:nvSpPr>
          <p:spPr bwMode="auto">
            <a:xfrm flipH="1">
              <a:off x="5161" y="3203"/>
              <a:ext cx="454" cy="454"/>
            </a:xfrm>
            <a:prstGeom prst="line">
              <a:avLst/>
            </a:prstGeom>
            <a:noFill/>
            <a:ln w="57150">
              <a:solidFill>
                <a:srgbClr val="66FF33"/>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grpSp>
      <p:grpSp>
        <p:nvGrpSpPr>
          <p:cNvPr id="295" name="Group 83">
            <a:extLst>
              <a:ext uri="{FF2B5EF4-FFF2-40B4-BE49-F238E27FC236}">
                <a16:creationId xmlns:a16="http://schemas.microsoft.com/office/drawing/2014/main" id="{A702989C-7505-4CC5-8838-BFC96512A0C2}"/>
              </a:ext>
            </a:extLst>
          </p:cNvPr>
          <p:cNvGrpSpPr>
            <a:grpSpLocks/>
          </p:cNvGrpSpPr>
          <p:nvPr/>
        </p:nvGrpSpPr>
        <p:grpSpPr bwMode="auto">
          <a:xfrm>
            <a:off x="5103813" y="2280550"/>
            <a:ext cx="665162" cy="720725"/>
            <a:chOff x="5161" y="3203"/>
            <a:chExt cx="454" cy="454"/>
          </a:xfrm>
        </p:grpSpPr>
        <p:sp>
          <p:nvSpPr>
            <p:cNvPr id="296" name="Line 84">
              <a:extLst>
                <a:ext uri="{FF2B5EF4-FFF2-40B4-BE49-F238E27FC236}">
                  <a16:creationId xmlns:a16="http://schemas.microsoft.com/office/drawing/2014/main" id="{B8BE9D87-23A4-4F4E-B61C-1AD1A48F8929}"/>
                </a:ext>
              </a:extLst>
            </p:cNvPr>
            <p:cNvSpPr>
              <a:spLocks noChangeShapeType="1"/>
            </p:cNvSpPr>
            <p:nvPr/>
          </p:nvSpPr>
          <p:spPr bwMode="auto">
            <a:xfrm>
              <a:off x="5161" y="3203"/>
              <a:ext cx="454" cy="454"/>
            </a:xfrm>
            <a:prstGeom prst="line">
              <a:avLst/>
            </a:prstGeom>
            <a:noFill/>
            <a:ln w="57150">
              <a:solidFill>
                <a:srgbClr val="FF33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97" name="Line 85">
              <a:extLst>
                <a:ext uri="{FF2B5EF4-FFF2-40B4-BE49-F238E27FC236}">
                  <a16:creationId xmlns:a16="http://schemas.microsoft.com/office/drawing/2014/main" id="{7F733FF2-CFE9-47D1-BC43-7C8AB47DBC2A}"/>
                </a:ext>
              </a:extLst>
            </p:cNvPr>
            <p:cNvSpPr>
              <a:spLocks noChangeShapeType="1"/>
            </p:cNvSpPr>
            <p:nvPr/>
          </p:nvSpPr>
          <p:spPr bwMode="auto">
            <a:xfrm flipH="1">
              <a:off x="5161" y="3203"/>
              <a:ext cx="454" cy="454"/>
            </a:xfrm>
            <a:prstGeom prst="line">
              <a:avLst/>
            </a:prstGeom>
            <a:noFill/>
            <a:ln w="57150">
              <a:solidFill>
                <a:srgbClr val="FF33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grpSp>
      <p:grpSp>
        <p:nvGrpSpPr>
          <p:cNvPr id="298" name="Group 86">
            <a:extLst>
              <a:ext uri="{FF2B5EF4-FFF2-40B4-BE49-F238E27FC236}">
                <a16:creationId xmlns:a16="http://schemas.microsoft.com/office/drawing/2014/main" id="{1915F330-EB3A-42EE-81F4-8E3DB22B8405}"/>
              </a:ext>
            </a:extLst>
          </p:cNvPr>
          <p:cNvGrpSpPr>
            <a:grpSpLocks/>
          </p:cNvGrpSpPr>
          <p:nvPr/>
        </p:nvGrpSpPr>
        <p:grpSpPr bwMode="auto">
          <a:xfrm>
            <a:off x="6439278" y="4916594"/>
            <a:ext cx="665163" cy="720725"/>
            <a:chOff x="5161" y="3203"/>
            <a:chExt cx="454" cy="454"/>
          </a:xfrm>
        </p:grpSpPr>
        <p:sp>
          <p:nvSpPr>
            <p:cNvPr id="299" name="Line 87">
              <a:extLst>
                <a:ext uri="{FF2B5EF4-FFF2-40B4-BE49-F238E27FC236}">
                  <a16:creationId xmlns:a16="http://schemas.microsoft.com/office/drawing/2014/main" id="{E7038385-DADA-4861-AB1B-A1A0B1D78281}"/>
                </a:ext>
              </a:extLst>
            </p:cNvPr>
            <p:cNvSpPr>
              <a:spLocks noChangeShapeType="1"/>
            </p:cNvSpPr>
            <p:nvPr/>
          </p:nvSpPr>
          <p:spPr bwMode="auto">
            <a:xfrm>
              <a:off x="5161" y="3203"/>
              <a:ext cx="454" cy="454"/>
            </a:xfrm>
            <a:prstGeom prst="line">
              <a:avLst/>
            </a:prstGeom>
            <a:noFill/>
            <a:ln w="57150">
              <a:solidFill>
                <a:srgbClr val="FF33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00" name="Line 88">
              <a:extLst>
                <a:ext uri="{FF2B5EF4-FFF2-40B4-BE49-F238E27FC236}">
                  <a16:creationId xmlns:a16="http://schemas.microsoft.com/office/drawing/2014/main" id="{2CFBCF36-F7E9-414F-B716-FAEE5ED092BE}"/>
                </a:ext>
              </a:extLst>
            </p:cNvPr>
            <p:cNvSpPr>
              <a:spLocks noChangeShapeType="1"/>
            </p:cNvSpPr>
            <p:nvPr/>
          </p:nvSpPr>
          <p:spPr bwMode="auto">
            <a:xfrm flipH="1">
              <a:off x="5161" y="3203"/>
              <a:ext cx="454" cy="454"/>
            </a:xfrm>
            <a:prstGeom prst="line">
              <a:avLst/>
            </a:prstGeom>
            <a:noFill/>
            <a:ln w="57150">
              <a:solidFill>
                <a:srgbClr val="FF33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grpSp>
      <p:grpSp>
        <p:nvGrpSpPr>
          <p:cNvPr id="301" name="Group 89">
            <a:extLst>
              <a:ext uri="{FF2B5EF4-FFF2-40B4-BE49-F238E27FC236}">
                <a16:creationId xmlns:a16="http://schemas.microsoft.com/office/drawing/2014/main" id="{521AB1A2-065C-41F4-BBF7-66A75A97B96D}"/>
              </a:ext>
            </a:extLst>
          </p:cNvPr>
          <p:cNvGrpSpPr>
            <a:grpSpLocks/>
          </p:cNvGrpSpPr>
          <p:nvPr/>
        </p:nvGrpSpPr>
        <p:grpSpPr bwMode="auto">
          <a:xfrm>
            <a:off x="7113588" y="3625957"/>
            <a:ext cx="665162" cy="720725"/>
            <a:chOff x="5161" y="3203"/>
            <a:chExt cx="454" cy="454"/>
          </a:xfrm>
        </p:grpSpPr>
        <p:sp>
          <p:nvSpPr>
            <p:cNvPr id="302" name="Line 90">
              <a:extLst>
                <a:ext uri="{FF2B5EF4-FFF2-40B4-BE49-F238E27FC236}">
                  <a16:creationId xmlns:a16="http://schemas.microsoft.com/office/drawing/2014/main" id="{DC1B7576-00E5-494D-95CD-CAB1908938DB}"/>
                </a:ext>
              </a:extLst>
            </p:cNvPr>
            <p:cNvSpPr>
              <a:spLocks noChangeShapeType="1"/>
            </p:cNvSpPr>
            <p:nvPr/>
          </p:nvSpPr>
          <p:spPr bwMode="auto">
            <a:xfrm>
              <a:off x="5161" y="3203"/>
              <a:ext cx="454" cy="454"/>
            </a:xfrm>
            <a:prstGeom prst="line">
              <a:avLst/>
            </a:prstGeom>
            <a:noFill/>
            <a:ln w="57150">
              <a:solidFill>
                <a:srgbClr val="FF33CC"/>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03" name="Line 91">
              <a:extLst>
                <a:ext uri="{FF2B5EF4-FFF2-40B4-BE49-F238E27FC236}">
                  <a16:creationId xmlns:a16="http://schemas.microsoft.com/office/drawing/2014/main" id="{ACD843E1-1701-4A56-B007-DD3F7BEC5F57}"/>
                </a:ext>
              </a:extLst>
            </p:cNvPr>
            <p:cNvSpPr>
              <a:spLocks noChangeShapeType="1"/>
            </p:cNvSpPr>
            <p:nvPr/>
          </p:nvSpPr>
          <p:spPr bwMode="auto">
            <a:xfrm flipH="1">
              <a:off x="5161" y="3203"/>
              <a:ext cx="454" cy="454"/>
            </a:xfrm>
            <a:prstGeom prst="line">
              <a:avLst/>
            </a:prstGeom>
            <a:noFill/>
            <a:ln w="57150">
              <a:solidFill>
                <a:srgbClr val="FF33CC"/>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grpSp>
      <p:grpSp>
        <p:nvGrpSpPr>
          <p:cNvPr id="304" name="Group 92">
            <a:extLst>
              <a:ext uri="{FF2B5EF4-FFF2-40B4-BE49-F238E27FC236}">
                <a16:creationId xmlns:a16="http://schemas.microsoft.com/office/drawing/2014/main" id="{08E74305-C78A-43A9-882B-BE19B28091B4}"/>
              </a:ext>
            </a:extLst>
          </p:cNvPr>
          <p:cNvGrpSpPr>
            <a:grpSpLocks/>
          </p:cNvGrpSpPr>
          <p:nvPr/>
        </p:nvGrpSpPr>
        <p:grpSpPr bwMode="auto">
          <a:xfrm>
            <a:off x="5129782" y="3601325"/>
            <a:ext cx="665162" cy="720725"/>
            <a:chOff x="5161" y="3203"/>
            <a:chExt cx="454" cy="454"/>
          </a:xfrm>
        </p:grpSpPr>
        <p:sp>
          <p:nvSpPr>
            <p:cNvPr id="305" name="Line 93">
              <a:extLst>
                <a:ext uri="{FF2B5EF4-FFF2-40B4-BE49-F238E27FC236}">
                  <a16:creationId xmlns:a16="http://schemas.microsoft.com/office/drawing/2014/main" id="{F81B792B-8AA5-46E2-A69D-A36E2480ADE1}"/>
                </a:ext>
              </a:extLst>
            </p:cNvPr>
            <p:cNvSpPr>
              <a:spLocks noChangeShapeType="1"/>
            </p:cNvSpPr>
            <p:nvPr/>
          </p:nvSpPr>
          <p:spPr bwMode="auto">
            <a:xfrm>
              <a:off x="5161" y="3203"/>
              <a:ext cx="454" cy="454"/>
            </a:xfrm>
            <a:prstGeom prst="line">
              <a:avLst/>
            </a:prstGeom>
            <a:noFill/>
            <a:ln w="57150">
              <a:solidFill>
                <a:srgbClr val="00FF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06" name="Line 94">
              <a:extLst>
                <a:ext uri="{FF2B5EF4-FFF2-40B4-BE49-F238E27FC236}">
                  <a16:creationId xmlns:a16="http://schemas.microsoft.com/office/drawing/2014/main" id="{E7895ACA-F872-4AED-82E1-B3DDB460E89F}"/>
                </a:ext>
              </a:extLst>
            </p:cNvPr>
            <p:cNvSpPr>
              <a:spLocks noChangeShapeType="1"/>
            </p:cNvSpPr>
            <p:nvPr/>
          </p:nvSpPr>
          <p:spPr bwMode="auto">
            <a:xfrm flipH="1">
              <a:off x="5161" y="3203"/>
              <a:ext cx="454" cy="454"/>
            </a:xfrm>
            <a:prstGeom prst="line">
              <a:avLst/>
            </a:prstGeom>
            <a:noFill/>
            <a:ln w="57150">
              <a:solidFill>
                <a:srgbClr val="00FF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grpSp>
      <p:grpSp>
        <p:nvGrpSpPr>
          <p:cNvPr id="307" name="Group 95">
            <a:extLst>
              <a:ext uri="{FF2B5EF4-FFF2-40B4-BE49-F238E27FC236}">
                <a16:creationId xmlns:a16="http://schemas.microsoft.com/office/drawing/2014/main" id="{F30BAA48-64C6-4882-89BD-A740D0A5186B}"/>
              </a:ext>
            </a:extLst>
          </p:cNvPr>
          <p:cNvGrpSpPr>
            <a:grpSpLocks/>
          </p:cNvGrpSpPr>
          <p:nvPr/>
        </p:nvGrpSpPr>
        <p:grpSpPr bwMode="auto">
          <a:xfrm>
            <a:off x="6448425" y="2906819"/>
            <a:ext cx="665163" cy="720725"/>
            <a:chOff x="5161" y="3203"/>
            <a:chExt cx="454" cy="454"/>
          </a:xfrm>
        </p:grpSpPr>
        <p:sp>
          <p:nvSpPr>
            <p:cNvPr id="308" name="Line 96">
              <a:extLst>
                <a:ext uri="{FF2B5EF4-FFF2-40B4-BE49-F238E27FC236}">
                  <a16:creationId xmlns:a16="http://schemas.microsoft.com/office/drawing/2014/main" id="{E220D968-F7E2-46B7-8044-533FE1569213}"/>
                </a:ext>
              </a:extLst>
            </p:cNvPr>
            <p:cNvSpPr>
              <a:spLocks noChangeShapeType="1"/>
            </p:cNvSpPr>
            <p:nvPr/>
          </p:nvSpPr>
          <p:spPr bwMode="auto">
            <a:xfrm>
              <a:off x="5161" y="3203"/>
              <a:ext cx="454" cy="454"/>
            </a:xfrm>
            <a:prstGeom prst="line">
              <a:avLst/>
            </a:prstGeom>
            <a:noFill/>
            <a:ln w="57150">
              <a:solidFill>
                <a:srgbClr val="669999"/>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09" name="Line 97">
              <a:extLst>
                <a:ext uri="{FF2B5EF4-FFF2-40B4-BE49-F238E27FC236}">
                  <a16:creationId xmlns:a16="http://schemas.microsoft.com/office/drawing/2014/main" id="{2E39A029-E4CF-4625-B7BF-4A9B205056A2}"/>
                </a:ext>
              </a:extLst>
            </p:cNvPr>
            <p:cNvSpPr>
              <a:spLocks noChangeShapeType="1"/>
            </p:cNvSpPr>
            <p:nvPr/>
          </p:nvSpPr>
          <p:spPr bwMode="auto">
            <a:xfrm flipH="1">
              <a:off x="5161" y="3203"/>
              <a:ext cx="454" cy="454"/>
            </a:xfrm>
            <a:prstGeom prst="line">
              <a:avLst/>
            </a:prstGeom>
            <a:noFill/>
            <a:ln w="57150">
              <a:solidFill>
                <a:srgbClr val="669999"/>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grpSp>
      <p:grpSp>
        <p:nvGrpSpPr>
          <p:cNvPr id="310" name="Group 98">
            <a:extLst>
              <a:ext uri="{FF2B5EF4-FFF2-40B4-BE49-F238E27FC236}">
                <a16:creationId xmlns:a16="http://schemas.microsoft.com/office/drawing/2014/main" id="{13206DA6-4C54-45BB-9ACE-FFFF830A5895}"/>
              </a:ext>
            </a:extLst>
          </p:cNvPr>
          <p:cNvGrpSpPr>
            <a:grpSpLocks/>
          </p:cNvGrpSpPr>
          <p:nvPr/>
        </p:nvGrpSpPr>
        <p:grpSpPr bwMode="auto">
          <a:xfrm>
            <a:off x="6448425" y="3625957"/>
            <a:ext cx="665163" cy="720725"/>
            <a:chOff x="5161" y="3203"/>
            <a:chExt cx="454" cy="454"/>
          </a:xfrm>
        </p:grpSpPr>
        <p:sp>
          <p:nvSpPr>
            <p:cNvPr id="311" name="Line 99">
              <a:extLst>
                <a:ext uri="{FF2B5EF4-FFF2-40B4-BE49-F238E27FC236}">
                  <a16:creationId xmlns:a16="http://schemas.microsoft.com/office/drawing/2014/main" id="{3DC053DB-BC59-4090-98A7-5C90C0B2DF75}"/>
                </a:ext>
              </a:extLst>
            </p:cNvPr>
            <p:cNvSpPr>
              <a:spLocks noChangeShapeType="1"/>
            </p:cNvSpPr>
            <p:nvPr/>
          </p:nvSpPr>
          <p:spPr bwMode="auto">
            <a:xfrm>
              <a:off x="5161" y="3203"/>
              <a:ext cx="454" cy="454"/>
            </a:xfrm>
            <a:prstGeom prst="line">
              <a:avLst/>
            </a:prstGeom>
            <a:noFill/>
            <a:ln w="57150">
              <a:solidFill>
                <a:srgbClr val="CCFF66"/>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12" name="Line 100">
              <a:extLst>
                <a:ext uri="{FF2B5EF4-FFF2-40B4-BE49-F238E27FC236}">
                  <a16:creationId xmlns:a16="http://schemas.microsoft.com/office/drawing/2014/main" id="{EAFE66C8-CA08-4D1D-B9D8-A08F5511D256}"/>
                </a:ext>
              </a:extLst>
            </p:cNvPr>
            <p:cNvSpPr>
              <a:spLocks noChangeShapeType="1"/>
            </p:cNvSpPr>
            <p:nvPr/>
          </p:nvSpPr>
          <p:spPr bwMode="auto">
            <a:xfrm flipH="1">
              <a:off x="5161" y="3203"/>
              <a:ext cx="454" cy="454"/>
            </a:xfrm>
            <a:prstGeom prst="line">
              <a:avLst/>
            </a:prstGeom>
            <a:noFill/>
            <a:ln w="57150">
              <a:solidFill>
                <a:srgbClr val="CCFF66"/>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grpSp>
      <p:grpSp>
        <p:nvGrpSpPr>
          <p:cNvPr id="313" name="Group 101">
            <a:extLst>
              <a:ext uri="{FF2B5EF4-FFF2-40B4-BE49-F238E27FC236}">
                <a16:creationId xmlns:a16="http://schemas.microsoft.com/office/drawing/2014/main" id="{1E3284F3-C896-4C83-A0C7-EE9D96A7F934}"/>
              </a:ext>
            </a:extLst>
          </p:cNvPr>
          <p:cNvGrpSpPr>
            <a:grpSpLocks/>
          </p:cNvGrpSpPr>
          <p:nvPr/>
        </p:nvGrpSpPr>
        <p:grpSpPr bwMode="auto">
          <a:xfrm>
            <a:off x="7238227" y="5193983"/>
            <a:ext cx="398462" cy="431800"/>
            <a:chOff x="1260" y="3612"/>
            <a:chExt cx="272" cy="272"/>
          </a:xfrm>
        </p:grpSpPr>
        <p:sp>
          <p:nvSpPr>
            <p:cNvPr id="314" name="Line 102">
              <a:extLst>
                <a:ext uri="{FF2B5EF4-FFF2-40B4-BE49-F238E27FC236}">
                  <a16:creationId xmlns:a16="http://schemas.microsoft.com/office/drawing/2014/main" id="{EF7A38F8-8196-4659-8DA6-B6EFF7C170E9}"/>
                </a:ext>
              </a:extLst>
            </p:cNvPr>
            <p:cNvSpPr>
              <a:spLocks noChangeShapeType="1"/>
            </p:cNvSpPr>
            <p:nvPr/>
          </p:nvSpPr>
          <p:spPr bwMode="auto">
            <a:xfrm>
              <a:off x="1260" y="3748"/>
              <a:ext cx="91" cy="136"/>
            </a:xfrm>
            <a:prstGeom prst="line">
              <a:avLst/>
            </a:prstGeom>
            <a:noFill/>
            <a:ln w="38100">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15" name="Line 103">
              <a:extLst>
                <a:ext uri="{FF2B5EF4-FFF2-40B4-BE49-F238E27FC236}">
                  <a16:creationId xmlns:a16="http://schemas.microsoft.com/office/drawing/2014/main" id="{E8DD409F-7CF6-456A-8BF4-133A73627127}"/>
                </a:ext>
              </a:extLst>
            </p:cNvPr>
            <p:cNvSpPr>
              <a:spLocks noChangeShapeType="1"/>
            </p:cNvSpPr>
            <p:nvPr/>
          </p:nvSpPr>
          <p:spPr bwMode="auto">
            <a:xfrm flipV="1">
              <a:off x="1351" y="3612"/>
              <a:ext cx="181" cy="272"/>
            </a:xfrm>
            <a:prstGeom prst="line">
              <a:avLst/>
            </a:prstGeom>
            <a:noFill/>
            <a:ln w="38100">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grpSp>
      <p:grpSp>
        <p:nvGrpSpPr>
          <p:cNvPr id="316" name="Group 104">
            <a:extLst>
              <a:ext uri="{FF2B5EF4-FFF2-40B4-BE49-F238E27FC236}">
                <a16:creationId xmlns:a16="http://schemas.microsoft.com/office/drawing/2014/main" id="{75BF0FE0-51FA-4D10-A80D-EE5EB760E425}"/>
              </a:ext>
            </a:extLst>
          </p:cNvPr>
          <p:cNvGrpSpPr>
            <a:grpSpLocks/>
          </p:cNvGrpSpPr>
          <p:nvPr/>
        </p:nvGrpSpPr>
        <p:grpSpPr bwMode="auto">
          <a:xfrm>
            <a:off x="5916613" y="4491144"/>
            <a:ext cx="398462" cy="431800"/>
            <a:chOff x="1260" y="3612"/>
            <a:chExt cx="272" cy="272"/>
          </a:xfrm>
        </p:grpSpPr>
        <p:sp>
          <p:nvSpPr>
            <p:cNvPr id="317" name="Line 105">
              <a:extLst>
                <a:ext uri="{FF2B5EF4-FFF2-40B4-BE49-F238E27FC236}">
                  <a16:creationId xmlns:a16="http://schemas.microsoft.com/office/drawing/2014/main" id="{CD9E4431-151B-40A6-8E04-86F16598E0C7}"/>
                </a:ext>
              </a:extLst>
            </p:cNvPr>
            <p:cNvSpPr>
              <a:spLocks noChangeShapeType="1"/>
            </p:cNvSpPr>
            <p:nvPr/>
          </p:nvSpPr>
          <p:spPr bwMode="auto">
            <a:xfrm>
              <a:off x="1260" y="3748"/>
              <a:ext cx="91" cy="136"/>
            </a:xfrm>
            <a:prstGeom prst="line">
              <a:avLst/>
            </a:prstGeom>
            <a:noFill/>
            <a:ln w="38100">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18" name="Line 106">
              <a:extLst>
                <a:ext uri="{FF2B5EF4-FFF2-40B4-BE49-F238E27FC236}">
                  <a16:creationId xmlns:a16="http://schemas.microsoft.com/office/drawing/2014/main" id="{4D91AC8A-853C-4622-B094-F100C7DD7330}"/>
                </a:ext>
              </a:extLst>
            </p:cNvPr>
            <p:cNvSpPr>
              <a:spLocks noChangeShapeType="1"/>
            </p:cNvSpPr>
            <p:nvPr/>
          </p:nvSpPr>
          <p:spPr bwMode="auto">
            <a:xfrm flipV="1">
              <a:off x="1351" y="3612"/>
              <a:ext cx="181" cy="272"/>
            </a:xfrm>
            <a:prstGeom prst="line">
              <a:avLst/>
            </a:prstGeom>
            <a:noFill/>
            <a:ln w="38100">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grpSp>
      <p:grpSp>
        <p:nvGrpSpPr>
          <p:cNvPr id="319" name="Group 107">
            <a:extLst>
              <a:ext uri="{FF2B5EF4-FFF2-40B4-BE49-F238E27FC236}">
                <a16:creationId xmlns:a16="http://schemas.microsoft.com/office/drawing/2014/main" id="{ED60F799-FC13-4C92-8260-A983CBD97776}"/>
              </a:ext>
            </a:extLst>
          </p:cNvPr>
          <p:cNvGrpSpPr>
            <a:grpSpLocks/>
          </p:cNvGrpSpPr>
          <p:nvPr/>
        </p:nvGrpSpPr>
        <p:grpSpPr bwMode="auto">
          <a:xfrm>
            <a:off x="5253038" y="5138844"/>
            <a:ext cx="398462" cy="431800"/>
            <a:chOff x="1260" y="3612"/>
            <a:chExt cx="272" cy="272"/>
          </a:xfrm>
        </p:grpSpPr>
        <p:sp>
          <p:nvSpPr>
            <p:cNvPr id="320" name="Line 108">
              <a:extLst>
                <a:ext uri="{FF2B5EF4-FFF2-40B4-BE49-F238E27FC236}">
                  <a16:creationId xmlns:a16="http://schemas.microsoft.com/office/drawing/2014/main" id="{CB510233-A9EE-4C3F-8C1A-3F867A481B7C}"/>
                </a:ext>
              </a:extLst>
            </p:cNvPr>
            <p:cNvSpPr>
              <a:spLocks noChangeShapeType="1"/>
            </p:cNvSpPr>
            <p:nvPr/>
          </p:nvSpPr>
          <p:spPr bwMode="auto">
            <a:xfrm>
              <a:off x="1260" y="3748"/>
              <a:ext cx="91" cy="136"/>
            </a:xfrm>
            <a:prstGeom prst="line">
              <a:avLst/>
            </a:prstGeom>
            <a:noFill/>
            <a:ln w="38100">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21" name="Line 109">
              <a:extLst>
                <a:ext uri="{FF2B5EF4-FFF2-40B4-BE49-F238E27FC236}">
                  <a16:creationId xmlns:a16="http://schemas.microsoft.com/office/drawing/2014/main" id="{FC6EDDE7-D548-474F-A135-7846CD2C1250}"/>
                </a:ext>
              </a:extLst>
            </p:cNvPr>
            <p:cNvSpPr>
              <a:spLocks noChangeShapeType="1"/>
            </p:cNvSpPr>
            <p:nvPr/>
          </p:nvSpPr>
          <p:spPr bwMode="auto">
            <a:xfrm flipV="1">
              <a:off x="1351" y="3612"/>
              <a:ext cx="181" cy="272"/>
            </a:xfrm>
            <a:prstGeom prst="line">
              <a:avLst/>
            </a:prstGeom>
            <a:noFill/>
            <a:ln w="38100">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grpSp>
      <p:grpSp>
        <p:nvGrpSpPr>
          <p:cNvPr id="322" name="Group 110">
            <a:extLst>
              <a:ext uri="{FF2B5EF4-FFF2-40B4-BE49-F238E27FC236}">
                <a16:creationId xmlns:a16="http://schemas.microsoft.com/office/drawing/2014/main" id="{9DAC6ABC-0083-439B-B983-0539BE1C5879}"/>
              </a:ext>
            </a:extLst>
          </p:cNvPr>
          <p:cNvGrpSpPr>
            <a:grpSpLocks/>
          </p:cNvGrpSpPr>
          <p:nvPr/>
        </p:nvGrpSpPr>
        <p:grpSpPr bwMode="auto">
          <a:xfrm>
            <a:off x="5253038" y="3051282"/>
            <a:ext cx="398462" cy="431800"/>
            <a:chOff x="1260" y="3612"/>
            <a:chExt cx="272" cy="272"/>
          </a:xfrm>
        </p:grpSpPr>
        <p:sp>
          <p:nvSpPr>
            <p:cNvPr id="323" name="Line 111">
              <a:extLst>
                <a:ext uri="{FF2B5EF4-FFF2-40B4-BE49-F238E27FC236}">
                  <a16:creationId xmlns:a16="http://schemas.microsoft.com/office/drawing/2014/main" id="{F3BACA8C-EDC2-4DE8-A389-9E735C227BD6}"/>
                </a:ext>
              </a:extLst>
            </p:cNvPr>
            <p:cNvSpPr>
              <a:spLocks noChangeShapeType="1"/>
            </p:cNvSpPr>
            <p:nvPr/>
          </p:nvSpPr>
          <p:spPr bwMode="auto">
            <a:xfrm>
              <a:off x="1260" y="3748"/>
              <a:ext cx="91" cy="136"/>
            </a:xfrm>
            <a:prstGeom prst="line">
              <a:avLst/>
            </a:prstGeom>
            <a:noFill/>
            <a:ln w="38100">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24" name="Line 112">
              <a:extLst>
                <a:ext uri="{FF2B5EF4-FFF2-40B4-BE49-F238E27FC236}">
                  <a16:creationId xmlns:a16="http://schemas.microsoft.com/office/drawing/2014/main" id="{6F1CC94D-29B5-40E1-9D79-F2F3A175282A}"/>
                </a:ext>
              </a:extLst>
            </p:cNvPr>
            <p:cNvSpPr>
              <a:spLocks noChangeShapeType="1"/>
            </p:cNvSpPr>
            <p:nvPr/>
          </p:nvSpPr>
          <p:spPr bwMode="auto">
            <a:xfrm flipV="1">
              <a:off x="1351" y="3612"/>
              <a:ext cx="181" cy="272"/>
            </a:xfrm>
            <a:prstGeom prst="line">
              <a:avLst/>
            </a:prstGeom>
            <a:noFill/>
            <a:ln w="38100">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grpSp>
      <p:sp>
        <p:nvSpPr>
          <p:cNvPr id="326" name="Text Box 155">
            <a:extLst>
              <a:ext uri="{FF2B5EF4-FFF2-40B4-BE49-F238E27FC236}">
                <a16:creationId xmlns:a16="http://schemas.microsoft.com/office/drawing/2014/main" id="{89CEC8FF-BA87-4327-8CAF-93A85152366F}"/>
              </a:ext>
            </a:extLst>
          </p:cNvPr>
          <p:cNvSpPr txBox="1">
            <a:spLocks noChangeArrowheads="1"/>
          </p:cNvSpPr>
          <p:nvPr/>
        </p:nvSpPr>
        <p:spPr bwMode="auto">
          <a:xfrm>
            <a:off x="8524875" y="2633769"/>
            <a:ext cx="457200" cy="946150"/>
          </a:xfrm>
          <a:prstGeom prst="rect">
            <a:avLst/>
          </a:prstGeom>
          <a:noFill/>
          <a:ln w="9525">
            <a:noFill/>
            <a:miter lim="800000"/>
            <a:headEnd/>
            <a:tailEnd/>
          </a:ln>
        </p:spPr>
        <p:txBody>
          <a:bodyPr>
            <a:spAutoFit/>
          </a:bodyPr>
          <a:lstStyle/>
          <a:p>
            <a:pPr algn="r"/>
            <a:r>
              <a:rPr lang="en-US" altLang="zh-CN" sz="2800" b="0">
                <a:solidFill>
                  <a:srgbClr val="000000"/>
                </a:solidFill>
                <a:latin typeface="Arial" pitchFamily="34" charset="0"/>
              </a:rPr>
              <a:t>C</a:t>
            </a:r>
          </a:p>
          <a:p>
            <a:pPr algn="r"/>
            <a:r>
              <a:rPr lang="en-US" altLang="zh-CN" sz="2800" b="0">
                <a:solidFill>
                  <a:srgbClr val="000000"/>
                </a:solidFill>
                <a:latin typeface="Arial" pitchFamily="34" charset="0"/>
              </a:rPr>
              <a:t>E</a:t>
            </a:r>
            <a:endParaRPr lang="en-US" altLang="zh-CN" sz="2800" b="0">
              <a:solidFill>
                <a:srgbClr val="000000"/>
              </a:solidFill>
              <a:latin typeface="Arial" pitchFamily="34" charset="0"/>
              <a:sym typeface="Symbol" pitchFamily="18" charset="2"/>
            </a:endParaRPr>
          </a:p>
        </p:txBody>
      </p:sp>
      <p:sp>
        <p:nvSpPr>
          <p:cNvPr id="2" name="Title 4">
            <a:extLst>
              <a:ext uri="{FF2B5EF4-FFF2-40B4-BE49-F238E27FC236}">
                <a16:creationId xmlns:a16="http://schemas.microsoft.com/office/drawing/2014/main" id="{C08563F9-C6A0-29D9-3D90-DCB4A4F25E14}"/>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sz="4000" dirty="0"/>
              <a:t>例</a:t>
            </a:r>
            <a:r>
              <a:rPr lang="en-US" altLang="zh-CN" sz="4000" dirty="0"/>
              <a:t>3</a:t>
            </a:r>
            <a:r>
              <a:rPr lang="zh-CN" altLang="en-US" sz="4000" dirty="0"/>
              <a:t>：找出最简状态表</a:t>
            </a:r>
            <a:endParaRPr lang="en-CN" altLang="zh-CN" sz="4000" dirty="0">
              <a:solidFill>
                <a:srgbClr val="0000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28124080"/>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08" name="灯片编号占位符 63"/>
          <p:cNvSpPr>
            <a:spLocks noGrp="1"/>
          </p:cNvSpPr>
          <p:nvPr>
            <p:ph type="sldNum" sz="quarter" idx="12"/>
          </p:nvPr>
        </p:nvSpPr>
        <p:spPr>
          <a:noFill/>
        </p:spPr>
        <p:txBody>
          <a:bodyPr/>
          <a:lstStyle/>
          <a:p>
            <a:fld id="{1036E518-3A9F-4CCF-A233-DECDB8303308}" type="slidenum">
              <a:rPr lang="en-US" altLang="zh-CN" smtClean="0"/>
              <a:pPr/>
              <a:t>122</a:t>
            </a:fld>
            <a:endParaRPr lang="en-US" altLang="zh-CN" dirty="0"/>
          </a:p>
        </p:txBody>
      </p:sp>
      <p:graphicFrame>
        <p:nvGraphicFramePr>
          <p:cNvPr id="8" name="Group 115">
            <a:extLst>
              <a:ext uri="{FF2B5EF4-FFF2-40B4-BE49-F238E27FC236}">
                <a16:creationId xmlns:a16="http://schemas.microsoft.com/office/drawing/2014/main" id="{CA94730F-0BEA-4910-BB99-E552ED6E37DB}"/>
              </a:ext>
            </a:extLst>
          </p:cNvPr>
          <p:cNvGraphicFramePr>
            <a:graphicFrameLocks noGrp="1"/>
          </p:cNvGraphicFramePr>
          <p:nvPr>
            <p:extLst>
              <p:ext uri="{D42A27DB-BD31-4B8C-83A1-F6EECF244321}">
                <p14:modId xmlns:p14="http://schemas.microsoft.com/office/powerpoint/2010/main" val="1001110096"/>
              </p:ext>
            </p:extLst>
          </p:nvPr>
        </p:nvGraphicFramePr>
        <p:xfrm>
          <a:off x="4660900" y="3657600"/>
          <a:ext cx="4178300" cy="2557464"/>
        </p:xfrm>
        <a:graphic>
          <a:graphicData uri="http://schemas.openxmlformats.org/drawingml/2006/table">
            <a:tbl>
              <a:tblPr/>
              <a:tblGrid>
                <a:gridCol w="995362">
                  <a:extLst>
                    <a:ext uri="{9D8B030D-6E8A-4147-A177-3AD203B41FA5}">
                      <a16:colId xmlns:a16="http://schemas.microsoft.com/office/drawing/2014/main" val="20000"/>
                    </a:ext>
                  </a:extLst>
                </a:gridCol>
                <a:gridCol w="793750">
                  <a:extLst>
                    <a:ext uri="{9D8B030D-6E8A-4147-A177-3AD203B41FA5}">
                      <a16:colId xmlns:a16="http://schemas.microsoft.com/office/drawing/2014/main" val="20001"/>
                    </a:ext>
                  </a:extLst>
                </a:gridCol>
                <a:gridCol w="731838">
                  <a:extLst>
                    <a:ext uri="{9D8B030D-6E8A-4147-A177-3AD203B41FA5}">
                      <a16:colId xmlns:a16="http://schemas.microsoft.com/office/drawing/2014/main" val="20002"/>
                    </a:ext>
                  </a:extLst>
                </a:gridCol>
                <a:gridCol w="795337">
                  <a:extLst>
                    <a:ext uri="{9D8B030D-6E8A-4147-A177-3AD203B41FA5}">
                      <a16:colId xmlns:a16="http://schemas.microsoft.com/office/drawing/2014/main" val="20003"/>
                    </a:ext>
                  </a:extLst>
                </a:gridCol>
                <a:gridCol w="862013">
                  <a:extLst>
                    <a:ext uri="{9D8B030D-6E8A-4147-A177-3AD203B41FA5}">
                      <a16:colId xmlns:a16="http://schemas.microsoft.com/office/drawing/2014/main" val="20004"/>
                    </a:ext>
                  </a:extLst>
                </a:gridCol>
              </a:tblGrid>
              <a:tr h="784225">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2000" b="0" i="0" u="none" strike="noStrike" cap="none" normalizeH="0" baseline="0" dirty="0">
                          <a:ln>
                            <a:noFill/>
                          </a:ln>
                          <a:solidFill>
                            <a:schemeClr val="tx1"/>
                          </a:solidFill>
                          <a:effectLst/>
                          <a:latin typeface="+mn-lt"/>
                          <a:ea typeface="+mn-ea"/>
                        </a:rPr>
                        <a:t>现态</a:t>
                      </a:r>
                      <a:endParaRPr kumimoji="0" lang="en-US" altLang="zh-CN" sz="2000" b="0" i="0" u="none" strike="noStrike" cap="none" normalizeH="0" baseline="0" dirty="0">
                        <a:ln>
                          <a:noFill/>
                        </a:ln>
                        <a:solidFill>
                          <a:schemeClr val="tx1"/>
                        </a:solidFill>
                        <a:effectLst/>
                        <a:latin typeface="+mn-lt"/>
                        <a:ea typeface="+mn-ea"/>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gridSpan="2">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2000" b="0" i="0" u="none" strike="noStrike" cap="none" normalizeH="0" baseline="0" dirty="0">
                          <a:ln>
                            <a:noFill/>
                          </a:ln>
                          <a:solidFill>
                            <a:schemeClr val="tx1"/>
                          </a:solidFill>
                          <a:effectLst/>
                          <a:latin typeface="+mn-lt"/>
                          <a:ea typeface="+mn-ea"/>
                        </a:rPr>
                        <a:t>次态</a:t>
                      </a:r>
                      <a:endParaRPr kumimoji="0" lang="en-US" altLang="zh-CN" sz="2000" b="0" i="0" u="none" strike="noStrike" cap="none" normalizeH="0" baseline="0" dirty="0">
                        <a:ln>
                          <a:noFill/>
                        </a:ln>
                        <a:solidFill>
                          <a:schemeClr val="tx1"/>
                        </a:solidFill>
                        <a:effectLst/>
                        <a:latin typeface="+mn-lt"/>
                        <a:ea typeface="+mn-ea"/>
                      </a:endParaRPr>
                    </a:p>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mn-ea"/>
                        </a:rPr>
                        <a:t>x=0    x=1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2000" b="0" i="0" u="none" strike="noStrike" cap="none" normalizeH="0" baseline="0" dirty="0">
                          <a:ln>
                            <a:noFill/>
                          </a:ln>
                          <a:solidFill>
                            <a:schemeClr val="tx1"/>
                          </a:solidFill>
                          <a:effectLst/>
                          <a:latin typeface="+mn-lt"/>
                          <a:ea typeface="+mn-ea"/>
                        </a:rPr>
                        <a:t>输出</a:t>
                      </a:r>
                      <a:endParaRPr kumimoji="0" lang="en-US" altLang="zh-CN" sz="2000" b="0" i="0" u="none" strike="noStrike" cap="none" normalizeH="0" baseline="0" dirty="0">
                        <a:ln>
                          <a:noFill/>
                        </a:ln>
                        <a:solidFill>
                          <a:schemeClr val="tx1"/>
                        </a:solidFill>
                        <a:effectLst/>
                        <a:latin typeface="+mn-lt"/>
                        <a:ea typeface="+mn-ea"/>
                      </a:endParaRPr>
                    </a:p>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mn-ea"/>
                        </a:rPr>
                        <a:t>x=0     x=1</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extLst>
                  <a:ext uri="{0D108BD9-81ED-4DB2-BD59-A6C34878D82A}">
                    <a16:rowId xmlns:a16="http://schemas.microsoft.com/office/drawing/2014/main" val="10000"/>
                  </a:ext>
                </a:extLst>
              </a:tr>
              <a:tr h="442913">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Arial" pitchFamily="34" charset="0"/>
                          <a:ea typeface="宋体" pitchFamily="2" charset="-122"/>
                        </a:rPr>
                        <a:t>A*</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Arial" pitchFamily="34" charset="0"/>
                          <a:ea typeface="宋体" pitchFamily="2" charset="-122"/>
                        </a:rPr>
                        <a:t>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Arial" pitchFamily="34" charset="0"/>
                          <a:ea typeface="宋体" pitchFamily="2" charset="-122"/>
                        </a:rPr>
                        <a:t>B</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Arial" pitchFamily="34" charset="0"/>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Arial" pitchFamily="34" charset="0"/>
                          <a:ea typeface="宋体" pitchFamily="2" charset="-122"/>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44450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Arial" pitchFamily="34" charset="0"/>
                          <a:ea typeface="宋体" pitchFamily="2" charset="-122"/>
                        </a:rPr>
                        <a:t>B</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Arial" pitchFamily="34" charset="0"/>
                          <a:ea typeface="宋体" pitchFamily="2" charset="-122"/>
                        </a:rPr>
                        <a:t>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Arial" pitchFamily="34" charset="0"/>
                          <a:ea typeface="宋体" pitchFamily="2" charset="-122"/>
                        </a:rPr>
                        <a:t>C</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Arial" pitchFamily="34" charset="0"/>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Arial" pitchFamily="34" charset="0"/>
                          <a:ea typeface="宋体" pitchFamily="2" charset="-122"/>
                        </a:rPr>
                        <a:t>1</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442913">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Arial" pitchFamily="34" charset="0"/>
                          <a:ea typeface="宋体" pitchFamily="2" charset="-122"/>
                        </a:rPr>
                        <a:t>C</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Arial" pitchFamily="34" charset="0"/>
                          <a:ea typeface="宋体" pitchFamily="2" charset="-122"/>
                        </a:rPr>
                        <a:t>B</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Arial" pitchFamily="34" charset="0"/>
                          <a:ea typeface="宋体" pitchFamily="2" charset="-122"/>
                        </a:rPr>
                        <a:t>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Arial" pitchFamily="34" charset="0"/>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Arial" pitchFamily="34" charset="0"/>
                          <a:ea typeface="宋体" pitchFamily="2" charset="-122"/>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442913">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Arial" pitchFamily="34" charset="0"/>
                          <a:ea typeface="宋体" pitchFamily="2" charset="-122"/>
                        </a:rPr>
                        <a:t>E</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Arial" pitchFamily="34" charset="0"/>
                          <a:ea typeface="宋体" pitchFamily="2" charset="-122"/>
                        </a:rPr>
                        <a:t>B</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Arial" pitchFamily="34" charset="0"/>
                          <a:ea typeface="宋体" pitchFamily="2" charset="-122"/>
                        </a:rPr>
                        <a:t>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pitchFamily="34" charset="0"/>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pitchFamily="34" charset="0"/>
                          <a:ea typeface="宋体" pitchFamily="2" charset="-122"/>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bl>
          </a:graphicData>
        </a:graphic>
      </p:graphicFrame>
      <p:graphicFrame>
        <p:nvGraphicFramePr>
          <p:cNvPr id="9" name="Group 154">
            <a:extLst>
              <a:ext uri="{FF2B5EF4-FFF2-40B4-BE49-F238E27FC236}">
                <a16:creationId xmlns:a16="http://schemas.microsoft.com/office/drawing/2014/main" id="{0B04F219-941B-4552-A63B-7C0AE33A8C6D}"/>
              </a:ext>
            </a:extLst>
          </p:cNvPr>
          <p:cNvGraphicFramePr>
            <a:graphicFrameLocks/>
          </p:cNvGraphicFramePr>
          <p:nvPr>
            <p:extLst>
              <p:ext uri="{D42A27DB-BD31-4B8C-83A1-F6EECF244321}">
                <p14:modId xmlns:p14="http://schemas.microsoft.com/office/powerpoint/2010/main" val="1690333728"/>
              </p:ext>
            </p:extLst>
          </p:nvPr>
        </p:nvGraphicFramePr>
        <p:xfrm>
          <a:off x="288925" y="1991833"/>
          <a:ext cx="4295775" cy="3886203"/>
        </p:xfrm>
        <a:graphic>
          <a:graphicData uri="http://schemas.openxmlformats.org/drawingml/2006/table">
            <a:tbl>
              <a:tblPr/>
              <a:tblGrid>
                <a:gridCol w="1095375">
                  <a:extLst>
                    <a:ext uri="{9D8B030D-6E8A-4147-A177-3AD203B41FA5}">
                      <a16:colId xmlns:a16="http://schemas.microsoft.com/office/drawing/2014/main" val="20000"/>
                    </a:ext>
                  </a:extLst>
                </a:gridCol>
                <a:gridCol w="746125">
                  <a:extLst>
                    <a:ext uri="{9D8B030D-6E8A-4147-A177-3AD203B41FA5}">
                      <a16:colId xmlns:a16="http://schemas.microsoft.com/office/drawing/2014/main" val="20001"/>
                    </a:ext>
                  </a:extLst>
                </a:gridCol>
                <a:gridCol w="749300">
                  <a:extLst>
                    <a:ext uri="{9D8B030D-6E8A-4147-A177-3AD203B41FA5}">
                      <a16:colId xmlns:a16="http://schemas.microsoft.com/office/drawing/2014/main" val="20002"/>
                    </a:ext>
                  </a:extLst>
                </a:gridCol>
                <a:gridCol w="819150">
                  <a:extLst>
                    <a:ext uri="{9D8B030D-6E8A-4147-A177-3AD203B41FA5}">
                      <a16:colId xmlns:a16="http://schemas.microsoft.com/office/drawing/2014/main" val="20003"/>
                    </a:ext>
                  </a:extLst>
                </a:gridCol>
                <a:gridCol w="885825">
                  <a:extLst>
                    <a:ext uri="{9D8B030D-6E8A-4147-A177-3AD203B41FA5}">
                      <a16:colId xmlns:a16="http://schemas.microsoft.com/office/drawing/2014/main" val="20004"/>
                    </a:ext>
                  </a:extLst>
                </a:gridCol>
              </a:tblGrid>
              <a:tr h="784225">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2000" b="0" i="0" u="none" strike="noStrike" cap="none" normalizeH="0" baseline="0" dirty="0">
                          <a:ln>
                            <a:noFill/>
                          </a:ln>
                          <a:solidFill>
                            <a:schemeClr val="tx1"/>
                          </a:solidFill>
                          <a:effectLst/>
                          <a:latin typeface="+mn-lt"/>
                          <a:ea typeface="+mn-ea"/>
                        </a:rPr>
                        <a:t>现态</a:t>
                      </a:r>
                      <a:endParaRPr kumimoji="0" lang="en-US" altLang="zh-CN" sz="2000" b="0" i="0" u="none" strike="noStrike" cap="none" normalizeH="0" baseline="0" dirty="0">
                        <a:ln>
                          <a:noFill/>
                        </a:ln>
                        <a:solidFill>
                          <a:schemeClr val="tx1"/>
                        </a:solidFill>
                        <a:effectLst/>
                        <a:latin typeface="+mn-lt"/>
                        <a:ea typeface="+mn-ea"/>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gridSpan="2">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2000" b="0" i="0" u="none" strike="noStrike" cap="none" normalizeH="0" baseline="0" dirty="0">
                          <a:ln>
                            <a:noFill/>
                          </a:ln>
                          <a:solidFill>
                            <a:schemeClr val="tx1"/>
                          </a:solidFill>
                          <a:effectLst/>
                          <a:latin typeface="+mn-lt"/>
                          <a:ea typeface="+mn-ea"/>
                        </a:rPr>
                        <a:t>次态</a:t>
                      </a:r>
                      <a:endParaRPr kumimoji="0" lang="en-US" altLang="zh-CN" sz="2000" b="0" i="0" u="none" strike="noStrike" cap="none" normalizeH="0" baseline="0" dirty="0">
                        <a:ln>
                          <a:noFill/>
                        </a:ln>
                        <a:solidFill>
                          <a:schemeClr val="tx1"/>
                        </a:solidFill>
                        <a:effectLst/>
                        <a:latin typeface="+mn-lt"/>
                        <a:ea typeface="+mn-ea"/>
                      </a:endParaRPr>
                    </a:p>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mn-ea"/>
                        </a:rPr>
                        <a:t>x=0    x=1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2000" b="0" i="0" u="none" strike="noStrike" cap="none" normalizeH="0" baseline="0" dirty="0">
                          <a:ln>
                            <a:noFill/>
                          </a:ln>
                          <a:solidFill>
                            <a:schemeClr val="tx1"/>
                          </a:solidFill>
                          <a:effectLst/>
                          <a:latin typeface="+mn-lt"/>
                          <a:ea typeface="+mn-ea"/>
                        </a:rPr>
                        <a:t>输出</a:t>
                      </a:r>
                      <a:endParaRPr kumimoji="0" lang="en-US" altLang="zh-CN" sz="2000" b="0" i="0" u="none" strike="noStrike" cap="none" normalizeH="0" baseline="0" dirty="0">
                        <a:ln>
                          <a:noFill/>
                        </a:ln>
                        <a:solidFill>
                          <a:schemeClr val="tx1"/>
                        </a:solidFill>
                        <a:effectLst/>
                        <a:latin typeface="+mn-lt"/>
                        <a:ea typeface="+mn-ea"/>
                      </a:endParaRPr>
                    </a:p>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mn-ea"/>
                        </a:rPr>
                        <a:t>x=0     x=1</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extLst>
                  <a:ext uri="{0D108BD9-81ED-4DB2-BD59-A6C34878D82A}">
                    <a16:rowId xmlns:a16="http://schemas.microsoft.com/office/drawing/2014/main" val="10000"/>
                  </a:ext>
                </a:extLst>
              </a:tr>
              <a:tr h="442913">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A*</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rgbClr val="FF33CC"/>
                          </a:solidFill>
                          <a:effectLst/>
                          <a:latin typeface="+mn-lt"/>
                          <a:ea typeface="宋体" pitchFamily="2" charset="-122"/>
                        </a:rPr>
                        <a:t>B</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444500">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B</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rgbClr val="3399FF"/>
                          </a:solidFill>
                          <a:effectLst/>
                          <a:latin typeface="+mn-lt"/>
                          <a:ea typeface="宋体" pitchFamily="2" charset="-122"/>
                        </a:rPr>
                        <a:t>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C</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1</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442913">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C</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442913">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D</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rgbClr val="FF3300"/>
                          </a:solidFill>
                          <a:effectLst/>
                          <a:latin typeface="+mn-lt"/>
                          <a:ea typeface="宋体" pitchFamily="2" charset="-122"/>
                        </a:rPr>
                        <a:t>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rgbClr val="FF33CC"/>
                          </a:solidFill>
                          <a:effectLst/>
                          <a:latin typeface="+mn-lt"/>
                          <a:ea typeface="宋体" pitchFamily="2" charset="-122"/>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r h="442913">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E</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B</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G</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5"/>
                  </a:ext>
                </a:extLst>
              </a:tr>
              <a:tr h="442913">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F</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rgbClr val="3399FF"/>
                          </a:solidFill>
                          <a:effectLst/>
                          <a:latin typeface="+mn-lt"/>
                          <a:ea typeface="宋体" pitchFamily="2" charset="-122"/>
                        </a:rPr>
                        <a:t>G</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C</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1</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6"/>
                  </a:ext>
                </a:extLst>
              </a:tr>
              <a:tr h="442913">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G</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rgbClr val="FF3300"/>
                          </a:solidFill>
                          <a:effectLst/>
                          <a:latin typeface="+mn-lt"/>
                          <a:ea typeface="宋体" pitchFamily="2" charset="-122"/>
                        </a:rPr>
                        <a:t>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a:ln>
                            <a:noFill/>
                          </a:ln>
                          <a:solidFill>
                            <a:schemeClr val="tx1"/>
                          </a:solidFill>
                          <a:effectLst/>
                          <a:latin typeface="+mn-lt"/>
                          <a:ea typeface="宋体" pitchFamily="2" charset="-122"/>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685800" rtl="0" eaLnBrk="1" latinLnBrk="0" hangingPunct="1">
                        <a:defRPr sz="1350" kern="1200">
                          <a:solidFill>
                            <a:schemeClr val="tx1"/>
                          </a:solidFill>
                          <a:latin typeface="Calibri"/>
                          <a:ea typeface="黑体"/>
                        </a:defRPr>
                      </a:lvl1pPr>
                      <a:lvl2pPr marL="342900" algn="l" defTabSz="685800" rtl="0" eaLnBrk="1" latinLnBrk="0" hangingPunct="1">
                        <a:defRPr sz="1350" kern="1200">
                          <a:solidFill>
                            <a:schemeClr val="tx1"/>
                          </a:solidFill>
                          <a:latin typeface="Calibri"/>
                          <a:ea typeface="黑体"/>
                        </a:defRPr>
                      </a:lvl2pPr>
                      <a:lvl3pPr marL="685800" algn="l" defTabSz="685800" rtl="0" eaLnBrk="1" latinLnBrk="0" hangingPunct="1">
                        <a:defRPr sz="1350" kern="1200">
                          <a:solidFill>
                            <a:schemeClr val="tx1"/>
                          </a:solidFill>
                          <a:latin typeface="Calibri"/>
                          <a:ea typeface="黑体"/>
                        </a:defRPr>
                      </a:lvl3pPr>
                      <a:lvl4pPr marL="1028700" algn="l" defTabSz="685800" rtl="0" eaLnBrk="1" latinLnBrk="0" hangingPunct="1">
                        <a:defRPr sz="1350" kern="1200">
                          <a:solidFill>
                            <a:schemeClr val="tx1"/>
                          </a:solidFill>
                          <a:latin typeface="Calibri"/>
                          <a:ea typeface="黑体"/>
                        </a:defRPr>
                      </a:lvl4pPr>
                      <a:lvl5pPr marL="1371600" algn="l" defTabSz="685800" rtl="0" eaLnBrk="1" latinLnBrk="0" hangingPunct="1">
                        <a:defRPr sz="1350" kern="1200">
                          <a:solidFill>
                            <a:schemeClr val="tx1"/>
                          </a:solidFill>
                          <a:latin typeface="Calibri"/>
                          <a:ea typeface="黑体"/>
                        </a:defRPr>
                      </a:lvl5pPr>
                      <a:lvl6pPr marL="1714500" algn="l" defTabSz="685800" rtl="0" eaLnBrk="1" latinLnBrk="0" hangingPunct="1">
                        <a:defRPr sz="1350" kern="1200">
                          <a:solidFill>
                            <a:schemeClr val="tx1"/>
                          </a:solidFill>
                          <a:latin typeface="Calibri"/>
                          <a:ea typeface="黑体"/>
                        </a:defRPr>
                      </a:lvl6pPr>
                      <a:lvl7pPr marL="2057400" algn="l" defTabSz="685800" rtl="0" eaLnBrk="1" latinLnBrk="0" hangingPunct="1">
                        <a:defRPr sz="1350" kern="1200">
                          <a:solidFill>
                            <a:schemeClr val="tx1"/>
                          </a:solidFill>
                          <a:latin typeface="Calibri"/>
                          <a:ea typeface="黑体"/>
                        </a:defRPr>
                      </a:lvl7pPr>
                      <a:lvl8pPr marL="2400300" algn="l" defTabSz="685800" rtl="0" eaLnBrk="1" latinLnBrk="0" hangingPunct="1">
                        <a:defRPr sz="1350" kern="1200">
                          <a:solidFill>
                            <a:schemeClr val="tx1"/>
                          </a:solidFill>
                          <a:latin typeface="Calibri"/>
                          <a:ea typeface="黑体"/>
                        </a:defRPr>
                      </a:lvl8pPr>
                      <a:lvl9pPr marL="2743200" algn="l" defTabSz="685800" rtl="0" eaLnBrk="1" latinLnBrk="0" hangingPunct="1">
                        <a:defRPr sz="1350" kern="1200">
                          <a:solidFill>
                            <a:schemeClr val="tx1"/>
                          </a:solidFill>
                          <a:latin typeface="Calibri"/>
                          <a:ea typeface="黑体"/>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宋体" pitchFamily="2" charset="-122"/>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7"/>
                  </a:ext>
                </a:extLst>
              </a:tr>
            </a:tbl>
          </a:graphicData>
        </a:graphic>
      </p:graphicFrame>
      <p:sp>
        <p:nvSpPr>
          <p:cNvPr id="10" name="Text Box 114">
            <a:extLst>
              <a:ext uri="{FF2B5EF4-FFF2-40B4-BE49-F238E27FC236}">
                <a16:creationId xmlns:a16="http://schemas.microsoft.com/office/drawing/2014/main" id="{44C4E91B-C23E-434F-A34B-5FE02ACFE477}"/>
              </a:ext>
            </a:extLst>
          </p:cNvPr>
          <p:cNvSpPr txBox="1">
            <a:spLocks noChangeArrowheads="1"/>
          </p:cNvSpPr>
          <p:nvPr/>
        </p:nvSpPr>
        <p:spPr bwMode="auto">
          <a:xfrm>
            <a:off x="5638800" y="1370013"/>
            <a:ext cx="3076575" cy="1373187"/>
          </a:xfrm>
          <a:prstGeom prst="rect">
            <a:avLst/>
          </a:prstGeom>
          <a:noFill/>
          <a:ln w="9525">
            <a:noFill/>
            <a:miter lim="800000"/>
            <a:headEnd/>
            <a:tailEnd/>
          </a:ln>
        </p:spPr>
        <p:txBody>
          <a:bodyPr>
            <a:spAutoFit/>
          </a:bodyPr>
          <a:lstStyle/>
          <a:p>
            <a:pPr algn="r"/>
            <a:r>
              <a:rPr lang="en-US" altLang="zh-CN" sz="2800" b="0" dirty="0">
                <a:solidFill>
                  <a:srgbClr val="000000"/>
                </a:solidFill>
                <a:latin typeface="Arial" pitchFamily="34" charset="0"/>
              </a:rPr>
              <a:t>B</a:t>
            </a:r>
            <a:r>
              <a:rPr lang="en-US" altLang="zh-CN" sz="2800" b="0" dirty="0">
                <a:solidFill>
                  <a:srgbClr val="000000"/>
                </a:solidFill>
                <a:latin typeface="Arial" pitchFamily="34" charset="0"/>
                <a:sym typeface="Symbol" pitchFamily="18" charset="2"/>
              </a:rPr>
              <a:t></a:t>
            </a:r>
            <a:r>
              <a:rPr lang="en-US" altLang="zh-CN" sz="2800" b="0" dirty="0">
                <a:solidFill>
                  <a:srgbClr val="000000"/>
                </a:solidFill>
                <a:latin typeface="Arial" pitchFamily="34" charset="0"/>
              </a:rPr>
              <a:t>F</a:t>
            </a:r>
          </a:p>
          <a:p>
            <a:pPr algn="r"/>
            <a:r>
              <a:rPr lang="en-US" altLang="zh-CN" sz="2800" b="0" dirty="0">
                <a:solidFill>
                  <a:srgbClr val="000000"/>
                </a:solidFill>
                <a:latin typeface="Arial" pitchFamily="34" charset="0"/>
              </a:rPr>
              <a:t>A </a:t>
            </a:r>
            <a:r>
              <a:rPr lang="en-US" altLang="zh-CN" sz="2800" b="0" dirty="0">
                <a:solidFill>
                  <a:srgbClr val="000000"/>
                </a:solidFill>
                <a:latin typeface="Arial" pitchFamily="34" charset="0"/>
                <a:sym typeface="Symbol" pitchFamily="18" charset="2"/>
              </a:rPr>
              <a:t></a:t>
            </a:r>
            <a:r>
              <a:rPr lang="en-US" altLang="zh-CN" sz="2800" b="0" dirty="0">
                <a:solidFill>
                  <a:srgbClr val="000000"/>
                </a:solidFill>
                <a:latin typeface="Arial" pitchFamily="34" charset="0"/>
              </a:rPr>
              <a:t> D,A </a:t>
            </a:r>
            <a:r>
              <a:rPr lang="en-US" altLang="zh-CN" sz="2800" b="0" dirty="0">
                <a:solidFill>
                  <a:srgbClr val="000000"/>
                </a:solidFill>
                <a:latin typeface="Arial" pitchFamily="34" charset="0"/>
                <a:sym typeface="Symbol" pitchFamily="18" charset="2"/>
              </a:rPr>
              <a:t></a:t>
            </a:r>
            <a:r>
              <a:rPr lang="en-US" altLang="zh-CN" sz="2800" b="0" dirty="0">
                <a:solidFill>
                  <a:srgbClr val="000000"/>
                </a:solidFill>
                <a:latin typeface="Arial" pitchFamily="34" charset="0"/>
              </a:rPr>
              <a:t> G,D </a:t>
            </a:r>
            <a:r>
              <a:rPr lang="en-US" altLang="zh-CN" sz="2800" b="0" dirty="0">
                <a:solidFill>
                  <a:srgbClr val="000000"/>
                </a:solidFill>
                <a:latin typeface="Arial" pitchFamily="34" charset="0"/>
                <a:sym typeface="Symbol" pitchFamily="18" charset="2"/>
              </a:rPr>
              <a:t>G</a:t>
            </a:r>
          </a:p>
          <a:p>
            <a:pPr algn="r"/>
            <a:r>
              <a:rPr lang="en-US" altLang="zh-CN" sz="2800" b="0" dirty="0">
                <a:solidFill>
                  <a:srgbClr val="000000"/>
                </a:solidFill>
                <a:latin typeface="Arial" pitchFamily="34" charset="0"/>
                <a:sym typeface="Symbol" pitchFamily="18" charset="2"/>
              </a:rPr>
              <a:t>A D G</a:t>
            </a:r>
          </a:p>
        </p:txBody>
      </p:sp>
      <p:sp>
        <p:nvSpPr>
          <p:cNvPr id="11" name="Text Box 155">
            <a:extLst>
              <a:ext uri="{FF2B5EF4-FFF2-40B4-BE49-F238E27FC236}">
                <a16:creationId xmlns:a16="http://schemas.microsoft.com/office/drawing/2014/main" id="{22DBF598-FDD8-47E8-BF06-1B852EDAD034}"/>
              </a:ext>
            </a:extLst>
          </p:cNvPr>
          <p:cNvSpPr txBox="1">
            <a:spLocks noChangeArrowheads="1"/>
          </p:cNvSpPr>
          <p:nvPr/>
        </p:nvSpPr>
        <p:spPr bwMode="auto">
          <a:xfrm>
            <a:off x="8261499" y="2614494"/>
            <a:ext cx="457200" cy="946150"/>
          </a:xfrm>
          <a:prstGeom prst="rect">
            <a:avLst/>
          </a:prstGeom>
          <a:noFill/>
          <a:ln w="9525">
            <a:noFill/>
            <a:miter lim="800000"/>
            <a:headEnd/>
            <a:tailEnd/>
          </a:ln>
        </p:spPr>
        <p:txBody>
          <a:bodyPr>
            <a:spAutoFit/>
          </a:bodyPr>
          <a:lstStyle/>
          <a:p>
            <a:pPr algn="r"/>
            <a:r>
              <a:rPr lang="en-US" altLang="zh-CN" sz="2800" b="0" dirty="0">
                <a:solidFill>
                  <a:srgbClr val="000000"/>
                </a:solidFill>
                <a:latin typeface="Arial" pitchFamily="34" charset="0"/>
              </a:rPr>
              <a:t>C</a:t>
            </a:r>
          </a:p>
          <a:p>
            <a:pPr algn="r"/>
            <a:r>
              <a:rPr lang="en-US" altLang="zh-CN" sz="2800" b="0" dirty="0">
                <a:solidFill>
                  <a:srgbClr val="000000"/>
                </a:solidFill>
                <a:latin typeface="Arial" pitchFamily="34" charset="0"/>
              </a:rPr>
              <a:t>E</a:t>
            </a:r>
            <a:endParaRPr lang="en-US" altLang="zh-CN" sz="2800" b="0" dirty="0">
              <a:solidFill>
                <a:srgbClr val="000000"/>
              </a:solidFill>
              <a:latin typeface="Arial" pitchFamily="34" charset="0"/>
              <a:sym typeface="Symbol" pitchFamily="18" charset="2"/>
            </a:endParaRPr>
          </a:p>
        </p:txBody>
      </p:sp>
      <p:sp>
        <p:nvSpPr>
          <p:cNvPr id="2" name="Title 4">
            <a:extLst>
              <a:ext uri="{FF2B5EF4-FFF2-40B4-BE49-F238E27FC236}">
                <a16:creationId xmlns:a16="http://schemas.microsoft.com/office/drawing/2014/main" id="{8DE9E8C3-1CDA-8262-B010-D97D3E90B394}"/>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sz="4000" dirty="0"/>
              <a:t>例</a:t>
            </a:r>
            <a:r>
              <a:rPr lang="en-US" altLang="zh-CN" sz="4000" dirty="0"/>
              <a:t>3</a:t>
            </a:r>
            <a:r>
              <a:rPr lang="zh-CN" altLang="en-US" sz="4000" dirty="0"/>
              <a:t>：找出最简状态表</a:t>
            </a:r>
            <a:endParaRPr lang="en-CN" altLang="zh-CN" sz="4000" dirty="0">
              <a:solidFill>
                <a:srgbClr val="0000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2907044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灯片编号占位符 22"/>
          <p:cNvSpPr>
            <a:spLocks noGrp="1"/>
          </p:cNvSpPr>
          <p:nvPr>
            <p:ph type="sldNum" sz="quarter" idx="12"/>
          </p:nvPr>
        </p:nvSpPr>
        <p:spPr/>
        <p:txBody>
          <a:bodyPr/>
          <a:lstStyle/>
          <a:p>
            <a:pPr>
              <a:defRPr/>
            </a:pPr>
            <a:fld id="{3259D7DD-E1BE-4482-9234-29898EB39847}" type="slidenum">
              <a:rPr lang="en-US" altLang="zh-CN" smtClean="0"/>
              <a:pPr>
                <a:defRPr/>
              </a:pPr>
              <a:t>123</a:t>
            </a:fld>
            <a:endParaRPr lang="en-US" altLang="zh-CN" dirty="0"/>
          </a:p>
        </p:txBody>
      </p:sp>
      <p:sp>
        <p:nvSpPr>
          <p:cNvPr id="95236" name="Rectangle 3"/>
          <p:cNvSpPr>
            <a:spLocks noGrp="1" noChangeArrowheads="1"/>
          </p:cNvSpPr>
          <p:nvPr>
            <p:ph idx="4294967295"/>
          </p:nvPr>
        </p:nvSpPr>
        <p:spPr>
          <a:xfrm>
            <a:off x="457200" y="1409380"/>
            <a:ext cx="7886700" cy="4351338"/>
          </a:xfrm>
        </p:spPr>
        <p:txBody>
          <a:bodyPr/>
          <a:lstStyle/>
          <a:p>
            <a:r>
              <a:rPr lang="zh-CN" altLang="en-US" sz="2800" b="0" dirty="0"/>
              <a:t>繁忙的高速路与人烟稀少的农场路的十字路口需要一个交通灯控制电路</a:t>
            </a:r>
            <a:endParaRPr lang="en-US" altLang="zh-CN" sz="2800" b="0" dirty="0"/>
          </a:p>
          <a:p>
            <a:r>
              <a:rPr lang="zh-CN" altLang="en-US" sz="2800" b="0" dirty="0"/>
              <a:t>在农场路上放置探测器，只要该路上有车要过此路口，就发出信号</a:t>
            </a:r>
            <a:r>
              <a:rPr lang="en-US" altLang="zh-CN" sz="2800" b="0" dirty="0"/>
              <a:t>C</a:t>
            </a:r>
          </a:p>
        </p:txBody>
      </p:sp>
      <p:sp>
        <p:nvSpPr>
          <p:cNvPr id="95237" name="Line 4"/>
          <p:cNvSpPr>
            <a:spLocks noChangeShapeType="1"/>
          </p:cNvSpPr>
          <p:nvPr/>
        </p:nvSpPr>
        <p:spPr bwMode="auto">
          <a:xfrm>
            <a:off x="1554173" y="4785128"/>
            <a:ext cx="2590800" cy="0"/>
          </a:xfrm>
          <a:prstGeom prst="line">
            <a:avLst/>
          </a:prstGeom>
          <a:noFill/>
          <a:ln w="38100">
            <a:solidFill>
              <a:schemeClr val="tx1"/>
            </a:solidFill>
            <a:round/>
            <a:headEnd/>
            <a:tailEnd/>
          </a:ln>
        </p:spPr>
        <p:txBody>
          <a:bodyPr/>
          <a:lstStyle/>
          <a:p>
            <a:endParaRPr lang="zh-CN" altLang="en-US" b="0">
              <a:latin typeface="+mn-lt"/>
            </a:endParaRPr>
          </a:p>
        </p:txBody>
      </p:sp>
      <p:sp>
        <p:nvSpPr>
          <p:cNvPr id="95238" name="Line 5"/>
          <p:cNvSpPr>
            <a:spLocks noChangeShapeType="1"/>
          </p:cNvSpPr>
          <p:nvPr/>
        </p:nvSpPr>
        <p:spPr bwMode="auto">
          <a:xfrm>
            <a:off x="4906973" y="4785128"/>
            <a:ext cx="2590800" cy="0"/>
          </a:xfrm>
          <a:prstGeom prst="line">
            <a:avLst/>
          </a:prstGeom>
          <a:noFill/>
          <a:ln w="38100">
            <a:solidFill>
              <a:schemeClr val="tx1"/>
            </a:solidFill>
            <a:round/>
            <a:headEnd/>
            <a:tailEnd/>
          </a:ln>
        </p:spPr>
        <p:txBody>
          <a:bodyPr/>
          <a:lstStyle/>
          <a:p>
            <a:endParaRPr lang="zh-CN" altLang="en-US" b="0">
              <a:latin typeface="+mn-lt"/>
            </a:endParaRPr>
          </a:p>
        </p:txBody>
      </p:sp>
      <p:sp>
        <p:nvSpPr>
          <p:cNvPr id="95239" name="Line 6"/>
          <p:cNvSpPr>
            <a:spLocks noChangeShapeType="1"/>
          </p:cNvSpPr>
          <p:nvPr/>
        </p:nvSpPr>
        <p:spPr bwMode="auto">
          <a:xfrm>
            <a:off x="1554173" y="5623328"/>
            <a:ext cx="2590800" cy="0"/>
          </a:xfrm>
          <a:prstGeom prst="line">
            <a:avLst/>
          </a:prstGeom>
          <a:noFill/>
          <a:ln w="38100">
            <a:solidFill>
              <a:schemeClr val="tx1"/>
            </a:solidFill>
            <a:round/>
            <a:headEnd/>
            <a:tailEnd/>
          </a:ln>
        </p:spPr>
        <p:txBody>
          <a:bodyPr/>
          <a:lstStyle/>
          <a:p>
            <a:endParaRPr lang="zh-CN" altLang="en-US" b="0">
              <a:latin typeface="+mn-lt"/>
            </a:endParaRPr>
          </a:p>
        </p:txBody>
      </p:sp>
      <p:sp>
        <p:nvSpPr>
          <p:cNvPr id="95240" name="Line 7"/>
          <p:cNvSpPr>
            <a:spLocks noChangeShapeType="1"/>
          </p:cNvSpPr>
          <p:nvPr/>
        </p:nvSpPr>
        <p:spPr bwMode="auto">
          <a:xfrm>
            <a:off x="4906973" y="5623328"/>
            <a:ext cx="2590800" cy="0"/>
          </a:xfrm>
          <a:prstGeom prst="line">
            <a:avLst/>
          </a:prstGeom>
          <a:noFill/>
          <a:ln w="38100">
            <a:solidFill>
              <a:schemeClr val="tx1"/>
            </a:solidFill>
            <a:round/>
            <a:headEnd/>
            <a:tailEnd/>
          </a:ln>
        </p:spPr>
        <p:txBody>
          <a:bodyPr/>
          <a:lstStyle/>
          <a:p>
            <a:endParaRPr lang="zh-CN" altLang="en-US" b="0">
              <a:latin typeface="+mn-lt"/>
            </a:endParaRPr>
          </a:p>
        </p:txBody>
      </p:sp>
      <p:sp>
        <p:nvSpPr>
          <p:cNvPr id="95241" name="Line 8"/>
          <p:cNvSpPr>
            <a:spLocks noChangeShapeType="1"/>
          </p:cNvSpPr>
          <p:nvPr/>
        </p:nvSpPr>
        <p:spPr bwMode="auto">
          <a:xfrm>
            <a:off x="4144973" y="5623328"/>
            <a:ext cx="0" cy="838200"/>
          </a:xfrm>
          <a:prstGeom prst="line">
            <a:avLst/>
          </a:prstGeom>
          <a:noFill/>
          <a:ln w="38100">
            <a:solidFill>
              <a:schemeClr val="tx1"/>
            </a:solidFill>
            <a:round/>
            <a:headEnd/>
            <a:tailEnd/>
          </a:ln>
        </p:spPr>
        <p:txBody>
          <a:bodyPr/>
          <a:lstStyle/>
          <a:p>
            <a:endParaRPr lang="zh-CN" altLang="en-US" b="0">
              <a:latin typeface="+mn-lt"/>
            </a:endParaRPr>
          </a:p>
        </p:txBody>
      </p:sp>
      <p:sp>
        <p:nvSpPr>
          <p:cNvPr id="95242" name="Line 9"/>
          <p:cNvSpPr>
            <a:spLocks noChangeShapeType="1"/>
          </p:cNvSpPr>
          <p:nvPr/>
        </p:nvSpPr>
        <p:spPr bwMode="auto">
          <a:xfrm>
            <a:off x="4906973" y="5623328"/>
            <a:ext cx="0" cy="838200"/>
          </a:xfrm>
          <a:prstGeom prst="line">
            <a:avLst/>
          </a:prstGeom>
          <a:noFill/>
          <a:ln w="38100">
            <a:solidFill>
              <a:schemeClr val="tx1"/>
            </a:solidFill>
            <a:round/>
            <a:headEnd/>
            <a:tailEnd/>
          </a:ln>
        </p:spPr>
        <p:txBody>
          <a:bodyPr/>
          <a:lstStyle/>
          <a:p>
            <a:endParaRPr lang="zh-CN" altLang="en-US" b="0">
              <a:latin typeface="+mn-lt"/>
            </a:endParaRPr>
          </a:p>
        </p:txBody>
      </p:sp>
      <p:sp>
        <p:nvSpPr>
          <p:cNvPr id="95243" name="Line 10"/>
          <p:cNvSpPr>
            <a:spLocks noChangeShapeType="1"/>
          </p:cNvSpPr>
          <p:nvPr/>
        </p:nvSpPr>
        <p:spPr bwMode="auto">
          <a:xfrm>
            <a:off x="4906973" y="3718328"/>
            <a:ext cx="0" cy="1066800"/>
          </a:xfrm>
          <a:prstGeom prst="line">
            <a:avLst/>
          </a:prstGeom>
          <a:noFill/>
          <a:ln w="38100">
            <a:solidFill>
              <a:schemeClr val="tx1"/>
            </a:solidFill>
            <a:round/>
            <a:headEnd/>
            <a:tailEnd/>
          </a:ln>
        </p:spPr>
        <p:txBody>
          <a:bodyPr/>
          <a:lstStyle/>
          <a:p>
            <a:endParaRPr lang="zh-CN" altLang="en-US" b="0">
              <a:latin typeface="+mn-lt"/>
            </a:endParaRPr>
          </a:p>
        </p:txBody>
      </p:sp>
      <p:sp>
        <p:nvSpPr>
          <p:cNvPr id="95244" name="Line 11"/>
          <p:cNvSpPr>
            <a:spLocks noChangeShapeType="1"/>
          </p:cNvSpPr>
          <p:nvPr/>
        </p:nvSpPr>
        <p:spPr bwMode="auto">
          <a:xfrm>
            <a:off x="4144973" y="3718328"/>
            <a:ext cx="0" cy="1066800"/>
          </a:xfrm>
          <a:prstGeom prst="line">
            <a:avLst/>
          </a:prstGeom>
          <a:noFill/>
          <a:ln w="38100">
            <a:solidFill>
              <a:schemeClr val="tx1"/>
            </a:solidFill>
            <a:round/>
            <a:headEnd/>
            <a:tailEnd/>
          </a:ln>
        </p:spPr>
        <p:txBody>
          <a:bodyPr/>
          <a:lstStyle/>
          <a:p>
            <a:endParaRPr lang="zh-CN" altLang="en-US" b="0">
              <a:latin typeface="+mn-lt"/>
            </a:endParaRPr>
          </a:p>
        </p:txBody>
      </p:sp>
      <p:sp>
        <p:nvSpPr>
          <p:cNvPr id="95246" name="Line 13"/>
          <p:cNvSpPr>
            <a:spLocks noChangeShapeType="1"/>
          </p:cNvSpPr>
          <p:nvPr/>
        </p:nvSpPr>
        <p:spPr bwMode="auto">
          <a:xfrm flipH="1">
            <a:off x="4221173" y="4632728"/>
            <a:ext cx="304800" cy="0"/>
          </a:xfrm>
          <a:prstGeom prst="line">
            <a:avLst/>
          </a:prstGeom>
          <a:noFill/>
          <a:ln w="57150">
            <a:solidFill>
              <a:schemeClr val="folHlink"/>
            </a:solidFill>
            <a:round/>
            <a:headEnd/>
            <a:tailEnd/>
          </a:ln>
        </p:spPr>
        <p:txBody>
          <a:bodyPr anchor="b" anchorCtr="0"/>
          <a:lstStyle/>
          <a:p>
            <a:r>
              <a:rPr lang="zh-CN" altLang="en-US" sz="2400" b="0" dirty="0">
                <a:solidFill>
                  <a:srgbClr val="0066CC"/>
                </a:solidFill>
                <a:latin typeface="黑体" panose="02010609060101010101" pitchFamily="49" charset="-122"/>
                <a:ea typeface="黑体" panose="02010609060101010101" pitchFamily="49" charset="-122"/>
              </a:rPr>
              <a:t>探测器</a:t>
            </a:r>
          </a:p>
        </p:txBody>
      </p:sp>
      <p:grpSp>
        <p:nvGrpSpPr>
          <p:cNvPr id="2" name="Group 14"/>
          <p:cNvGrpSpPr>
            <a:grpSpLocks/>
          </p:cNvGrpSpPr>
          <p:nvPr/>
        </p:nvGrpSpPr>
        <p:grpSpPr bwMode="auto">
          <a:xfrm>
            <a:off x="4221173" y="4937528"/>
            <a:ext cx="609600" cy="609600"/>
            <a:chOff x="3360" y="3264"/>
            <a:chExt cx="480" cy="480"/>
          </a:xfrm>
        </p:grpSpPr>
        <p:sp>
          <p:nvSpPr>
            <p:cNvPr id="95251" name="Rectangle 15"/>
            <p:cNvSpPr>
              <a:spLocks noChangeArrowheads="1"/>
            </p:cNvSpPr>
            <p:nvPr/>
          </p:nvSpPr>
          <p:spPr bwMode="auto">
            <a:xfrm>
              <a:off x="3504" y="3408"/>
              <a:ext cx="192" cy="192"/>
            </a:xfrm>
            <a:prstGeom prst="rect">
              <a:avLst/>
            </a:prstGeom>
            <a:noFill/>
            <a:ln w="38100" algn="ctr">
              <a:solidFill>
                <a:srgbClr val="FF3300"/>
              </a:solidFill>
              <a:miter lim="800000"/>
              <a:headEnd/>
              <a:tailEnd/>
            </a:ln>
          </p:spPr>
          <p:txBody>
            <a:bodyPr wrap="none" anchor="ctr"/>
            <a:lstStyle/>
            <a:p>
              <a:endParaRPr lang="zh-CN" altLang="en-US" b="0">
                <a:latin typeface="+mn-lt"/>
              </a:endParaRPr>
            </a:p>
          </p:txBody>
        </p:sp>
        <p:sp>
          <p:nvSpPr>
            <p:cNvPr id="95252" name="AutoShape 16"/>
            <p:cNvSpPr>
              <a:spLocks noChangeArrowheads="1"/>
            </p:cNvSpPr>
            <p:nvPr/>
          </p:nvSpPr>
          <p:spPr bwMode="auto">
            <a:xfrm>
              <a:off x="3696" y="3408"/>
              <a:ext cx="144" cy="192"/>
            </a:xfrm>
            <a:prstGeom prst="flowChartDelay">
              <a:avLst/>
            </a:prstGeom>
            <a:noFill/>
            <a:ln w="38100" algn="ctr">
              <a:solidFill>
                <a:schemeClr val="tx1"/>
              </a:solidFill>
              <a:miter lim="800000"/>
              <a:headEnd/>
              <a:tailEnd/>
            </a:ln>
          </p:spPr>
          <p:txBody>
            <a:bodyPr wrap="none" anchor="ctr"/>
            <a:lstStyle/>
            <a:p>
              <a:endParaRPr lang="zh-CN" altLang="en-US" b="0">
                <a:latin typeface="+mn-lt"/>
              </a:endParaRPr>
            </a:p>
          </p:txBody>
        </p:sp>
        <p:sp>
          <p:nvSpPr>
            <p:cNvPr id="95253" name="AutoShape 17"/>
            <p:cNvSpPr>
              <a:spLocks noChangeArrowheads="1"/>
            </p:cNvSpPr>
            <p:nvPr/>
          </p:nvSpPr>
          <p:spPr bwMode="auto">
            <a:xfrm flipH="1">
              <a:off x="3360" y="3408"/>
              <a:ext cx="144" cy="192"/>
            </a:xfrm>
            <a:prstGeom prst="flowChartDelay">
              <a:avLst/>
            </a:prstGeom>
            <a:noFill/>
            <a:ln w="38100" algn="ctr">
              <a:solidFill>
                <a:schemeClr val="tx1"/>
              </a:solidFill>
              <a:miter lim="800000"/>
              <a:headEnd/>
              <a:tailEnd/>
            </a:ln>
          </p:spPr>
          <p:txBody>
            <a:bodyPr wrap="none" anchor="ctr"/>
            <a:lstStyle/>
            <a:p>
              <a:endParaRPr lang="zh-CN" altLang="en-US" b="0">
                <a:latin typeface="+mn-lt"/>
              </a:endParaRPr>
            </a:p>
          </p:txBody>
        </p:sp>
        <p:sp>
          <p:nvSpPr>
            <p:cNvPr id="95254" name="AutoShape 18"/>
            <p:cNvSpPr>
              <a:spLocks noChangeArrowheads="1"/>
            </p:cNvSpPr>
            <p:nvPr/>
          </p:nvSpPr>
          <p:spPr bwMode="auto">
            <a:xfrm rot="5400000" flipH="1">
              <a:off x="3528" y="3240"/>
              <a:ext cx="144" cy="192"/>
            </a:xfrm>
            <a:prstGeom prst="flowChartDelay">
              <a:avLst/>
            </a:prstGeom>
            <a:noFill/>
            <a:ln w="38100" algn="ctr">
              <a:solidFill>
                <a:schemeClr val="tx1"/>
              </a:solidFill>
              <a:miter lim="800000"/>
              <a:headEnd/>
              <a:tailEnd/>
            </a:ln>
          </p:spPr>
          <p:txBody>
            <a:bodyPr wrap="none" anchor="ctr"/>
            <a:lstStyle/>
            <a:p>
              <a:endParaRPr lang="zh-CN" altLang="en-US" b="0">
                <a:latin typeface="+mn-lt"/>
              </a:endParaRPr>
            </a:p>
          </p:txBody>
        </p:sp>
        <p:sp>
          <p:nvSpPr>
            <p:cNvPr id="95255" name="AutoShape 19"/>
            <p:cNvSpPr>
              <a:spLocks noChangeArrowheads="1"/>
            </p:cNvSpPr>
            <p:nvPr/>
          </p:nvSpPr>
          <p:spPr bwMode="auto">
            <a:xfrm rot="-5400000" flipH="1" flipV="1">
              <a:off x="3528" y="3576"/>
              <a:ext cx="144" cy="192"/>
            </a:xfrm>
            <a:prstGeom prst="flowChartDelay">
              <a:avLst/>
            </a:prstGeom>
            <a:noFill/>
            <a:ln w="38100" algn="ctr">
              <a:solidFill>
                <a:schemeClr val="tx1"/>
              </a:solidFill>
              <a:miter lim="800000"/>
              <a:headEnd/>
              <a:tailEnd/>
            </a:ln>
          </p:spPr>
          <p:txBody>
            <a:bodyPr wrap="none" anchor="ctr"/>
            <a:lstStyle/>
            <a:p>
              <a:endParaRPr lang="zh-CN" altLang="en-US" b="0">
                <a:latin typeface="+mn-lt"/>
              </a:endParaRPr>
            </a:p>
          </p:txBody>
        </p:sp>
      </p:grpSp>
      <p:sp>
        <p:nvSpPr>
          <p:cNvPr id="95248" name="Text Box 20"/>
          <p:cNvSpPr txBox="1">
            <a:spLocks noChangeArrowheads="1"/>
          </p:cNvSpPr>
          <p:nvPr/>
        </p:nvSpPr>
        <p:spPr bwMode="auto">
          <a:xfrm>
            <a:off x="2011373" y="4937528"/>
            <a:ext cx="1752600" cy="461665"/>
          </a:xfrm>
          <a:prstGeom prst="rect">
            <a:avLst/>
          </a:prstGeom>
          <a:noFill/>
          <a:ln w="9525" algn="ctr">
            <a:noFill/>
            <a:miter lim="800000"/>
            <a:headEnd/>
            <a:tailEnd/>
          </a:ln>
        </p:spPr>
        <p:txBody>
          <a:bodyPr>
            <a:spAutoFit/>
          </a:bodyPr>
          <a:lstStyle/>
          <a:p>
            <a:pPr algn="ctr">
              <a:spcBef>
                <a:spcPct val="50000"/>
              </a:spcBef>
            </a:pPr>
            <a:r>
              <a:rPr lang="zh-CN" altLang="en-US" sz="2400" b="0" dirty="0">
                <a:solidFill>
                  <a:schemeClr val="tx1"/>
                </a:solidFill>
                <a:latin typeface="黑体" panose="02010609060101010101" pitchFamily="49" charset="-122"/>
                <a:ea typeface="黑体" panose="02010609060101010101" pitchFamily="49" charset="-122"/>
              </a:rPr>
              <a:t>高速路</a:t>
            </a:r>
            <a:endParaRPr lang="en-US" altLang="zh-CN" sz="2400" b="0" dirty="0">
              <a:solidFill>
                <a:schemeClr val="tx1"/>
              </a:solidFill>
              <a:latin typeface="黑体" panose="02010609060101010101" pitchFamily="49" charset="-122"/>
              <a:ea typeface="黑体" panose="02010609060101010101" pitchFamily="49" charset="-122"/>
            </a:endParaRPr>
          </a:p>
        </p:txBody>
      </p:sp>
      <p:sp>
        <p:nvSpPr>
          <p:cNvPr id="95249" name="AutoShape 21"/>
          <p:cNvSpPr>
            <a:spLocks noChangeArrowheads="1"/>
          </p:cNvSpPr>
          <p:nvPr/>
        </p:nvSpPr>
        <p:spPr bwMode="auto">
          <a:xfrm>
            <a:off x="4754573" y="3870728"/>
            <a:ext cx="1219200" cy="457200"/>
          </a:xfrm>
          <a:prstGeom prst="wedgeEllipseCallout">
            <a:avLst>
              <a:gd name="adj1" fmla="val -43750"/>
              <a:gd name="adj2" fmla="val 70000"/>
            </a:avLst>
          </a:prstGeom>
          <a:noFill/>
          <a:ln w="9525" algn="ctr">
            <a:noFill/>
            <a:miter lim="800000"/>
            <a:headEnd/>
            <a:tailEnd/>
          </a:ln>
        </p:spPr>
        <p:txBody>
          <a:bodyPr/>
          <a:lstStyle/>
          <a:p>
            <a:endParaRPr lang="zh-CN" altLang="zh-CN" b="0">
              <a:latin typeface="+mn-lt"/>
            </a:endParaRPr>
          </a:p>
        </p:txBody>
      </p:sp>
      <p:sp>
        <p:nvSpPr>
          <p:cNvPr id="95250" name="AutoShape 22"/>
          <p:cNvSpPr>
            <a:spLocks noChangeArrowheads="1"/>
          </p:cNvSpPr>
          <p:nvPr/>
        </p:nvSpPr>
        <p:spPr bwMode="auto">
          <a:xfrm>
            <a:off x="5059372" y="3489729"/>
            <a:ext cx="1523973" cy="588328"/>
          </a:xfrm>
          <a:prstGeom prst="wedgeEllipseCallout">
            <a:avLst>
              <a:gd name="adj1" fmla="val -75944"/>
              <a:gd name="adj2" fmla="val 68365"/>
            </a:avLst>
          </a:prstGeom>
          <a:noFill/>
          <a:ln w="9525" algn="ctr">
            <a:solidFill>
              <a:schemeClr val="tx1"/>
            </a:solidFill>
            <a:miter lim="800000"/>
            <a:headEnd/>
            <a:tailEnd/>
          </a:ln>
        </p:spPr>
        <p:txBody>
          <a:bodyPr lIns="0" tIns="0" rIns="0" bIns="0"/>
          <a:lstStyle/>
          <a:p>
            <a:pPr algn="ctr"/>
            <a:r>
              <a:rPr lang="zh-CN" altLang="en-US" sz="2400" b="0" dirty="0">
                <a:solidFill>
                  <a:schemeClr val="tx1"/>
                </a:solidFill>
                <a:latin typeface="黑体" panose="02010609060101010101" pitchFamily="49" charset="-122"/>
                <a:ea typeface="黑体" panose="02010609060101010101" pitchFamily="49" charset="-122"/>
              </a:rPr>
              <a:t>农场路</a:t>
            </a:r>
            <a:endParaRPr lang="en-US" altLang="zh-CN" sz="2400" b="0" dirty="0">
              <a:solidFill>
                <a:schemeClr val="tx1"/>
              </a:solidFill>
              <a:latin typeface="黑体" panose="02010609060101010101" pitchFamily="49" charset="-122"/>
              <a:ea typeface="黑体" panose="02010609060101010101" pitchFamily="49" charset="-122"/>
            </a:endParaRPr>
          </a:p>
        </p:txBody>
      </p:sp>
      <p:sp>
        <p:nvSpPr>
          <p:cNvPr id="24" name="Line 13"/>
          <p:cNvSpPr>
            <a:spLocks noChangeShapeType="1"/>
          </p:cNvSpPr>
          <p:nvPr/>
        </p:nvSpPr>
        <p:spPr bwMode="auto">
          <a:xfrm flipH="1">
            <a:off x="4525973" y="5699528"/>
            <a:ext cx="304800" cy="0"/>
          </a:xfrm>
          <a:prstGeom prst="line">
            <a:avLst/>
          </a:prstGeom>
          <a:noFill/>
          <a:ln w="57150">
            <a:solidFill>
              <a:schemeClr val="folHlink"/>
            </a:solidFill>
            <a:round/>
            <a:headEnd/>
            <a:tailEnd/>
          </a:ln>
        </p:spPr>
        <p:txBody>
          <a:bodyPr anchor="t" anchorCtr="0"/>
          <a:lstStyle/>
          <a:p>
            <a:r>
              <a:rPr lang="zh-CN" altLang="en-US" sz="2400" b="0" dirty="0">
                <a:solidFill>
                  <a:srgbClr val="0066CC"/>
                </a:solidFill>
                <a:latin typeface="黑体" panose="02010609060101010101" pitchFamily="49" charset="-122"/>
                <a:ea typeface="黑体" panose="02010609060101010101" pitchFamily="49" charset="-122"/>
              </a:rPr>
              <a:t> 探测器</a:t>
            </a:r>
          </a:p>
        </p:txBody>
      </p:sp>
      <p:sp>
        <p:nvSpPr>
          <p:cNvPr id="3" name="Title 4">
            <a:extLst>
              <a:ext uri="{FF2B5EF4-FFF2-40B4-BE49-F238E27FC236}">
                <a16:creationId xmlns:a16="http://schemas.microsoft.com/office/drawing/2014/main" id="{21EBFC68-A71F-7C09-5A0B-1B5E972B685D}"/>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sz="4000" dirty="0"/>
              <a:t>例</a:t>
            </a:r>
            <a:r>
              <a:rPr lang="en-US" altLang="zh-CN" sz="4000" dirty="0"/>
              <a:t>4</a:t>
            </a:r>
            <a:r>
              <a:rPr lang="zh-CN" altLang="en-US" sz="4000" dirty="0"/>
              <a:t>：交通灯控制器的设计</a:t>
            </a:r>
            <a:endParaRPr lang="en-CN" altLang="zh-CN" sz="4000" dirty="0">
              <a:solidFill>
                <a:srgbClr val="0000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60976470"/>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3259D7DD-E1BE-4482-9234-29898EB39847}" type="slidenum">
              <a:rPr lang="en-US" altLang="zh-CN" smtClean="0"/>
              <a:pPr>
                <a:defRPr/>
              </a:pPr>
              <a:t>124</a:t>
            </a:fld>
            <a:endParaRPr lang="en-US" altLang="zh-CN" dirty="0"/>
          </a:p>
        </p:txBody>
      </p:sp>
      <p:sp>
        <p:nvSpPr>
          <p:cNvPr id="96260" name="Rectangle 3"/>
          <p:cNvSpPr>
            <a:spLocks noGrp="1" noChangeArrowheads="1"/>
          </p:cNvSpPr>
          <p:nvPr>
            <p:ph idx="4294967295"/>
          </p:nvPr>
        </p:nvSpPr>
        <p:spPr>
          <a:xfrm>
            <a:off x="457200" y="1323975"/>
            <a:ext cx="8305800" cy="5410200"/>
          </a:xfrm>
        </p:spPr>
        <p:txBody>
          <a:bodyPr>
            <a:noAutofit/>
          </a:bodyPr>
          <a:lstStyle/>
          <a:p>
            <a:r>
              <a:rPr lang="zh-CN" altLang="en-US" sz="2400" b="0" dirty="0">
                <a:latin typeface="SimHei" panose="02010609060101010101" pitchFamily="49" charset="-122"/>
                <a:ea typeface="SimHei" panose="02010609060101010101" pitchFamily="49" charset="-122"/>
              </a:rPr>
              <a:t>只要探测器在农场路上没有发现任何车辆，高速路方向上的交通灯一直为绿灯</a:t>
            </a:r>
            <a:endParaRPr lang="en-US" altLang="zh-CN" sz="2400" b="0" dirty="0">
              <a:latin typeface="SimHei" panose="02010609060101010101" pitchFamily="49" charset="-122"/>
              <a:ea typeface="SimHei" panose="02010609060101010101" pitchFamily="49" charset="-122"/>
            </a:endParaRPr>
          </a:p>
          <a:p>
            <a:r>
              <a:rPr lang="zh-CN" altLang="en-US" sz="2400" b="0" dirty="0">
                <a:latin typeface="SimHei" panose="02010609060101010101" pitchFamily="49" charset="-122"/>
                <a:ea typeface="SimHei" panose="02010609060101010101" pitchFamily="49" charset="-122"/>
              </a:rPr>
              <a:t>如果探测到农场路上有车辆，高速路上的交通灯由绿到黄</a:t>
            </a:r>
            <a:r>
              <a:rPr lang="en-US" altLang="zh-CN" sz="2400" b="0" dirty="0">
                <a:latin typeface="SimHei" panose="02010609060101010101" pitchFamily="49" charset="-122"/>
                <a:ea typeface="SimHei" panose="02010609060101010101" pitchFamily="49" charset="-122"/>
              </a:rPr>
              <a:t>(</a:t>
            </a:r>
            <a:r>
              <a:rPr lang="zh-CN" altLang="en-US" sz="2400" b="0" dirty="0">
                <a:latin typeface="SimHei" panose="02010609060101010101" pitchFamily="49" charset="-122"/>
                <a:ea typeface="SimHei" panose="02010609060101010101" pitchFamily="49" charset="-122"/>
              </a:rPr>
              <a:t>需保持一小段时间</a:t>
            </a:r>
            <a:r>
              <a:rPr lang="en-US" altLang="zh-CN" sz="2400" b="0" dirty="0">
                <a:solidFill>
                  <a:srgbClr val="3333FF"/>
                </a:solidFill>
                <a:ea typeface="SimHei" panose="02010609060101010101" pitchFamily="49" charset="-122"/>
              </a:rPr>
              <a:t>TS</a:t>
            </a:r>
            <a:r>
              <a:rPr lang="en-US" altLang="zh-CN" sz="2400" b="0" dirty="0">
                <a:latin typeface="SimHei" panose="02010609060101010101" pitchFamily="49" charset="-122"/>
                <a:ea typeface="SimHei" panose="02010609060101010101" pitchFamily="49" charset="-122"/>
              </a:rPr>
              <a:t>)</a:t>
            </a:r>
            <a:r>
              <a:rPr lang="zh-CN" altLang="en-US" sz="2400" b="0" dirty="0">
                <a:latin typeface="SimHei" panose="02010609060101010101" pitchFamily="49" charset="-122"/>
                <a:ea typeface="SimHei" panose="02010609060101010101" pitchFamily="49" charset="-122"/>
              </a:rPr>
              <a:t>再到红，农场路上的交通灯变绿</a:t>
            </a:r>
            <a:endParaRPr lang="en-US" altLang="zh-CN" sz="2400" b="0" dirty="0">
              <a:latin typeface="SimHei" panose="02010609060101010101" pitchFamily="49" charset="-122"/>
              <a:ea typeface="SimHei" panose="02010609060101010101" pitchFamily="49" charset="-122"/>
            </a:endParaRPr>
          </a:p>
          <a:p>
            <a:r>
              <a:rPr lang="zh-CN" altLang="en-US" sz="2400" b="0" dirty="0">
                <a:latin typeface="SimHei" panose="02010609060101010101" pitchFamily="49" charset="-122"/>
                <a:ea typeface="SimHei" panose="02010609060101010101" pitchFamily="49" charset="-122"/>
              </a:rPr>
              <a:t>只要探测器检测到农场路有车，此路上交通灯保持绿灯不变，但是，其时间不能超过一个设定的时间间隔（</a:t>
            </a:r>
            <a:r>
              <a:rPr lang="en-US" altLang="zh-CN" sz="2400" b="0" dirty="0">
                <a:solidFill>
                  <a:srgbClr val="3333FF"/>
                </a:solidFill>
                <a:ea typeface="SimHei" panose="02010609060101010101" pitchFamily="49" charset="-122"/>
              </a:rPr>
              <a:t>a long time interval TL</a:t>
            </a:r>
            <a:r>
              <a:rPr lang="zh-CN" altLang="en-US" sz="2400" b="0" dirty="0">
                <a:latin typeface="SimHei" panose="02010609060101010101" pitchFamily="49" charset="-122"/>
                <a:ea typeface="SimHei" panose="02010609060101010101" pitchFamily="49" charset="-122"/>
              </a:rPr>
              <a:t>），以保证不造成高速路上的交通拥堵</a:t>
            </a:r>
            <a:endParaRPr lang="en-US" altLang="zh-CN" sz="2400" b="0" dirty="0">
              <a:latin typeface="SimHei" panose="02010609060101010101" pitchFamily="49" charset="-122"/>
              <a:ea typeface="SimHei" panose="02010609060101010101" pitchFamily="49" charset="-122"/>
            </a:endParaRPr>
          </a:p>
          <a:p>
            <a:r>
              <a:rPr lang="zh-CN" altLang="en-US" sz="2400" b="0" dirty="0">
                <a:latin typeface="SimHei" panose="02010609060101010101" pitchFamily="49" charset="-122"/>
                <a:ea typeface="SimHei" panose="02010609060101010101" pitchFamily="49" charset="-122"/>
              </a:rPr>
              <a:t>然后，农场路上的交通灯由绿到黄</a:t>
            </a:r>
            <a:r>
              <a:rPr lang="en-US" altLang="zh-CN" sz="2400" b="0" dirty="0">
                <a:latin typeface="SimHei" panose="02010609060101010101" pitchFamily="49" charset="-122"/>
                <a:ea typeface="SimHei" panose="02010609060101010101" pitchFamily="49" charset="-122"/>
              </a:rPr>
              <a:t>(</a:t>
            </a:r>
            <a:r>
              <a:rPr lang="en-US" altLang="zh-CN" sz="2400" b="0" dirty="0">
                <a:solidFill>
                  <a:srgbClr val="3333FF"/>
                </a:solidFill>
                <a:ea typeface="SimHei" panose="02010609060101010101" pitchFamily="49" charset="-122"/>
              </a:rPr>
              <a:t>TS</a:t>
            </a:r>
            <a:r>
              <a:rPr lang="en-US" altLang="zh-CN" sz="2400" b="0" dirty="0">
                <a:latin typeface="SimHei" panose="02010609060101010101" pitchFamily="49" charset="-122"/>
                <a:ea typeface="SimHei" panose="02010609060101010101" pitchFamily="49" charset="-122"/>
              </a:rPr>
              <a:t>)</a:t>
            </a:r>
            <a:r>
              <a:rPr lang="zh-CN" altLang="en-US" sz="2400" b="0" dirty="0">
                <a:latin typeface="SimHei" panose="02010609060101010101" pitchFamily="49" charset="-122"/>
                <a:ea typeface="SimHei" panose="02010609060101010101" pitchFamily="49" charset="-122"/>
              </a:rPr>
              <a:t>再到红，高速路上的交通灯变绿</a:t>
            </a:r>
            <a:endParaRPr lang="en-US" altLang="zh-CN" sz="2400" b="0" dirty="0">
              <a:latin typeface="SimHei" panose="02010609060101010101" pitchFamily="49" charset="-122"/>
              <a:ea typeface="SimHei" panose="02010609060101010101" pitchFamily="49" charset="-122"/>
            </a:endParaRPr>
          </a:p>
          <a:p>
            <a:r>
              <a:rPr lang="zh-CN" altLang="en-US" sz="2400" b="0" dirty="0">
                <a:latin typeface="SimHei" panose="02010609060101010101" pitchFamily="49" charset="-122"/>
                <a:ea typeface="SimHei" panose="02010609060101010101" pitchFamily="49" charset="-122"/>
              </a:rPr>
              <a:t>此时如果农场路上有车等待穿越高速路，高速路上的交通灯仍要保持一个最小时间间隔（</a:t>
            </a:r>
            <a:r>
              <a:rPr lang="en-US" altLang="zh-CN" sz="2400" b="0" dirty="0">
                <a:solidFill>
                  <a:srgbClr val="3333FF"/>
                </a:solidFill>
                <a:ea typeface="SimHei" panose="02010609060101010101" pitchFamily="49" charset="-122"/>
              </a:rPr>
              <a:t>TL</a:t>
            </a:r>
            <a:r>
              <a:rPr lang="zh-CN" altLang="en-US" sz="2400" b="0" dirty="0">
                <a:latin typeface="SimHei" panose="02010609060101010101" pitchFamily="49" charset="-122"/>
                <a:ea typeface="SimHei" panose="02010609060101010101" pitchFamily="49" charset="-122"/>
              </a:rPr>
              <a:t>）</a:t>
            </a:r>
            <a:endParaRPr lang="en-US" altLang="zh-CN" sz="2400" b="0" dirty="0">
              <a:latin typeface="SimHei" panose="02010609060101010101" pitchFamily="49" charset="-122"/>
              <a:ea typeface="SimHei" panose="02010609060101010101" pitchFamily="49" charset="-122"/>
            </a:endParaRPr>
          </a:p>
        </p:txBody>
      </p:sp>
      <p:sp>
        <p:nvSpPr>
          <p:cNvPr id="2" name="Title 4">
            <a:extLst>
              <a:ext uri="{FF2B5EF4-FFF2-40B4-BE49-F238E27FC236}">
                <a16:creationId xmlns:a16="http://schemas.microsoft.com/office/drawing/2014/main" id="{9D285C5A-CFD7-49F6-0F6D-E7D746AF450B}"/>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sz="4000" dirty="0"/>
              <a:t>例</a:t>
            </a:r>
            <a:r>
              <a:rPr lang="en-US" altLang="zh-CN" sz="4000" dirty="0"/>
              <a:t>4</a:t>
            </a:r>
            <a:r>
              <a:rPr lang="zh-CN" altLang="en-US" sz="4000" dirty="0"/>
              <a:t>：交通灯控制器的设计</a:t>
            </a:r>
            <a:endParaRPr lang="en-CN" altLang="zh-CN" sz="4000" dirty="0">
              <a:solidFill>
                <a:srgbClr val="0000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478375"/>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3259D7DD-E1BE-4482-9234-29898EB39847}" type="slidenum">
              <a:rPr lang="en-US" altLang="zh-CN" smtClean="0"/>
              <a:pPr>
                <a:defRPr/>
              </a:pPr>
              <a:t>125</a:t>
            </a:fld>
            <a:endParaRPr lang="en-US" altLang="zh-CN" dirty="0"/>
          </a:p>
        </p:txBody>
      </p:sp>
      <p:sp>
        <p:nvSpPr>
          <p:cNvPr id="97284" name="Rectangle 3"/>
          <p:cNvSpPr>
            <a:spLocks noGrp="1" noChangeArrowheads="1"/>
          </p:cNvSpPr>
          <p:nvPr>
            <p:ph idx="4294967295"/>
          </p:nvPr>
        </p:nvSpPr>
        <p:spPr>
          <a:xfrm>
            <a:off x="465706" y="1306902"/>
            <a:ext cx="7886700" cy="5108080"/>
          </a:xfrm>
        </p:spPr>
        <p:txBody>
          <a:bodyPr/>
          <a:lstStyle/>
          <a:p>
            <a:pPr eaLnBrk="1" hangingPunct="1"/>
            <a:r>
              <a:rPr lang="zh-CN" altLang="en-US" sz="2800" b="0" dirty="0">
                <a:latin typeface="黑体" panose="02010609060101010101" pitchFamily="49" charset="-122"/>
              </a:rPr>
              <a:t>输入</a:t>
            </a:r>
            <a:endParaRPr lang="en-US" altLang="zh-CN" sz="2800" b="0" dirty="0">
              <a:latin typeface="黑体" panose="02010609060101010101" pitchFamily="49" charset="-122"/>
            </a:endParaRPr>
          </a:p>
          <a:p>
            <a:pPr lvl="1"/>
            <a:r>
              <a:rPr lang="en-US" altLang="zh-CN" sz="2400" b="0" dirty="0"/>
              <a:t>Reset: </a:t>
            </a:r>
            <a:r>
              <a:rPr lang="zh-CN" altLang="en-US" sz="2400" b="0" dirty="0"/>
              <a:t>控制器是否回到初始状态</a:t>
            </a:r>
            <a:endParaRPr lang="en-US" altLang="zh-CN" sz="2400" b="0" dirty="0"/>
          </a:p>
          <a:p>
            <a:pPr lvl="1"/>
            <a:r>
              <a:rPr lang="en-US" altLang="zh-CN" sz="2400" b="0" dirty="0"/>
              <a:t>C: </a:t>
            </a:r>
            <a:r>
              <a:rPr lang="zh-CN" altLang="en-US" sz="2400" b="0" dirty="0"/>
              <a:t>农场路上是否探测到车辆</a:t>
            </a:r>
            <a:endParaRPr lang="en-US" altLang="zh-CN" sz="2400" b="0" dirty="0"/>
          </a:p>
          <a:p>
            <a:pPr lvl="1"/>
            <a:r>
              <a:rPr lang="en-US" altLang="zh-CN" sz="2400" b="0" dirty="0"/>
              <a:t>TS: </a:t>
            </a:r>
            <a:r>
              <a:rPr lang="zh-CN" altLang="en-US" sz="2400" b="0" dirty="0"/>
              <a:t>是否到达短时间间隔</a:t>
            </a:r>
            <a:endParaRPr lang="en-US" altLang="zh-CN" sz="2400" b="0" dirty="0"/>
          </a:p>
          <a:p>
            <a:pPr lvl="1"/>
            <a:r>
              <a:rPr lang="en-US" altLang="zh-CN" sz="2400" b="0" dirty="0"/>
              <a:t>TL:</a:t>
            </a:r>
            <a:r>
              <a:rPr lang="zh-CN" altLang="en-US" sz="2400" b="0" dirty="0"/>
              <a:t>是否到达长时间间隔</a:t>
            </a:r>
            <a:endParaRPr lang="en-US" altLang="zh-CN" sz="2400" b="0" dirty="0"/>
          </a:p>
          <a:p>
            <a:pPr eaLnBrk="1" hangingPunct="1"/>
            <a:r>
              <a:rPr lang="zh-CN" altLang="en-US" sz="2800" b="0" dirty="0">
                <a:latin typeface="黑体" panose="02010609060101010101" pitchFamily="49" charset="-122"/>
              </a:rPr>
              <a:t>输出</a:t>
            </a:r>
            <a:endParaRPr lang="en-US" altLang="zh-CN" sz="2800" b="0" dirty="0">
              <a:latin typeface="黑体" panose="02010609060101010101" pitchFamily="49" charset="-122"/>
            </a:endParaRPr>
          </a:p>
          <a:p>
            <a:pPr lvl="1"/>
            <a:r>
              <a:rPr lang="en-US" altLang="zh-CN" sz="2400" b="0" dirty="0"/>
              <a:t>ST: </a:t>
            </a:r>
            <a:r>
              <a:rPr lang="zh-CN" altLang="en-US" sz="2400" b="0" dirty="0"/>
              <a:t>复位定时器，开始长时间间隔和短时间间隔的计时</a:t>
            </a:r>
            <a:endParaRPr lang="en-US" altLang="zh-CN" sz="2400" b="0" dirty="0"/>
          </a:p>
          <a:p>
            <a:pPr lvl="1"/>
            <a:r>
              <a:rPr lang="en-US" altLang="zh-CN" sz="2400" b="0" dirty="0"/>
              <a:t>H</a:t>
            </a:r>
            <a:r>
              <a:rPr lang="en-US" altLang="zh-CN" sz="2400" b="0" baseline="-25000" dirty="0"/>
              <a:t>1</a:t>
            </a:r>
            <a:r>
              <a:rPr lang="en-US" altLang="zh-CN" sz="2400" b="0" dirty="0"/>
              <a:t>H</a:t>
            </a:r>
            <a:r>
              <a:rPr lang="en-US" altLang="zh-CN" sz="2400" b="0" baseline="-25000" dirty="0"/>
              <a:t>0</a:t>
            </a:r>
            <a:r>
              <a:rPr lang="en-US" altLang="zh-CN" sz="2400" b="0" dirty="0"/>
              <a:t>:</a:t>
            </a:r>
            <a:r>
              <a:rPr lang="zh-CN" altLang="en-US" sz="2400" b="0" dirty="0"/>
              <a:t>高速路上的交通灯显示</a:t>
            </a:r>
            <a:endParaRPr lang="en-US" altLang="zh-CN" sz="2400" b="0" dirty="0"/>
          </a:p>
          <a:p>
            <a:pPr lvl="1"/>
            <a:r>
              <a:rPr lang="en-US" altLang="zh-CN" sz="2400" b="0" dirty="0"/>
              <a:t>F</a:t>
            </a:r>
            <a:r>
              <a:rPr lang="en-US" altLang="zh-CN" sz="2400" b="0" baseline="-25000" dirty="0"/>
              <a:t>1</a:t>
            </a:r>
            <a:r>
              <a:rPr lang="en-US" altLang="zh-CN" sz="2400" b="0" dirty="0"/>
              <a:t>F</a:t>
            </a:r>
            <a:r>
              <a:rPr lang="en-US" altLang="zh-CN" sz="2400" b="0" baseline="-25000" dirty="0"/>
              <a:t>0</a:t>
            </a:r>
            <a:r>
              <a:rPr lang="en-US" altLang="zh-CN" sz="2400" b="0" dirty="0"/>
              <a:t>:</a:t>
            </a:r>
            <a:r>
              <a:rPr lang="zh-CN" altLang="en-US" sz="2400" b="0" dirty="0"/>
              <a:t>农场路上的交通灯显示</a:t>
            </a:r>
            <a:endParaRPr lang="en-US" altLang="zh-CN" sz="2400" b="0" i="1" dirty="0"/>
          </a:p>
        </p:txBody>
      </p:sp>
      <p:sp>
        <p:nvSpPr>
          <p:cNvPr id="6" name="Text Box 31">
            <a:extLst>
              <a:ext uri="{FF2B5EF4-FFF2-40B4-BE49-F238E27FC236}">
                <a16:creationId xmlns:a16="http://schemas.microsoft.com/office/drawing/2014/main" id="{95604878-0418-4444-B9B3-CFEF32BB8CE7}"/>
              </a:ext>
            </a:extLst>
          </p:cNvPr>
          <p:cNvSpPr txBox="1">
            <a:spLocks noChangeArrowheads="1"/>
          </p:cNvSpPr>
          <p:nvPr/>
        </p:nvSpPr>
        <p:spPr bwMode="auto">
          <a:xfrm>
            <a:off x="7239000" y="1922774"/>
            <a:ext cx="1676400" cy="1538883"/>
          </a:xfrm>
          <a:prstGeom prst="rect">
            <a:avLst/>
          </a:prstGeom>
          <a:noFill/>
          <a:ln w="9525" algn="ctr">
            <a:noFill/>
            <a:miter lim="800000"/>
            <a:headEnd/>
            <a:tailEnd/>
          </a:ln>
        </p:spPr>
        <p:txBody>
          <a:bodyPr wrap="square">
            <a:spAutoFit/>
          </a:bodyPr>
          <a:lstStyle/>
          <a:p>
            <a:pPr>
              <a:spcBef>
                <a:spcPts val="600"/>
              </a:spcBef>
            </a:pPr>
            <a:r>
              <a:rPr lang="zh-CN" altLang="en-US" sz="2800" dirty="0">
                <a:solidFill>
                  <a:srgbClr val="00B050"/>
                </a:solidFill>
                <a:latin typeface="黑体" panose="02010609060101010101" pitchFamily="49" charset="-122"/>
                <a:ea typeface="黑体" panose="02010609060101010101" pitchFamily="49" charset="-122"/>
              </a:rPr>
              <a:t>绿</a:t>
            </a:r>
            <a:r>
              <a:rPr lang="zh-CN" altLang="en-US" sz="2800" dirty="0">
                <a:solidFill>
                  <a:schemeClr val="tx1"/>
                </a:solidFill>
                <a:latin typeface="黑体" panose="02010609060101010101" pitchFamily="49" charset="-122"/>
                <a:ea typeface="黑体" panose="02010609060101010101" pitchFamily="49" charset="-122"/>
              </a:rPr>
              <a:t>灯</a:t>
            </a:r>
            <a:r>
              <a:rPr lang="en-US" altLang="zh-CN" sz="2800" dirty="0">
                <a:solidFill>
                  <a:schemeClr val="tx1"/>
                </a:solidFill>
                <a:latin typeface="黑体" panose="02010609060101010101" pitchFamily="49" charset="-122"/>
                <a:ea typeface="黑体" panose="02010609060101010101" pitchFamily="49" charset="-122"/>
              </a:rPr>
              <a:t>:00</a:t>
            </a:r>
          </a:p>
          <a:p>
            <a:pPr>
              <a:spcBef>
                <a:spcPts val="600"/>
              </a:spcBef>
            </a:pPr>
            <a:r>
              <a:rPr lang="zh-CN" altLang="en-US" sz="2800" dirty="0">
                <a:solidFill>
                  <a:srgbClr val="FFC000"/>
                </a:solidFill>
                <a:latin typeface="黑体" panose="02010609060101010101" pitchFamily="49" charset="-122"/>
                <a:ea typeface="黑体" panose="02010609060101010101" pitchFamily="49" charset="-122"/>
              </a:rPr>
              <a:t>黄</a:t>
            </a:r>
            <a:r>
              <a:rPr lang="zh-CN" altLang="en-US" sz="2800" dirty="0">
                <a:solidFill>
                  <a:schemeClr val="tx1"/>
                </a:solidFill>
                <a:latin typeface="黑体" panose="02010609060101010101" pitchFamily="49" charset="-122"/>
                <a:ea typeface="黑体" panose="02010609060101010101" pitchFamily="49" charset="-122"/>
              </a:rPr>
              <a:t>灯</a:t>
            </a:r>
            <a:r>
              <a:rPr lang="en-US" altLang="zh-CN" sz="2800" dirty="0">
                <a:solidFill>
                  <a:schemeClr val="tx1"/>
                </a:solidFill>
                <a:latin typeface="黑体" panose="02010609060101010101" pitchFamily="49" charset="-122"/>
                <a:ea typeface="黑体" panose="02010609060101010101" pitchFamily="49" charset="-122"/>
              </a:rPr>
              <a:t>:01</a:t>
            </a:r>
          </a:p>
          <a:p>
            <a:pPr>
              <a:spcBef>
                <a:spcPts val="600"/>
              </a:spcBef>
            </a:pPr>
            <a:r>
              <a:rPr lang="zh-CN" altLang="en-US" sz="2800" dirty="0">
                <a:solidFill>
                  <a:srgbClr val="FF0000"/>
                </a:solidFill>
                <a:latin typeface="黑体" panose="02010609060101010101" pitchFamily="49" charset="-122"/>
                <a:ea typeface="黑体" panose="02010609060101010101" pitchFamily="49" charset="-122"/>
              </a:rPr>
              <a:t>红</a:t>
            </a:r>
            <a:r>
              <a:rPr lang="zh-CN" altLang="en-US" sz="2800" dirty="0">
                <a:solidFill>
                  <a:schemeClr val="tx1"/>
                </a:solidFill>
                <a:latin typeface="黑体" panose="02010609060101010101" pitchFamily="49" charset="-122"/>
                <a:ea typeface="黑体" panose="02010609060101010101" pitchFamily="49" charset="-122"/>
              </a:rPr>
              <a:t>灯</a:t>
            </a:r>
            <a:r>
              <a:rPr lang="en-US" altLang="zh-CN" sz="2800" dirty="0">
                <a:solidFill>
                  <a:schemeClr val="tx1"/>
                </a:solidFill>
                <a:latin typeface="黑体" panose="02010609060101010101" pitchFamily="49" charset="-122"/>
                <a:ea typeface="黑体" panose="02010609060101010101" pitchFamily="49" charset="-122"/>
              </a:rPr>
              <a:t>:10</a:t>
            </a:r>
          </a:p>
        </p:txBody>
      </p:sp>
      <p:sp>
        <p:nvSpPr>
          <p:cNvPr id="2" name="Title 4">
            <a:extLst>
              <a:ext uri="{FF2B5EF4-FFF2-40B4-BE49-F238E27FC236}">
                <a16:creationId xmlns:a16="http://schemas.microsoft.com/office/drawing/2014/main" id="{3D1ABBCB-83A3-E792-4864-26DE1954D5DA}"/>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en-US" altLang="zh-CN" dirty="0"/>
              <a:t>Step1: </a:t>
            </a:r>
            <a:r>
              <a:rPr lang="zh-CN" altLang="en-US" dirty="0"/>
              <a:t>抽象出</a:t>
            </a:r>
            <a:r>
              <a:rPr lang="en-US" altLang="zh-CN" dirty="0"/>
              <a:t>FSM</a:t>
            </a:r>
            <a:endParaRPr lang="en-CN" altLang="zh-CN" sz="4000" dirty="0">
              <a:solidFill>
                <a:srgbClr val="0000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27964337"/>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3259D7DD-E1BE-4482-9234-29898EB39847}" type="slidenum">
              <a:rPr lang="en-US" altLang="zh-CN" smtClean="0"/>
              <a:pPr>
                <a:defRPr/>
              </a:pPr>
              <a:t>126</a:t>
            </a:fld>
            <a:endParaRPr lang="en-US" altLang="zh-CN" dirty="0"/>
          </a:p>
        </p:txBody>
      </p:sp>
      <p:sp>
        <p:nvSpPr>
          <p:cNvPr id="98308" name="Rectangle 3"/>
          <p:cNvSpPr>
            <a:spLocks noGrp="1" noChangeArrowheads="1"/>
          </p:cNvSpPr>
          <p:nvPr>
            <p:ph idx="4294967295"/>
          </p:nvPr>
        </p:nvSpPr>
        <p:spPr>
          <a:xfrm>
            <a:off x="527050" y="1335881"/>
            <a:ext cx="7886700" cy="4351338"/>
          </a:xfrm>
        </p:spPr>
        <p:txBody>
          <a:bodyPr>
            <a:normAutofit/>
          </a:bodyPr>
          <a:lstStyle/>
          <a:p>
            <a:r>
              <a:rPr lang="en-US" altLang="zh-CN" sz="2800" b="0" dirty="0"/>
              <a:t>HG:</a:t>
            </a:r>
            <a:r>
              <a:rPr lang="zh-CN" altLang="en-US" sz="2800" b="0" dirty="0"/>
              <a:t>高速路</a:t>
            </a:r>
            <a:r>
              <a:rPr lang="zh-CN" altLang="en-US" sz="2800" b="0" dirty="0">
                <a:solidFill>
                  <a:srgbClr val="33CC33"/>
                </a:solidFill>
              </a:rPr>
              <a:t>绿</a:t>
            </a:r>
            <a:r>
              <a:rPr lang="zh-CN" altLang="en-US" sz="2800" b="0" dirty="0"/>
              <a:t>灯亮</a:t>
            </a:r>
            <a:r>
              <a:rPr lang="en-US" altLang="zh-CN" sz="2800" b="0" dirty="0"/>
              <a:t>(</a:t>
            </a:r>
            <a:r>
              <a:rPr lang="zh-CN" altLang="en-US" sz="2800" b="0" dirty="0"/>
              <a:t>农场路</a:t>
            </a:r>
            <a:r>
              <a:rPr lang="zh-CN" altLang="en-US" sz="2800" b="0" dirty="0">
                <a:solidFill>
                  <a:srgbClr val="FF3300"/>
                </a:solidFill>
              </a:rPr>
              <a:t>红</a:t>
            </a:r>
            <a:r>
              <a:rPr lang="zh-CN" altLang="en-US" sz="2800" b="0" dirty="0"/>
              <a:t>灯亮</a:t>
            </a:r>
            <a:r>
              <a:rPr lang="en-US" altLang="zh-CN" sz="2800" b="0" dirty="0"/>
              <a:t>)</a:t>
            </a:r>
          </a:p>
          <a:p>
            <a:r>
              <a:rPr lang="en-US" altLang="zh-CN" sz="2800" b="0" dirty="0"/>
              <a:t>HY:</a:t>
            </a:r>
            <a:r>
              <a:rPr lang="zh-CN" altLang="en-US" sz="2800" b="0" dirty="0"/>
              <a:t>高速路</a:t>
            </a:r>
            <a:r>
              <a:rPr lang="zh-CN" altLang="en-US" sz="2800" b="0" dirty="0">
                <a:solidFill>
                  <a:srgbClr val="FFC000"/>
                </a:solidFill>
              </a:rPr>
              <a:t>黄</a:t>
            </a:r>
            <a:r>
              <a:rPr lang="zh-CN" altLang="en-US" sz="2800" b="0" dirty="0"/>
              <a:t>灯亮</a:t>
            </a:r>
            <a:r>
              <a:rPr lang="en-US" altLang="zh-CN" sz="2800" b="0" dirty="0"/>
              <a:t>(</a:t>
            </a:r>
            <a:r>
              <a:rPr lang="zh-CN" altLang="en-US" sz="2800" b="0" dirty="0"/>
              <a:t>农场路</a:t>
            </a:r>
            <a:r>
              <a:rPr lang="zh-CN" altLang="en-US" sz="2800" b="0" dirty="0">
                <a:solidFill>
                  <a:srgbClr val="FF3300"/>
                </a:solidFill>
              </a:rPr>
              <a:t>红</a:t>
            </a:r>
            <a:r>
              <a:rPr lang="zh-CN" altLang="en-US" sz="2800" b="0" dirty="0"/>
              <a:t>灯亮</a:t>
            </a:r>
            <a:r>
              <a:rPr lang="en-US" altLang="zh-CN" sz="2800" b="0" dirty="0"/>
              <a:t>)</a:t>
            </a:r>
          </a:p>
          <a:p>
            <a:r>
              <a:rPr lang="en-US" altLang="zh-CN" sz="2800" b="0" dirty="0"/>
              <a:t>FG:</a:t>
            </a:r>
            <a:r>
              <a:rPr lang="zh-CN" altLang="en-US" sz="2800" b="0" dirty="0"/>
              <a:t>农场路</a:t>
            </a:r>
            <a:r>
              <a:rPr lang="zh-CN" altLang="en-US" sz="2800" b="0" dirty="0">
                <a:solidFill>
                  <a:srgbClr val="33CC33"/>
                </a:solidFill>
              </a:rPr>
              <a:t>绿</a:t>
            </a:r>
            <a:r>
              <a:rPr lang="zh-CN" altLang="en-US" sz="2800" b="0" dirty="0"/>
              <a:t>灯亮</a:t>
            </a:r>
            <a:r>
              <a:rPr lang="en-US" altLang="zh-CN" sz="2800" b="0" dirty="0"/>
              <a:t>(</a:t>
            </a:r>
            <a:r>
              <a:rPr lang="zh-CN" altLang="en-US" sz="2800" b="0" dirty="0"/>
              <a:t>高速路</a:t>
            </a:r>
            <a:r>
              <a:rPr lang="zh-CN" altLang="en-US" sz="2800" b="0" dirty="0">
                <a:solidFill>
                  <a:srgbClr val="FF3300"/>
                </a:solidFill>
              </a:rPr>
              <a:t>红</a:t>
            </a:r>
            <a:r>
              <a:rPr lang="zh-CN" altLang="en-US" sz="2800" b="0" dirty="0"/>
              <a:t>灯亮</a:t>
            </a:r>
            <a:r>
              <a:rPr lang="en-US" altLang="zh-CN" sz="2800" b="0" dirty="0"/>
              <a:t>)</a:t>
            </a:r>
          </a:p>
          <a:p>
            <a:r>
              <a:rPr lang="en-US" altLang="zh-CN" sz="2800" b="0" dirty="0"/>
              <a:t>FY:</a:t>
            </a:r>
            <a:r>
              <a:rPr lang="zh-CN" altLang="en-US" sz="2800" b="0" dirty="0"/>
              <a:t>农场路</a:t>
            </a:r>
            <a:r>
              <a:rPr lang="zh-CN" altLang="en-US" sz="2800" b="0" dirty="0">
                <a:solidFill>
                  <a:srgbClr val="FFC000"/>
                </a:solidFill>
              </a:rPr>
              <a:t>黄</a:t>
            </a:r>
            <a:r>
              <a:rPr lang="zh-CN" altLang="en-US" sz="2800" b="0" dirty="0"/>
              <a:t>灯亮</a:t>
            </a:r>
            <a:r>
              <a:rPr lang="en-US" altLang="zh-CN" sz="2800" b="0" dirty="0"/>
              <a:t>(</a:t>
            </a:r>
            <a:r>
              <a:rPr lang="zh-CN" altLang="en-US" sz="2800" b="0" dirty="0"/>
              <a:t>高速路</a:t>
            </a:r>
            <a:r>
              <a:rPr lang="zh-CN" altLang="en-US" sz="2800" b="0" dirty="0">
                <a:solidFill>
                  <a:srgbClr val="FF3300"/>
                </a:solidFill>
              </a:rPr>
              <a:t>红</a:t>
            </a:r>
            <a:r>
              <a:rPr lang="zh-CN" altLang="en-US" sz="2800" b="0" dirty="0"/>
              <a:t>灯亮</a:t>
            </a:r>
            <a:r>
              <a:rPr lang="en-US" altLang="zh-CN" sz="2800" b="0" dirty="0"/>
              <a:t>)</a:t>
            </a:r>
          </a:p>
        </p:txBody>
      </p:sp>
      <p:sp>
        <p:nvSpPr>
          <p:cNvPr id="2" name="Title 4">
            <a:extLst>
              <a:ext uri="{FF2B5EF4-FFF2-40B4-BE49-F238E27FC236}">
                <a16:creationId xmlns:a16="http://schemas.microsoft.com/office/drawing/2014/main" id="{7750835E-2E9D-957C-4C86-92636D52874A}"/>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en-US" altLang="zh-CN" dirty="0"/>
              <a:t>Step1: </a:t>
            </a:r>
            <a:r>
              <a:rPr lang="zh-CN" altLang="en-US" dirty="0"/>
              <a:t>抽象出</a:t>
            </a:r>
            <a:r>
              <a:rPr lang="en-US" altLang="zh-CN" dirty="0"/>
              <a:t>FSM</a:t>
            </a:r>
            <a:endParaRPr lang="en-CN" altLang="zh-CN" sz="4000" dirty="0">
              <a:solidFill>
                <a:srgbClr val="0000FF"/>
              </a:solidFill>
              <a:latin typeface="Arial" panose="020B0604020202020204" pitchFamily="34" charset="0"/>
              <a:cs typeface="Arial" panose="020B0604020202020204" pitchFamily="34" charset="0"/>
            </a:endParaRPr>
          </a:p>
        </p:txBody>
      </p:sp>
      <p:pic>
        <p:nvPicPr>
          <p:cNvPr id="98314" name="图片 98313">
            <a:extLst>
              <a:ext uri="{FF2B5EF4-FFF2-40B4-BE49-F238E27FC236}">
                <a16:creationId xmlns:a16="http://schemas.microsoft.com/office/drawing/2014/main" id="{F77B6307-C4A8-D973-A31A-266AA6E416CD}"/>
              </a:ext>
            </a:extLst>
          </p:cNvPr>
          <p:cNvPicPr>
            <a:picLocks noChangeAspect="1"/>
          </p:cNvPicPr>
          <p:nvPr/>
        </p:nvPicPr>
        <p:blipFill>
          <a:blip r:embed="rId3"/>
          <a:stretch>
            <a:fillRect/>
          </a:stretch>
        </p:blipFill>
        <p:spPr>
          <a:xfrm>
            <a:off x="5105400" y="2697619"/>
            <a:ext cx="4082785" cy="4160381"/>
          </a:xfrm>
          <a:prstGeom prst="rect">
            <a:avLst/>
          </a:prstGeom>
        </p:spPr>
      </p:pic>
    </p:spTree>
    <p:extLst>
      <p:ext uri="{BB962C8B-B14F-4D97-AF65-F5344CB8AC3E}">
        <p14:creationId xmlns:p14="http://schemas.microsoft.com/office/powerpoint/2010/main" val="3664033819"/>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3A50645F-9A2E-4027-9721-1A221E254747}" type="slidenum">
              <a:rPr lang="en-US" altLang="zh-CN" smtClean="0"/>
              <a:pPr>
                <a:defRPr/>
              </a:pPr>
              <a:t>127</a:t>
            </a:fld>
            <a:endParaRPr lang="en-US" altLang="zh-CN" dirty="0"/>
          </a:p>
        </p:txBody>
      </p:sp>
      <p:pic>
        <p:nvPicPr>
          <p:cNvPr id="3" name="图片 2">
            <a:extLst>
              <a:ext uri="{FF2B5EF4-FFF2-40B4-BE49-F238E27FC236}">
                <a16:creationId xmlns:a16="http://schemas.microsoft.com/office/drawing/2014/main" id="{B704FAC3-31EE-0148-8D1B-7876A1EFDDF2}"/>
              </a:ext>
            </a:extLst>
          </p:cNvPr>
          <p:cNvPicPr>
            <a:picLocks noChangeAspect="1"/>
          </p:cNvPicPr>
          <p:nvPr/>
        </p:nvPicPr>
        <p:blipFill>
          <a:blip r:embed="rId3"/>
          <a:stretch>
            <a:fillRect/>
          </a:stretch>
        </p:blipFill>
        <p:spPr>
          <a:xfrm>
            <a:off x="1295400" y="1592508"/>
            <a:ext cx="6165850" cy="4884492"/>
          </a:xfrm>
          <a:prstGeom prst="rect">
            <a:avLst/>
          </a:prstGeom>
        </p:spPr>
      </p:pic>
      <p:sp>
        <p:nvSpPr>
          <p:cNvPr id="2" name="Title 4">
            <a:extLst>
              <a:ext uri="{FF2B5EF4-FFF2-40B4-BE49-F238E27FC236}">
                <a16:creationId xmlns:a16="http://schemas.microsoft.com/office/drawing/2014/main" id="{AE3D718B-5F6D-F262-5EAE-518C9450946D}"/>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en-US" altLang="zh-CN" sz="4000" dirty="0"/>
              <a:t>Step 2: </a:t>
            </a:r>
            <a:r>
              <a:rPr lang="zh-CN" altLang="en-US" sz="4000" dirty="0"/>
              <a:t>状态化简（略）</a:t>
            </a:r>
            <a:endParaRPr lang="en-CN" altLang="zh-CN" sz="4000" dirty="0">
              <a:solidFill>
                <a:srgbClr val="0000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42460741"/>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pPr>
              <a:defRPr/>
            </a:pPr>
            <a:fld id="{3A50645F-9A2E-4027-9721-1A221E254747}" type="slidenum">
              <a:rPr lang="en-US" altLang="zh-CN" smtClean="0"/>
              <a:pPr>
                <a:defRPr/>
              </a:pPr>
              <a:t>128</a:t>
            </a:fld>
            <a:endParaRPr lang="en-US" altLang="zh-CN" dirty="0"/>
          </a:p>
        </p:txBody>
      </p:sp>
      <p:sp>
        <p:nvSpPr>
          <p:cNvPr id="105476" name="Rectangle 3"/>
          <p:cNvSpPr>
            <a:spLocks noGrp="1" noChangeArrowheads="1"/>
          </p:cNvSpPr>
          <p:nvPr>
            <p:ph idx="4294967295"/>
          </p:nvPr>
        </p:nvSpPr>
        <p:spPr>
          <a:xfrm>
            <a:off x="495300" y="1612628"/>
            <a:ext cx="7886700" cy="4351338"/>
          </a:xfrm>
        </p:spPr>
        <p:txBody>
          <a:bodyPr/>
          <a:lstStyle/>
          <a:p>
            <a:pPr eaLnBrk="1" hangingPunct="1"/>
            <a:r>
              <a:rPr lang="en-US" altLang="zh-CN" sz="2800" b="0" dirty="0">
                <a:latin typeface="+mn-lt"/>
              </a:rPr>
              <a:t>HG=0001</a:t>
            </a:r>
          </a:p>
          <a:p>
            <a:pPr eaLnBrk="1" hangingPunct="1"/>
            <a:r>
              <a:rPr lang="en-US" altLang="zh-CN" sz="2800" b="0" dirty="0">
                <a:latin typeface="+mn-lt"/>
              </a:rPr>
              <a:t>HY=0010</a:t>
            </a:r>
          </a:p>
          <a:p>
            <a:pPr eaLnBrk="1" hangingPunct="1"/>
            <a:r>
              <a:rPr lang="en-US" altLang="zh-CN" sz="2800" b="0" dirty="0">
                <a:latin typeface="+mn-lt"/>
              </a:rPr>
              <a:t>FG=0100</a:t>
            </a:r>
          </a:p>
          <a:p>
            <a:pPr eaLnBrk="1" hangingPunct="1"/>
            <a:r>
              <a:rPr lang="en-US" altLang="zh-CN" sz="2800" b="0" dirty="0">
                <a:latin typeface="+mn-lt"/>
              </a:rPr>
              <a:t>FY=1000</a:t>
            </a:r>
          </a:p>
        </p:txBody>
      </p:sp>
      <p:pic>
        <p:nvPicPr>
          <p:cNvPr id="3" name="图片 2">
            <a:extLst>
              <a:ext uri="{FF2B5EF4-FFF2-40B4-BE49-F238E27FC236}">
                <a16:creationId xmlns:a16="http://schemas.microsoft.com/office/drawing/2014/main" id="{00B5CE22-DA7E-C649-AFD8-4F10001C49CE}"/>
              </a:ext>
            </a:extLst>
          </p:cNvPr>
          <p:cNvPicPr>
            <a:picLocks noChangeAspect="1"/>
          </p:cNvPicPr>
          <p:nvPr/>
        </p:nvPicPr>
        <p:blipFill>
          <a:blip r:embed="rId3"/>
          <a:stretch>
            <a:fillRect/>
          </a:stretch>
        </p:blipFill>
        <p:spPr>
          <a:xfrm>
            <a:off x="2895600" y="1562584"/>
            <a:ext cx="5562600" cy="4682641"/>
          </a:xfrm>
          <a:prstGeom prst="rect">
            <a:avLst/>
          </a:prstGeom>
        </p:spPr>
      </p:pic>
      <p:sp>
        <p:nvSpPr>
          <p:cNvPr id="2" name="Title 4">
            <a:extLst>
              <a:ext uri="{FF2B5EF4-FFF2-40B4-BE49-F238E27FC236}">
                <a16:creationId xmlns:a16="http://schemas.microsoft.com/office/drawing/2014/main" id="{2CD3FA10-6822-4FB8-C347-DF41B570B145}"/>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en-US" altLang="zh-CN" sz="4000" dirty="0"/>
              <a:t>Step3</a:t>
            </a:r>
            <a:r>
              <a:rPr lang="zh-CN" altLang="en-US" sz="4000" dirty="0"/>
              <a:t>：状态分配</a:t>
            </a:r>
            <a:r>
              <a:rPr lang="en-US" altLang="zh-CN" sz="4000" dirty="0"/>
              <a:t>_</a:t>
            </a:r>
            <a:r>
              <a:rPr lang="zh-CN" altLang="en-US" sz="4000" dirty="0"/>
              <a:t>单点编码</a:t>
            </a:r>
            <a:endParaRPr lang="en-CN" altLang="zh-CN" sz="4000" dirty="0">
              <a:solidFill>
                <a:srgbClr val="0000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7322803"/>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11"/>
          <p:cNvSpPr>
            <a:spLocks noGrp="1"/>
          </p:cNvSpPr>
          <p:nvPr>
            <p:ph type="sldNum" sz="quarter" idx="12"/>
          </p:nvPr>
        </p:nvSpPr>
        <p:spPr/>
        <p:txBody>
          <a:bodyPr/>
          <a:lstStyle/>
          <a:p>
            <a:pPr>
              <a:defRPr/>
            </a:pPr>
            <a:fld id="{3259D7DD-E1BE-4482-9234-29898EB39847}" type="slidenum">
              <a:rPr lang="en-US" altLang="zh-CN" smtClean="0"/>
              <a:pPr>
                <a:defRPr/>
              </a:pPr>
              <a:t>129</a:t>
            </a:fld>
            <a:endParaRPr lang="en-US" altLang="zh-CN" dirty="0"/>
          </a:p>
        </p:txBody>
      </p:sp>
      <p:graphicFrame>
        <p:nvGraphicFramePr>
          <p:cNvPr id="36866" name="Object 3"/>
          <p:cNvGraphicFramePr>
            <a:graphicFrameLocks noGrp="1" noChangeAspect="1"/>
          </p:cNvGraphicFramePr>
          <p:nvPr>
            <p:ph idx="4294967295"/>
            <p:extLst>
              <p:ext uri="{D42A27DB-BD31-4B8C-83A1-F6EECF244321}">
                <p14:modId xmlns:p14="http://schemas.microsoft.com/office/powerpoint/2010/main" val="3526546520"/>
              </p:ext>
            </p:extLst>
          </p:nvPr>
        </p:nvGraphicFramePr>
        <p:xfrm>
          <a:off x="566738" y="1525297"/>
          <a:ext cx="5099050" cy="650875"/>
        </p:xfrm>
        <a:graphic>
          <a:graphicData uri="http://schemas.openxmlformats.org/presentationml/2006/ole">
            <mc:AlternateContent xmlns:mc="http://schemas.openxmlformats.org/markup-compatibility/2006">
              <mc:Choice xmlns:v="urn:schemas-microsoft-com:vml" Requires="v">
                <p:oleObj name="Equation" r:id="rId3" imgW="1790640" imgH="228600" progId="">
                  <p:embed/>
                </p:oleObj>
              </mc:Choice>
              <mc:Fallback>
                <p:oleObj name="Equation" r:id="rId3" imgW="1790640" imgH="228600" progId="">
                  <p:embed/>
                  <p:pic>
                    <p:nvPicPr>
                      <p:cNvPr id="36866"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6738" y="1525297"/>
                        <a:ext cx="5099050" cy="650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67" name="Object 4"/>
          <p:cNvGraphicFramePr>
            <a:graphicFrameLocks noChangeAspect="1"/>
          </p:cNvGraphicFramePr>
          <p:nvPr>
            <p:extLst>
              <p:ext uri="{D42A27DB-BD31-4B8C-83A1-F6EECF244321}">
                <p14:modId xmlns:p14="http://schemas.microsoft.com/office/powerpoint/2010/main" val="2835764547"/>
              </p:ext>
            </p:extLst>
          </p:nvPr>
        </p:nvGraphicFramePr>
        <p:xfrm>
          <a:off x="566738" y="2150110"/>
          <a:ext cx="4164012" cy="650875"/>
        </p:xfrm>
        <a:graphic>
          <a:graphicData uri="http://schemas.openxmlformats.org/presentationml/2006/ole">
            <mc:AlternateContent xmlns:mc="http://schemas.openxmlformats.org/markup-compatibility/2006">
              <mc:Choice xmlns:v="urn:schemas-microsoft-com:vml" Requires="v">
                <p:oleObj name="Equation" r:id="rId5" imgW="1460160" imgH="228600" progId="">
                  <p:embed/>
                </p:oleObj>
              </mc:Choice>
              <mc:Fallback>
                <p:oleObj name="Equation" r:id="rId5" imgW="1460160" imgH="228600" progId="">
                  <p:embed/>
                  <p:pic>
                    <p:nvPicPr>
                      <p:cNvPr id="36867"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6738" y="2150110"/>
                        <a:ext cx="4164012" cy="650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68" name="Object 5"/>
          <p:cNvGraphicFramePr>
            <a:graphicFrameLocks noChangeAspect="1"/>
          </p:cNvGraphicFramePr>
          <p:nvPr>
            <p:extLst>
              <p:ext uri="{D42A27DB-BD31-4B8C-83A1-F6EECF244321}">
                <p14:modId xmlns:p14="http://schemas.microsoft.com/office/powerpoint/2010/main" val="142077229"/>
              </p:ext>
            </p:extLst>
          </p:nvPr>
        </p:nvGraphicFramePr>
        <p:xfrm>
          <a:off x="566738" y="2774923"/>
          <a:ext cx="4092575" cy="650875"/>
        </p:xfrm>
        <a:graphic>
          <a:graphicData uri="http://schemas.openxmlformats.org/presentationml/2006/ole">
            <mc:AlternateContent xmlns:mc="http://schemas.openxmlformats.org/markup-compatibility/2006">
              <mc:Choice xmlns:v="urn:schemas-microsoft-com:vml" Requires="v">
                <p:oleObj name="Equation" r:id="rId7" imgW="1434960" imgH="228600" progId="">
                  <p:embed/>
                </p:oleObj>
              </mc:Choice>
              <mc:Fallback>
                <p:oleObj name="Equation" r:id="rId7" imgW="1434960" imgH="228600" progId="">
                  <p:embed/>
                  <p:pic>
                    <p:nvPicPr>
                      <p:cNvPr id="36868"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6738" y="2774923"/>
                        <a:ext cx="4092575" cy="650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69" name="Object 6"/>
          <p:cNvGraphicFramePr>
            <a:graphicFrameLocks noChangeAspect="1"/>
          </p:cNvGraphicFramePr>
          <p:nvPr>
            <p:extLst>
              <p:ext uri="{D42A27DB-BD31-4B8C-83A1-F6EECF244321}">
                <p14:modId xmlns:p14="http://schemas.microsoft.com/office/powerpoint/2010/main" val="1826546545"/>
              </p:ext>
            </p:extLst>
          </p:nvPr>
        </p:nvGraphicFramePr>
        <p:xfrm>
          <a:off x="566738" y="3399736"/>
          <a:ext cx="5105400" cy="650875"/>
        </p:xfrm>
        <a:graphic>
          <a:graphicData uri="http://schemas.openxmlformats.org/presentationml/2006/ole">
            <mc:AlternateContent xmlns:mc="http://schemas.openxmlformats.org/markup-compatibility/2006">
              <mc:Choice xmlns:v="urn:schemas-microsoft-com:vml" Requires="v">
                <p:oleObj name="Equation" r:id="rId9" imgW="1790640" imgH="228600" progId="">
                  <p:embed/>
                </p:oleObj>
              </mc:Choice>
              <mc:Fallback>
                <p:oleObj name="Equation" r:id="rId9" imgW="1790640" imgH="228600" progId="">
                  <p:embed/>
                  <p:pic>
                    <p:nvPicPr>
                      <p:cNvPr id="36869"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66738" y="3399736"/>
                        <a:ext cx="5105400" cy="650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70" name="Object 7"/>
          <p:cNvGraphicFramePr>
            <a:graphicFrameLocks noChangeAspect="1"/>
          </p:cNvGraphicFramePr>
          <p:nvPr>
            <p:extLst>
              <p:ext uri="{D42A27DB-BD31-4B8C-83A1-F6EECF244321}">
                <p14:modId xmlns:p14="http://schemas.microsoft.com/office/powerpoint/2010/main" val="3674853477"/>
              </p:ext>
            </p:extLst>
          </p:nvPr>
        </p:nvGraphicFramePr>
        <p:xfrm>
          <a:off x="566738" y="4024550"/>
          <a:ext cx="7716837" cy="579438"/>
        </p:xfrm>
        <a:graphic>
          <a:graphicData uri="http://schemas.openxmlformats.org/presentationml/2006/ole">
            <mc:AlternateContent xmlns:mc="http://schemas.openxmlformats.org/markup-compatibility/2006">
              <mc:Choice xmlns:v="urn:schemas-microsoft-com:vml" Requires="v">
                <p:oleObj name="Equation" r:id="rId11" imgW="3035160" imgH="228600" progId="">
                  <p:embed/>
                </p:oleObj>
              </mc:Choice>
              <mc:Fallback>
                <p:oleObj name="Equation" r:id="rId11" imgW="3035160" imgH="228600" progId="">
                  <p:embed/>
                  <p:pic>
                    <p:nvPicPr>
                      <p:cNvPr id="3687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66738" y="4024550"/>
                        <a:ext cx="7716837" cy="579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71" name="Object 8"/>
          <p:cNvGraphicFramePr>
            <a:graphicFrameLocks noChangeAspect="1"/>
          </p:cNvGraphicFramePr>
          <p:nvPr>
            <p:extLst>
              <p:ext uri="{D42A27DB-BD31-4B8C-83A1-F6EECF244321}">
                <p14:modId xmlns:p14="http://schemas.microsoft.com/office/powerpoint/2010/main" val="513412557"/>
              </p:ext>
            </p:extLst>
          </p:nvPr>
        </p:nvGraphicFramePr>
        <p:xfrm>
          <a:off x="566738" y="4577927"/>
          <a:ext cx="2317750" cy="650875"/>
        </p:xfrm>
        <a:graphic>
          <a:graphicData uri="http://schemas.openxmlformats.org/presentationml/2006/ole">
            <mc:AlternateContent xmlns:mc="http://schemas.openxmlformats.org/markup-compatibility/2006">
              <mc:Choice xmlns:v="urn:schemas-microsoft-com:vml" Requires="v">
                <p:oleObj name="Equation" r:id="rId13" imgW="812520" imgH="228600" progId="">
                  <p:embed/>
                </p:oleObj>
              </mc:Choice>
              <mc:Fallback>
                <p:oleObj name="Equation" r:id="rId13" imgW="812520" imgH="228600" progId="">
                  <p:embed/>
                  <p:pic>
                    <p:nvPicPr>
                      <p:cNvPr id="36871"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66738" y="4577927"/>
                        <a:ext cx="2317750" cy="650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72" name="Object 9"/>
          <p:cNvGraphicFramePr>
            <a:graphicFrameLocks noChangeAspect="1"/>
          </p:cNvGraphicFramePr>
          <p:nvPr>
            <p:extLst>
              <p:ext uri="{D42A27DB-BD31-4B8C-83A1-F6EECF244321}">
                <p14:modId xmlns:p14="http://schemas.microsoft.com/office/powerpoint/2010/main" val="2630159598"/>
              </p:ext>
            </p:extLst>
          </p:nvPr>
        </p:nvGraphicFramePr>
        <p:xfrm>
          <a:off x="566738" y="5202741"/>
          <a:ext cx="1485900" cy="650875"/>
        </p:xfrm>
        <a:graphic>
          <a:graphicData uri="http://schemas.openxmlformats.org/presentationml/2006/ole">
            <mc:AlternateContent xmlns:mc="http://schemas.openxmlformats.org/markup-compatibility/2006">
              <mc:Choice xmlns:v="urn:schemas-microsoft-com:vml" Requires="v">
                <p:oleObj name="Equation" r:id="rId15" imgW="520560" imgH="228600" progId="">
                  <p:embed/>
                </p:oleObj>
              </mc:Choice>
              <mc:Fallback>
                <p:oleObj name="Equation" r:id="rId15" imgW="520560" imgH="228600" progId="">
                  <p:embed/>
                  <p:pic>
                    <p:nvPicPr>
                      <p:cNvPr id="36872" name="Object 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66738" y="5202741"/>
                        <a:ext cx="1485900" cy="650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73" name="Object 10"/>
          <p:cNvGraphicFramePr>
            <a:graphicFrameLocks noChangeAspect="1"/>
          </p:cNvGraphicFramePr>
          <p:nvPr>
            <p:extLst>
              <p:ext uri="{D42A27DB-BD31-4B8C-83A1-F6EECF244321}">
                <p14:modId xmlns:p14="http://schemas.microsoft.com/office/powerpoint/2010/main" val="3950889991"/>
              </p:ext>
            </p:extLst>
          </p:nvPr>
        </p:nvGraphicFramePr>
        <p:xfrm>
          <a:off x="4339431" y="4577927"/>
          <a:ext cx="2173287" cy="650875"/>
        </p:xfrm>
        <a:graphic>
          <a:graphicData uri="http://schemas.openxmlformats.org/presentationml/2006/ole">
            <mc:AlternateContent xmlns:mc="http://schemas.openxmlformats.org/markup-compatibility/2006">
              <mc:Choice xmlns:v="urn:schemas-microsoft-com:vml" Requires="v">
                <p:oleObj name="Equation" r:id="rId17" imgW="761760" imgH="228600" progId="">
                  <p:embed/>
                </p:oleObj>
              </mc:Choice>
              <mc:Fallback>
                <p:oleObj name="Equation" r:id="rId17" imgW="761760" imgH="228600" progId="">
                  <p:embed/>
                  <p:pic>
                    <p:nvPicPr>
                      <p:cNvPr id="36873" name="Object 1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339431" y="4577927"/>
                        <a:ext cx="2173287" cy="650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74" name="Object 11"/>
          <p:cNvGraphicFramePr>
            <a:graphicFrameLocks noChangeAspect="1"/>
          </p:cNvGraphicFramePr>
          <p:nvPr>
            <p:extLst>
              <p:ext uri="{D42A27DB-BD31-4B8C-83A1-F6EECF244321}">
                <p14:modId xmlns:p14="http://schemas.microsoft.com/office/powerpoint/2010/main" val="249686477"/>
              </p:ext>
            </p:extLst>
          </p:nvPr>
        </p:nvGraphicFramePr>
        <p:xfrm>
          <a:off x="4339431" y="5202741"/>
          <a:ext cx="1376363" cy="650875"/>
        </p:xfrm>
        <a:graphic>
          <a:graphicData uri="http://schemas.openxmlformats.org/presentationml/2006/ole">
            <mc:AlternateContent xmlns:mc="http://schemas.openxmlformats.org/markup-compatibility/2006">
              <mc:Choice xmlns:v="urn:schemas-microsoft-com:vml" Requires="v">
                <p:oleObj name="Equation" r:id="rId19" imgW="482400" imgH="228600" progId="">
                  <p:embed/>
                </p:oleObj>
              </mc:Choice>
              <mc:Fallback>
                <p:oleObj name="Equation" r:id="rId19" imgW="482400" imgH="228600" progId="">
                  <p:embed/>
                  <p:pic>
                    <p:nvPicPr>
                      <p:cNvPr id="36874" name="Object 1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339431" y="5202741"/>
                        <a:ext cx="1376363" cy="650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4">
            <a:extLst>
              <a:ext uri="{FF2B5EF4-FFF2-40B4-BE49-F238E27FC236}">
                <a16:creationId xmlns:a16="http://schemas.microsoft.com/office/drawing/2014/main" id="{6A944925-A7DF-AF05-D374-BD40488A1B38}"/>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sz="4000" dirty="0"/>
              <a:t>次态方程和输出方程</a:t>
            </a:r>
            <a:endParaRPr lang="en-CN" altLang="zh-CN" sz="4000" dirty="0">
              <a:solidFill>
                <a:srgbClr val="0000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62625072"/>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3259D7DD-E1BE-4482-9234-29898EB39847}" type="slidenum">
              <a:rPr lang="en-US" altLang="zh-CN" smtClean="0"/>
              <a:pPr>
                <a:defRPr/>
              </a:pPr>
              <a:t>130</a:t>
            </a:fld>
            <a:endParaRPr lang="en-US" altLang="zh-CN" dirty="0"/>
          </a:p>
        </p:txBody>
      </p:sp>
      <p:sp>
        <p:nvSpPr>
          <p:cNvPr id="2" name="内容占位符 1">
            <a:extLst>
              <a:ext uri="{FF2B5EF4-FFF2-40B4-BE49-F238E27FC236}">
                <a16:creationId xmlns:a16="http://schemas.microsoft.com/office/drawing/2014/main" id="{DE9E6CF7-B7B3-49B5-BCF1-B03F830DB599}"/>
              </a:ext>
            </a:extLst>
          </p:cNvPr>
          <p:cNvSpPr>
            <a:spLocks noGrp="1"/>
          </p:cNvSpPr>
          <p:nvPr>
            <p:ph idx="4294967295"/>
          </p:nvPr>
        </p:nvSpPr>
        <p:spPr>
          <a:xfrm>
            <a:off x="571500" y="1524000"/>
            <a:ext cx="7886700" cy="4351338"/>
          </a:xfrm>
        </p:spPr>
        <p:txBody>
          <a:bodyPr>
            <a:normAutofit/>
          </a:bodyPr>
          <a:lstStyle/>
          <a:p>
            <a:pPr marL="609600" indent="-609600" algn="just">
              <a:buClr>
                <a:schemeClr val="tx1"/>
              </a:buClr>
              <a:buSzPct val="80000"/>
            </a:pPr>
            <a:r>
              <a:rPr lang="en-US" altLang="zh-CN" b="0" dirty="0">
                <a:latin typeface="Arial" charset="0"/>
              </a:rPr>
              <a:t>Step4:</a:t>
            </a:r>
            <a:r>
              <a:rPr lang="zh-CN" altLang="en-US" b="0" dirty="0">
                <a:latin typeface="Arial" charset="0"/>
              </a:rPr>
              <a:t>确定激励方程和输出方程</a:t>
            </a:r>
            <a:endParaRPr lang="en-US" altLang="zh-CN" b="0" dirty="0">
              <a:latin typeface="Arial" charset="0"/>
            </a:endParaRPr>
          </a:p>
          <a:p>
            <a:pPr marL="609600" indent="-609600" algn="just">
              <a:buClr>
                <a:schemeClr val="tx1"/>
              </a:buClr>
              <a:buSzPct val="80000"/>
            </a:pPr>
            <a:endParaRPr lang="zh-CN" altLang="en-US" b="0" dirty="0">
              <a:latin typeface="Arial" charset="0"/>
            </a:endParaRPr>
          </a:p>
          <a:p>
            <a:pPr marL="609600" indent="-609600" algn="just">
              <a:buClr>
                <a:schemeClr val="tx1"/>
              </a:buClr>
              <a:buSzPct val="80000"/>
            </a:pPr>
            <a:r>
              <a:rPr lang="en-US" altLang="zh-CN" b="0" dirty="0">
                <a:latin typeface="Arial" charset="0"/>
              </a:rPr>
              <a:t>Step5:</a:t>
            </a:r>
            <a:r>
              <a:rPr lang="zh-CN" altLang="en-US" b="0" dirty="0">
                <a:latin typeface="Arial" charset="0"/>
              </a:rPr>
              <a:t>根据激励方程和输出方程，画出两级或者多级逻辑电路图</a:t>
            </a:r>
          </a:p>
          <a:p>
            <a:endParaRPr lang="zh-CN" altLang="en-US" sz="2800" b="0" dirty="0">
              <a:latin typeface="+mn-lt"/>
            </a:endParaRPr>
          </a:p>
        </p:txBody>
      </p:sp>
      <p:sp>
        <p:nvSpPr>
          <p:cNvPr id="5" name="Rectangle 7"/>
          <p:cNvSpPr>
            <a:spLocks noChangeArrowheads="1"/>
          </p:cNvSpPr>
          <p:nvPr/>
        </p:nvSpPr>
        <p:spPr bwMode="auto">
          <a:xfrm>
            <a:off x="685800" y="1524000"/>
            <a:ext cx="7467600" cy="1657350"/>
          </a:xfrm>
          <a:prstGeom prst="rect">
            <a:avLst/>
          </a:prstGeom>
          <a:noFill/>
          <a:ln w="9525">
            <a:noFill/>
            <a:miter lim="800000"/>
            <a:headEnd/>
            <a:tailEnd/>
          </a:ln>
        </p:spPr>
        <p:txBody>
          <a:bodyPr/>
          <a:lstStyle/>
          <a:p>
            <a:pPr marL="609600" indent="-609600" algn="just">
              <a:spcBef>
                <a:spcPct val="20000"/>
              </a:spcBef>
              <a:buClr>
                <a:schemeClr val="tx1"/>
              </a:buClr>
              <a:buSzPct val="80000"/>
            </a:pPr>
            <a:endParaRPr lang="zh-CN" altLang="en-US" sz="3200" b="0" dirty="0">
              <a:solidFill>
                <a:schemeClr val="tx1"/>
              </a:solidFill>
              <a:latin typeface="Arial" charset="0"/>
            </a:endParaRPr>
          </a:p>
        </p:txBody>
      </p:sp>
      <p:sp>
        <p:nvSpPr>
          <p:cNvPr id="3" name="Title 4">
            <a:extLst>
              <a:ext uri="{FF2B5EF4-FFF2-40B4-BE49-F238E27FC236}">
                <a16:creationId xmlns:a16="http://schemas.microsoft.com/office/drawing/2014/main" id="{8DB08F27-B109-CC34-7489-0A843092FCB1}"/>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dirty="0"/>
              <a:t>实现</a:t>
            </a:r>
            <a:r>
              <a:rPr lang="en-US" altLang="zh-CN" dirty="0"/>
              <a:t>FSM</a:t>
            </a:r>
            <a:r>
              <a:rPr lang="zh-CN" altLang="en-US" dirty="0"/>
              <a:t>（略）</a:t>
            </a:r>
            <a:endParaRPr lang="en-CN" altLang="zh-CN" sz="4000" dirty="0">
              <a:solidFill>
                <a:srgbClr val="0000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72600211"/>
      </p:ext>
    </p:extLst>
  </p:cSld>
  <p:clrMapOvr>
    <a:masterClrMapping/>
  </p:clrMapOvr>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灯片编号占位符 5"/>
          <p:cNvSpPr>
            <a:spLocks noGrp="1"/>
          </p:cNvSpPr>
          <p:nvPr>
            <p:ph type="sldNum" sz="quarter" idx="12"/>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42CC64C-C404-498D-84B8-84684914BBDB}" type="slidenum">
              <a:rPr kumimoji="0" lang="en-US" altLang="zh-CN" sz="1200" b="0" i="0" u="none" strike="noStrike" kern="1200" cap="none" spc="0" normalizeH="0" baseline="0" noProof="0" smtClean="0">
                <a:ln>
                  <a:noFill/>
                </a:ln>
                <a:solidFill>
                  <a:srgbClr val="000000"/>
                </a:solidFill>
                <a:effectLst/>
                <a:uLnTx/>
                <a:uFillTx/>
                <a:latin typeface="Arial Black" pitchFamily="34" charset="0"/>
                <a:ea typeface="宋体"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131</a:t>
            </a:fld>
            <a:endParaRPr kumimoji="0" lang="en-US" altLang="zh-CN" sz="1200" b="0" i="0" u="none" strike="noStrike" kern="1200" cap="none" spc="0" normalizeH="0" baseline="0" noProof="0" dirty="0">
              <a:ln>
                <a:noFill/>
              </a:ln>
              <a:solidFill>
                <a:srgbClr val="000000"/>
              </a:solidFill>
              <a:effectLst/>
              <a:uLnTx/>
              <a:uFillTx/>
              <a:latin typeface="Arial Black" pitchFamily="34" charset="0"/>
              <a:ea typeface="宋体" charset="-122"/>
              <a:cs typeface="+mn-cs"/>
            </a:endParaRPr>
          </a:p>
        </p:txBody>
      </p:sp>
      <p:sp>
        <p:nvSpPr>
          <p:cNvPr id="147460" name="Rectangle 3"/>
          <p:cNvSpPr>
            <a:spLocks noGrp="1" noChangeArrowheads="1"/>
          </p:cNvSpPr>
          <p:nvPr>
            <p:ph idx="4294967295"/>
          </p:nvPr>
        </p:nvSpPr>
        <p:spPr>
          <a:xfrm>
            <a:off x="517524" y="1343238"/>
            <a:ext cx="8169276" cy="4351338"/>
          </a:xfrm>
        </p:spPr>
        <p:txBody>
          <a:bodyPr>
            <a:normAutofit/>
          </a:bodyPr>
          <a:lstStyle/>
          <a:p>
            <a:r>
              <a:rPr lang="zh-CN" altLang="en-US" sz="2800" b="0" dirty="0"/>
              <a:t>要求用</a:t>
            </a:r>
            <a:r>
              <a:rPr lang="en-US" altLang="zh-CN" sz="2800" b="0" dirty="0"/>
              <a:t>JK</a:t>
            </a:r>
            <a:r>
              <a:rPr lang="zh-CN" altLang="en-US" sz="2800" b="0" dirty="0"/>
              <a:t>触发器和或非门实现能自启动的带进位输出</a:t>
            </a:r>
            <a:r>
              <a:rPr lang="en-US" altLang="zh-CN" sz="2800" b="0" dirty="0"/>
              <a:t>Z</a:t>
            </a:r>
            <a:r>
              <a:rPr lang="zh-CN" altLang="en-US" sz="2800" b="0" dirty="0"/>
              <a:t>的模六扭环形计数器</a:t>
            </a:r>
            <a:endParaRPr lang="en-US" altLang="zh-CN" sz="2800" b="0" dirty="0"/>
          </a:p>
          <a:p>
            <a:pPr eaLnBrk="1" hangingPunct="1"/>
            <a:r>
              <a:rPr lang="en-US" altLang="zh-CN" sz="2800" b="0" dirty="0">
                <a:latin typeface="+mn-lt"/>
              </a:rPr>
              <a:t>2N=6</a:t>
            </a:r>
            <a:r>
              <a:rPr lang="zh-CN" altLang="en-US" sz="2800" b="0" dirty="0">
                <a:latin typeface="+mn-lt"/>
              </a:rPr>
              <a:t>，</a:t>
            </a:r>
            <a:r>
              <a:rPr lang="en-US" altLang="zh-CN" sz="2800" b="0" dirty="0">
                <a:latin typeface="+mn-lt"/>
              </a:rPr>
              <a:t>N=3</a:t>
            </a:r>
          </a:p>
        </p:txBody>
      </p:sp>
      <p:sp>
        <p:nvSpPr>
          <p:cNvPr id="147461" name="Rectangle 4"/>
          <p:cNvSpPr>
            <a:spLocks noChangeArrowheads="1"/>
          </p:cNvSpPr>
          <p:nvPr/>
        </p:nvSpPr>
        <p:spPr bwMode="auto">
          <a:xfrm>
            <a:off x="0" y="2781300"/>
            <a:ext cx="9144000" cy="0"/>
          </a:xfrm>
          <a:prstGeom prst="rect">
            <a:avLst/>
          </a:prstGeom>
          <a:noFill/>
          <a:ln w="9525">
            <a:noFill/>
            <a:miter lim="800000"/>
            <a:headEnd/>
            <a:tailEnd/>
          </a:ln>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grpSp>
        <p:nvGrpSpPr>
          <p:cNvPr id="2" name="Group 5"/>
          <p:cNvGrpSpPr>
            <a:grpSpLocks/>
          </p:cNvGrpSpPr>
          <p:nvPr/>
        </p:nvGrpSpPr>
        <p:grpSpPr bwMode="auto">
          <a:xfrm>
            <a:off x="914400" y="3148913"/>
            <a:ext cx="6897688" cy="2997200"/>
            <a:chOff x="567" y="2024"/>
            <a:chExt cx="4345" cy="1888"/>
          </a:xfrm>
        </p:grpSpPr>
        <p:sp>
          <p:nvSpPr>
            <p:cNvPr id="147464" name="Rectangle 6"/>
            <p:cNvSpPr>
              <a:spLocks noChangeArrowheads="1"/>
            </p:cNvSpPr>
            <p:nvPr/>
          </p:nvSpPr>
          <p:spPr bwMode="auto">
            <a:xfrm>
              <a:off x="1799" y="2393"/>
              <a:ext cx="630" cy="944"/>
            </a:xfrm>
            <a:prstGeom prst="rect">
              <a:avLst/>
            </a:prstGeom>
            <a:noFill/>
            <a:ln w="20638"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7465" name="Rectangle 7"/>
            <p:cNvSpPr>
              <a:spLocks noChangeArrowheads="1"/>
            </p:cNvSpPr>
            <p:nvPr/>
          </p:nvSpPr>
          <p:spPr bwMode="auto">
            <a:xfrm>
              <a:off x="1841" y="2482"/>
              <a:ext cx="162" cy="269"/>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D</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47466" name="Rectangle 8"/>
            <p:cNvSpPr>
              <a:spLocks noChangeArrowheads="1"/>
            </p:cNvSpPr>
            <p:nvPr/>
          </p:nvSpPr>
          <p:spPr bwMode="auto">
            <a:xfrm>
              <a:off x="2229" y="2468"/>
              <a:ext cx="162" cy="269"/>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47467" name="Rectangle 9"/>
            <p:cNvSpPr>
              <a:spLocks noChangeArrowheads="1"/>
            </p:cNvSpPr>
            <p:nvPr/>
          </p:nvSpPr>
          <p:spPr bwMode="auto">
            <a:xfrm>
              <a:off x="2229" y="2967"/>
              <a:ext cx="162" cy="269"/>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47468" name="Oval 10"/>
            <p:cNvSpPr>
              <a:spLocks noChangeArrowheads="1"/>
            </p:cNvSpPr>
            <p:nvPr/>
          </p:nvSpPr>
          <p:spPr bwMode="auto">
            <a:xfrm>
              <a:off x="2429" y="3075"/>
              <a:ext cx="94" cy="104"/>
            </a:xfrm>
            <a:prstGeom prst="ellipse">
              <a:avLst/>
            </a:prstGeom>
            <a:solidFill>
              <a:srgbClr val="FFFFFF"/>
            </a:solidFill>
            <a:ln w="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7469" name="Oval 11"/>
            <p:cNvSpPr>
              <a:spLocks noChangeArrowheads="1"/>
            </p:cNvSpPr>
            <p:nvPr/>
          </p:nvSpPr>
          <p:spPr bwMode="auto">
            <a:xfrm>
              <a:off x="2429" y="3075"/>
              <a:ext cx="94" cy="104"/>
            </a:xfrm>
            <a:prstGeom prst="ellipse">
              <a:avLst/>
            </a:prstGeom>
            <a:noFill/>
            <a:ln w="20638"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7470" name="Rectangle 12"/>
            <p:cNvSpPr>
              <a:spLocks noChangeArrowheads="1"/>
            </p:cNvSpPr>
            <p:nvPr/>
          </p:nvSpPr>
          <p:spPr bwMode="auto">
            <a:xfrm>
              <a:off x="1980" y="2787"/>
              <a:ext cx="149" cy="269"/>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C</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47471" name="Freeform 13"/>
            <p:cNvSpPr>
              <a:spLocks/>
            </p:cNvSpPr>
            <p:nvPr/>
          </p:nvSpPr>
          <p:spPr bwMode="auto">
            <a:xfrm>
              <a:off x="1799" y="2813"/>
              <a:ext cx="157" cy="210"/>
            </a:xfrm>
            <a:custGeom>
              <a:avLst/>
              <a:gdLst>
                <a:gd name="T0" fmla="*/ 0 w 157"/>
                <a:gd name="T1" fmla="*/ 210 h 210"/>
                <a:gd name="T2" fmla="*/ 157 w 157"/>
                <a:gd name="T3" fmla="*/ 105 h 210"/>
                <a:gd name="T4" fmla="*/ 0 w 157"/>
                <a:gd name="T5" fmla="*/ 0 h 210"/>
                <a:gd name="T6" fmla="*/ 0 60000 65536"/>
                <a:gd name="T7" fmla="*/ 0 60000 65536"/>
                <a:gd name="T8" fmla="*/ 0 60000 65536"/>
                <a:gd name="T9" fmla="*/ 0 w 157"/>
                <a:gd name="T10" fmla="*/ 0 h 210"/>
                <a:gd name="T11" fmla="*/ 157 w 157"/>
                <a:gd name="T12" fmla="*/ 210 h 210"/>
              </a:gdLst>
              <a:ahLst/>
              <a:cxnLst>
                <a:cxn ang="T6">
                  <a:pos x="T0" y="T1"/>
                </a:cxn>
                <a:cxn ang="T7">
                  <a:pos x="T2" y="T3"/>
                </a:cxn>
                <a:cxn ang="T8">
                  <a:pos x="T4" y="T5"/>
                </a:cxn>
              </a:cxnLst>
              <a:rect l="T9" t="T10" r="T11" b="T12"/>
              <a:pathLst>
                <a:path w="157" h="210">
                  <a:moveTo>
                    <a:pt x="0" y="210"/>
                  </a:moveTo>
                  <a:lnTo>
                    <a:pt x="157" y="105"/>
                  </a:lnTo>
                  <a:lnTo>
                    <a:pt x="0" y="0"/>
                  </a:lnTo>
                </a:path>
              </a:pathLst>
            </a:custGeom>
            <a:noFill/>
            <a:ln w="20638"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7472" name="Rectangle 14"/>
            <p:cNvSpPr>
              <a:spLocks noChangeArrowheads="1"/>
            </p:cNvSpPr>
            <p:nvPr/>
          </p:nvSpPr>
          <p:spPr bwMode="auto">
            <a:xfrm>
              <a:off x="2849" y="2393"/>
              <a:ext cx="630" cy="944"/>
            </a:xfrm>
            <a:prstGeom prst="rect">
              <a:avLst/>
            </a:prstGeom>
            <a:noFill/>
            <a:ln w="20638"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7473" name="Rectangle 15"/>
            <p:cNvSpPr>
              <a:spLocks noChangeArrowheads="1"/>
            </p:cNvSpPr>
            <p:nvPr/>
          </p:nvSpPr>
          <p:spPr bwMode="auto">
            <a:xfrm>
              <a:off x="2894" y="2482"/>
              <a:ext cx="162" cy="269"/>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D</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47474" name="Rectangle 16"/>
            <p:cNvSpPr>
              <a:spLocks noChangeArrowheads="1"/>
            </p:cNvSpPr>
            <p:nvPr/>
          </p:nvSpPr>
          <p:spPr bwMode="auto">
            <a:xfrm>
              <a:off x="3281" y="2468"/>
              <a:ext cx="162" cy="269"/>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47475" name="Rectangle 17"/>
            <p:cNvSpPr>
              <a:spLocks noChangeArrowheads="1"/>
            </p:cNvSpPr>
            <p:nvPr/>
          </p:nvSpPr>
          <p:spPr bwMode="auto">
            <a:xfrm>
              <a:off x="3281" y="2967"/>
              <a:ext cx="162" cy="269"/>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47476" name="Oval 18"/>
            <p:cNvSpPr>
              <a:spLocks noChangeArrowheads="1"/>
            </p:cNvSpPr>
            <p:nvPr/>
          </p:nvSpPr>
          <p:spPr bwMode="auto">
            <a:xfrm>
              <a:off x="3479" y="3075"/>
              <a:ext cx="95" cy="104"/>
            </a:xfrm>
            <a:prstGeom prst="ellipse">
              <a:avLst/>
            </a:prstGeom>
            <a:solidFill>
              <a:srgbClr val="FFFFFF"/>
            </a:solidFill>
            <a:ln w="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7477" name="Oval 19"/>
            <p:cNvSpPr>
              <a:spLocks noChangeArrowheads="1"/>
            </p:cNvSpPr>
            <p:nvPr/>
          </p:nvSpPr>
          <p:spPr bwMode="auto">
            <a:xfrm>
              <a:off x="3479" y="3075"/>
              <a:ext cx="95" cy="104"/>
            </a:xfrm>
            <a:prstGeom prst="ellipse">
              <a:avLst/>
            </a:prstGeom>
            <a:noFill/>
            <a:ln w="20638"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7478" name="Rectangle 20"/>
            <p:cNvSpPr>
              <a:spLocks noChangeArrowheads="1"/>
            </p:cNvSpPr>
            <p:nvPr/>
          </p:nvSpPr>
          <p:spPr bwMode="auto">
            <a:xfrm>
              <a:off x="3032" y="2787"/>
              <a:ext cx="149" cy="269"/>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C</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47479" name="Freeform 21"/>
            <p:cNvSpPr>
              <a:spLocks/>
            </p:cNvSpPr>
            <p:nvPr/>
          </p:nvSpPr>
          <p:spPr bwMode="auto">
            <a:xfrm>
              <a:off x="2849" y="2813"/>
              <a:ext cx="157" cy="210"/>
            </a:xfrm>
            <a:custGeom>
              <a:avLst/>
              <a:gdLst>
                <a:gd name="T0" fmla="*/ 0 w 157"/>
                <a:gd name="T1" fmla="*/ 210 h 210"/>
                <a:gd name="T2" fmla="*/ 157 w 157"/>
                <a:gd name="T3" fmla="*/ 105 h 210"/>
                <a:gd name="T4" fmla="*/ 0 w 157"/>
                <a:gd name="T5" fmla="*/ 0 h 210"/>
                <a:gd name="T6" fmla="*/ 0 60000 65536"/>
                <a:gd name="T7" fmla="*/ 0 60000 65536"/>
                <a:gd name="T8" fmla="*/ 0 60000 65536"/>
                <a:gd name="T9" fmla="*/ 0 w 157"/>
                <a:gd name="T10" fmla="*/ 0 h 210"/>
                <a:gd name="T11" fmla="*/ 157 w 157"/>
                <a:gd name="T12" fmla="*/ 210 h 210"/>
              </a:gdLst>
              <a:ahLst/>
              <a:cxnLst>
                <a:cxn ang="T6">
                  <a:pos x="T0" y="T1"/>
                </a:cxn>
                <a:cxn ang="T7">
                  <a:pos x="T2" y="T3"/>
                </a:cxn>
                <a:cxn ang="T8">
                  <a:pos x="T4" y="T5"/>
                </a:cxn>
              </a:cxnLst>
              <a:rect l="T9" t="T10" r="T11" b="T12"/>
              <a:pathLst>
                <a:path w="157" h="210">
                  <a:moveTo>
                    <a:pt x="0" y="210"/>
                  </a:moveTo>
                  <a:lnTo>
                    <a:pt x="157" y="105"/>
                  </a:lnTo>
                  <a:lnTo>
                    <a:pt x="0" y="0"/>
                  </a:lnTo>
                </a:path>
              </a:pathLst>
            </a:custGeom>
            <a:noFill/>
            <a:ln w="20638"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7480" name="Rectangle 22"/>
            <p:cNvSpPr>
              <a:spLocks noChangeArrowheads="1"/>
            </p:cNvSpPr>
            <p:nvPr/>
          </p:nvSpPr>
          <p:spPr bwMode="auto">
            <a:xfrm>
              <a:off x="3899" y="2393"/>
              <a:ext cx="630" cy="944"/>
            </a:xfrm>
            <a:prstGeom prst="rect">
              <a:avLst/>
            </a:prstGeom>
            <a:noFill/>
            <a:ln w="20638"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7481" name="Rectangle 23"/>
            <p:cNvSpPr>
              <a:spLocks noChangeArrowheads="1"/>
            </p:cNvSpPr>
            <p:nvPr/>
          </p:nvSpPr>
          <p:spPr bwMode="auto">
            <a:xfrm>
              <a:off x="3946" y="2482"/>
              <a:ext cx="162" cy="269"/>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D</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47482" name="Rectangle 24"/>
            <p:cNvSpPr>
              <a:spLocks noChangeArrowheads="1"/>
            </p:cNvSpPr>
            <p:nvPr/>
          </p:nvSpPr>
          <p:spPr bwMode="auto">
            <a:xfrm>
              <a:off x="4320" y="2468"/>
              <a:ext cx="162" cy="269"/>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47483" name="Rectangle 25"/>
            <p:cNvSpPr>
              <a:spLocks noChangeArrowheads="1"/>
            </p:cNvSpPr>
            <p:nvPr/>
          </p:nvSpPr>
          <p:spPr bwMode="auto">
            <a:xfrm>
              <a:off x="4334" y="2967"/>
              <a:ext cx="162" cy="269"/>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47484" name="Oval 26"/>
            <p:cNvSpPr>
              <a:spLocks noChangeArrowheads="1"/>
            </p:cNvSpPr>
            <p:nvPr/>
          </p:nvSpPr>
          <p:spPr bwMode="auto">
            <a:xfrm>
              <a:off x="4529" y="3075"/>
              <a:ext cx="94" cy="104"/>
            </a:xfrm>
            <a:prstGeom prst="ellipse">
              <a:avLst/>
            </a:prstGeom>
            <a:solidFill>
              <a:srgbClr val="FFFFFF"/>
            </a:solidFill>
            <a:ln w="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7485" name="Oval 27"/>
            <p:cNvSpPr>
              <a:spLocks noChangeArrowheads="1"/>
            </p:cNvSpPr>
            <p:nvPr/>
          </p:nvSpPr>
          <p:spPr bwMode="auto">
            <a:xfrm>
              <a:off x="4529" y="3075"/>
              <a:ext cx="94" cy="104"/>
            </a:xfrm>
            <a:prstGeom prst="ellipse">
              <a:avLst/>
            </a:prstGeom>
            <a:noFill/>
            <a:ln w="20638"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7486" name="Rectangle 28"/>
            <p:cNvSpPr>
              <a:spLocks noChangeArrowheads="1"/>
            </p:cNvSpPr>
            <p:nvPr/>
          </p:nvSpPr>
          <p:spPr bwMode="auto">
            <a:xfrm>
              <a:off x="4084" y="2787"/>
              <a:ext cx="149" cy="269"/>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C</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47487" name="Freeform 29"/>
            <p:cNvSpPr>
              <a:spLocks/>
            </p:cNvSpPr>
            <p:nvPr/>
          </p:nvSpPr>
          <p:spPr bwMode="auto">
            <a:xfrm>
              <a:off x="3899" y="2813"/>
              <a:ext cx="158" cy="210"/>
            </a:xfrm>
            <a:custGeom>
              <a:avLst/>
              <a:gdLst>
                <a:gd name="T0" fmla="*/ 0 w 158"/>
                <a:gd name="T1" fmla="*/ 210 h 210"/>
                <a:gd name="T2" fmla="*/ 158 w 158"/>
                <a:gd name="T3" fmla="*/ 105 h 210"/>
                <a:gd name="T4" fmla="*/ 0 w 158"/>
                <a:gd name="T5" fmla="*/ 0 h 210"/>
                <a:gd name="T6" fmla="*/ 0 60000 65536"/>
                <a:gd name="T7" fmla="*/ 0 60000 65536"/>
                <a:gd name="T8" fmla="*/ 0 60000 65536"/>
                <a:gd name="T9" fmla="*/ 0 w 158"/>
                <a:gd name="T10" fmla="*/ 0 h 210"/>
                <a:gd name="T11" fmla="*/ 158 w 158"/>
                <a:gd name="T12" fmla="*/ 210 h 210"/>
              </a:gdLst>
              <a:ahLst/>
              <a:cxnLst>
                <a:cxn ang="T6">
                  <a:pos x="T0" y="T1"/>
                </a:cxn>
                <a:cxn ang="T7">
                  <a:pos x="T2" y="T3"/>
                </a:cxn>
                <a:cxn ang="T8">
                  <a:pos x="T4" y="T5"/>
                </a:cxn>
              </a:cxnLst>
              <a:rect l="T9" t="T10" r="T11" b="T12"/>
              <a:pathLst>
                <a:path w="158" h="210">
                  <a:moveTo>
                    <a:pt x="0" y="210"/>
                  </a:moveTo>
                  <a:lnTo>
                    <a:pt x="158" y="105"/>
                  </a:lnTo>
                  <a:lnTo>
                    <a:pt x="0" y="0"/>
                  </a:lnTo>
                </a:path>
              </a:pathLst>
            </a:custGeom>
            <a:noFill/>
            <a:ln w="20638"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7488" name="Line 30"/>
            <p:cNvSpPr>
              <a:spLocks noChangeShapeType="1"/>
            </p:cNvSpPr>
            <p:nvPr/>
          </p:nvSpPr>
          <p:spPr bwMode="auto">
            <a:xfrm>
              <a:off x="1522" y="2600"/>
              <a:ext cx="272" cy="0"/>
            </a:xfrm>
            <a:prstGeom prst="line">
              <a:avLst/>
            </a:prstGeom>
            <a:noFill/>
            <a:ln w="20638"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7489" name="Line 31"/>
            <p:cNvSpPr>
              <a:spLocks noChangeShapeType="1"/>
            </p:cNvSpPr>
            <p:nvPr/>
          </p:nvSpPr>
          <p:spPr bwMode="auto">
            <a:xfrm>
              <a:off x="2429" y="2604"/>
              <a:ext cx="420" cy="1"/>
            </a:xfrm>
            <a:prstGeom prst="line">
              <a:avLst/>
            </a:prstGeom>
            <a:noFill/>
            <a:ln w="20638"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7490" name="Line 32"/>
            <p:cNvSpPr>
              <a:spLocks noChangeShapeType="1"/>
            </p:cNvSpPr>
            <p:nvPr/>
          </p:nvSpPr>
          <p:spPr bwMode="auto">
            <a:xfrm>
              <a:off x="3479" y="2604"/>
              <a:ext cx="393" cy="1"/>
            </a:xfrm>
            <a:prstGeom prst="line">
              <a:avLst/>
            </a:prstGeom>
            <a:noFill/>
            <a:ln w="20638"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7491" name="Line 33"/>
            <p:cNvSpPr>
              <a:spLocks noChangeShapeType="1"/>
            </p:cNvSpPr>
            <p:nvPr/>
          </p:nvSpPr>
          <p:spPr bwMode="auto">
            <a:xfrm>
              <a:off x="4529" y="2604"/>
              <a:ext cx="158" cy="1"/>
            </a:xfrm>
            <a:prstGeom prst="line">
              <a:avLst/>
            </a:prstGeom>
            <a:noFill/>
            <a:ln w="20638"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7492" name="Freeform 34"/>
            <p:cNvSpPr>
              <a:spLocks/>
            </p:cNvSpPr>
            <p:nvPr/>
          </p:nvSpPr>
          <p:spPr bwMode="auto">
            <a:xfrm>
              <a:off x="2734" y="2918"/>
              <a:ext cx="115" cy="733"/>
            </a:xfrm>
            <a:custGeom>
              <a:avLst/>
              <a:gdLst>
                <a:gd name="T0" fmla="*/ 0 w 115"/>
                <a:gd name="T1" fmla="*/ 733 h 733"/>
                <a:gd name="T2" fmla="*/ 0 w 115"/>
                <a:gd name="T3" fmla="*/ 0 h 733"/>
                <a:gd name="T4" fmla="*/ 115 w 115"/>
                <a:gd name="T5" fmla="*/ 0 h 733"/>
                <a:gd name="T6" fmla="*/ 0 60000 65536"/>
                <a:gd name="T7" fmla="*/ 0 60000 65536"/>
                <a:gd name="T8" fmla="*/ 0 60000 65536"/>
                <a:gd name="T9" fmla="*/ 0 w 115"/>
                <a:gd name="T10" fmla="*/ 0 h 733"/>
                <a:gd name="T11" fmla="*/ 115 w 115"/>
                <a:gd name="T12" fmla="*/ 733 h 733"/>
              </a:gdLst>
              <a:ahLst/>
              <a:cxnLst>
                <a:cxn ang="T6">
                  <a:pos x="T0" y="T1"/>
                </a:cxn>
                <a:cxn ang="T7">
                  <a:pos x="T2" y="T3"/>
                </a:cxn>
                <a:cxn ang="T8">
                  <a:pos x="T4" y="T5"/>
                </a:cxn>
              </a:cxnLst>
              <a:rect l="T9" t="T10" r="T11" b="T12"/>
              <a:pathLst>
                <a:path w="115" h="733">
                  <a:moveTo>
                    <a:pt x="0" y="733"/>
                  </a:moveTo>
                  <a:lnTo>
                    <a:pt x="0" y="0"/>
                  </a:lnTo>
                  <a:lnTo>
                    <a:pt x="115" y="0"/>
                  </a:lnTo>
                </a:path>
              </a:pathLst>
            </a:custGeom>
            <a:noFill/>
            <a:ln w="20638"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7493" name="Freeform 35"/>
            <p:cNvSpPr>
              <a:spLocks/>
            </p:cNvSpPr>
            <p:nvPr/>
          </p:nvSpPr>
          <p:spPr bwMode="auto">
            <a:xfrm>
              <a:off x="2689" y="3606"/>
              <a:ext cx="90" cy="90"/>
            </a:xfrm>
            <a:custGeom>
              <a:avLst/>
              <a:gdLst>
                <a:gd name="T0" fmla="*/ 52 w 104"/>
                <a:gd name="T1" fmla="*/ 0 h 104"/>
                <a:gd name="T2" fmla="*/ 0 w 104"/>
                <a:gd name="T3" fmla="*/ 52 h 104"/>
                <a:gd name="T4" fmla="*/ 52 w 104"/>
                <a:gd name="T5" fmla="*/ 104 h 104"/>
                <a:gd name="T6" fmla="*/ 52 w 104"/>
                <a:gd name="T7" fmla="*/ 104 h 104"/>
                <a:gd name="T8" fmla="*/ 104 w 104"/>
                <a:gd name="T9" fmla="*/ 52 h 104"/>
                <a:gd name="T10" fmla="*/ 52 w 104"/>
                <a:gd name="T11" fmla="*/ 0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52" y="0"/>
                  </a:moveTo>
                  <a:cubicBezTo>
                    <a:pt x="23" y="0"/>
                    <a:pt x="0" y="24"/>
                    <a:pt x="0" y="52"/>
                  </a:cubicBezTo>
                  <a:cubicBezTo>
                    <a:pt x="0" y="81"/>
                    <a:pt x="23" y="104"/>
                    <a:pt x="52" y="104"/>
                  </a:cubicBezTo>
                  <a:cubicBezTo>
                    <a:pt x="52" y="104"/>
                    <a:pt x="52" y="104"/>
                    <a:pt x="52" y="104"/>
                  </a:cubicBezTo>
                  <a:cubicBezTo>
                    <a:pt x="80" y="104"/>
                    <a:pt x="104" y="81"/>
                    <a:pt x="104" y="52"/>
                  </a:cubicBezTo>
                  <a:cubicBezTo>
                    <a:pt x="104" y="24"/>
                    <a:pt x="80" y="0"/>
                    <a:pt x="52" y="0"/>
                  </a:cubicBezTo>
                </a:path>
              </a:pathLst>
            </a:custGeom>
            <a:solidFill>
              <a:srgbClr val="000000"/>
            </a:solidFill>
            <a:ln w="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7494" name="Freeform 36"/>
            <p:cNvSpPr>
              <a:spLocks/>
            </p:cNvSpPr>
            <p:nvPr/>
          </p:nvSpPr>
          <p:spPr bwMode="auto">
            <a:xfrm>
              <a:off x="1683" y="2918"/>
              <a:ext cx="116" cy="733"/>
            </a:xfrm>
            <a:custGeom>
              <a:avLst/>
              <a:gdLst>
                <a:gd name="T0" fmla="*/ 0 w 116"/>
                <a:gd name="T1" fmla="*/ 733 h 733"/>
                <a:gd name="T2" fmla="*/ 0 w 116"/>
                <a:gd name="T3" fmla="*/ 0 h 733"/>
                <a:gd name="T4" fmla="*/ 116 w 116"/>
                <a:gd name="T5" fmla="*/ 0 h 733"/>
                <a:gd name="T6" fmla="*/ 0 60000 65536"/>
                <a:gd name="T7" fmla="*/ 0 60000 65536"/>
                <a:gd name="T8" fmla="*/ 0 60000 65536"/>
                <a:gd name="T9" fmla="*/ 0 w 116"/>
                <a:gd name="T10" fmla="*/ 0 h 733"/>
                <a:gd name="T11" fmla="*/ 116 w 116"/>
                <a:gd name="T12" fmla="*/ 733 h 733"/>
              </a:gdLst>
              <a:ahLst/>
              <a:cxnLst>
                <a:cxn ang="T6">
                  <a:pos x="T0" y="T1"/>
                </a:cxn>
                <a:cxn ang="T7">
                  <a:pos x="T2" y="T3"/>
                </a:cxn>
                <a:cxn ang="T8">
                  <a:pos x="T4" y="T5"/>
                </a:cxn>
              </a:cxnLst>
              <a:rect l="T9" t="T10" r="T11" b="T12"/>
              <a:pathLst>
                <a:path w="116" h="733">
                  <a:moveTo>
                    <a:pt x="0" y="733"/>
                  </a:moveTo>
                  <a:lnTo>
                    <a:pt x="0" y="0"/>
                  </a:lnTo>
                  <a:lnTo>
                    <a:pt x="116" y="0"/>
                  </a:lnTo>
                </a:path>
              </a:pathLst>
            </a:custGeom>
            <a:noFill/>
            <a:ln w="20638"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7495" name="Freeform 37"/>
            <p:cNvSpPr>
              <a:spLocks/>
            </p:cNvSpPr>
            <p:nvPr/>
          </p:nvSpPr>
          <p:spPr bwMode="auto">
            <a:xfrm>
              <a:off x="1638" y="3606"/>
              <a:ext cx="90" cy="90"/>
            </a:xfrm>
            <a:custGeom>
              <a:avLst/>
              <a:gdLst>
                <a:gd name="T0" fmla="*/ 52 w 104"/>
                <a:gd name="T1" fmla="*/ 0 h 104"/>
                <a:gd name="T2" fmla="*/ 0 w 104"/>
                <a:gd name="T3" fmla="*/ 52 h 104"/>
                <a:gd name="T4" fmla="*/ 52 w 104"/>
                <a:gd name="T5" fmla="*/ 104 h 104"/>
                <a:gd name="T6" fmla="*/ 52 w 104"/>
                <a:gd name="T7" fmla="*/ 104 h 104"/>
                <a:gd name="T8" fmla="*/ 104 w 104"/>
                <a:gd name="T9" fmla="*/ 52 h 104"/>
                <a:gd name="T10" fmla="*/ 52 w 104"/>
                <a:gd name="T11" fmla="*/ 0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52" y="0"/>
                  </a:moveTo>
                  <a:cubicBezTo>
                    <a:pt x="23" y="0"/>
                    <a:pt x="0" y="24"/>
                    <a:pt x="0" y="52"/>
                  </a:cubicBezTo>
                  <a:cubicBezTo>
                    <a:pt x="0" y="81"/>
                    <a:pt x="23" y="104"/>
                    <a:pt x="52" y="104"/>
                  </a:cubicBezTo>
                  <a:cubicBezTo>
                    <a:pt x="52" y="104"/>
                    <a:pt x="52" y="104"/>
                    <a:pt x="52" y="104"/>
                  </a:cubicBezTo>
                  <a:cubicBezTo>
                    <a:pt x="81" y="104"/>
                    <a:pt x="104" y="81"/>
                    <a:pt x="104" y="52"/>
                  </a:cubicBezTo>
                  <a:cubicBezTo>
                    <a:pt x="104" y="24"/>
                    <a:pt x="81" y="0"/>
                    <a:pt x="52" y="0"/>
                  </a:cubicBezTo>
                </a:path>
              </a:pathLst>
            </a:custGeom>
            <a:solidFill>
              <a:srgbClr val="000000"/>
            </a:solidFill>
            <a:ln w="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7496" name="Rectangle 38"/>
            <p:cNvSpPr>
              <a:spLocks noChangeArrowheads="1"/>
            </p:cNvSpPr>
            <p:nvPr/>
          </p:nvSpPr>
          <p:spPr bwMode="auto">
            <a:xfrm>
              <a:off x="567" y="3329"/>
              <a:ext cx="547" cy="269"/>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Count</a:t>
              </a:r>
              <a:endParaRPr kumimoji="0" lang="en-US" altLang="zh-CN" sz="2800" b="0" i="0" u="none" strike="noStrike" kern="1200" cap="none" spc="0" normalizeH="0" baseline="0" noProof="0" dirty="0">
                <a:ln>
                  <a:noFill/>
                </a:ln>
                <a:solidFill>
                  <a:srgbClr val="000000"/>
                </a:solidFill>
                <a:effectLst/>
                <a:uLnTx/>
                <a:uFillTx/>
                <a:latin typeface="Arial" charset="0"/>
                <a:ea typeface="宋体" pitchFamily="2" charset="-122"/>
                <a:cs typeface="+mn-cs"/>
              </a:endParaRPr>
            </a:p>
          </p:txBody>
        </p:sp>
        <p:sp>
          <p:nvSpPr>
            <p:cNvPr id="147497" name="Rectangle 39"/>
            <p:cNvSpPr>
              <a:spLocks noChangeArrowheads="1"/>
            </p:cNvSpPr>
            <p:nvPr/>
          </p:nvSpPr>
          <p:spPr bwMode="auto">
            <a:xfrm>
              <a:off x="570" y="3643"/>
              <a:ext cx="559" cy="269"/>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pulses</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47498" name="Freeform 40"/>
            <p:cNvSpPr>
              <a:spLocks/>
            </p:cNvSpPr>
            <p:nvPr/>
          </p:nvSpPr>
          <p:spPr bwMode="auto">
            <a:xfrm>
              <a:off x="1522" y="2024"/>
              <a:ext cx="3390" cy="1102"/>
            </a:xfrm>
            <a:custGeom>
              <a:avLst/>
              <a:gdLst>
                <a:gd name="T0" fmla="*/ 4437 w 4437"/>
                <a:gd name="T1" fmla="*/ 1102 h 1102"/>
                <a:gd name="T2" fmla="*/ 4437 w 4437"/>
                <a:gd name="T3" fmla="*/ 0 h 1102"/>
                <a:gd name="T4" fmla="*/ 0 w 4437"/>
                <a:gd name="T5" fmla="*/ 0 h 1102"/>
                <a:gd name="T6" fmla="*/ 0 w 4437"/>
                <a:gd name="T7" fmla="*/ 607 h 1102"/>
                <a:gd name="T8" fmla="*/ 0 60000 65536"/>
                <a:gd name="T9" fmla="*/ 0 60000 65536"/>
                <a:gd name="T10" fmla="*/ 0 60000 65536"/>
                <a:gd name="T11" fmla="*/ 0 60000 65536"/>
                <a:gd name="T12" fmla="*/ 0 w 4437"/>
                <a:gd name="T13" fmla="*/ 0 h 1102"/>
                <a:gd name="T14" fmla="*/ 4437 w 4437"/>
                <a:gd name="T15" fmla="*/ 1102 h 1102"/>
              </a:gdLst>
              <a:ahLst/>
              <a:cxnLst>
                <a:cxn ang="T8">
                  <a:pos x="T0" y="T1"/>
                </a:cxn>
                <a:cxn ang="T9">
                  <a:pos x="T2" y="T3"/>
                </a:cxn>
                <a:cxn ang="T10">
                  <a:pos x="T4" y="T5"/>
                </a:cxn>
                <a:cxn ang="T11">
                  <a:pos x="T6" y="T7"/>
                </a:cxn>
              </a:cxnLst>
              <a:rect l="T12" t="T13" r="T14" b="T15"/>
              <a:pathLst>
                <a:path w="4437" h="1102">
                  <a:moveTo>
                    <a:pt x="4437" y="1102"/>
                  </a:moveTo>
                  <a:lnTo>
                    <a:pt x="4437" y="0"/>
                  </a:lnTo>
                  <a:lnTo>
                    <a:pt x="0" y="0"/>
                  </a:lnTo>
                  <a:lnTo>
                    <a:pt x="0" y="607"/>
                  </a:lnTo>
                </a:path>
              </a:pathLst>
            </a:custGeom>
            <a:noFill/>
            <a:ln w="20638"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7499" name="Line 41"/>
            <p:cNvSpPr>
              <a:spLocks noChangeShapeType="1"/>
            </p:cNvSpPr>
            <p:nvPr/>
          </p:nvSpPr>
          <p:spPr bwMode="auto">
            <a:xfrm flipV="1">
              <a:off x="2575" y="2182"/>
              <a:ext cx="1" cy="422"/>
            </a:xfrm>
            <a:prstGeom prst="line">
              <a:avLst/>
            </a:prstGeom>
            <a:noFill/>
            <a:ln w="20638"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7500" name="Freeform 42"/>
            <p:cNvSpPr>
              <a:spLocks/>
            </p:cNvSpPr>
            <p:nvPr/>
          </p:nvSpPr>
          <p:spPr bwMode="auto">
            <a:xfrm>
              <a:off x="2530" y="2559"/>
              <a:ext cx="90" cy="90"/>
            </a:xfrm>
            <a:custGeom>
              <a:avLst/>
              <a:gdLst>
                <a:gd name="T0" fmla="*/ 52 w 104"/>
                <a:gd name="T1" fmla="*/ 0 h 104"/>
                <a:gd name="T2" fmla="*/ 0 w 104"/>
                <a:gd name="T3" fmla="*/ 52 h 104"/>
                <a:gd name="T4" fmla="*/ 52 w 104"/>
                <a:gd name="T5" fmla="*/ 104 h 104"/>
                <a:gd name="T6" fmla="*/ 52 w 104"/>
                <a:gd name="T7" fmla="*/ 104 h 104"/>
                <a:gd name="T8" fmla="*/ 104 w 104"/>
                <a:gd name="T9" fmla="*/ 52 h 104"/>
                <a:gd name="T10" fmla="*/ 52 w 104"/>
                <a:gd name="T11" fmla="*/ 0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52" y="0"/>
                  </a:moveTo>
                  <a:cubicBezTo>
                    <a:pt x="24" y="0"/>
                    <a:pt x="0" y="23"/>
                    <a:pt x="0" y="52"/>
                  </a:cubicBezTo>
                  <a:cubicBezTo>
                    <a:pt x="0" y="80"/>
                    <a:pt x="24" y="104"/>
                    <a:pt x="52" y="104"/>
                  </a:cubicBezTo>
                  <a:cubicBezTo>
                    <a:pt x="52" y="104"/>
                    <a:pt x="52" y="104"/>
                    <a:pt x="52" y="104"/>
                  </a:cubicBezTo>
                  <a:cubicBezTo>
                    <a:pt x="81" y="104"/>
                    <a:pt x="104" y="80"/>
                    <a:pt x="104" y="52"/>
                  </a:cubicBezTo>
                  <a:cubicBezTo>
                    <a:pt x="104" y="23"/>
                    <a:pt x="81" y="0"/>
                    <a:pt x="52" y="0"/>
                  </a:cubicBezTo>
                </a:path>
              </a:pathLst>
            </a:custGeom>
            <a:solidFill>
              <a:srgbClr val="000000"/>
            </a:solidFill>
            <a:ln w="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7501" name="Line 43"/>
            <p:cNvSpPr>
              <a:spLocks noChangeShapeType="1"/>
            </p:cNvSpPr>
            <p:nvPr/>
          </p:nvSpPr>
          <p:spPr bwMode="auto">
            <a:xfrm flipV="1">
              <a:off x="3626" y="2182"/>
              <a:ext cx="1" cy="422"/>
            </a:xfrm>
            <a:prstGeom prst="line">
              <a:avLst/>
            </a:prstGeom>
            <a:noFill/>
            <a:ln w="20638"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7502" name="Freeform 44"/>
            <p:cNvSpPr>
              <a:spLocks/>
            </p:cNvSpPr>
            <p:nvPr/>
          </p:nvSpPr>
          <p:spPr bwMode="auto">
            <a:xfrm>
              <a:off x="3581" y="2559"/>
              <a:ext cx="90" cy="90"/>
            </a:xfrm>
            <a:custGeom>
              <a:avLst/>
              <a:gdLst>
                <a:gd name="T0" fmla="*/ 52 w 104"/>
                <a:gd name="T1" fmla="*/ 0 h 104"/>
                <a:gd name="T2" fmla="*/ 0 w 104"/>
                <a:gd name="T3" fmla="*/ 52 h 104"/>
                <a:gd name="T4" fmla="*/ 52 w 104"/>
                <a:gd name="T5" fmla="*/ 104 h 104"/>
                <a:gd name="T6" fmla="*/ 52 w 104"/>
                <a:gd name="T7" fmla="*/ 104 h 104"/>
                <a:gd name="T8" fmla="*/ 104 w 104"/>
                <a:gd name="T9" fmla="*/ 52 h 104"/>
                <a:gd name="T10" fmla="*/ 52 w 104"/>
                <a:gd name="T11" fmla="*/ 0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52" y="0"/>
                  </a:moveTo>
                  <a:cubicBezTo>
                    <a:pt x="23" y="0"/>
                    <a:pt x="0" y="23"/>
                    <a:pt x="0" y="52"/>
                  </a:cubicBezTo>
                  <a:cubicBezTo>
                    <a:pt x="0" y="80"/>
                    <a:pt x="23" y="104"/>
                    <a:pt x="52" y="104"/>
                  </a:cubicBezTo>
                  <a:cubicBezTo>
                    <a:pt x="52" y="104"/>
                    <a:pt x="52" y="104"/>
                    <a:pt x="52" y="104"/>
                  </a:cubicBezTo>
                  <a:cubicBezTo>
                    <a:pt x="81" y="104"/>
                    <a:pt x="104" y="80"/>
                    <a:pt x="104" y="52"/>
                  </a:cubicBezTo>
                  <a:cubicBezTo>
                    <a:pt x="104" y="23"/>
                    <a:pt x="81" y="0"/>
                    <a:pt x="52" y="0"/>
                  </a:cubicBezTo>
                </a:path>
              </a:pathLst>
            </a:custGeom>
            <a:solidFill>
              <a:srgbClr val="000000"/>
            </a:solidFill>
            <a:ln w="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7503" name="Rectangle 45"/>
            <p:cNvSpPr>
              <a:spLocks noChangeArrowheads="1"/>
            </p:cNvSpPr>
            <p:nvPr/>
          </p:nvSpPr>
          <p:spPr bwMode="auto">
            <a:xfrm>
              <a:off x="3337" y="2108"/>
              <a:ext cx="162" cy="269"/>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47504" name="Rectangle 46"/>
            <p:cNvSpPr>
              <a:spLocks noChangeArrowheads="1"/>
            </p:cNvSpPr>
            <p:nvPr/>
          </p:nvSpPr>
          <p:spPr bwMode="auto">
            <a:xfrm>
              <a:off x="3503" y="2233"/>
              <a:ext cx="76" cy="182"/>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900" b="0"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1</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47505" name="Rectangle 47"/>
            <p:cNvSpPr>
              <a:spLocks noChangeArrowheads="1"/>
            </p:cNvSpPr>
            <p:nvPr/>
          </p:nvSpPr>
          <p:spPr bwMode="auto">
            <a:xfrm>
              <a:off x="2298" y="2108"/>
              <a:ext cx="162" cy="269"/>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47506" name="Rectangle 48"/>
            <p:cNvSpPr>
              <a:spLocks noChangeArrowheads="1"/>
            </p:cNvSpPr>
            <p:nvPr/>
          </p:nvSpPr>
          <p:spPr bwMode="auto">
            <a:xfrm>
              <a:off x="2451" y="2233"/>
              <a:ext cx="76" cy="182"/>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900" b="0"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0</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47507" name="Rectangle 49"/>
            <p:cNvSpPr>
              <a:spLocks noChangeArrowheads="1"/>
            </p:cNvSpPr>
            <p:nvPr/>
          </p:nvSpPr>
          <p:spPr bwMode="auto">
            <a:xfrm>
              <a:off x="4389" y="2108"/>
              <a:ext cx="162" cy="269"/>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47508" name="Rectangle 50"/>
            <p:cNvSpPr>
              <a:spLocks noChangeArrowheads="1"/>
            </p:cNvSpPr>
            <p:nvPr/>
          </p:nvSpPr>
          <p:spPr bwMode="auto">
            <a:xfrm>
              <a:off x="4541" y="2233"/>
              <a:ext cx="76" cy="182"/>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900" b="0"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2</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47509" name="Line 51"/>
            <p:cNvSpPr>
              <a:spLocks noChangeShapeType="1"/>
            </p:cNvSpPr>
            <p:nvPr/>
          </p:nvSpPr>
          <p:spPr bwMode="auto">
            <a:xfrm>
              <a:off x="4649" y="3126"/>
              <a:ext cx="263" cy="1"/>
            </a:xfrm>
            <a:prstGeom prst="line">
              <a:avLst/>
            </a:prstGeom>
            <a:noFill/>
            <a:ln w="20638"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7510" name="Line 52"/>
            <p:cNvSpPr>
              <a:spLocks noChangeShapeType="1"/>
            </p:cNvSpPr>
            <p:nvPr/>
          </p:nvSpPr>
          <p:spPr bwMode="auto">
            <a:xfrm flipV="1">
              <a:off x="4687" y="2182"/>
              <a:ext cx="1" cy="422"/>
            </a:xfrm>
            <a:prstGeom prst="line">
              <a:avLst/>
            </a:prstGeom>
            <a:noFill/>
            <a:ln w="20638"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7511" name="Freeform 53"/>
            <p:cNvSpPr>
              <a:spLocks/>
            </p:cNvSpPr>
            <p:nvPr/>
          </p:nvSpPr>
          <p:spPr bwMode="auto">
            <a:xfrm>
              <a:off x="3745" y="2917"/>
              <a:ext cx="115" cy="733"/>
            </a:xfrm>
            <a:custGeom>
              <a:avLst/>
              <a:gdLst>
                <a:gd name="T0" fmla="*/ 0 w 115"/>
                <a:gd name="T1" fmla="*/ 733 h 733"/>
                <a:gd name="T2" fmla="*/ 0 w 115"/>
                <a:gd name="T3" fmla="*/ 0 h 733"/>
                <a:gd name="T4" fmla="*/ 115 w 115"/>
                <a:gd name="T5" fmla="*/ 0 h 733"/>
                <a:gd name="T6" fmla="*/ 0 60000 65536"/>
                <a:gd name="T7" fmla="*/ 0 60000 65536"/>
                <a:gd name="T8" fmla="*/ 0 60000 65536"/>
                <a:gd name="T9" fmla="*/ 0 w 115"/>
                <a:gd name="T10" fmla="*/ 0 h 733"/>
                <a:gd name="T11" fmla="*/ 115 w 115"/>
                <a:gd name="T12" fmla="*/ 733 h 733"/>
              </a:gdLst>
              <a:ahLst/>
              <a:cxnLst>
                <a:cxn ang="T6">
                  <a:pos x="T0" y="T1"/>
                </a:cxn>
                <a:cxn ang="T7">
                  <a:pos x="T2" y="T3"/>
                </a:cxn>
                <a:cxn ang="T8">
                  <a:pos x="T4" y="T5"/>
                </a:cxn>
              </a:cxnLst>
              <a:rect l="T9" t="T10" r="T11" b="T12"/>
              <a:pathLst>
                <a:path w="115" h="733">
                  <a:moveTo>
                    <a:pt x="0" y="733"/>
                  </a:moveTo>
                  <a:lnTo>
                    <a:pt x="0" y="0"/>
                  </a:lnTo>
                  <a:lnTo>
                    <a:pt x="115" y="0"/>
                  </a:lnTo>
                </a:path>
              </a:pathLst>
            </a:custGeom>
            <a:noFill/>
            <a:ln w="20638"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7512" name="Line 54"/>
            <p:cNvSpPr>
              <a:spLocks noChangeShapeType="1"/>
            </p:cNvSpPr>
            <p:nvPr/>
          </p:nvSpPr>
          <p:spPr bwMode="auto">
            <a:xfrm flipH="1">
              <a:off x="796" y="3643"/>
              <a:ext cx="2949" cy="0"/>
            </a:xfrm>
            <a:prstGeom prst="line">
              <a:avLst/>
            </a:prstGeom>
            <a:noFill/>
            <a:ln w="9525">
              <a:solidFill>
                <a:schemeClr val="tx1"/>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grpSp>
      <p:sp>
        <p:nvSpPr>
          <p:cNvPr id="58" name="AutoShape 55">
            <a:extLst>
              <a:ext uri="{FF2B5EF4-FFF2-40B4-BE49-F238E27FC236}">
                <a16:creationId xmlns:a16="http://schemas.microsoft.com/office/drawing/2014/main" id="{ED21B0F6-AA1E-41C2-A4F8-2AA2CDC4AFBE}"/>
              </a:ext>
            </a:extLst>
          </p:cNvPr>
          <p:cNvSpPr>
            <a:spLocks noChangeArrowheads="1"/>
          </p:cNvSpPr>
          <p:nvPr/>
        </p:nvSpPr>
        <p:spPr bwMode="auto">
          <a:xfrm>
            <a:off x="6372225" y="5516563"/>
            <a:ext cx="1439863" cy="1081087"/>
          </a:xfrm>
          <a:prstGeom prst="cloudCallout">
            <a:avLst>
              <a:gd name="adj1" fmla="val -146583"/>
              <a:gd name="adj2" fmla="val -88324"/>
            </a:avLst>
          </a:prstGeom>
          <a:solidFill>
            <a:srgbClr val="99CCFF"/>
          </a:solidFill>
          <a:ln w="9525">
            <a:solidFill>
              <a:srgbClr val="000000"/>
            </a:solidFill>
            <a:round/>
            <a:headEnd/>
            <a:tailEn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solidFill>
                  <a:srgbClr val="000000"/>
                </a:solidFill>
                <a:effectLst/>
                <a:uLnTx/>
                <a:uFillTx/>
                <a:latin typeface="Times New Roman" pitchFamily="18" charset="0"/>
              </a:rPr>
              <a:t>JK?</a:t>
            </a:r>
          </a:p>
        </p:txBody>
      </p:sp>
      <p:sp>
        <p:nvSpPr>
          <p:cNvPr id="3" name="Title 4">
            <a:extLst>
              <a:ext uri="{FF2B5EF4-FFF2-40B4-BE49-F238E27FC236}">
                <a16:creationId xmlns:a16="http://schemas.microsoft.com/office/drawing/2014/main" id="{A82F8C39-17EF-EBF5-95EB-2E22318CDB49}"/>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sz="4000" dirty="0"/>
              <a:t>例</a:t>
            </a:r>
            <a:r>
              <a:rPr lang="en-US" altLang="zh-CN" sz="4000" dirty="0"/>
              <a:t>5:</a:t>
            </a:r>
            <a:r>
              <a:rPr lang="zh-CN" altLang="en-US" sz="4000" dirty="0"/>
              <a:t>模六扭环形计数器</a:t>
            </a:r>
            <a:endParaRPr lang="en-CN" altLang="zh-CN" sz="4000" dirty="0">
              <a:solidFill>
                <a:srgbClr val="0000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6003247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4" name="灯片编号占位符 5"/>
          <p:cNvSpPr>
            <a:spLocks noGrp="1"/>
          </p:cNvSpPr>
          <p:nvPr>
            <p:ph type="sldNum" sz="quarter" idx="12"/>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61303C8-D4AC-46B2-A90F-287F414A2807}" type="slidenum">
              <a:rPr kumimoji="0" lang="en-US" altLang="zh-CN" sz="1200" b="0" i="0" u="none" strike="noStrike" kern="1200" cap="none" spc="0" normalizeH="0" baseline="0" noProof="0" smtClean="0">
                <a:ln>
                  <a:noFill/>
                </a:ln>
                <a:solidFill>
                  <a:srgbClr val="000000"/>
                </a:solidFill>
                <a:effectLst/>
                <a:uLnTx/>
                <a:uFillTx/>
                <a:latin typeface="Arial Black" pitchFamily="34" charset="0"/>
                <a:ea typeface="宋体"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132</a:t>
            </a:fld>
            <a:endParaRPr kumimoji="0" lang="en-US" altLang="zh-CN" sz="1200" b="0" i="0" u="none" strike="noStrike" kern="1200" cap="none" spc="0" normalizeH="0" baseline="0" noProof="0" dirty="0">
              <a:ln>
                <a:noFill/>
              </a:ln>
              <a:solidFill>
                <a:srgbClr val="000000"/>
              </a:solidFill>
              <a:effectLst/>
              <a:uLnTx/>
              <a:uFillTx/>
              <a:latin typeface="Arial Black" pitchFamily="34" charset="0"/>
              <a:ea typeface="宋体" charset="-122"/>
              <a:cs typeface="+mn-cs"/>
            </a:endParaRPr>
          </a:p>
        </p:txBody>
      </p:sp>
      <p:sp>
        <p:nvSpPr>
          <p:cNvPr id="48136" name="Rectangle 3"/>
          <p:cNvSpPr>
            <a:spLocks noChangeArrowheads="1"/>
          </p:cNvSpPr>
          <p:nvPr/>
        </p:nvSpPr>
        <p:spPr bwMode="auto">
          <a:xfrm>
            <a:off x="0" y="2781300"/>
            <a:ext cx="9144000" cy="0"/>
          </a:xfrm>
          <a:prstGeom prst="rect">
            <a:avLst/>
          </a:prstGeom>
          <a:noFill/>
          <a:ln w="9525">
            <a:noFill/>
            <a:miter lim="800000"/>
            <a:headEnd/>
            <a:tailEnd/>
          </a:ln>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graphicFrame>
        <p:nvGraphicFramePr>
          <p:cNvPr id="779268" name="Object 4"/>
          <p:cNvGraphicFramePr>
            <a:graphicFrameLocks noChangeAspect="1"/>
          </p:cNvGraphicFramePr>
          <p:nvPr>
            <p:extLst>
              <p:ext uri="{D42A27DB-BD31-4B8C-83A1-F6EECF244321}">
                <p14:modId xmlns:p14="http://schemas.microsoft.com/office/powerpoint/2010/main" val="360183341"/>
              </p:ext>
            </p:extLst>
          </p:nvPr>
        </p:nvGraphicFramePr>
        <p:xfrm>
          <a:off x="274637" y="1420814"/>
          <a:ext cx="4651375" cy="560387"/>
        </p:xfrm>
        <a:graphic>
          <a:graphicData uri="http://schemas.openxmlformats.org/presentationml/2006/ole">
            <mc:AlternateContent xmlns:mc="http://schemas.openxmlformats.org/markup-compatibility/2006">
              <mc:Choice xmlns:v="urn:schemas-microsoft-com:vml" Requires="v">
                <p:oleObj name="Equation" r:id="rId2" imgW="1688760" imgH="203040" progId="">
                  <p:embed/>
                </p:oleObj>
              </mc:Choice>
              <mc:Fallback>
                <p:oleObj name="Equation" r:id="rId2" imgW="1688760" imgH="203040" progId="">
                  <p:embed/>
                  <p:pic>
                    <p:nvPicPr>
                      <p:cNvPr id="779268"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637" y="1420814"/>
                        <a:ext cx="4651375" cy="560387"/>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779269" name="Object 5"/>
          <p:cNvGraphicFramePr>
            <a:graphicFrameLocks noChangeAspect="1"/>
          </p:cNvGraphicFramePr>
          <p:nvPr>
            <p:extLst>
              <p:ext uri="{D42A27DB-BD31-4B8C-83A1-F6EECF244321}">
                <p14:modId xmlns:p14="http://schemas.microsoft.com/office/powerpoint/2010/main" val="3036021389"/>
              </p:ext>
            </p:extLst>
          </p:nvPr>
        </p:nvGraphicFramePr>
        <p:xfrm>
          <a:off x="274637" y="1871664"/>
          <a:ext cx="2236787" cy="566737"/>
        </p:xfrm>
        <a:graphic>
          <a:graphicData uri="http://schemas.openxmlformats.org/presentationml/2006/ole">
            <mc:AlternateContent xmlns:mc="http://schemas.openxmlformats.org/markup-compatibility/2006">
              <mc:Choice xmlns:v="urn:schemas-microsoft-com:vml" Requires="v">
                <p:oleObj name="Equation" r:id="rId4" imgW="799920" imgH="203040" progId="">
                  <p:embed/>
                </p:oleObj>
              </mc:Choice>
              <mc:Fallback>
                <p:oleObj name="Equation" r:id="rId4" imgW="799920" imgH="203040" progId="">
                  <p:embed/>
                  <p:pic>
                    <p:nvPicPr>
                      <p:cNvPr id="779269"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4637" y="1871664"/>
                        <a:ext cx="2236787" cy="566737"/>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779270" name="Object 6"/>
          <p:cNvGraphicFramePr>
            <a:graphicFrameLocks noChangeAspect="1"/>
          </p:cNvGraphicFramePr>
          <p:nvPr>
            <p:extLst>
              <p:ext uri="{D42A27DB-BD31-4B8C-83A1-F6EECF244321}">
                <p14:modId xmlns:p14="http://schemas.microsoft.com/office/powerpoint/2010/main" val="2710085490"/>
              </p:ext>
            </p:extLst>
          </p:nvPr>
        </p:nvGraphicFramePr>
        <p:xfrm>
          <a:off x="274637" y="2363789"/>
          <a:ext cx="2095500" cy="531812"/>
        </p:xfrm>
        <a:graphic>
          <a:graphicData uri="http://schemas.openxmlformats.org/presentationml/2006/ole">
            <mc:AlternateContent xmlns:mc="http://schemas.openxmlformats.org/markup-compatibility/2006">
              <mc:Choice xmlns:v="urn:schemas-microsoft-com:vml" Requires="v">
                <p:oleObj name="Equation" r:id="rId6" imgW="749160" imgH="190440" progId="">
                  <p:embed/>
                </p:oleObj>
              </mc:Choice>
              <mc:Fallback>
                <p:oleObj name="Equation" r:id="rId6" imgW="749160" imgH="190440" progId="">
                  <p:embed/>
                  <p:pic>
                    <p:nvPicPr>
                      <p:cNvPr id="77927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4637" y="2363789"/>
                        <a:ext cx="2095500" cy="531812"/>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779333" name="Object 69"/>
          <p:cNvGraphicFramePr>
            <a:graphicFrameLocks noChangeAspect="1"/>
          </p:cNvGraphicFramePr>
          <p:nvPr>
            <p:extLst>
              <p:ext uri="{D42A27DB-BD31-4B8C-83A1-F6EECF244321}">
                <p14:modId xmlns:p14="http://schemas.microsoft.com/office/powerpoint/2010/main" val="3710648906"/>
              </p:ext>
            </p:extLst>
          </p:nvPr>
        </p:nvGraphicFramePr>
        <p:xfrm>
          <a:off x="4906963" y="1366838"/>
          <a:ext cx="4121150" cy="1770062"/>
        </p:xfrm>
        <a:graphic>
          <a:graphicData uri="http://schemas.openxmlformats.org/presentationml/2006/ole">
            <mc:AlternateContent xmlns:mc="http://schemas.openxmlformats.org/markup-compatibility/2006">
              <mc:Choice xmlns:v="urn:schemas-microsoft-com:vml" Requires="v">
                <p:oleObj name="Equation" r:id="rId8" imgW="1473120" imgH="634680" progId="Equation.DSMT4">
                  <p:embed/>
                </p:oleObj>
              </mc:Choice>
              <mc:Fallback>
                <p:oleObj name="Equation" r:id="rId8" imgW="1473120" imgH="634680" progId="Equation.DSMT4">
                  <p:embed/>
                  <p:pic>
                    <p:nvPicPr>
                      <p:cNvPr id="779333" name="Object 6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906963" y="1366838"/>
                        <a:ext cx="4121150" cy="1770062"/>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pSp>
        <p:nvGrpSpPr>
          <p:cNvPr id="121" name="Group 70">
            <a:extLst>
              <a:ext uri="{FF2B5EF4-FFF2-40B4-BE49-F238E27FC236}">
                <a16:creationId xmlns:a16="http://schemas.microsoft.com/office/drawing/2014/main" id="{E3AD5261-CA98-4A58-B7A0-7C6B2CA858E0}"/>
              </a:ext>
            </a:extLst>
          </p:cNvPr>
          <p:cNvGrpSpPr>
            <a:grpSpLocks/>
          </p:cNvGrpSpPr>
          <p:nvPr/>
        </p:nvGrpSpPr>
        <p:grpSpPr bwMode="auto">
          <a:xfrm>
            <a:off x="914400" y="3440906"/>
            <a:ext cx="6897687" cy="2997200"/>
            <a:chOff x="567" y="2024"/>
            <a:chExt cx="4345" cy="1888"/>
          </a:xfrm>
        </p:grpSpPr>
        <p:sp>
          <p:nvSpPr>
            <p:cNvPr id="122" name="Rectangle 71">
              <a:extLst>
                <a:ext uri="{FF2B5EF4-FFF2-40B4-BE49-F238E27FC236}">
                  <a16:creationId xmlns:a16="http://schemas.microsoft.com/office/drawing/2014/main" id="{C95C6249-9058-4BDA-8E0D-8B2BB691201F}"/>
                </a:ext>
              </a:extLst>
            </p:cNvPr>
            <p:cNvSpPr>
              <a:spLocks noChangeArrowheads="1"/>
            </p:cNvSpPr>
            <p:nvPr/>
          </p:nvSpPr>
          <p:spPr bwMode="auto">
            <a:xfrm>
              <a:off x="1799" y="2393"/>
              <a:ext cx="630" cy="944"/>
            </a:xfrm>
            <a:prstGeom prst="rect">
              <a:avLst/>
            </a:prstGeom>
            <a:noFill/>
            <a:ln w="20638"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23" name="Rectangle 72">
              <a:extLst>
                <a:ext uri="{FF2B5EF4-FFF2-40B4-BE49-F238E27FC236}">
                  <a16:creationId xmlns:a16="http://schemas.microsoft.com/office/drawing/2014/main" id="{FBA43F9B-5217-4BB0-9D71-B881CCE262D8}"/>
                </a:ext>
              </a:extLst>
            </p:cNvPr>
            <p:cNvSpPr>
              <a:spLocks noChangeArrowheads="1"/>
            </p:cNvSpPr>
            <p:nvPr/>
          </p:nvSpPr>
          <p:spPr bwMode="auto">
            <a:xfrm>
              <a:off x="1841" y="2482"/>
              <a:ext cx="162" cy="269"/>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D</a:t>
              </a:r>
              <a:endParaRPr kumimoji="0" lang="en-US" altLang="zh-CN" sz="2800" b="0" i="0" u="none" strike="noStrike" kern="1200" cap="none" spc="0" normalizeH="0" baseline="0" noProof="0" dirty="0">
                <a:ln>
                  <a:noFill/>
                </a:ln>
                <a:solidFill>
                  <a:srgbClr val="000000"/>
                </a:solidFill>
                <a:effectLst/>
                <a:uLnTx/>
                <a:uFillTx/>
                <a:latin typeface="Arial" charset="0"/>
                <a:ea typeface="宋体" pitchFamily="2" charset="-122"/>
                <a:cs typeface="+mn-cs"/>
              </a:endParaRPr>
            </a:p>
          </p:txBody>
        </p:sp>
        <p:sp>
          <p:nvSpPr>
            <p:cNvPr id="124" name="Rectangle 73">
              <a:extLst>
                <a:ext uri="{FF2B5EF4-FFF2-40B4-BE49-F238E27FC236}">
                  <a16:creationId xmlns:a16="http://schemas.microsoft.com/office/drawing/2014/main" id="{3F251106-FB72-4B54-B228-914D0DCFD125}"/>
                </a:ext>
              </a:extLst>
            </p:cNvPr>
            <p:cNvSpPr>
              <a:spLocks noChangeArrowheads="1"/>
            </p:cNvSpPr>
            <p:nvPr/>
          </p:nvSpPr>
          <p:spPr bwMode="auto">
            <a:xfrm>
              <a:off x="2229" y="2468"/>
              <a:ext cx="162" cy="269"/>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25" name="Rectangle 74">
              <a:extLst>
                <a:ext uri="{FF2B5EF4-FFF2-40B4-BE49-F238E27FC236}">
                  <a16:creationId xmlns:a16="http://schemas.microsoft.com/office/drawing/2014/main" id="{23387EEE-6DA0-42C8-942D-4810784944EE}"/>
                </a:ext>
              </a:extLst>
            </p:cNvPr>
            <p:cNvSpPr>
              <a:spLocks noChangeArrowheads="1"/>
            </p:cNvSpPr>
            <p:nvPr/>
          </p:nvSpPr>
          <p:spPr bwMode="auto">
            <a:xfrm>
              <a:off x="2229" y="2967"/>
              <a:ext cx="162" cy="269"/>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26" name="Oval 75">
              <a:extLst>
                <a:ext uri="{FF2B5EF4-FFF2-40B4-BE49-F238E27FC236}">
                  <a16:creationId xmlns:a16="http://schemas.microsoft.com/office/drawing/2014/main" id="{45CFF19E-3665-4870-9C28-D00EB3C6F997}"/>
                </a:ext>
              </a:extLst>
            </p:cNvPr>
            <p:cNvSpPr>
              <a:spLocks noChangeArrowheads="1"/>
            </p:cNvSpPr>
            <p:nvPr/>
          </p:nvSpPr>
          <p:spPr bwMode="auto">
            <a:xfrm>
              <a:off x="2429" y="3075"/>
              <a:ext cx="94" cy="104"/>
            </a:xfrm>
            <a:prstGeom prst="ellipse">
              <a:avLst/>
            </a:prstGeom>
            <a:solidFill>
              <a:srgbClr val="FFFFFF"/>
            </a:solidFill>
            <a:ln w="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27" name="Oval 76">
              <a:extLst>
                <a:ext uri="{FF2B5EF4-FFF2-40B4-BE49-F238E27FC236}">
                  <a16:creationId xmlns:a16="http://schemas.microsoft.com/office/drawing/2014/main" id="{66325DA0-C2B9-4939-9EBC-F4F7F40842E1}"/>
                </a:ext>
              </a:extLst>
            </p:cNvPr>
            <p:cNvSpPr>
              <a:spLocks noChangeArrowheads="1"/>
            </p:cNvSpPr>
            <p:nvPr/>
          </p:nvSpPr>
          <p:spPr bwMode="auto">
            <a:xfrm>
              <a:off x="2429" y="3075"/>
              <a:ext cx="94" cy="104"/>
            </a:xfrm>
            <a:prstGeom prst="ellipse">
              <a:avLst/>
            </a:prstGeom>
            <a:noFill/>
            <a:ln w="20638"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28" name="Rectangle 77">
              <a:extLst>
                <a:ext uri="{FF2B5EF4-FFF2-40B4-BE49-F238E27FC236}">
                  <a16:creationId xmlns:a16="http://schemas.microsoft.com/office/drawing/2014/main" id="{23241292-1062-4F22-920A-A00396D69F89}"/>
                </a:ext>
              </a:extLst>
            </p:cNvPr>
            <p:cNvSpPr>
              <a:spLocks noChangeArrowheads="1"/>
            </p:cNvSpPr>
            <p:nvPr/>
          </p:nvSpPr>
          <p:spPr bwMode="auto">
            <a:xfrm>
              <a:off x="1980" y="2787"/>
              <a:ext cx="149" cy="269"/>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C</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29" name="Freeform 78">
              <a:extLst>
                <a:ext uri="{FF2B5EF4-FFF2-40B4-BE49-F238E27FC236}">
                  <a16:creationId xmlns:a16="http://schemas.microsoft.com/office/drawing/2014/main" id="{8F4D8061-2DA2-4D83-86D9-D8C5B2B79919}"/>
                </a:ext>
              </a:extLst>
            </p:cNvPr>
            <p:cNvSpPr>
              <a:spLocks/>
            </p:cNvSpPr>
            <p:nvPr/>
          </p:nvSpPr>
          <p:spPr bwMode="auto">
            <a:xfrm>
              <a:off x="1799" y="2813"/>
              <a:ext cx="157" cy="210"/>
            </a:xfrm>
            <a:custGeom>
              <a:avLst/>
              <a:gdLst>
                <a:gd name="T0" fmla="*/ 0 w 157"/>
                <a:gd name="T1" fmla="*/ 210 h 210"/>
                <a:gd name="T2" fmla="*/ 157 w 157"/>
                <a:gd name="T3" fmla="*/ 105 h 210"/>
                <a:gd name="T4" fmla="*/ 0 w 157"/>
                <a:gd name="T5" fmla="*/ 0 h 210"/>
                <a:gd name="T6" fmla="*/ 0 60000 65536"/>
                <a:gd name="T7" fmla="*/ 0 60000 65536"/>
                <a:gd name="T8" fmla="*/ 0 60000 65536"/>
                <a:gd name="T9" fmla="*/ 0 w 157"/>
                <a:gd name="T10" fmla="*/ 0 h 210"/>
                <a:gd name="T11" fmla="*/ 157 w 157"/>
                <a:gd name="T12" fmla="*/ 210 h 210"/>
              </a:gdLst>
              <a:ahLst/>
              <a:cxnLst>
                <a:cxn ang="T6">
                  <a:pos x="T0" y="T1"/>
                </a:cxn>
                <a:cxn ang="T7">
                  <a:pos x="T2" y="T3"/>
                </a:cxn>
                <a:cxn ang="T8">
                  <a:pos x="T4" y="T5"/>
                </a:cxn>
              </a:cxnLst>
              <a:rect l="T9" t="T10" r="T11" b="T12"/>
              <a:pathLst>
                <a:path w="157" h="210">
                  <a:moveTo>
                    <a:pt x="0" y="210"/>
                  </a:moveTo>
                  <a:lnTo>
                    <a:pt x="157" y="105"/>
                  </a:lnTo>
                  <a:lnTo>
                    <a:pt x="0" y="0"/>
                  </a:lnTo>
                </a:path>
              </a:pathLst>
            </a:custGeom>
            <a:noFill/>
            <a:ln w="20638"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30" name="Rectangle 79">
              <a:extLst>
                <a:ext uri="{FF2B5EF4-FFF2-40B4-BE49-F238E27FC236}">
                  <a16:creationId xmlns:a16="http://schemas.microsoft.com/office/drawing/2014/main" id="{233B54D6-7323-40B1-B848-A6AA6141B47D}"/>
                </a:ext>
              </a:extLst>
            </p:cNvPr>
            <p:cNvSpPr>
              <a:spLocks noChangeArrowheads="1"/>
            </p:cNvSpPr>
            <p:nvPr/>
          </p:nvSpPr>
          <p:spPr bwMode="auto">
            <a:xfrm>
              <a:off x="2849" y="2393"/>
              <a:ext cx="630" cy="944"/>
            </a:xfrm>
            <a:prstGeom prst="rect">
              <a:avLst/>
            </a:prstGeom>
            <a:noFill/>
            <a:ln w="20638"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31" name="Rectangle 80">
              <a:extLst>
                <a:ext uri="{FF2B5EF4-FFF2-40B4-BE49-F238E27FC236}">
                  <a16:creationId xmlns:a16="http://schemas.microsoft.com/office/drawing/2014/main" id="{5F20C071-B67A-49F5-B72E-C01521AA4BBB}"/>
                </a:ext>
              </a:extLst>
            </p:cNvPr>
            <p:cNvSpPr>
              <a:spLocks noChangeArrowheads="1"/>
            </p:cNvSpPr>
            <p:nvPr/>
          </p:nvSpPr>
          <p:spPr bwMode="auto">
            <a:xfrm>
              <a:off x="2894" y="2482"/>
              <a:ext cx="162" cy="269"/>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D</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32" name="Rectangle 81">
              <a:extLst>
                <a:ext uri="{FF2B5EF4-FFF2-40B4-BE49-F238E27FC236}">
                  <a16:creationId xmlns:a16="http://schemas.microsoft.com/office/drawing/2014/main" id="{C526A0E7-DD60-4EEA-80F7-214856278F3D}"/>
                </a:ext>
              </a:extLst>
            </p:cNvPr>
            <p:cNvSpPr>
              <a:spLocks noChangeArrowheads="1"/>
            </p:cNvSpPr>
            <p:nvPr/>
          </p:nvSpPr>
          <p:spPr bwMode="auto">
            <a:xfrm>
              <a:off x="3281" y="2468"/>
              <a:ext cx="162" cy="269"/>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33" name="Rectangle 82">
              <a:extLst>
                <a:ext uri="{FF2B5EF4-FFF2-40B4-BE49-F238E27FC236}">
                  <a16:creationId xmlns:a16="http://schemas.microsoft.com/office/drawing/2014/main" id="{ED562DAF-0CF0-4E93-AB60-BE09615AD531}"/>
                </a:ext>
              </a:extLst>
            </p:cNvPr>
            <p:cNvSpPr>
              <a:spLocks noChangeArrowheads="1"/>
            </p:cNvSpPr>
            <p:nvPr/>
          </p:nvSpPr>
          <p:spPr bwMode="auto">
            <a:xfrm>
              <a:off x="3281" y="2967"/>
              <a:ext cx="162" cy="269"/>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34" name="Oval 83">
              <a:extLst>
                <a:ext uri="{FF2B5EF4-FFF2-40B4-BE49-F238E27FC236}">
                  <a16:creationId xmlns:a16="http://schemas.microsoft.com/office/drawing/2014/main" id="{783C7FBE-4FDB-4668-8C4C-E7840FAC1E04}"/>
                </a:ext>
              </a:extLst>
            </p:cNvPr>
            <p:cNvSpPr>
              <a:spLocks noChangeArrowheads="1"/>
            </p:cNvSpPr>
            <p:nvPr/>
          </p:nvSpPr>
          <p:spPr bwMode="auto">
            <a:xfrm>
              <a:off x="3479" y="3075"/>
              <a:ext cx="95" cy="104"/>
            </a:xfrm>
            <a:prstGeom prst="ellipse">
              <a:avLst/>
            </a:prstGeom>
            <a:solidFill>
              <a:srgbClr val="FFFFFF"/>
            </a:solidFill>
            <a:ln w="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35" name="Oval 84">
              <a:extLst>
                <a:ext uri="{FF2B5EF4-FFF2-40B4-BE49-F238E27FC236}">
                  <a16:creationId xmlns:a16="http://schemas.microsoft.com/office/drawing/2014/main" id="{6EB98583-99F8-47F1-95FD-1C6B2CC85306}"/>
                </a:ext>
              </a:extLst>
            </p:cNvPr>
            <p:cNvSpPr>
              <a:spLocks noChangeArrowheads="1"/>
            </p:cNvSpPr>
            <p:nvPr/>
          </p:nvSpPr>
          <p:spPr bwMode="auto">
            <a:xfrm>
              <a:off x="3479" y="3075"/>
              <a:ext cx="95" cy="104"/>
            </a:xfrm>
            <a:prstGeom prst="ellipse">
              <a:avLst/>
            </a:prstGeom>
            <a:noFill/>
            <a:ln w="20638"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36" name="Rectangle 85">
              <a:extLst>
                <a:ext uri="{FF2B5EF4-FFF2-40B4-BE49-F238E27FC236}">
                  <a16:creationId xmlns:a16="http://schemas.microsoft.com/office/drawing/2014/main" id="{391D6634-84A7-43F0-8AB2-089651DCFDF7}"/>
                </a:ext>
              </a:extLst>
            </p:cNvPr>
            <p:cNvSpPr>
              <a:spLocks noChangeArrowheads="1"/>
            </p:cNvSpPr>
            <p:nvPr/>
          </p:nvSpPr>
          <p:spPr bwMode="auto">
            <a:xfrm>
              <a:off x="3032" y="2787"/>
              <a:ext cx="149" cy="269"/>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C</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37" name="Freeform 86">
              <a:extLst>
                <a:ext uri="{FF2B5EF4-FFF2-40B4-BE49-F238E27FC236}">
                  <a16:creationId xmlns:a16="http://schemas.microsoft.com/office/drawing/2014/main" id="{EE570375-69F0-41B1-989B-4A7784C9C6B7}"/>
                </a:ext>
              </a:extLst>
            </p:cNvPr>
            <p:cNvSpPr>
              <a:spLocks/>
            </p:cNvSpPr>
            <p:nvPr/>
          </p:nvSpPr>
          <p:spPr bwMode="auto">
            <a:xfrm>
              <a:off x="2849" y="2813"/>
              <a:ext cx="157" cy="210"/>
            </a:xfrm>
            <a:custGeom>
              <a:avLst/>
              <a:gdLst>
                <a:gd name="T0" fmla="*/ 0 w 157"/>
                <a:gd name="T1" fmla="*/ 210 h 210"/>
                <a:gd name="T2" fmla="*/ 157 w 157"/>
                <a:gd name="T3" fmla="*/ 105 h 210"/>
                <a:gd name="T4" fmla="*/ 0 w 157"/>
                <a:gd name="T5" fmla="*/ 0 h 210"/>
                <a:gd name="T6" fmla="*/ 0 60000 65536"/>
                <a:gd name="T7" fmla="*/ 0 60000 65536"/>
                <a:gd name="T8" fmla="*/ 0 60000 65536"/>
                <a:gd name="T9" fmla="*/ 0 w 157"/>
                <a:gd name="T10" fmla="*/ 0 h 210"/>
                <a:gd name="T11" fmla="*/ 157 w 157"/>
                <a:gd name="T12" fmla="*/ 210 h 210"/>
              </a:gdLst>
              <a:ahLst/>
              <a:cxnLst>
                <a:cxn ang="T6">
                  <a:pos x="T0" y="T1"/>
                </a:cxn>
                <a:cxn ang="T7">
                  <a:pos x="T2" y="T3"/>
                </a:cxn>
                <a:cxn ang="T8">
                  <a:pos x="T4" y="T5"/>
                </a:cxn>
              </a:cxnLst>
              <a:rect l="T9" t="T10" r="T11" b="T12"/>
              <a:pathLst>
                <a:path w="157" h="210">
                  <a:moveTo>
                    <a:pt x="0" y="210"/>
                  </a:moveTo>
                  <a:lnTo>
                    <a:pt x="157" y="105"/>
                  </a:lnTo>
                  <a:lnTo>
                    <a:pt x="0" y="0"/>
                  </a:lnTo>
                </a:path>
              </a:pathLst>
            </a:custGeom>
            <a:noFill/>
            <a:ln w="20638"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38" name="Rectangle 87">
              <a:extLst>
                <a:ext uri="{FF2B5EF4-FFF2-40B4-BE49-F238E27FC236}">
                  <a16:creationId xmlns:a16="http://schemas.microsoft.com/office/drawing/2014/main" id="{80A20055-781C-4715-B60A-8B9E77AC4E12}"/>
                </a:ext>
              </a:extLst>
            </p:cNvPr>
            <p:cNvSpPr>
              <a:spLocks noChangeArrowheads="1"/>
            </p:cNvSpPr>
            <p:nvPr/>
          </p:nvSpPr>
          <p:spPr bwMode="auto">
            <a:xfrm>
              <a:off x="3899" y="2393"/>
              <a:ext cx="630" cy="944"/>
            </a:xfrm>
            <a:prstGeom prst="rect">
              <a:avLst/>
            </a:prstGeom>
            <a:noFill/>
            <a:ln w="20638"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39" name="Rectangle 88">
              <a:extLst>
                <a:ext uri="{FF2B5EF4-FFF2-40B4-BE49-F238E27FC236}">
                  <a16:creationId xmlns:a16="http://schemas.microsoft.com/office/drawing/2014/main" id="{4F76B0D7-D637-4F79-8BFF-80F7F471F202}"/>
                </a:ext>
              </a:extLst>
            </p:cNvPr>
            <p:cNvSpPr>
              <a:spLocks noChangeArrowheads="1"/>
            </p:cNvSpPr>
            <p:nvPr/>
          </p:nvSpPr>
          <p:spPr bwMode="auto">
            <a:xfrm>
              <a:off x="3946" y="2482"/>
              <a:ext cx="162" cy="269"/>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D</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40" name="Rectangle 89">
              <a:extLst>
                <a:ext uri="{FF2B5EF4-FFF2-40B4-BE49-F238E27FC236}">
                  <a16:creationId xmlns:a16="http://schemas.microsoft.com/office/drawing/2014/main" id="{B7BBAB89-3BF9-4BB8-A59D-4EAD2BD4EFA5}"/>
                </a:ext>
              </a:extLst>
            </p:cNvPr>
            <p:cNvSpPr>
              <a:spLocks noChangeArrowheads="1"/>
            </p:cNvSpPr>
            <p:nvPr/>
          </p:nvSpPr>
          <p:spPr bwMode="auto">
            <a:xfrm>
              <a:off x="4320" y="2468"/>
              <a:ext cx="162" cy="269"/>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41" name="Rectangle 90">
              <a:extLst>
                <a:ext uri="{FF2B5EF4-FFF2-40B4-BE49-F238E27FC236}">
                  <a16:creationId xmlns:a16="http://schemas.microsoft.com/office/drawing/2014/main" id="{3C4E762B-A95A-48B3-9873-52C1E69E66F2}"/>
                </a:ext>
              </a:extLst>
            </p:cNvPr>
            <p:cNvSpPr>
              <a:spLocks noChangeArrowheads="1"/>
            </p:cNvSpPr>
            <p:nvPr/>
          </p:nvSpPr>
          <p:spPr bwMode="auto">
            <a:xfrm>
              <a:off x="4334" y="2967"/>
              <a:ext cx="162" cy="269"/>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42" name="Oval 91">
              <a:extLst>
                <a:ext uri="{FF2B5EF4-FFF2-40B4-BE49-F238E27FC236}">
                  <a16:creationId xmlns:a16="http://schemas.microsoft.com/office/drawing/2014/main" id="{0F8E72B1-DCF4-456E-A489-576E60DB2347}"/>
                </a:ext>
              </a:extLst>
            </p:cNvPr>
            <p:cNvSpPr>
              <a:spLocks noChangeArrowheads="1"/>
            </p:cNvSpPr>
            <p:nvPr/>
          </p:nvSpPr>
          <p:spPr bwMode="auto">
            <a:xfrm>
              <a:off x="4529" y="3075"/>
              <a:ext cx="94" cy="104"/>
            </a:xfrm>
            <a:prstGeom prst="ellipse">
              <a:avLst/>
            </a:prstGeom>
            <a:solidFill>
              <a:srgbClr val="FFFFFF"/>
            </a:solidFill>
            <a:ln w="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3" name="Oval 92">
              <a:extLst>
                <a:ext uri="{FF2B5EF4-FFF2-40B4-BE49-F238E27FC236}">
                  <a16:creationId xmlns:a16="http://schemas.microsoft.com/office/drawing/2014/main" id="{581A36BD-9B6C-4489-92EC-BA94CB1591DB}"/>
                </a:ext>
              </a:extLst>
            </p:cNvPr>
            <p:cNvSpPr>
              <a:spLocks noChangeArrowheads="1"/>
            </p:cNvSpPr>
            <p:nvPr/>
          </p:nvSpPr>
          <p:spPr bwMode="auto">
            <a:xfrm>
              <a:off x="4529" y="3075"/>
              <a:ext cx="94" cy="104"/>
            </a:xfrm>
            <a:prstGeom prst="ellipse">
              <a:avLst/>
            </a:prstGeom>
            <a:noFill/>
            <a:ln w="20638"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4" name="Rectangle 93">
              <a:extLst>
                <a:ext uri="{FF2B5EF4-FFF2-40B4-BE49-F238E27FC236}">
                  <a16:creationId xmlns:a16="http://schemas.microsoft.com/office/drawing/2014/main" id="{955938B8-DB91-4DDC-A5DC-FAA642CDD834}"/>
                </a:ext>
              </a:extLst>
            </p:cNvPr>
            <p:cNvSpPr>
              <a:spLocks noChangeArrowheads="1"/>
            </p:cNvSpPr>
            <p:nvPr/>
          </p:nvSpPr>
          <p:spPr bwMode="auto">
            <a:xfrm>
              <a:off x="4084" y="2787"/>
              <a:ext cx="149" cy="269"/>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C</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45" name="Freeform 94">
              <a:extLst>
                <a:ext uri="{FF2B5EF4-FFF2-40B4-BE49-F238E27FC236}">
                  <a16:creationId xmlns:a16="http://schemas.microsoft.com/office/drawing/2014/main" id="{FB00C8FB-18CD-4444-A937-7ED3E6BEAD40}"/>
                </a:ext>
              </a:extLst>
            </p:cNvPr>
            <p:cNvSpPr>
              <a:spLocks/>
            </p:cNvSpPr>
            <p:nvPr/>
          </p:nvSpPr>
          <p:spPr bwMode="auto">
            <a:xfrm>
              <a:off x="3899" y="2813"/>
              <a:ext cx="158" cy="210"/>
            </a:xfrm>
            <a:custGeom>
              <a:avLst/>
              <a:gdLst>
                <a:gd name="T0" fmla="*/ 0 w 158"/>
                <a:gd name="T1" fmla="*/ 210 h 210"/>
                <a:gd name="T2" fmla="*/ 158 w 158"/>
                <a:gd name="T3" fmla="*/ 105 h 210"/>
                <a:gd name="T4" fmla="*/ 0 w 158"/>
                <a:gd name="T5" fmla="*/ 0 h 210"/>
                <a:gd name="T6" fmla="*/ 0 60000 65536"/>
                <a:gd name="T7" fmla="*/ 0 60000 65536"/>
                <a:gd name="T8" fmla="*/ 0 60000 65536"/>
                <a:gd name="T9" fmla="*/ 0 w 158"/>
                <a:gd name="T10" fmla="*/ 0 h 210"/>
                <a:gd name="T11" fmla="*/ 158 w 158"/>
                <a:gd name="T12" fmla="*/ 210 h 210"/>
              </a:gdLst>
              <a:ahLst/>
              <a:cxnLst>
                <a:cxn ang="T6">
                  <a:pos x="T0" y="T1"/>
                </a:cxn>
                <a:cxn ang="T7">
                  <a:pos x="T2" y="T3"/>
                </a:cxn>
                <a:cxn ang="T8">
                  <a:pos x="T4" y="T5"/>
                </a:cxn>
              </a:cxnLst>
              <a:rect l="T9" t="T10" r="T11" b="T12"/>
              <a:pathLst>
                <a:path w="158" h="210">
                  <a:moveTo>
                    <a:pt x="0" y="210"/>
                  </a:moveTo>
                  <a:lnTo>
                    <a:pt x="158" y="105"/>
                  </a:lnTo>
                  <a:lnTo>
                    <a:pt x="0" y="0"/>
                  </a:lnTo>
                </a:path>
              </a:pathLst>
            </a:custGeom>
            <a:noFill/>
            <a:ln w="20638"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6" name="Line 95">
              <a:extLst>
                <a:ext uri="{FF2B5EF4-FFF2-40B4-BE49-F238E27FC236}">
                  <a16:creationId xmlns:a16="http://schemas.microsoft.com/office/drawing/2014/main" id="{E0D18BFE-C3B7-4961-8856-DBC636DBB2B9}"/>
                </a:ext>
              </a:extLst>
            </p:cNvPr>
            <p:cNvSpPr>
              <a:spLocks noChangeShapeType="1"/>
            </p:cNvSpPr>
            <p:nvPr/>
          </p:nvSpPr>
          <p:spPr bwMode="auto">
            <a:xfrm>
              <a:off x="1522" y="2600"/>
              <a:ext cx="272" cy="0"/>
            </a:xfrm>
            <a:prstGeom prst="line">
              <a:avLst/>
            </a:prstGeom>
            <a:noFill/>
            <a:ln w="20638"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7" name="Line 96">
              <a:extLst>
                <a:ext uri="{FF2B5EF4-FFF2-40B4-BE49-F238E27FC236}">
                  <a16:creationId xmlns:a16="http://schemas.microsoft.com/office/drawing/2014/main" id="{8A3BE42A-EF3C-49F4-AB0F-765354BE4E1F}"/>
                </a:ext>
              </a:extLst>
            </p:cNvPr>
            <p:cNvSpPr>
              <a:spLocks noChangeShapeType="1"/>
            </p:cNvSpPr>
            <p:nvPr/>
          </p:nvSpPr>
          <p:spPr bwMode="auto">
            <a:xfrm>
              <a:off x="2429" y="2604"/>
              <a:ext cx="420" cy="1"/>
            </a:xfrm>
            <a:prstGeom prst="line">
              <a:avLst/>
            </a:prstGeom>
            <a:noFill/>
            <a:ln w="20638"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8" name="Line 97">
              <a:extLst>
                <a:ext uri="{FF2B5EF4-FFF2-40B4-BE49-F238E27FC236}">
                  <a16:creationId xmlns:a16="http://schemas.microsoft.com/office/drawing/2014/main" id="{82CFD287-4EFB-49D9-A643-B7929B3ACCC0}"/>
                </a:ext>
              </a:extLst>
            </p:cNvPr>
            <p:cNvSpPr>
              <a:spLocks noChangeShapeType="1"/>
            </p:cNvSpPr>
            <p:nvPr/>
          </p:nvSpPr>
          <p:spPr bwMode="auto">
            <a:xfrm>
              <a:off x="3479" y="2604"/>
              <a:ext cx="393" cy="1"/>
            </a:xfrm>
            <a:prstGeom prst="line">
              <a:avLst/>
            </a:prstGeom>
            <a:noFill/>
            <a:ln w="20638"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49" name="Line 98">
              <a:extLst>
                <a:ext uri="{FF2B5EF4-FFF2-40B4-BE49-F238E27FC236}">
                  <a16:creationId xmlns:a16="http://schemas.microsoft.com/office/drawing/2014/main" id="{15282291-389A-469A-918E-79E6FCCD73F7}"/>
                </a:ext>
              </a:extLst>
            </p:cNvPr>
            <p:cNvSpPr>
              <a:spLocks noChangeShapeType="1"/>
            </p:cNvSpPr>
            <p:nvPr/>
          </p:nvSpPr>
          <p:spPr bwMode="auto">
            <a:xfrm>
              <a:off x="4529" y="2604"/>
              <a:ext cx="158" cy="1"/>
            </a:xfrm>
            <a:prstGeom prst="line">
              <a:avLst/>
            </a:prstGeom>
            <a:noFill/>
            <a:ln w="20638"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50" name="Freeform 99">
              <a:extLst>
                <a:ext uri="{FF2B5EF4-FFF2-40B4-BE49-F238E27FC236}">
                  <a16:creationId xmlns:a16="http://schemas.microsoft.com/office/drawing/2014/main" id="{1E5A43C6-787B-4CA2-BB74-3608930160D0}"/>
                </a:ext>
              </a:extLst>
            </p:cNvPr>
            <p:cNvSpPr>
              <a:spLocks/>
            </p:cNvSpPr>
            <p:nvPr/>
          </p:nvSpPr>
          <p:spPr bwMode="auto">
            <a:xfrm>
              <a:off x="2734" y="2918"/>
              <a:ext cx="115" cy="733"/>
            </a:xfrm>
            <a:custGeom>
              <a:avLst/>
              <a:gdLst>
                <a:gd name="T0" fmla="*/ 0 w 115"/>
                <a:gd name="T1" fmla="*/ 733 h 733"/>
                <a:gd name="T2" fmla="*/ 0 w 115"/>
                <a:gd name="T3" fmla="*/ 0 h 733"/>
                <a:gd name="T4" fmla="*/ 115 w 115"/>
                <a:gd name="T5" fmla="*/ 0 h 733"/>
                <a:gd name="T6" fmla="*/ 0 60000 65536"/>
                <a:gd name="T7" fmla="*/ 0 60000 65536"/>
                <a:gd name="T8" fmla="*/ 0 60000 65536"/>
                <a:gd name="T9" fmla="*/ 0 w 115"/>
                <a:gd name="T10" fmla="*/ 0 h 733"/>
                <a:gd name="T11" fmla="*/ 115 w 115"/>
                <a:gd name="T12" fmla="*/ 733 h 733"/>
              </a:gdLst>
              <a:ahLst/>
              <a:cxnLst>
                <a:cxn ang="T6">
                  <a:pos x="T0" y="T1"/>
                </a:cxn>
                <a:cxn ang="T7">
                  <a:pos x="T2" y="T3"/>
                </a:cxn>
                <a:cxn ang="T8">
                  <a:pos x="T4" y="T5"/>
                </a:cxn>
              </a:cxnLst>
              <a:rect l="T9" t="T10" r="T11" b="T12"/>
              <a:pathLst>
                <a:path w="115" h="733">
                  <a:moveTo>
                    <a:pt x="0" y="733"/>
                  </a:moveTo>
                  <a:lnTo>
                    <a:pt x="0" y="0"/>
                  </a:lnTo>
                  <a:lnTo>
                    <a:pt x="115" y="0"/>
                  </a:lnTo>
                </a:path>
              </a:pathLst>
            </a:custGeom>
            <a:noFill/>
            <a:ln w="20638"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51" name="Freeform 100">
              <a:extLst>
                <a:ext uri="{FF2B5EF4-FFF2-40B4-BE49-F238E27FC236}">
                  <a16:creationId xmlns:a16="http://schemas.microsoft.com/office/drawing/2014/main" id="{99733000-5571-4CD0-9DA3-7B7E6E864A2B}"/>
                </a:ext>
              </a:extLst>
            </p:cNvPr>
            <p:cNvSpPr>
              <a:spLocks/>
            </p:cNvSpPr>
            <p:nvPr/>
          </p:nvSpPr>
          <p:spPr bwMode="auto">
            <a:xfrm>
              <a:off x="2689" y="3606"/>
              <a:ext cx="90" cy="90"/>
            </a:xfrm>
            <a:custGeom>
              <a:avLst/>
              <a:gdLst>
                <a:gd name="T0" fmla="*/ 52 w 104"/>
                <a:gd name="T1" fmla="*/ 0 h 104"/>
                <a:gd name="T2" fmla="*/ 0 w 104"/>
                <a:gd name="T3" fmla="*/ 52 h 104"/>
                <a:gd name="T4" fmla="*/ 52 w 104"/>
                <a:gd name="T5" fmla="*/ 104 h 104"/>
                <a:gd name="T6" fmla="*/ 52 w 104"/>
                <a:gd name="T7" fmla="*/ 104 h 104"/>
                <a:gd name="T8" fmla="*/ 104 w 104"/>
                <a:gd name="T9" fmla="*/ 52 h 104"/>
                <a:gd name="T10" fmla="*/ 52 w 104"/>
                <a:gd name="T11" fmla="*/ 0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52" y="0"/>
                  </a:moveTo>
                  <a:cubicBezTo>
                    <a:pt x="23" y="0"/>
                    <a:pt x="0" y="24"/>
                    <a:pt x="0" y="52"/>
                  </a:cubicBezTo>
                  <a:cubicBezTo>
                    <a:pt x="0" y="81"/>
                    <a:pt x="23" y="104"/>
                    <a:pt x="52" y="104"/>
                  </a:cubicBezTo>
                  <a:cubicBezTo>
                    <a:pt x="52" y="104"/>
                    <a:pt x="52" y="104"/>
                    <a:pt x="52" y="104"/>
                  </a:cubicBezTo>
                  <a:cubicBezTo>
                    <a:pt x="80" y="104"/>
                    <a:pt x="104" y="81"/>
                    <a:pt x="104" y="52"/>
                  </a:cubicBezTo>
                  <a:cubicBezTo>
                    <a:pt x="104" y="24"/>
                    <a:pt x="80" y="0"/>
                    <a:pt x="52" y="0"/>
                  </a:cubicBezTo>
                </a:path>
              </a:pathLst>
            </a:custGeom>
            <a:solidFill>
              <a:srgbClr val="000000"/>
            </a:solidFill>
            <a:ln w="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52" name="Freeform 101">
              <a:extLst>
                <a:ext uri="{FF2B5EF4-FFF2-40B4-BE49-F238E27FC236}">
                  <a16:creationId xmlns:a16="http://schemas.microsoft.com/office/drawing/2014/main" id="{EB335BFF-867D-48BA-B1BC-899BA8D756CF}"/>
                </a:ext>
              </a:extLst>
            </p:cNvPr>
            <p:cNvSpPr>
              <a:spLocks/>
            </p:cNvSpPr>
            <p:nvPr/>
          </p:nvSpPr>
          <p:spPr bwMode="auto">
            <a:xfrm>
              <a:off x="1683" y="2918"/>
              <a:ext cx="116" cy="733"/>
            </a:xfrm>
            <a:custGeom>
              <a:avLst/>
              <a:gdLst>
                <a:gd name="T0" fmla="*/ 0 w 116"/>
                <a:gd name="T1" fmla="*/ 733 h 733"/>
                <a:gd name="T2" fmla="*/ 0 w 116"/>
                <a:gd name="T3" fmla="*/ 0 h 733"/>
                <a:gd name="T4" fmla="*/ 116 w 116"/>
                <a:gd name="T5" fmla="*/ 0 h 733"/>
                <a:gd name="T6" fmla="*/ 0 60000 65536"/>
                <a:gd name="T7" fmla="*/ 0 60000 65536"/>
                <a:gd name="T8" fmla="*/ 0 60000 65536"/>
                <a:gd name="T9" fmla="*/ 0 w 116"/>
                <a:gd name="T10" fmla="*/ 0 h 733"/>
                <a:gd name="T11" fmla="*/ 116 w 116"/>
                <a:gd name="T12" fmla="*/ 733 h 733"/>
              </a:gdLst>
              <a:ahLst/>
              <a:cxnLst>
                <a:cxn ang="T6">
                  <a:pos x="T0" y="T1"/>
                </a:cxn>
                <a:cxn ang="T7">
                  <a:pos x="T2" y="T3"/>
                </a:cxn>
                <a:cxn ang="T8">
                  <a:pos x="T4" y="T5"/>
                </a:cxn>
              </a:cxnLst>
              <a:rect l="T9" t="T10" r="T11" b="T12"/>
              <a:pathLst>
                <a:path w="116" h="733">
                  <a:moveTo>
                    <a:pt x="0" y="733"/>
                  </a:moveTo>
                  <a:lnTo>
                    <a:pt x="0" y="0"/>
                  </a:lnTo>
                  <a:lnTo>
                    <a:pt x="116" y="0"/>
                  </a:lnTo>
                </a:path>
              </a:pathLst>
            </a:custGeom>
            <a:noFill/>
            <a:ln w="20638"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53" name="Freeform 102">
              <a:extLst>
                <a:ext uri="{FF2B5EF4-FFF2-40B4-BE49-F238E27FC236}">
                  <a16:creationId xmlns:a16="http://schemas.microsoft.com/office/drawing/2014/main" id="{7D2D5935-2C56-4535-9E58-A0D9E27E7F01}"/>
                </a:ext>
              </a:extLst>
            </p:cNvPr>
            <p:cNvSpPr>
              <a:spLocks/>
            </p:cNvSpPr>
            <p:nvPr/>
          </p:nvSpPr>
          <p:spPr bwMode="auto">
            <a:xfrm>
              <a:off x="1638" y="3606"/>
              <a:ext cx="90" cy="90"/>
            </a:xfrm>
            <a:custGeom>
              <a:avLst/>
              <a:gdLst>
                <a:gd name="T0" fmla="*/ 52 w 104"/>
                <a:gd name="T1" fmla="*/ 0 h 104"/>
                <a:gd name="T2" fmla="*/ 0 w 104"/>
                <a:gd name="T3" fmla="*/ 52 h 104"/>
                <a:gd name="T4" fmla="*/ 52 w 104"/>
                <a:gd name="T5" fmla="*/ 104 h 104"/>
                <a:gd name="T6" fmla="*/ 52 w 104"/>
                <a:gd name="T7" fmla="*/ 104 h 104"/>
                <a:gd name="T8" fmla="*/ 104 w 104"/>
                <a:gd name="T9" fmla="*/ 52 h 104"/>
                <a:gd name="T10" fmla="*/ 52 w 104"/>
                <a:gd name="T11" fmla="*/ 0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52" y="0"/>
                  </a:moveTo>
                  <a:cubicBezTo>
                    <a:pt x="23" y="0"/>
                    <a:pt x="0" y="24"/>
                    <a:pt x="0" y="52"/>
                  </a:cubicBezTo>
                  <a:cubicBezTo>
                    <a:pt x="0" y="81"/>
                    <a:pt x="23" y="104"/>
                    <a:pt x="52" y="104"/>
                  </a:cubicBezTo>
                  <a:cubicBezTo>
                    <a:pt x="52" y="104"/>
                    <a:pt x="52" y="104"/>
                    <a:pt x="52" y="104"/>
                  </a:cubicBezTo>
                  <a:cubicBezTo>
                    <a:pt x="81" y="104"/>
                    <a:pt x="104" y="81"/>
                    <a:pt x="104" y="52"/>
                  </a:cubicBezTo>
                  <a:cubicBezTo>
                    <a:pt x="104" y="24"/>
                    <a:pt x="81" y="0"/>
                    <a:pt x="52" y="0"/>
                  </a:cubicBezTo>
                </a:path>
              </a:pathLst>
            </a:custGeom>
            <a:solidFill>
              <a:srgbClr val="000000"/>
            </a:solidFill>
            <a:ln w="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54" name="Rectangle 103">
              <a:extLst>
                <a:ext uri="{FF2B5EF4-FFF2-40B4-BE49-F238E27FC236}">
                  <a16:creationId xmlns:a16="http://schemas.microsoft.com/office/drawing/2014/main" id="{81832C3D-62B8-4064-B245-F3394B0A40DB}"/>
                </a:ext>
              </a:extLst>
            </p:cNvPr>
            <p:cNvSpPr>
              <a:spLocks noChangeArrowheads="1"/>
            </p:cNvSpPr>
            <p:nvPr/>
          </p:nvSpPr>
          <p:spPr bwMode="auto">
            <a:xfrm>
              <a:off x="567" y="3329"/>
              <a:ext cx="547" cy="269"/>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Count</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55" name="Rectangle 104">
              <a:extLst>
                <a:ext uri="{FF2B5EF4-FFF2-40B4-BE49-F238E27FC236}">
                  <a16:creationId xmlns:a16="http://schemas.microsoft.com/office/drawing/2014/main" id="{03A31CA2-C6C6-49C6-8279-EB585CDFE6C5}"/>
                </a:ext>
              </a:extLst>
            </p:cNvPr>
            <p:cNvSpPr>
              <a:spLocks noChangeArrowheads="1"/>
            </p:cNvSpPr>
            <p:nvPr/>
          </p:nvSpPr>
          <p:spPr bwMode="auto">
            <a:xfrm>
              <a:off x="570" y="3643"/>
              <a:ext cx="559" cy="269"/>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pulses</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56" name="Freeform 105">
              <a:extLst>
                <a:ext uri="{FF2B5EF4-FFF2-40B4-BE49-F238E27FC236}">
                  <a16:creationId xmlns:a16="http://schemas.microsoft.com/office/drawing/2014/main" id="{5AD8A9FD-0AEB-4184-9233-295E5AC6514F}"/>
                </a:ext>
              </a:extLst>
            </p:cNvPr>
            <p:cNvSpPr>
              <a:spLocks/>
            </p:cNvSpPr>
            <p:nvPr/>
          </p:nvSpPr>
          <p:spPr bwMode="auto">
            <a:xfrm>
              <a:off x="1522" y="2024"/>
              <a:ext cx="3390" cy="1102"/>
            </a:xfrm>
            <a:custGeom>
              <a:avLst/>
              <a:gdLst>
                <a:gd name="T0" fmla="*/ 4437 w 4437"/>
                <a:gd name="T1" fmla="*/ 1102 h 1102"/>
                <a:gd name="T2" fmla="*/ 4437 w 4437"/>
                <a:gd name="T3" fmla="*/ 0 h 1102"/>
                <a:gd name="T4" fmla="*/ 0 w 4437"/>
                <a:gd name="T5" fmla="*/ 0 h 1102"/>
                <a:gd name="T6" fmla="*/ 0 w 4437"/>
                <a:gd name="T7" fmla="*/ 607 h 1102"/>
                <a:gd name="T8" fmla="*/ 0 60000 65536"/>
                <a:gd name="T9" fmla="*/ 0 60000 65536"/>
                <a:gd name="T10" fmla="*/ 0 60000 65536"/>
                <a:gd name="T11" fmla="*/ 0 60000 65536"/>
                <a:gd name="T12" fmla="*/ 0 w 4437"/>
                <a:gd name="T13" fmla="*/ 0 h 1102"/>
                <a:gd name="T14" fmla="*/ 4437 w 4437"/>
                <a:gd name="T15" fmla="*/ 1102 h 1102"/>
              </a:gdLst>
              <a:ahLst/>
              <a:cxnLst>
                <a:cxn ang="T8">
                  <a:pos x="T0" y="T1"/>
                </a:cxn>
                <a:cxn ang="T9">
                  <a:pos x="T2" y="T3"/>
                </a:cxn>
                <a:cxn ang="T10">
                  <a:pos x="T4" y="T5"/>
                </a:cxn>
                <a:cxn ang="T11">
                  <a:pos x="T6" y="T7"/>
                </a:cxn>
              </a:cxnLst>
              <a:rect l="T12" t="T13" r="T14" b="T15"/>
              <a:pathLst>
                <a:path w="4437" h="1102">
                  <a:moveTo>
                    <a:pt x="4437" y="1102"/>
                  </a:moveTo>
                  <a:lnTo>
                    <a:pt x="4437" y="0"/>
                  </a:lnTo>
                  <a:lnTo>
                    <a:pt x="0" y="0"/>
                  </a:lnTo>
                  <a:lnTo>
                    <a:pt x="0" y="607"/>
                  </a:lnTo>
                </a:path>
              </a:pathLst>
            </a:custGeom>
            <a:noFill/>
            <a:ln w="20638"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57" name="Line 106">
              <a:extLst>
                <a:ext uri="{FF2B5EF4-FFF2-40B4-BE49-F238E27FC236}">
                  <a16:creationId xmlns:a16="http://schemas.microsoft.com/office/drawing/2014/main" id="{8CA5FC43-6D68-47B7-B381-2ADEC29131C4}"/>
                </a:ext>
              </a:extLst>
            </p:cNvPr>
            <p:cNvSpPr>
              <a:spLocks noChangeShapeType="1"/>
            </p:cNvSpPr>
            <p:nvPr/>
          </p:nvSpPr>
          <p:spPr bwMode="auto">
            <a:xfrm flipV="1">
              <a:off x="2575" y="2182"/>
              <a:ext cx="1" cy="422"/>
            </a:xfrm>
            <a:prstGeom prst="line">
              <a:avLst/>
            </a:prstGeom>
            <a:noFill/>
            <a:ln w="20638"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58" name="Freeform 107">
              <a:extLst>
                <a:ext uri="{FF2B5EF4-FFF2-40B4-BE49-F238E27FC236}">
                  <a16:creationId xmlns:a16="http://schemas.microsoft.com/office/drawing/2014/main" id="{4E73304F-CDAE-45DA-93CD-43494A9ADC03}"/>
                </a:ext>
              </a:extLst>
            </p:cNvPr>
            <p:cNvSpPr>
              <a:spLocks/>
            </p:cNvSpPr>
            <p:nvPr/>
          </p:nvSpPr>
          <p:spPr bwMode="auto">
            <a:xfrm>
              <a:off x="2530" y="2559"/>
              <a:ext cx="90" cy="90"/>
            </a:xfrm>
            <a:custGeom>
              <a:avLst/>
              <a:gdLst>
                <a:gd name="T0" fmla="*/ 52 w 104"/>
                <a:gd name="T1" fmla="*/ 0 h 104"/>
                <a:gd name="T2" fmla="*/ 0 w 104"/>
                <a:gd name="T3" fmla="*/ 52 h 104"/>
                <a:gd name="T4" fmla="*/ 52 w 104"/>
                <a:gd name="T5" fmla="*/ 104 h 104"/>
                <a:gd name="T6" fmla="*/ 52 w 104"/>
                <a:gd name="T7" fmla="*/ 104 h 104"/>
                <a:gd name="T8" fmla="*/ 104 w 104"/>
                <a:gd name="T9" fmla="*/ 52 h 104"/>
                <a:gd name="T10" fmla="*/ 52 w 104"/>
                <a:gd name="T11" fmla="*/ 0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52" y="0"/>
                  </a:moveTo>
                  <a:cubicBezTo>
                    <a:pt x="24" y="0"/>
                    <a:pt x="0" y="23"/>
                    <a:pt x="0" y="52"/>
                  </a:cubicBezTo>
                  <a:cubicBezTo>
                    <a:pt x="0" y="80"/>
                    <a:pt x="24" y="104"/>
                    <a:pt x="52" y="104"/>
                  </a:cubicBezTo>
                  <a:cubicBezTo>
                    <a:pt x="52" y="104"/>
                    <a:pt x="52" y="104"/>
                    <a:pt x="52" y="104"/>
                  </a:cubicBezTo>
                  <a:cubicBezTo>
                    <a:pt x="81" y="104"/>
                    <a:pt x="104" y="80"/>
                    <a:pt x="104" y="52"/>
                  </a:cubicBezTo>
                  <a:cubicBezTo>
                    <a:pt x="104" y="23"/>
                    <a:pt x="81" y="0"/>
                    <a:pt x="52" y="0"/>
                  </a:cubicBezTo>
                </a:path>
              </a:pathLst>
            </a:custGeom>
            <a:solidFill>
              <a:srgbClr val="000000"/>
            </a:solidFill>
            <a:ln w="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59" name="Line 108">
              <a:extLst>
                <a:ext uri="{FF2B5EF4-FFF2-40B4-BE49-F238E27FC236}">
                  <a16:creationId xmlns:a16="http://schemas.microsoft.com/office/drawing/2014/main" id="{E02CAA70-C62D-484A-BE48-03E6C9616E5F}"/>
                </a:ext>
              </a:extLst>
            </p:cNvPr>
            <p:cNvSpPr>
              <a:spLocks noChangeShapeType="1"/>
            </p:cNvSpPr>
            <p:nvPr/>
          </p:nvSpPr>
          <p:spPr bwMode="auto">
            <a:xfrm flipV="1">
              <a:off x="3626" y="2182"/>
              <a:ext cx="1" cy="422"/>
            </a:xfrm>
            <a:prstGeom prst="line">
              <a:avLst/>
            </a:prstGeom>
            <a:noFill/>
            <a:ln w="20638"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60" name="Freeform 109">
              <a:extLst>
                <a:ext uri="{FF2B5EF4-FFF2-40B4-BE49-F238E27FC236}">
                  <a16:creationId xmlns:a16="http://schemas.microsoft.com/office/drawing/2014/main" id="{ECF2DFB3-B2E7-4F78-AD8F-221B1402FAC2}"/>
                </a:ext>
              </a:extLst>
            </p:cNvPr>
            <p:cNvSpPr>
              <a:spLocks/>
            </p:cNvSpPr>
            <p:nvPr/>
          </p:nvSpPr>
          <p:spPr bwMode="auto">
            <a:xfrm>
              <a:off x="3581" y="2559"/>
              <a:ext cx="90" cy="90"/>
            </a:xfrm>
            <a:custGeom>
              <a:avLst/>
              <a:gdLst>
                <a:gd name="T0" fmla="*/ 52 w 104"/>
                <a:gd name="T1" fmla="*/ 0 h 104"/>
                <a:gd name="T2" fmla="*/ 0 w 104"/>
                <a:gd name="T3" fmla="*/ 52 h 104"/>
                <a:gd name="T4" fmla="*/ 52 w 104"/>
                <a:gd name="T5" fmla="*/ 104 h 104"/>
                <a:gd name="T6" fmla="*/ 52 w 104"/>
                <a:gd name="T7" fmla="*/ 104 h 104"/>
                <a:gd name="T8" fmla="*/ 104 w 104"/>
                <a:gd name="T9" fmla="*/ 52 h 104"/>
                <a:gd name="T10" fmla="*/ 52 w 104"/>
                <a:gd name="T11" fmla="*/ 0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52" y="0"/>
                  </a:moveTo>
                  <a:cubicBezTo>
                    <a:pt x="23" y="0"/>
                    <a:pt x="0" y="23"/>
                    <a:pt x="0" y="52"/>
                  </a:cubicBezTo>
                  <a:cubicBezTo>
                    <a:pt x="0" y="80"/>
                    <a:pt x="23" y="104"/>
                    <a:pt x="52" y="104"/>
                  </a:cubicBezTo>
                  <a:cubicBezTo>
                    <a:pt x="52" y="104"/>
                    <a:pt x="52" y="104"/>
                    <a:pt x="52" y="104"/>
                  </a:cubicBezTo>
                  <a:cubicBezTo>
                    <a:pt x="81" y="104"/>
                    <a:pt x="104" y="80"/>
                    <a:pt x="104" y="52"/>
                  </a:cubicBezTo>
                  <a:cubicBezTo>
                    <a:pt x="104" y="23"/>
                    <a:pt x="81" y="0"/>
                    <a:pt x="52" y="0"/>
                  </a:cubicBezTo>
                </a:path>
              </a:pathLst>
            </a:custGeom>
            <a:solidFill>
              <a:srgbClr val="000000"/>
            </a:solidFill>
            <a:ln w="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61" name="Rectangle 110">
              <a:extLst>
                <a:ext uri="{FF2B5EF4-FFF2-40B4-BE49-F238E27FC236}">
                  <a16:creationId xmlns:a16="http://schemas.microsoft.com/office/drawing/2014/main" id="{4E35BEF0-A9B1-4DDC-9376-F6C72ED88826}"/>
                </a:ext>
              </a:extLst>
            </p:cNvPr>
            <p:cNvSpPr>
              <a:spLocks noChangeArrowheads="1"/>
            </p:cNvSpPr>
            <p:nvPr/>
          </p:nvSpPr>
          <p:spPr bwMode="auto">
            <a:xfrm>
              <a:off x="3337" y="2108"/>
              <a:ext cx="162" cy="269"/>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62" name="Rectangle 111">
              <a:extLst>
                <a:ext uri="{FF2B5EF4-FFF2-40B4-BE49-F238E27FC236}">
                  <a16:creationId xmlns:a16="http://schemas.microsoft.com/office/drawing/2014/main" id="{F2261DE4-40F6-43BE-97A4-D2D683975836}"/>
                </a:ext>
              </a:extLst>
            </p:cNvPr>
            <p:cNvSpPr>
              <a:spLocks noChangeArrowheads="1"/>
            </p:cNvSpPr>
            <p:nvPr/>
          </p:nvSpPr>
          <p:spPr bwMode="auto">
            <a:xfrm>
              <a:off x="3503" y="2233"/>
              <a:ext cx="76" cy="182"/>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900" b="0"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1</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63" name="Rectangle 112">
              <a:extLst>
                <a:ext uri="{FF2B5EF4-FFF2-40B4-BE49-F238E27FC236}">
                  <a16:creationId xmlns:a16="http://schemas.microsoft.com/office/drawing/2014/main" id="{2ED65B5E-A1E0-4C7F-8B8F-17650B5E4C5D}"/>
                </a:ext>
              </a:extLst>
            </p:cNvPr>
            <p:cNvSpPr>
              <a:spLocks noChangeArrowheads="1"/>
            </p:cNvSpPr>
            <p:nvPr/>
          </p:nvSpPr>
          <p:spPr bwMode="auto">
            <a:xfrm>
              <a:off x="2298" y="2108"/>
              <a:ext cx="162" cy="269"/>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64" name="Rectangle 113">
              <a:extLst>
                <a:ext uri="{FF2B5EF4-FFF2-40B4-BE49-F238E27FC236}">
                  <a16:creationId xmlns:a16="http://schemas.microsoft.com/office/drawing/2014/main" id="{ED6C1431-D53F-41E6-983D-79072CB589A4}"/>
                </a:ext>
              </a:extLst>
            </p:cNvPr>
            <p:cNvSpPr>
              <a:spLocks noChangeArrowheads="1"/>
            </p:cNvSpPr>
            <p:nvPr/>
          </p:nvSpPr>
          <p:spPr bwMode="auto">
            <a:xfrm>
              <a:off x="2451" y="2233"/>
              <a:ext cx="76" cy="182"/>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900" b="0"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0</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65" name="Rectangle 114">
              <a:extLst>
                <a:ext uri="{FF2B5EF4-FFF2-40B4-BE49-F238E27FC236}">
                  <a16:creationId xmlns:a16="http://schemas.microsoft.com/office/drawing/2014/main" id="{2302563F-A231-4C7D-9D22-5201A55E73E0}"/>
                </a:ext>
              </a:extLst>
            </p:cNvPr>
            <p:cNvSpPr>
              <a:spLocks noChangeArrowheads="1"/>
            </p:cNvSpPr>
            <p:nvPr/>
          </p:nvSpPr>
          <p:spPr bwMode="auto">
            <a:xfrm>
              <a:off x="4389" y="2108"/>
              <a:ext cx="162" cy="269"/>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66" name="Rectangle 115">
              <a:extLst>
                <a:ext uri="{FF2B5EF4-FFF2-40B4-BE49-F238E27FC236}">
                  <a16:creationId xmlns:a16="http://schemas.microsoft.com/office/drawing/2014/main" id="{9AA1E4D0-3166-43E5-8DD7-F28D39A9A73A}"/>
                </a:ext>
              </a:extLst>
            </p:cNvPr>
            <p:cNvSpPr>
              <a:spLocks noChangeArrowheads="1"/>
            </p:cNvSpPr>
            <p:nvPr/>
          </p:nvSpPr>
          <p:spPr bwMode="auto">
            <a:xfrm>
              <a:off x="4541" y="2233"/>
              <a:ext cx="76" cy="182"/>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900" b="0"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2</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167" name="Line 116">
              <a:extLst>
                <a:ext uri="{FF2B5EF4-FFF2-40B4-BE49-F238E27FC236}">
                  <a16:creationId xmlns:a16="http://schemas.microsoft.com/office/drawing/2014/main" id="{2566BE66-4495-40AB-8471-CC4108D6E7BE}"/>
                </a:ext>
              </a:extLst>
            </p:cNvPr>
            <p:cNvSpPr>
              <a:spLocks noChangeShapeType="1"/>
            </p:cNvSpPr>
            <p:nvPr/>
          </p:nvSpPr>
          <p:spPr bwMode="auto">
            <a:xfrm>
              <a:off x="4649" y="3126"/>
              <a:ext cx="263" cy="1"/>
            </a:xfrm>
            <a:prstGeom prst="line">
              <a:avLst/>
            </a:prstGeom>
            <a:noFill/>
            <a:ln w="20638"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68" name="Line 117">
              <a:extLst>
                <a:ext uri="{FF2B5EF4-FFF2-40B4-BE49-F238E27FC236}">
                  <a16:creationId xmlns:a16="http://schemas.microsoft.com/office/drawing/2014/main" id="{ABEC5088-AAB2-4C44-AF76-8D73B4DCE765}"/>
                </a:ext>
              </a:extLst>
            </p:cNvPr>
            <p:cNvSpPr>
              <a:spLocks noChangeShapeType="1"/>
            </p:cNvSpPr>
            <p:nvPr/>
          </p:nvSpPr>
          <p:spPr bwMode="auto">
            <a:xfrm flipV="1">
              <a:off x="4687" y="2182"/>
              <a:ext cx="1" cy="422"/>
            </a:xfrm>
            <a:prstGeom prst="line">
              <a:avLst/>
            </a:prstGeom>
            <a:noFill/>
            <a:ln w="20638"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69" name="Freeform 118">
              <a:extLst>
                <a:ext uri="{FF2B5EF4-FFF2-40B4-BE49-F238E27FC236}">
                  <a16:creationId xmlns:a16="http://schemas.microsoft.com/office/drawing/2014/main" id="{D5328FBC-E45D-4377-AAA6-6040047A3336}"/>
                </a:ext>
              </a:extLst>
            </p:cNvPr>
            <p:cNvSpPr>
              <a:spLocks/>
            </p:cNvSpPr>
            <p:nvPr/>
          </p:nvSpPr>
          <p:spPr bwMode="auto">
            <a:xfrm>
              <a:off x="3745" y="2917"/>
              <a:ext cx="115" cy="733"/>
            </a:xfrm>
            <a:custGeom>
              <a:avLst/>
              <a:gdLst>
                <a:gd name="T0" fmla="*/ 0 w 115"/>
                <a:gd name="T1" fmla="*/ 733 h 733"/>
                <a:gd name="T2" fmla="*/ 0 w 115"/>
                <a:gd name="T3" fmla="*/ 0 h 733"/>
                <a:gd name="T4" fmla="*/ 115 w 115"/>
                <a:gd name="T5" fmla="*/ 0 h 733"/>
                <a:gd name="T6" fmla="*/ 0 60000 65536"/>
                <a:gd name="T7" fmla="*/ 0 60000 65536"/>
                <a:gd name="T8" fmla="*/ 0 60000 65536"/>
                <a:gd name="T9" fmla="*/ 0 w 115"/>
                <a:gd name="T10" fmla="*/ 0 h 733"/>
                <a:gd name="T11" fmla="*/ 115 w 115"/>
                <a:gd name="T12" fmla="*/ 733 h 733"/>
              </a:gdLst>
              <a:ahLst/>
              <a:cxnLst>
                <a:cxn ang="T6">
                  <a:pos x="T0" y="T1"/>
                </a:cxn>
                <a:cxn ang="T7">
                  <a:pos x="T2" y="T3"/>
                </a:cxn>
                <a:cxn ang="T8">
                  <a:pos x="T4" y="T5"/>
                </a:cxn>
              </a:cxnLst>
              <a:rect l="T9" t="T10" r="T11" b="T12"/>
              <a:pathLst>
                <a:path w="115" h="733">
                  <a:moveTo>
                    <a:pt x="0" y="733"/>
                  </a:moveTo>
                  <a:lnTo>
                    <a:pt x="0" y="0"/>
                  </a:lnTo>
                  <a:lnTo>
                    <a:pt x="115" y="0"/>
                  </a:lnTo>
                </a:path>
              </a:pathLst>
            </a:custGeom>
            <a:noFill/>
            <a:ln w="20638"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170" name="Line 119">
              <a:extLst>
                <a:ext uri="{FF2B5EF4-FFF2-40B4-BE49-F238E27FC236}">
                  <a16:creationId xmlns:a16="http://schemas.microsoft.com/office/drawing/2014/main" id="{95DC5FB1-8F55-4277-854D-90FC6830C1AE}"/>
                </a:ext>
              </a:extLst>
            </p:cNvPr>
            <p:cNvSpPr>
              <a:spLocks noChangeShapeType="1"/>
            </p:cNvSpPr>
            <p:nvPr/>
          </p:nvSpPr>
          <p:spPr bwMode="auto">
            <a:xfrm flipH="1">
              <a:off x="796" y="3643"/>
              <a:ext cx="2949" cy="0"/>
            </a:xfrm>
            <a:prstGeom prst="line">
              <a:avLst/>
            </a:prstGeom>
            <a:noFill/>
            <a:ln w="9525">
              <a:solidFill>
                <a:schemeClr val="tx1"/>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grpSp>
      <p:sp>
        <p:nvSpPr>
          <p:cNvPr id="4" name="Title 4">
            <a:extLst>
              <a:ext uri="{FF2B5EF4-FFF2-40B4-BE49-F238E27FC236}">
                <a16:creationId xmlns:a16="http://schemas.microsoft.com/office/drawing/2014/main" id="{9EC1E01C-6AD3-E25D-65A1-20F5F878E541}"/>
              </a:ext>
            </a:extLst>
          </p:cNvPr>
          <p:cNvSpPr txBox="1">
            <a:spLocks/>
          </p:cNvSpPr>
          <p:nvPr/>
        </p:nvSpPr>
        <p:spPr bwMode="auto">
          <a:xfrm>
            <a:off x="256382" y="136525"/>
            <a:ext cx="8631237"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sz="4000" dirty="0"/>
              <a:t>用</a:t>
            </a:r>
            <a:r>
              <a:rPr lang="en-US" altLang="zh-CN" sz="4000" dirty="0"/>
              <a:t>JK</a:t>
            </a:r>
            <a:r>
              <a:rPr lang="zh-CN" altLang="en-US" sz="4000" dirty="0"/>
              <a:t>触发器实现</a:t>
            </a:r>
            <a:endParaRPr lang="en-CN" altLang="zh-CN" sz="4000" dirty="0">
              <a:solidFill>
                <a:srgbClr val="0000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3876746"/>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4" name="灯片编号占位符 5"/>
          <p:cNvSpPr>
            <a:spLocks noGrp="1"/>
          </p:cNvSpPr>
          <p:nvPr>
            <p:ph type="sldNum" sz="quarter" idx="12"/>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61303C8-D4AC-46B2-A90F-287F414A2807}" type="slidenum">
              <a:rPr kumimoji="0" lang="en-US" altLang="zh-CN" sz="1200" b="0" i="0" u="none" strike="noStrike" kern="1200" cap="none" spc="0" normalizeH="0" baseline="0" noProof="0" smtClean="0">
                <a:ln>
                  <a:noFill/>
                </a:ln>
                <a:solidFill>
                  <a:srgbClr val="000000"/>
                </a:solidFill>
                <a:effectLst/>
                <a:uLnTx/>
                <a:uFillTx/>
                <a:latin typeface="Arial Black" pitchFamily="34" charset="0"/>
                <a:ea typeface="宋体"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133</a:t>
            </a:fld>
            <a:endParaRPr kumimoji="0" lang="en-US" altLang="zh-CN" sz="1200" b="0" i="0" u="none" strike="noStrike" kern="1200" cap="none" spc="0" normalizeH="0" baseline="0" noProof="0" dirty="0">
              <a:ln>
                <a:noFill/>
              </a:ln>
              <a:solidFill>
                <a:srgbClr val="000000"/>
              </a:solidFill>
              <a:effectLst/>
              <a:uLnTx/>
              <a:uFillTx/>
              <a:latin typeface="Arial Black" pitchFamily="34" charset="0"/>
              <a:ea typeface="宋体" charset="-122"/>
              <a:cs typeface="+mn-cs"/>
            </a:endParaRPr>
          </a:p>
        </p:txBody>
      </p:sp>
      <p:sp>
        <p:nvSpPr>
          <p:cNvPr id="48136" name="Rectangle 3"/>
          <p:cNvSpPr>
            <a:spLocks noChangeArrowheads="1"/>
          </p:cNvSpPr>
          <p:nvPr/>
        </p:nvSpPr>
        <p:spPr bwMode="auto">
          <a:xfrm>
            <a:off x="0" y="2781300"/>
            <a:ext cx="9144000" cy="0"/>
          </a:xfrm>
          <a:prstGeom prst="rect">
            <a:avLst/>
          </a:prstGeom>
          <a:noFill/>
          <a:ln w="9525">
            <a:noFill/>
            <a:miter lim="800000"/>
            <a:headEnd/>
            <a:tailEnd/>
          </a:ln>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grpSp>
        <p:nvGrpSpPr>
          <p:cNvPr id="2" name="Group 7"/>
          <p:cNvGrpSpPr>
            <a:grpSpLocks/>
          </p:cNvGrpSpPr>
          <p:nvPr/>
        </p:nvGrpSpPr>
        <p:grpSpPr bwMode="auto">
          <a:xfrm>
            <a:off x="909078" y="3449096"/>
            <a:ext cx="6913562" cy="2997200"/>
            <a:chOff x="567" y="2024"/>
            <a:chExt cx="4355" cy="1888"/>
          </a:xfrm>
        </p:grpSpPr>
        <p:sp>
          <p:nvSpPr>
            <p:cNvPr id="48188" name="Rectangle 8"/>
            <p:cNvSpPr>
              <a:spLocks noChangeArrowheads="1"/>
            </p:cNvSpPr>
            <p:nvPr/>
          </p:nvSpPr>
          <p:spPr bwMode="auto">
            <a:xfrm>
              <a:off x="1799" y="2393"/>
              <a:ext cx="630" cy="944"/>
            </a:xfrm>
            <a:prstGeom prst="rect">
              <a:avLst/>
            </a:prstGeom>
            <a:noFill/>
            <a:ln w="20638"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48189" name="Rectangle 9"/>
            <p:cNvSpPr>
              <a:spLocks noChangeArrowheads="1"/>
            </p:cNvSpPr>
            <p:nvPr/>
          </p:nvSpPr>
          <p:spPr bwMode="auto">
            <a:xfrm>
              <a:off x="1841" y="2482"/>
              <a:ext cx="99" cy="269"/>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J</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48190" name="Rectangle 10"/>
            <p:cNvSpPr>
              <a:spLocks noChangeArrowheads="1"/>
            </p:cNvSpPr>
            <p:nvPr/>
          </p:nvSpPr>
          <p:spPr bwMode="auto">
            <a:xfrm>
              <a:off x="2229" y="2468"/>
              <a:ext cx="162" cy="269"/>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48191" name="Rectangle 11"/>
            <p:cNvSpPr>
              <a:spLocks noChangeArrowheads="1"/>
            </p:cNvSpPr>
            <p:nvPr/>
          </p:nvSpPr>
          <p:spPr bwMode="auto">
            <a:xfrm>
              <a:off x="2229" y="2967"/>
              <a:ext cx="162" cy="269"/>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48192" name="Oval 12"/>
            <p:cNvSpPr>
              <a:spLocks noChangeArrowheads="1"/>
            </p:cNvSpPr>
            <p:nvPr/>
          </p:nvSpPr>
          <p:spPr bwMode="auto">
            <a:xfrm>
              <a:off x="2429" y="3075"/>
              <a:ext cx="94" cy="104"/>
            </a:xfrm>
            <a:prstGeom prst="ellipse">
              <a:avLst/>
            </a:prstGeom>
            <a:solidFill>
              <a:srgbClr val="FFFFFF"/>
            </a:solidFill>
            <a:ln w="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48193" name="Oval 13"/>
            <p:cNvSpPr>
              <a:spLocks noChangeArrowheads="1"/>
            </p:cNvSpPr>
            <p:nvPr/>
          </p:nvSpPr>
          <p:spPr bwMode="auto">
            <a:xfrm>
              <a:off x="2429" y="3075"/>
              <a:ext cx="94" cy="104"/>
            </a:xfrm>
            <a:prstGeom prst="ellipse">
              <a:avLst/>
            </a:prstGeom>
            <a:noFill/>
            <a:ln w="20638"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48194" name="Rectangle 14"/>
            <p:cNvSpPr>
              <a:spLocks noChangeArrowheads="1"/>
            </p:cNvSpPr>
            <p:nvPr/>
          </p:nvSpPr>
          <p:spPr bwMode="auto">
            <a:xfrm>
              <a:off x="1980" y="2787"/>
              <a:ext cx="149" cy="269"/>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C</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48195" name="Freeform 15"/>
            <p:cNvSpPr>
              <a:spLocks/>
            </p:cNvSpPr>
            <p:nvPr/>
          </p:nvSpPr>
          <p:spPr bwMode="auto">
            <a:xfrm>
              <a:off x="1799" y="2813"/>
              <a:ext cx="157" cy="210"/>
            </a:xfrm>
            <a:custGeom>
              <a:avLst/>
              <a:gdLst>
                <a:gd name="T0" fmla="*/ 0 w 157"/>
                <a:gd name="T1" fmla="*/ 210 h 210"/>
                <a:gd name="T2" fmla="*/ 157 w 157"/>
                <a:gd name="T3" fmla="*/ 105 h 210"/>
                <a:gd name="T4" fmla="*/ 0 w 157"/>
                <a:gd name="T5" fmla="*/ 0 h 210"/>
                <a:gd name="T6" fmla="*/ 0 60000 65536"/>
                <a:gd name="T7" fmla="*/ 0 60000 65536"/>
                <a:gd name="T8" fmla="*/ 0 60000 65536"/>
                <a:gd name="T9" fmla="*/ 0 w 157"/>
                <a:gd name="T10" fmla="*/ 0 h 210"/>
                <a:gd name="T11" fmla="*/ 157 w 157"/>
                <a:gd name="T12" fmla="*/ 210 h 210"/>
              </a:gdLst>
              <a:ahLst/>
              <a:cxnLst>
                <a:cxn ang="T6">
                  <a:pos x="T0" y="T1"/>
                </a:cxn>
                <a:cxn ang="T7">
                  <a:pos x="T2" y="T3"/>
                </a:cxn>
                <a:cxn ang="T8">
                  <a:pos x="T4" y="T5"/>
                </a:cxn>
              </a:cxnLst>
              <a:rect l="T9" t="T10" r="T11" b="T12"/>
              <a:pathLst>
                <a:path w="157" h="210">
                  <a:moveTo>
                    <a:pt x="0" y="210"/>
                  </a:moveTo>
                  <a:lnTo>
                    <a:pt x="157" y="105"/>
                  </a:lnTo>
                  <a:lnTo>
                    <a:pt x="0" y="0"/>
                  </a:lnTo>
                </a:path>
              </a:pathLst>
            </a:custGeom>
            <a:noFill/>
            <a:ln w="20638"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48196" name="Rectangle 16"/>
            <p:cNvSpPr>
              <a:spLocks noChangeArrowheads="1"/>
            </p:cNvSpPr>
            <p:nvPr/>
          </p:nvSpPr>
          <p:spPr bwMode="auto">
            <a:xfrm>
              <a:off x="2849" y="2393"/>
              <a:ext cx="630" cy="944"/>
            </a:xfrm>
            <a:prstGeom prst="rect">
              <a:avLst/>
            </a:prstGeom>
            <a:noFill/>
            <a:ln w="20638"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48197" name="Rectangle 17"/>
            <p:cNvSpPr>
              <a:spLocks noChangeArrowheads="1"/>
            </p:cNvSpPr>
            <p:nvPr/>
          </p:nvSpPr>
          <p:spPr bwMode="auto">
            <a:xfrm>
              <a:off x="2894" y="2482"/>
              <a:ext cx="99" cy="269"/>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J</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48198" name="Rectangle 18"/>
            <p:cNvSpPr>
              <a:spLocks noChangeArrowheads="1"/>
            </p:cNvSpPr>
            <p:nvPr/>
          </p:nvSpPr>
          <p:spPr bwMode="auto">
            <a:xfrm>
              <a:off x="3281" y="2468"/>
              <a:ext cx="162" cy="269"/>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48199" name="Rectangle 19"/>
            <p:cNvSpPr>
              <a:spLocks noChangeArrowheads="1"/>
            </p:cNvSpPr>
            <p:nvPr/>
          </p:nvSpPr>
          <p:spPr bwMode="auto">
            <a:xfrm>
              <a:off x="3281" y="2967"/>
              <a:ext cx="162" cy="269"/>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48200" name="Oval 20"/>
            <p:cNvSpPr>
              <a:spLocks noChangeArrowheads="1"/>
            </p:cNvSpPr>
            <p:nvPr/>
          </p:nvSpPr>
          <p:spPr bwMode="auto">
            <a:xfrm>
              <a:off x="3479" y="3075"/>
              <a:ext cx="95" cy="104"/>
            </a:xfrm>
            <a:prstGeom prst="ellipse">
              <a:avLst/>
            </a:prstGeom>
            <a:solidFill>
              <a:srgbClr val="FFFFFF"/>
            </a:solidFill>
            <a:ln w="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48201" name="Oval 21"/>
            <p:cNvSpPr>
              <a:spLocks noChangeArrowheads="1"/>
            </p:cNvSpPr>
            <p:nvPr/>
          </p:nvSpPr>
          <p:spPr bwMode="auto">
            <a:xfrm>
              <a:off x="3479" y="3075"/>
              <a:ext cx="95" cy="104"/>
            </a:xfrm>
            <a:prstGeom prst="ellipse">
              <a:avLst/>
            </a:prstGeom>
            <a:noFill/>
            <a:ln w="20638"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48202" name="Rectangle 22"/>
            <p:cNvSpPr>
              <a:spLocks noChangeArrowheads="1"/>
            </p:cNvSpPr>
            <p:nvPr/>
          </p:nvSpPr>
          <p:spPr bwMode="auto">
            <a:xfrm>
              <a:off x="3032" y="2787"/>
              <a:ext cx="149" cy="269"/>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C</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48203" name="Freeform 23"/>
            <p:cNvSpPr>
              <a:spLocks/>
            </p:cNvSpPr>
            <p:nvPr/>
          </p:nvSpPr>
          <p:spPr bwMode="auto">
            <a:xfrm>
              <a:off x="2849" y="2813"/>
              <a:ext cx="157" cy="210"/>
            </a:xfrm>
            <a:custGeom>
              <a:avLst/>
              <a:gdLst>
                <a:gd name="T0" fmla="*/ 0 w 157"/>
                <a:gd name="T1" fmla="*/ 210 h 210"/>
                <a:gd name="T2" fmla="*/ 157 w 157"/>
                <a:gd name="T3" fmla="*/ 105 h 210"/>
                <a:gd name="T4" fmla="*/ 0 w 157"/>
                <a:gd name="T5" fmla="*/ 0 h 210"/>
                <a:gd name="T6" fmla="*/ 0 60000 65536"/>
                <a:gd name="T7" fmla="*/ 0 60000 65536"/>
                <a:gd name="T8" fmla="*/ 0 60000 65536"/>
                <a:gd name="T9" fmla="*/ 0 w 157"/>
                <a:gd name="T10" fmla="*/ 0 h 210"/>
                <a:gd name="T11" fmla="*/ 157 w 157"/>
                <a:gd name="T12" fmla="*/ 210 h 210"/>
              </a:gdLst>
              <a:ahLst/>
              <a:cxnLst>
                <a:cxn ang="T6">
                  <a:pos x="T0" y="T1"/>
                </a:cxn>
                <a:cxn ang="T7">
                  <a:pos x="T2" y="T3"/>
                </a:cxn>
                <a:cxn ang="T8">
                  <a:pos x="T4" y="T5"/>
                </a:cxn>
              </a:cxnLst>
              <a:rect l="T9" t="T10" r="T11" b="T12"/>
              <a:pathLst>
                <a:path w="157" h="210">
                  <a:moveTo>
                    <a:pt x="0" y="210"/>
                  </a:moveTo>
                  <a:lnTo>
                    <a:pt x="157" y="105"/>
                  </a:lnTo>
                  <a:lnTo>
                    <a:pt x="0" y="0"/>
                  </a:lnTo>
                </a:path>
              </a:pathLst>
            </a:custGeom>
            <a:noFill/>
            <a:ln w="20638"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48204" name="Rectangle 24"/>
            <p:cNvSpPr>
              <a:spLocks noChangeArrowheads="1"/>
            </p:cNvSpPr>
            <p:nvPr/>
          </p:nvSpPr>
          <p:spPr bwMode="auto">
            <a:xfrm>
              <a:off x="3899" y="2393"/>
              <a:ext cx="630" cy="944"/>
            </a:xfrm>
            <a:prstGeom prst="rect">
              <a:avLst/>
            </a:prstGeom>
            <a:noFill/>
            <a:ln w="20638"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48205" name="Rectangle 25"/>
            <p:cNvSpPr>
              <a:spLocks noChangeArrowheads="1"/>
            </p:cNvSpPr>
            <p:nvPr/>
          </p:nvSpPr>
          <p:spPr bwMode="auto">
            <a:xfrm>
              <a:off x="3946" y="2482"/>
              <a:ext cx="99" cy="269"/>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J</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48206" name="Rectangle 26"/>
            <p:cNvSpPr>
              <a:spLocks noChangeArrowheads="1"/>
            </p:cNvSpPr>
            <p:nvPr/>
          </p:nvSpPr>
          <p:spPr bwMode="auto">
            <a:xfrm>
              <a:off x="4320" y="2468"/>
              <a:ext cx="162" cy="269"/>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48207" name="Rectangle 27"/>
            <p:cNvSpPr>
              <a:spLocks noChangeArrowheads="1"/>
            </p:cNvSpPr>
            <p:nvPr/>
          </p:nvSpPr>
          <p:spPr bwMode="auto">
            <a:xfrm>
              <a:off x="4334" y="2967"/>
              <a:ext cx="162" cy="269"/>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48208" name="Oval 28"/>
            <p:cNvSpPr>
              <a:spLocks noChangeArrowheads="1"/>
            </p:cNvSpPr>
            <p:nvPr/>
          </p:nvSpPr>
          <p:spPr bwMode="auto">
            <a:xfrm>
              <a:off x="4529" y="3075"/>
              <a:ext cx="94" cy="104"/>
            </a:xfrm>
            <a:prstGeom prst="ellipse">
              <a:avLst/>
            </a:prstGeom>
            <a:solidFill>
              <a:srgbClr val="FFFFFF"/>
            </a:solidFill>
            <a:ln w="0">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48209" name="Oval 29"/>
            <p:cNvSpPr>
              <a:spLocks noChangeArrowheads="1"/>
            </p:cNvSpPr>
            <p:nvPr/>
          </p:nvSpPr>
          <p:spPr bwMode="auto">
            <a:xfrm>
              <a:off x="4529" y="3075"/>
              <a:ext cx="94" cy="104"/>
            </a:xfrm>
            <a:prstGeom prst="ellipse">
              <a:avLst/>
            </a:prstGeom>
            <a:noFill/>
            <a:ln w="20638"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48210" name="Rectangle 30"/>
            <p:cNvSpPr>
              <a:spLocks noChangeArrowheads="1"/>
            </p:cNvSpPr>
            <p:nvPr/>
          </p:nvSpPr>
          <p:spPr bwMode="auto">
            <a:xfrm>
              <a:off x="4084" y="2787"/>
              <a:ext cx="149" cy="269"/>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C</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48211" name="Freeform 31"/>
            <p:cNvSpPr>
              <a:spLocks/>
            </p:cNvSpPr>
            <p:nvPr/>
          </p:nvSpPr>
          <p:spPr bwMode="auto">
            <a:xfrm>
              <a:off x="3899" y="2813"/>
              <a:ext cx="158" cy="210"/>
            </a:xfrm>
            <a:custGeom>
              <a:avLst/>
              <a:gdLst>
                <a:gd name="T0" fmla="*/ 0 w 158"/>
                <a:gd name="T1" fmla="*/ 210 h 210"/>
                <a:gd name="T2" fmla="*/ 158 w 158"/>
                <a:gd name="T3" fmla="*/ 105 h 210"/>
                <a:gd name="T4" fmla="*/ 0 w 158"/>
                <a:gd name="T5" fmla="*/ 0 h 210"/>
                <a:gd name="T6" fmla="*/ 0 60000 65536"/>
                <a:gd name="T7" fmla="*/ 0 60000 65536"/>
                <a:gd name="T8" fmla="*/ 0 60000 65536"/>
                <a:gd name="T9" fmla="*/ 0 w 158"/>
                <a:gd name="T10" fmla="*/ 0 h 210"/>
                <a:gd name="T11" fmla="*/ 158 w 158"/>
                <a:gd name="T12" fmla="*/ 210 h 210"/>
              </a:gdLst>
              <a:ahLst/>
              <a:cxnLst>
                <a:cxn ang="T6">
                  <a:pos x="T0" y="T1"/>
                </a:cxn>
                <a:cxn ang="T7">
                  <a:pos x="T2" y="T3"/>
                </a:cxn>
                <a:cxn ang="T8">
                  <a:pos x="T4" y="T5"/>
                </a:cxn>
              </a:cxnLst>
              <a:rect l="T9" t="T10" r="T11" b="T12"/>
              <a:pathLst>
                <a:path w="158" h="210">
                  <a:moveTo>
                    <a:pt x="0" y="210"/>
                  </a:moveTo>
                  <a:lnTo>
                    <a:pt x="158" y="105"/>
                  </a:lnTo>
                  <a:lnTo>
                    <a:pt x="0" y="0"/>
                  </a:lnTo>
                </a:path>
              </a:pathLst>
            </a:custGeom>
            <a:noFill/>
            <a:ln w="20638"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48212" name="Line 32"/>
            <p:cNvSpPr>
              <a:spLocks noChangeShapeType="1"/>
            </p:cNvSpPr>
            <p:nvPr/>
          </p:nvSpPr>
          <p:spPr bwMode="auto">
            <a:xfrm>
              <a:off x="1522" y="2600"/>
              <a:ext cx="272" cy="0"/>
            </a:xfrm>
            <a:prstGeom prst="line">
              <a:avLst/>
            </a:prstGeom>
            <a:noFill/>
            <a:ln w="20638"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48213" name="Line 33"/>
            <p:cNvSpPr>
              <a:spLocks noChangeShapeType="1"/>
            </p:cNvSpPr>
            <p:nvPr/>
          </p:nvSpPr>
          <p:spPr bwMode="auto">
            <a:xfrm>
              <a:off x="2429" y="2604"/>
              <a:ext cx="420" cy="1"/>
            </a:xfrm>
            <a:prstGeom prst="line">
              <a:avLst/>
            </a:prstGeom>
            <a:noFill/>
            <a:ln w="20638"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48214" name="Line 34"/>
            <p:cNvSpPr>
              <a:spLocks noChangeShapeType="1"/>
            </p:cNvSpPr>
            <p:nvPr/>
          </p:nvSpPr>
          <p:spPr bwMode="auto">
            <a:xfrm>
              <a:off x="3479" y="2604"/>
              <a:ext cx="393" cy="1"/>
            </a:xfrm>
            <a:prstGeom prst="line">
              <a:avLst/>
            </a:prstGeom>
            <a:noFill/>
            <a:ln w="20638"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48215" name="Line 35"/>
            <p:cNvSpPr>
              <a:spLocks noChangeShapeType="1"/>
            </p:cNvSpPr>
            <p:nvPr/>
          </p:nvSpPr>
          <p:spPr bwMode="auto">
            <a:xfrm>
              <a:off x="4529" y="2604"/>
              <a:ext cx="158" cy="1"/>
            </a:xfrm>
            <a:prstGeom prst="line">
              <a:avLst/>
            </a:prstGeom>
            <a:noFill/>
            <a:ln w="20638"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48216" name="Freeform 36"/>
            <p:cNvSpPr>
              <a:spLocks/>
            </p:cNvSpPr>
            <p:nvPr/>
          </p:nvSpPr>
          <p:spPr bwMode="auto">
            <a:xfrm>
              <a:off x="2734" y="2918"/>
              <a:ext cx="115" cy="733"/>
            </a:xfrm>
            <a:custGeom>
              <a:avLst/>
              <a:gdLst>
                <a:gd name="T0" fmla="*/ 0 w 115"/>
                <a:gd name="T1" fmla="*/ 733 h 733"/>
                <a:gd name="T2" fmla="*/ 0 w 115"/>
                <a:gd name="T3" fmla="*/ 0 h 733"/>
                <a:gd name="T4" fmla="*/ 115 w 115"/>
                <a:gd name="T5" fmla="*/ 0 h 733"/>
                <a:gd name="T6" fmla="*/ 0 60000 65536"/>
                <a:gd name="T7" fmla="*/ 0 60000 65536"/>
                <a:gd name="T8" fmla="*/ 0 60000 65536"/>
                <a:gd name="T9" fmla="*/ 0 w 115"/>
                <a:gd name="T10" fmla="*/ 0 h 733"/>
                <a:gd name="T11" fmla="*/ 115 w 115"/>
                <a:gd name="T12" fmla="*/ 733 h 733"/>
              </a:gdLst>
              <a:ahLst/>
              <a:cxnLst>
                <a:cxn ang="T6">
                  <a:pos x="T0" y="T1"/>
                </a:cxn>
                <a:cxn ang="T7">
                  <a:pos x="T2" y="T3"/>
                </a:cxn>
                <a:cxn ang="T8">
                  <a:pos x="T4" y="T5"/>
                </a:cxn>
              </a:cxnLst>
              <a:rect l="T9" t="T10" r="T11" b="T12"/>
              <a:pathLst>
                <a:path w="115" h="733">
                  <a:moveTo>
                    <a:pt x="0" y="733"/>
                  </a:moveTo>
                  <a:lnTo>
                    <a:pt x="0" y="0"/>
                  </a:lnTo>
                  <a:lnTo>
                    <a:pt x="115" y="0"/>
                  </a:lnTo>
                </a:path>
              </a:pathLst>
            </a:custGeom>
            <a:noFill/>
            <a:ln w="20638"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48217" name="Freeform 37"/>
            <p:cNvSpPr>
              <a:spLocks/>
            </p:cNvSpPr>
            <p:nvPr/>
          </p:nvSpPr>
          <p:spPr bwMode="auto">
            <a:xfrm>
              <a:off x="2689" y="3606"/>
              <a:ext cx="90" cy="90"/>
            </a:xfrm>
            <a:custGeom>
              <a:avLst/>
              <a:gdLst>
                <a:gd name="T0" fmla="*/ 52 w 104"/>
                <a:gd name="T1" fmla="*/ 0 h 104"/>
                <a:gd name="T2" fmla="*/ 0 w 104"/>
                <a:gd name="T3" fmla="*/ 52 h 104"/>
                <a:gd name="T4" fmla="*/ 52 w 104"/>
                <a:gd name="T5" fmla="*/ 104 h 104"/>
                <a:gd name="T6" fmla="*/ 52 w 104"/>
                <a:gd name="T7" fmla="*/ 104 h 104"/>
                <a:gd name="T8" fmla="*/ 104 w 104"/>
                <a:gd name="T9" fmla="*/ 52 h 104"/>
                <a:gd name="T10" fmla="*/ 52 w 104"/>
                <a:gd name="T11" fmla="*/ 0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52" y="0"/>
                  </a:moveTo>
                  <a:cubicBezTo>
                    <a:pt x="23" y="0"/>
                    <a:pt x="0" y="24"/>
                    <a:pt x="0" y="52"/>
                  </a:cubicBezTo>
                  <a:cubicBezTo>
                    <a:pt x="0" y="81"/>
                    <a:pt x="23" y="104"/>
                    <a:pt x="52" y="104"/>
                  </a:cubicBezTo>
                  <a:cubicBezTo>
                    <a:pt x="52" y="104"/>
                    <a:pt x="52" y="104"/>
                    <a:pt x="52" y="104"/>
                  </a:cubicBezTo>
                  <a:cubicBezTo>
                    <a:pt x="80" y="104"/>
                    <a:pt x="104" y="81"/>
                    <a:pt x="104" y="52"/>
                  </a:cubicBezTo>
                  <a:cubicBezTo>
                    <a:pt x="104" y="24"/>
                    <a:pt x="80" y="0"/>
                    <a:pt x="52" y="0"/>
                  </a:cubicBezTo>
                </a:path>
              </a:pathLst>
            </a:custGeom>
            <a:solidFill>
              <a:srgbClr val="000000"/>
            </a:solidFill>
            <a:ln w="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48218" name="Freeform 38"/>
            <p:cNvSpPr>
              <a:spLocks/>
            </p:cNvSpPr>
            <p:nvPr/>
          </p:nvSpPr>
          <p:spPr bwMode="auto">
            <a:xfrm>
              <a:off x="1683" y="2918"/>
              <a:ext cx="116" cy="733"/>
            </a:xfrm>
            <a:custGeom>
              <a:avLst/>
              <a:gdLst>
                <a:gd name="T0" fmla="*/ 0 w 116"/>
                <a:gd name="T1" fmla="*/ 733 h 733"/>
                <a:gd name="T2" fmla="*/ 0 w 116"/>
                <a:gd name="T3" fmla="*/ 0 h 733"/>
                <a:gd name="T4" fmla="*/ 116 w 116"/>
                <a:gd name="T5" fmla="*/ 0 h 733"/>
                <a:gd name="T6" fmla="*/ 0 60000 65536"/>
                <a:gd name="T7" fmla="*/ 0 60000 65536"/>
                <a:gd name="T8" fmla="*/ 0 60000 65536"/>
                <a:gd name="T9" fmla="*/ 0 w 116"/>
                <a:gd name="T10" fmla="*/ 0 h 733"/>
                <a:gd name="T11" fmla="*/ 116 w 116"/>
                <a:gd name="T12" fmla="*/ 733 h 733"/>
              </a:gdLst>
              <a:ahLst/>
              <a:cxnLst>
                <a:cxn ang="T6">
                  <a:pos x="T0" y="T1"/>
                </a:cxn>
                <a:cxn ang="T7">
                  <a:pos x="T2" y="T3"/>
                </a:cxn>
                <a:cxn ang="T8">
                  <a:pos x="T4" y="T5"/>
                </a:cxn>
              </a:cxnLst>
              <a:rect l="T9" t="T10" r="T11" b="T12"/>
              <a:pathLst>
                <a:path w="116" h="733">
                  <a:moveTo>
                    <a:pt x="0" y="733"/>
                  </a:moveTo>
                  <a:lnTo>
                    <a:pt x="0" y="0"/>
                  </a:lnTo>
                  <a:lnTo>
                    <a:pt x="116" y="0"/>
                  </a:lnTo>
                </a:path>
              </a:pathLst>
            </a:custGeom>
            <a:noFill/>
            <a:ln w="20638"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48219" name="Freeform 39"/>
            <p:cNvSpPr>
              <a:spLocks/>
            </p:cNvSpPr>
            <p:nvPr/>
          </p:nvSpPr>
          <p:spPr bwMode="auto">
            <a:xfrm>
              <a:off x="1638" y="3606"/>
              <a:ext cx="90" cy="90"/>
            </a:xfrm>
            <a:custGeom>
              <a:avLst/>
              <a:gdLst>
                <a:gd name="T0" fmla="*/ 52 w 104"/>
                <a:gd name="T1" fmla="*/ 0 h 104"/>
                <a:gd name="T2" fmla="*/ 0 w 104"/>
                <a:gd name="T3" fmla="*/ 52 h 104"/>
                <a:gd name="T4" fmla="*/ 52 w 104"/>
                <a:gd name="T5" fmla="*/ 104 h 104"/>
                <a:gd name="T6" fmla="*/ 52 w 104"/>
                <a:gd name="T7" fmla="*/ 104 h 104"/>
                <a:gd name="T8" fmla="*/ 104 w 104"/>
                <a:gd name="T9" fmla="*/ 52 h 104"/>
                <a:gd name="T10" fmla="*/ 52 w 104"/>
                <a:gd name="T11" fmla="*/ 0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52" y="0"/>
                  </a:moveTo>
                  <a:cubicBezTo>
                    <a:pt x="23" y="0"/>
                    <a:pt x="0" y="24"/>
                    <a:pt x="0" y="52"/>
                  </a:cubicBezTo>
                  <a:cubicBezTo>
                    <a:pt x="0" y="81"/>
                    <a:pt x="23" y="104"/>
                    <a:pt x="52" y="104"/>
                  </a:cubicBezTo>
                  <a:cubicBezTo>
                    <a:pt x="52" y="104"/>
                    <a:pt x="52" y="104"/>
                    <a:pt x="52" y="104"/>
                  </a:cubicBezTo>
                  <a:cubicBezTo>
                    <a:pt x="81" y="104"/>
                    <a:pt x="104" y="81"/>
                    <a:pt x="104" y="52"/>
                  </a:cubicBezTo>
                  <a:cubicBezTo>
                    <a:pt x="104" y="24"/>
                    <a:pt x="81" y="0"/>
                    <a:pt x="52" y="0"/>
                  </a:cubicBezTo>
                </a:path>
              </a:pathLst>
            </a:custGeom>
            <a:solidFill>
              <a:srgbClr val="000000"/>
            </a:solidFill>
            <a:ln w="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48220" name="Rectangle 40"/>
            <p:cNvSpPr>
              <a:spLocks noChangeArrowheads="1"/>
            </p:cNvSpPr>
            <p:nvPr/>
          </p:nvSpPr>
          <p:spPr bwMode="auto">
            <a:xfrm>
              <a:off x="567" y="3329"/>
              <a:ext cx="547" cy="269"/>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Count</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48221" name="Rectangle 41"/>
            <p:cNvSpPr>
              <a:spLocks noChangeArrowheads="1"/>
            </p:cNvSpPr>
            <p:nvPr/>
          </p:nvSpPr>
          <p:spPr bwMode="auto">
            <a:xfrm>
              <a:off x="570" y="3643"/>
              <a:ext cx="559" cy="269"/>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pulses</a:t>
              </a:r>
              <a:endParaRPr kumimoji="0" lang="en-US" altLang="zh-CN" sz="2800" b="0" i="0" u="none" strike="noStrike" kern="1200" cap="none" spc="0" normalizeH="0" baseline="0" noProof="0" dirty="0">
                <a:ln>
                  <a:noFill/>
                </a:ln>
                <a:solidFill>
                  <a:srgbClr val="000000"/>
                </a:solidFill>
                <a:effectLst/>
                <a:uLnTx/>
                <a:uFillTx/>
                <a:latin typeface="Arial" charset="0"/>
                <a:ea typeface="宋体" pitchFamily="2" charset="-122"/>
                <a:cs typeface="+mn-cs"/>
              </a:endParaRPr>
            </a:p>
          </p:txBody>
        </p:sp>
        <p:sp>
          <p:nvSpPr>
            <p:cNvPr id="48222" name="Line 42"/>
            <p:cNvSpPr>
              <a:spLocks noChangeShapeType="1"/>
            </p:cNvSpPr>
            <p:nvPr/>
          </p:nvSpPr>
          <p:spPr bwMode="auto">
            <a:xfrm flipV="1">
              <a:off x="2575" y="2182"/>
              <a:ext cx="1" cy="422"/>
            </a:xfrm>
            <a:prstGeom prst="line">
              <a:avLst/>
            </a:prstGeom>
            <a:noFill/>
            <a:ln w="20638"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48223" name="Freeform 43"/>
            <p:cNvSpPr>
              <a:spLocks/>
            </p:cNvSpPr>
            <p:nvPr/>
          </p:nvSpPr>
          <p:spPr bwMode="auto">
            <a:xfrm>
              <a:off x="2530" y="2559"/>
              <a:ext cx="90" cy="90"/>
            </a:xfrm>
            <a:custGeom>
              <a:avLst/>
              <a:gdLst>
                <a:gd name="T0" fmla="*/ 52 w 104"/>
                <a:gd name="T1" fmla="*/ 0 h 104"/>
                <a:gd name="T2" fmla="*/ 0 w 104"/>
                <a:gd name="T3" fmla="*/ 52 h 104"/>
                <a:gd name="T4" fmla="*/ 52 w 104"/>
                <a:gd name="T5" fmla="*/ 104 h 104"/>
                <a:gd name="T6" fmla="*/ 52 w 104"/>
                <a:gd name="T7" fmla="*/ 104 h 104"/>
                <a:gd name="T8" fmla="*/ 104 w 104"/>
                <a:gd name="T9" fmla="*/ 52 h 104"/>
                <a:gd name="T10" fmla="*/ 52 w 104"/>
                <a:gd name="T11" fmla="*/ 0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52" y="0"/>
                  </a:moveTo>
                  <a:cubicBezTo>
                    <a:pt x="24" y="0"/>
                    <a:pt x="0" y="23"/>
                    <a:pt x="0" y="52"/>
                  </a:cubicBezTo>
                  <a:cubicBezTo>
                    <a:pt x="0" y="80"/>
                    <a:pt x="24" y="104"/>
                    <a:pt x="52" y="104"/>
                  </a:cubicBezTo>
                  <a:cubicBezTo>
                    <a:pt x="52" y="104"/>
                    <a:pt x="52" y="104"/>
                    <a:pt x="52" y="104"/>
                  </a:cubicBezTo>
                  <a:cubicBezTo>
                    <a:pt x="81" y="104"/>
                    <a:pt x="104" y="80"/>
                    <a:pt x="104" y="52"/>
                  </a:cubicBezTo>
                  <a:cubicBezTo>
                    <a:pt x="104" y="23"/>
                    <a:pt x="81" y="0"/>
                    <a:pt x="52" y="0"/>
                  </a:cubicBezTo>
                </a:path>
              </a:pathLst>
            </a:custGeom>
            <a:solidFill>
              <a:srgbClr val="000000"/>
            </a:solidFill>
            <a:ln w="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48224" name="Line 44"/>
            <p:cNvSpPr>
              <a:spLocks noChangeShapeType="1"/>
            </p:cNvSpPr>
            <p:nvPr/>
          </p:nvSpPr>
          <p:spPr bwMode="auto">
            <a:xfrm flipV="1">
              <a:off x="3626" y="2182"/>
              <a:ext cx="1" cy="422"/>
            </a:xfrm>
            <a:prstGeom prst="line">
              <a:avLst/>
            </a:prstGeom>
            <a:noFill/>
            <a:ln w="20638"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48225" name="Freeform 45"/>
            <p:cNvSpPr>
              <a:spLocks/>
            </p:cNvSpPr>
            <p:nvPr/>
          </p:nvSpPr>
          <p:spPr bwMode="auto">
            <a:xfrm>
              <a:off x="3581" y="2559"/>
              <a:ext cx="90" cy="90"/>
            </a:xfrm>
            <a:custGeom>
              <a:avLst/>
              <a:gdLst>
                <a:gd name="T0" fmla="*/ 52 w 104"/>
                <a:gd name="T1" fmla="*/ 0 h 104"/>
                <a:gd name="T2" fmla="*/ 0 w 104"/>
                <a:gd name="T3" fmla="*/ 52 h 104"/>
                <a:gd name="T4" fmla="*/ 52 w 104"/>
                <a:gd name="T5" fmla="*/ 104 h 104"/>
                <a:gd name="T6" fmla="*/ 52 w 104"/>
                <a:gd name="T7" fmla="*/ 104 h 104"/>
                <a:gd name="T8" fmla="*/ 104 w 104"/>
                <a:gd name="T9" fmla="*/ 52 h 104"/>
                <a:gd name="T10" fmla="*/ 52 w 104"/>
                <a:gd name="T11" fmla="*/ 0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52" y="0"/>
                  </a:moveTo>
                  <a:cubicBezTo>
                    <a:pt x="23" y="0"/>
                    <a:pt x="0" y="23"/>
                    <a:pt x="0" y="52"/>
                  </a:cubicBezTo>
                  <a:cubicBezTo>
                    <a:pt x="0" y="80"/>
                    <a:pt x="23" y="104"/>
                    <a:pt x="52" y="104"/>
                  </a:cubicBezTo>
                  <a:cubicBezTo>
                    <a:pt x="52" y="104"/>
                    <a:pt x="52" y="104"/>
                    <a:pt x="52" y="104"/>
                  </a:cubicBezTo>
                  <a:cubicBezTo>
                    <a:pt x="81" y="104"/>
                    <a:pt x="104" y="80"/>
                    <a:pt x="104" y="52"/>
                  </a:cubicBezTo>
                  <a:cubicBezTo>
                    <a:pt x="104" y="23"/>
                    <a:pt x="81" y="0"/>
                    <a:pt x="52" y="0"/>
                  </a:cubicBezTo>
                </a:path>
              </a:pathLst>
            </a:custGeom>
            <a:solidFill>
              <a:srgbClr val="000000"/>
            </a:solidFill>
            <a:ln w="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48226" name="Rectangle 46"/>
            <p:cNvSpPr>
              <a:spLocks noChangeArrowheads="1"/>
            </p:cNvSpPr>
            <p:nvPr/>
          </p:nvSpPr>
          <p:spPr bwMode="auto">
            <a:xfrm>
              <a:off x="3337" y="2108"/>
              <a:ext cx="162" cy="269"/>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48227" name="Rectangle 47"/>
            <p:cNvSpPr>
              <a:spLocks noChangeArrowheads="1"/>
            </p:cNvSpPr>
            <p:nvPr/>
          </p:nvSpPr>
          <p:spPr bwMode="auto">
            <a:xfrm>
              <a:off x="3503" y="2233"/>
              <a:ext cx="76" cy="182"/>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900" b="0"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1</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48228" name="Rectangle 48"/>
            <p:cNvSpPr>
              <a:spLocks noChangeArrowheads="1"/>
            </p:cNvSpPr>
            <p:nvPr/>
          </p:nvSpPr>
          <p:spPr bwMode="auto">
            <a:xfrm>
              <a:off x="2298" y="2108"/>
              <a:ext cx="162" cy="269"/>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48229" name="Rectangle 49"/>
            <p:cNvSpPr>
              <a:spLocks noChangeArrowheads="1"/>
            </p:cNvSpPr>
            <p:nvPr/>
          </p:nvSpPr>
          <p:spPr bwMode="auto">
            <a:xfrm>
              <a:off x="2451" y="2233"/>
              <a:ext cx="76" cy="182"/>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900" b="0"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0</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48230" name="Rectangle 50"/>
            <p:cNvSpPr>
              <a:spLocks noChangeArrowheads="1"/>
            </p:cNvSpPr>
            <p:nvPr/>
          </p:nvSpPr>
          <p:spPr bwMode="auto">
            <a:xfrm>
              <a:off x="4389" y="2108"/>
              <a:ext cx="162" cy="269"/>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Q</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48231" name="Rectangle 51"/>
            <p:cNvSpPr>
              <a:spLocks noChangeArrowheads="1"/>
            </p:cNvSpPr>
            <p:nvPr/>
          </p:nvSpPr>
          <p:spPr bwMode="auto">
            <a:xfrm>
              <a:off x="4541" y="2233"/>
              <a:ext cx="76" cy="182"/>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900" b="0"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2</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48232" name="Line 52"/>
            <p:cNvSpPr>
              <a:spLocks noChangeShapeType="1"/>
            </p:cNvSpPr>
            <p:nvPr/>
          </p:nvSpPr>
          <p:spPr bwMode="auto">
            <a:xfrm flipV="1">
              <a:off x="4687" y="2182"/>
              <a:ext cx="1" cy="422"/>
            </a:xfrm>
            <a:prstGeom prst="line">
              <a:avLst/>
            </a:prstGeom>
            <a:noFill/>
            <a:ln w="20638"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48233" name="Freeform 53"/>
            <p:cNvSpPr>
              <a:spLocks/>
            </p:cNvSpPr>
            <p:nvPr/>
          </p:nvSpPr>
          <p:spPr bwMode="auto">
            <a:xfrm>
              <a:off x="3745" y="2917"/>
              <a:ext cx="115" cy="733"/>
            </a:xfrm>
            <a:custGeom>
              <a:avLst/>
              <a:gdLst>
                <a:gd name="T0" fmla="*/ 0 w 115"/>
                <a:gd name="T1" fmla="*/ 733 h 733"/>
                <a:gd name="T2" fmla="*/ 0 w 115"/>
                <a:gd name="T3" fmla="*/ 0 h 733"/>
                <a:gd name="T4" fmla="*/ 115 w 115"/>
                <a:gd name="T5" fmla="*/ 0 h 733"/>
                <a:gd name="T6" fmla="*/ 0 60000 65536"/>
                <a:gd name="T7" fmla="*/ 0 60000 65536"/>
                <a:gd name="T8" fmla="*/ 0 60000 65536"/>
                <a:gd name="T9" fmla="*/ 0 w 115"/>
                <a:gd name="T10" fmla="*/ 0 h 733"/>
                <a:gd name="T11" fmla="*/ 115 w 115"/>
                <a:gd name="T12" fmla="*/ 733 h 733"/>
              </a:gdLst>
              <a:ahLst/>
              <a:cxnLst>
                <a:cxn ang="T6">
                  <a:pos x="T0" y="T1"/>
                </a:cxn>
                <a:cxn ang="T7">
                  <a:pos x="T2" y="T3"/>
                </a:cxn>
                <a:cxn ang="T8">
                  <a:pos x="T4" y="T5"/>
                </a:cxn>
              </a:cxnLst>
              <a:rect l="T9" t="T10" r="T11" b="T12"/>
              <a:pathLst>
                <a:path w="115" h="733">
                  <a:moveTo>
                    <a:pt x="0" y="733"/>
                  </a:moveTo>
                  <a:lnTo>
                    <a:pt x="0" y="0"/>
                  </a:lnTo>
                  <a:lnTo>
                    <a:pt x="115" y="0"/>
                  </a:lnTo>
                </a:path>
              </a:pathLst>
            </a:custGeom>
            <a:noFill/>
            <a:ln w="20638" cap="rnd">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48234" name="Line 54"/>
            <p:cNvSpPr>
              <a:spLocks noChangeShapeType="1"/>
            </p:cNvSpPr>
            <p:nvPr/>
          </p:nvSpPr>
          <p:spPr bwMode="auto">
            <a:xfrm flipH="1">
              <a:off x="796" y="3643"/>
              <a:ext cx="2949" cy="0"/>
            </a:xfrm>
            <a:prstGeom prst="line">
              <a:avLst/>
            </a:prstGeom>
            <a:noFill/>
            <a:ln w="9525">
              <a:solidFill>
                <a:schemeClr val="tx1"/>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48235" name="Rectangle 55"/>
            <p:cNvSpPr>
              <a:spLocks noChangeArrowheads="1"/>
            </p:cNvSpPr>
            <p:nvPr/>
          </p:nvSpPr>
          <p:spPr bwMode="auto">
            <a:xfrm>
              <a:off x="1837" y="3025"/>
              <a:ext cx="149" cy="269"/>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K</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48236" name="Line 56"/>
            <p:cNvSpPr>
              <a:spLocks noChangeShapeType="1"/>
            </p:cNvSpPr>
            <p:nvPr/>
          </p:nvSpPr>
          <p:spPr bwMode="auto">
            <a:xfrm>
              <a:off x="2517" y="3113"/>
              <a:ext cx="318" cy="0"/>
            </a:xfrm>
            <a:prstGeom prst="line">
              <a:avLst/>
            </a:prstGeom>
            <a:noFill/>
            <a:ln w="20638"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48237" name="Line 57"/>
            <p:cNvSpPr>
              <a:spLocks noChangeShapeType="1"/>
            </p:cNvSpPr>
            <p:nvPr/>
          </p:nvSpPr>
          <p:spPr bwMode="auto">
            <a:xfrm>
              <a:off x="3560" y="3113"/>
              <a:ext cx="318" cy="0"/>
            </a:xfrm>
            <a:prstGeom prst="line">
              <a:avLst/>
            </a:prstGeom>
            <a:noFill/>
            <a:ln w="20638"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48238" name="Freeform 58"/>
            <p:cNvSpPr>
              <a:spLocks/>
            </p:cNvSpPr>
            <p:nvPr/>
          </p:nvSpPr>
          <p:spPr bwMode="auto">
            <a:xfrm>
              <a:off x="4650" y="2568"/>
              <a:ext cx="90" cy="90"/>
            </a:xfrm>
            <a:custGeom>
              <a:avLst/>
              <a:gdLst>
                <a:gd name="T0" fmla="*/ 52 w 104"/>
                <a:gd name="T1" fmla="*/ 0 h 104"/>
                <a:gd name="T2" fmla="*/ 0 w 104"/>
                <a:gd name="T3" fmla="*/ 52 h 104"/>
                <a:gd name="T4" fmla="*/ 52 w 104"/>
                <a:gd name="T5" fmla="*/ 104 h 104"/>
                <a:gd name="T6" fmla="*/ 52 w 104"/>
                <a:gd name="T7" fmla="*/ 104 h 104"/>
                <a:gd name="T8" fmla="*/ 104 w 104"/>
                <a:gd name="T9" fmla="*/ 52 h 104"/>
                <a:gd name="T10" fmla="*/ 52 w 104"/>
                <a:gd name="T11" fmla="*/ 0 h 104"/>
                <a:gd name="T12" fmla="*/ 0 60000 65536"/>
                <a:gd name="T13" fmla="*/ 0 60000 65536"/>
                <a:gd name="T14" fmla="*/ 0 60000 65536"/>
                <a:gd name="T15" fmla="*/ 0 60000 65536"/>
                <a:gd name="T16" fmla="*/ 0 60000 65536"/>
                <a:gd name="T17" fmla="*/ 0 60000 65536"/>
                <a:gd name="T18" fmla="*/ 0 w 104"/>
                <a:gd name="T19" fmla="*/ 0 h 104"/>
                <a:gd name="T20" fmla="*/ 104 w 104"/>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104" h="104">
                  <a:moveTo>
                    <a:pt x="52" y="0"/>
                  </a:moveTo>
                  <a:cubicBezTo>
                    <a:pt x="24" y="0"/>
                    <a:pt x="0" y="23"/>
                    <a:pt x="0" y="52"/>
                  </a:cubicBezTo>
                  <a:cubicBezTo>
                    <a:pt x="0" y="80"/>
                    <a:pt x="24" y="104"/>
                    <a:pt x="52" y="104"/>
                  </a:cubicBezTo>
                  <a:cubicBezTo>
                    <a:pt x="52" y="104"/>
                    <a:pt x="52" y="104"/>
                    <a:pt x="52" y="104"/>
                  </a:cubicBezTo>
                  <a:cubicBezTo>
                    <a:pt x="81" y="104"/>
                    <a:pt x="104" y="80"/>
                    <a:pt x="104" y="52"/>
                  </a:cubicBezTo>
                  <a:cubicBezTo>
                    <a:pt x="104" y="23"/>
                    <a:pt x="81" y="0"/>
                    <a:pt x="52" y="0"/>
                  </a:cubicBezTo>
                </a:path>
              </a:pathLst>
            </a:custGeom>
            <a:solidFill>
              <a:srgbClr val="000000"/>
            </a:solidFill>
            <a:ln w="0">
              <a:solidFill>
                <a:srgbClr val="000000"/>
              </a:solidFill>
              <a:prstDash val="solid"/>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48239" name="Line 59"/>
            <p:cNvSpPr>
              <a:spLocks noChangeShapeType="1"/>
            </p:cNvSpPr>
            <p:nvPr/>
          </p:nvSpPr>
          <p:spPr bwMode="auto">
            <a:xfrm>
              <a:off x="4694" y="2614"/>
              <a:ext cx="0" cy="861"/>
            </a:xfrm>
            <a:prstGeom prst="line">
              <a:avLst/>
            </a:prstGeom>
            <a:noFill/>
            <a:ln w="9525">
              <a:solidFill>
                <a:schemeClr val="tx1"/>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48240" name="Line 60"/>
            <p:cNvSpPr>
              <a:spLocks noChangeShapeType="1"/>
            </p:cNvSpPr>
            <p:nvPr/>
          </p:nvSpPr>
          <p:spPr bwMode="auto">
            <a:xfrm flipH="1">
              <a:off x="1519" y="3475"/>
              <a:ext cx="3175" cy="0"/>
            </a:xfrm>
            <a:prstGeom prst="line">
              <a:avLst/>
            </a:prstGeom>
            <a:noFill/>
            <a:ln w="9525">
              <a:solidFill>
                <a:schemeClr val="tx1"/>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48241" name="Line 61"/>
            <p:cNvSpPr>
              <a:spLocks noChangeShapeType="1"/>
            </p:cNvSpPr>
            <p:nvPr/>
          </p:nvSpPr>
          <p:spPr bwMode="auto">
            <a:xfrm flipV="1">
              <a:off x="1519" y="3203"/>
              <a:ext cx="0" cy="272"/>
            </a:xfrm>
            <a:prstGeom prst="line">
              <a:avLst/>
            </a:prstGeom>
            <a:noFill/>
            <a:ln w="9525">
              <a:solidFill>
                <a:schemeClr val="tx1"/>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48242" name="Line 62"/>
            <p:cNvSpPr>
              <a:spLocks noChangeShapeType="1"/>
            </p:cNvSpPr>
            <p:nvPr/>
          </p:nvSpPr>
          <p:spPr bwMode="auto">
            <a:xfrm>
              <a:off x="1519" y="3203"/>
              <a:ext cx="272" cy="0"/>
            </a:xfrm>
            <a:prstGeom prst="line">
              <a:avLst/>
            </a:prstGeom>
            <a:noFill/>
            <a:ln w="9525">
              <a:solidFill>
                <a:schemeClr val="tx1"/>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48243" name="Line 63"/>
            <p:cNvSpPr>
              <a:spLocks noChangeShapeType="1"/>
            </p:cNvSpPr>
            <p:nvPr/>
          </p:nvSpPr>
          <p:spPr bwMode="auto">
            <a:xfrm>
              <a:off x="4604" y="3113"/>
              <a:ext cx="318" cy="0"/>
            </a:xfrm>
            <a:prstGeom prst="line">
              <a:avLst/>
            </a:prstGeom>
            <a:noFill/>
            <a:ln w="20638" cap="rnd">
              <a:solidFill>
                <a:srgbClr val="000000"/>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48244" name="Line 64"/>
            <p:cNvSpPr>
              <a:spLocks noChangeShapeType="1"/>
            </p:cNvSpPr>
            <p:nvPr/>
          </p:nvSpPr>
          <p:spPr bwMode="auto">
            <a:xfrm flipV="1">
              <a:off x="4921" y="2024"/>
              <a:ext cx="0" cy="1089"/>
            </a:xfrm>
            <a:prstGeom prst="line">
              <a:avLst/>
            </a:prstGeom>
            <a:noFill/>
            <a:ln w="9525">
              <a:solidFill>
                <a:schemeClr val="tx1"/>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48245" name="Line 65"/>
            <p:cNvSpPr>
              <a:spLocks noChangeShapeType="1"/>
            </p:cNvSpPr>
            <p:nvPr/>
          </p:nvSpPr>
          <p:spPr bwMode="auto">
            <a:xfrm flipH="1">
              <a:off x="1519" y="2024"/>
              <a:ext cx="3402" cy="0"/>
            </a:xfrm>
            <a:prstGeom prst="line">
              <a:avLst/>
            </a:prstGeom>
            <a:noFill/>
            <a:ln w="9525">
              <a:solidFill>
                <a:schemeClr val="tx1"/>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48246" name="Line 66"/>
            <p:cNvSpPr>
              <a:spLocks noChangeShapeType="1"/>
            </p:cNvSpPr>
            <p:nvPr/>
          </p:nvSpPr>
          <p:spPr bwMode="auto">
            <a:xfrm>
              <a:off x="1519" y="2024"/>
              <a:ext cx="0" cy="590"/>
            </a:xfrm>
            <a:prstGeom prst="line">
              <a:avLst/>
            </a:prstGeom>
            <a:noFill/>
            <a:ln w="9525">
              <a:solidFill>
                <a:schemeClr val="tx1"/>
              </a:solidFill>
              <a:round/>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600" b="1" i="0" u="none" strike="noStrike" kern="1200" cap="none" spc="0" normalizeH="0" baseline="0" noProof="0">
                <a:ln>
                  <a:noFill/>
                </a:ln>
                <a:solidFill>
                  <a:srgbClr val="FF3300"/>
                </a:solidFill>
                <a:effectLst/>
                <a:uLnTx/>
                <a:uFillTx/>
                <a:latin typeface="Garamond" pitchFamily="18" charset="0"/>
                <a:ea typeface="宋体" pitchFamily="2" charset="-122"/>
                <a:cs typeface="+mn-cs"/>
              </a:endParaRPr>
            </a:p>
          </p:txBody>
        </p:sp>
        <p:sp>
          <p:nvSpPr>
            <p:cNvPr id="48247" name="Rectangle 67"/>
            <p:cNvSpPr>
              <a:spLocks noChangeArrowheads="1"/>
            </p:cNvSpPr>
            <p:nvPr/>
          </p:nvSpPr>
          <p:spPr bwMode="auto">
            <a:xfrm>
              <a:off x="2867" y="3022"/>
              <a:ext cx="149" cy="269"/>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K</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
          <p:nvSpPr>
            <p:cNvPr id="48248" name="Rectangle 68"/>
            <p:cNvSpPr>
              <a:spLocks noChangeArrowheads="1"/>
            </p:cNvSpPr>
            <p:nvPr/>
          </p:nvSpPr>
          <p:spPr bwMode="auto">
            <a:xfrm>
              <a:off x="3910" y="3019"/>
              <a:ext cx="149" cy="269"/>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K</a:t>
              </a:r>
              <a:endParaRPr kumimoji="0" lang="en-US" altLang="zh-CN" sz="2800" b="0"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grpSp>
      <p:sp>
        <p:nvSpPr>
          <p:cNvPr id="4" name="Title 4">
            <a:extLst>
              <a:ext uri="{FF2B5EF4-FFF2-40B4-BE49-F238E27FC236}">
                <a16:creationId xmlns:a16="http://schemas.microsoft.com/office/drawing/2014/main" id="{0D064471-055C-1756-021D-1276D28D3126}"/>
              </a:ext>
            </a:extLst>
          </p:cNvPr>
          <p:cNvSpPr txBox="1">
            <a:spLocks/>
          </p:cNvSpPr>
          <p:nvPr/>
        </p:nvSpPr>
        <p:spPr bwMode="auto">
          <a:xfrm>
            <a:off x="457200" y="136525"/>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fontAlgn="auto">
              <a:spcAft>
                <a:spcPts val="0"/>
              </a:spcAft>
            </a:pPr>
            <a:r>
              <a:rPr lang="zh-CN" altLang="en-US" sz="4000" dirty="0"/>
              <a:t>用</a:t>
            </a:r>
            <a:r>
              <a:rPr lang="en-US" altLang="zh-CN" sz="4000" dirty="0"/>
              <a:t>JK</a:t>
            </a:r>
            <a:r>
              <a:rPr lang="zh-CN" altLang="en-US" sz="4000" dirty="0"/>
              <a:t>触发器实现</a:t>
            </a:r>
            <a:endParaRPr lang="en-CN" altLang="zh-CN" sz="4000" dirty="0">
              <a:solidFill>
                <a:srgbClr val="0000FF"/>
              </a:solidFill>
              <a:latin typeface="Arial" panose="020B0604020202020204" pitchFamily="34" charset="0"/>
              <a:cs typeface="Arial" panose="020B0604020202020204" pitchFamily="34" charset="0"/>
            </a:endParaRPr>
          </a:p>
        </p:txBody>
      </p:sp>
      <p:graphicFrame>
        <p:nvGraphicFramePr>
          <p:cNvPr id="121" name="Object 4">
            <a:extLst>
              <a:ext uri="{FF2B5EF4-FFF2-40B4-BE49-F238E27FC236}">
                <a16:creationId xmlns:a16="http://schemas.microsoft.com/office/drawing/2014/main" id="{2528C512-C204-47B8-9F66-0866808BCCEE}"/>
              </a:ext>
            </a:extLst>
          </p:cNvPr>
          <p:cNvGraphicFramePr>
            <a:graphicFrameLocks noChangeAspect="1"/>
          </p:cNvGraphicFramePr>
          <p:nvPr>
            <p:extLst>
              <p:ext uri="{D42A27DB-BD31-4B8C-83A1-F6EECF244321}">
                <p14:modId xmlns:p14="http://schemas.microsoft.com/office/powerpoint/2010/main" val="673959893"/>
              </p:ext>
            </p:extLst>
          </p:nvPr>
        </p:nvGraphicFramePr>
        <p:xfrm>
          <a:off x="274637" y="1420814"/>
          <a:ext cx="4651375" cy="560387"/>
        </p:xfrm>
        <a:graphic>
          <a:graphicData uri="http://schemas.openxmlformats.org/presentationml/2006/ole">
            <mc:AlternateContent xmlns:mc="http://schemas.openxmlformats.org/markup-compatibility/2006">
              <mc:Choice xmlns:v="urn:schemas-microsoft-com:vml" Requires="v">
                <p:oleObj name="Equation" r:id="rId2" imgW="1688760" imgH="203040" progId="">
                  <p:embed/>
                </p:oleObj>
              </mc:Choice>
              <mc:Fallback>
                <p:oleObj name="Equation" r:id="rId2" imgW="1688760" imgH="203040" progId="">
                  <p:embed/>
                  <p:pic>
                    <p:nvPicPr>
                      <p:cNvPr id="779268"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637" y="1420814"/>
                        <a:ext cx="4651375" cy="560387"/>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122" name="Object 5">
            <a:extLst>
              <a:ext uri="{FF2B5EF4-FFF2-40B4-BE49-F238E27FC236}">
                <a16:creationId xmlns:a16="http://schemas.microsoft.com/office/drawing/2014/main" id="{242BF8D9-356B-4BEC-BC6E-8A6BC003D317}"/>
              </a:ext>
            </a:extLst>
          </p:cNvPr>
          <p:cNvGraphicFramePr>
            <a:graphicFrameLocks noChangeAspect="1"/>
          </p:cNvGraphicFramePr>
          <p:nvPr>
            <p:extLst>
              <p:ext uri="{D42A27DB-BD31-4B8C-83A1-F6EECF244321}">
                <p14:modId xmlns:p14="http://schemas.microsoft.com/office/powerpoint/2010/main" val="176790386"/>
              </p:ext>
            </p:extLst>
          </p:nvPr>
        </p:nvGraphicFramePr>
        <p:xfrm>
          <a:off x="274637" y="1871664"/>
          <a:ext cx="2236787" cy="566737"/>
        </p:xfrm>
        <a:graphic>
          <a:graphicData uri="http://schemas.openxmlformats.org/presentationml/2006/ole">
            <mc:AlternateContent xmlns:mc="http://schemas.openxmlformats.org/markup-compatibility/2006">
              <mc:Choice xmlns:v="urn:schemas-microsoft-com:vml" Requires="v">
                <p:oleObj name="Equation" r:id="rId4" imgW="799920" imgH="203040" progId="">
                  <p:embed/>
                </p:oleObj>
              </mc:Choice>
              <mc:Fallback>
                <p:oleObj name="Equation" r:id="rId4" imgW="799920" imgH="203040" progId="">
                  <p:embed/>
                  <p:pic>
                    <p:nvPicPr>
                      <p:cNvPr id="779269"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4637" y="1871664"/>
                        <a:ext cx="2236787" cy="566737"/>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123" name="Object 6">
            <a:extLst>
              <a:ext uri="{FF2B5EF4-FFF2-40B4-BE49-F238E27FC236}">
                <a16:creationId xmlns:a16="http://schemas.microsoft.com/office/drawing/2014/main" id="{8D00466E-139D-4BAA-864B-84FDB12BBB4D}"/>
              </a:ext>
            </a:extLst>
          </p:cNvPr>
          <p:cNvGraphicFramePr>
            <a:graphicFrameLocks noChangeAspect="1"/>
          </p:cNvGraphicFramePr>
          <p:nvPr>
            <p:extLst>
              <p:ext uri="{D42A27DB-BD31-4B8C-83A1-F6EECF244321}">
                <p14:modId xmlns:p14="http://schemas.microsoft.com/office/powerpoint/2010/main" val="2691631886"/>
              </p:ext>
            </p:extLst>
          </p:nvPr>
        </p:nvGraphicFramePr>
        <p:xfrm>
          <a:off x="274637" y="2363789"/>
          <a:ext cx="2095500" cy="531812"/>
        </p:xfrm>
        <a:graphic>
          <a:graphicData uri="http://schemas.openxmlformats.org/presentationml/2006/ole">
            <mc:AlternateContent xmlns:mc="http://schemas.openxmlformats.org/markup-compatibility/2006">
              <mc:Choice xmlns:v="urn:schemas-microsoft-com:vml" Requires="v">
                <p:oleObj name="Equation" r:id="rId6" imgW="749160" imgH="190440" progId="">
                  <p:embed/>
                </p:oleObj>
              </mc:Choice>
              <mc:Fallback>
                <p:oleObj name="Equation" r:id="rId6" imgW="749160" imgH="190440" progId="">
                  <p:embed/>
                  <p:pic>
                    <p:nvPicPr>
                      <p:cNvPr id="77927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4637" y="2363789"/>
                        <a:ext cx="2095500" cy="531812"/>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124" name="Object 69">
            <a:extLst>
              <a:ext uri="{FF2B5EF4-FFF2-40B4-BE49-F238E27FC236}">
                <a16:creationId xmlns:a16="http://schemas.microsoft.com/office/drawing/2014/main" id="{22A2B1F5-7734-4A88-A2AF-D7941E3FAEAB}"/>
              </a:ext>
            </a:extLst>
          </p:cNvPr>
          <p:cNvGraphicFramePr>
            <a:graphicFrameLocks noChangeAspect="1"/>
          </p:cNvGraphicFramePr>
          <p:nvPr>
            <p:extLst>
              <p:ext uri="{D42A27DB-BD31-4B8C-83A1-F6EECF244321}">
                <p14:modId xmlns:p14="http://schemas.microsoft.com/office/powerpoint/2010/main" val="126925789"/>
              </p:ext>
            </p:extLst>
          </p:nvPr>
        </p:nvGraphicFramePr>
        <p:xfrm>
          <a:off x="4906963" y="1366838"/>
          <a:ext cx="4121150" cy="1770062"/>
        </p:xfrm>
        <a:graphic>
          <a:graphicData uri="http://schemas.openxmlformats.org/presentationml/2006/ole">
            <mc:AlternateContent xmlns:mc="http://schemas.openxmlformats.org/markup-compatibility/2006">
              <mc:Choice xmlns:v="urn:schemas-microsoft-com:vml" Requires="v">
                <p:oleObj name="Equation" r:id="rId8" imgW="1473120" imgH="634680" progId="Equation.DSMT4">
                  <p:embed/>
                </p:oleObj>
              </mc:Choice>
              <mc:Fallback>
                <p:oleObj name="Equation" r:id="rId8" imgW="1473120" imgH="634680" progId="Equation.DSMT4">
                  <p:embed/>
                  <p:pic>
                    <p:nvPicPr>
                      <p:cNvPr id="779333" name="Object 6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906963" y="1366838"/>
                        <a:ext cx="4121150" cy="1770062"/>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73630618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9.xml><?xml version="1.0" encoding="utf-8"?>
<p:tagLst xmlns:a="http://schemas.openxmlformats.org/drawingml/2006/main" xmlns:r="http://schemas.openxmlformats.org/officeDocument/2006/relationships" xmlns:p="http://schemas.openxmlformats.org/presentationml/2006/main">
  <p:tag name="TIMING" val="|1.1|0.9|0.7|0.8|0.6"/>
</p:tagLst>
</file>

<file path=ppt/tags/tag20.xml><?xml version="1.0" encoding="utf-8"?>
<p:tagLst xmlns:a="http://schemas.openxmlformats.org/drawingml/2006/main" xmlns:r="http://schemas.openxmlformats.org/officeDocument/2006/relationships" xmlns:p="http://schemas.openxmlformats.org/presentationml/2006/main">
  <p:tag name="TIMING" val="|1.1|0.9|0.7|0.8|0.6"/>
</p:tagLst>
</file>

<file path=ppt/tags/tag21.xml><?xml version="1.0" encoding="utf-8"?>
<p:tagLst xmlns:a="http://schemas.openxmlformats.org/drawingml/2006/main" xmlns:r="http://schemas.openxmlformats.org/officeDocument/2006/relationships" xmlns:p="http://schemas.openxmlformats.org/presentationml/2006/main">
  <p:tag name="TIMING" val="|1.1|0.9|1.|1.|1.1|1.1|2.2|1.2|1.3|8.2"/>
</p:tagLst>
</file>

<file path=ppt/tags/tag22.xml><?xml version="1.0" encoding="utf-8"?>
<p:tagLst xmlns:a="http://schemas.openxmlformats.org/drawingml/2006/main" xmlns:r="http://schemas.openxmlformats.org/officeDocument/2006/relationships" xmlns:p="http://schemas.openxmlformats.org/presentationml/2006/main">
  <p:tag name="TIMING" val="|0.5|1.3|0.9|0.9|0.8|1.4|1.9|1.6|1.|1.2|1.3|1.1"/>
</p:tagLst>
</file>

<file path=ppt/tags/tag23.xml><?xml version="1.0" encoding="utf-8"?>
<p:tagLst xmlns:a="http://schemas.openxmlformats.org/drawingml/2006/main" xmlns:r="http://schemas.openxmlformats.org/officeDocument/2006/relationships" xmlns:p="http://schemas.openxmlformats.org/presentationml/2006/main">
  <p:tag name="TIMING" val="|0.5|1.3|0.9|0.9|0.8|1.4|1.9|1.6|1.|1.2|1.3|1.1"/>
</p:tagLst>
</file>

<file path=ppt/tags/tag24.xml><?xml version="1.0" encoding="utf-8"?>
<p:tagLst xmlns:a="http://schemas.openxmlformats.org/drawingml/2006/main" xmlns:r="http://schemas.openxmlformats.org/officeDocument/2006/relationships" xmlns:p="http://schemas.openxmlformats.org/presentationml/2006/main">
  <p:tag name="TIMING" val="|0.5|1.3|0.9|0.9|0.8|1.4|1.9|1.6|1.|1.2|1.3|1.1"/>
</p:tagLst>
</file>

<file path=ppt/tags/tag25.xml><?xml version="1.0" encoding="utf-8"?>
<p:tagLst xmlns:a="http://schemas.openxmlformats.org/drawingml/2006/main" xmlns:r="http://schemas.openxmlformats.org/officeDocument/2006/relationships" xmlns:p="http://schemas.openxmlformats.org/presentationml/2006/main">
  <p:tag name="TIMING" val="|0.5|1.3|0.9|0.9|0.8|1.4|1.9|1.6|1.|1.2|1.3|1.1"/>
</p:tagLst>
</file>

<file path=ppt/tags/tag26.xml><?xml version="1.0" encoding="utf-8"?>
<p:tagLst xmlns:a="http://schemas.openxmlformats.org/drawingml/2006/main" xmlns:r="http://schemas.openxmlformats.org/officeDocument/2006/relationships" xmlns:p="http://schemas.openxmlformats.org/presentationml/2006/main">
  <p:tag name="TIMING" val="|0.5|1.3|0.9|0.9|0.8|1.4|1.9|1.6|1.|1.2|1.3|1.1"/>
</p:tagLst>
</file>

<file path=ppt/tags/tag27.xml><?xml version="1.0" encoding="utf-8"?>
<p:tagLst xmlns:a="http://schemas.openxmlformats.org/drawingml/2006/main" xmlns:r="http://schemas.openxmlformats.org/officeDocument/2006/relationships" xmlns:p="http://schemas.openxmlformats.org/presentationml/2006/main">
  <p:tag name="TIMING" val="|0.6|1.3|1.|1.1"/>
</p:tagLst>
</file>

<file path=ppt/theme/theme1.xml><?xml version="1.0" encoding="utf-8"?>
<a:theme xmlns:a="http://schemas.openxmlformats.org/drawingml/2006/main" name="主题1">
  <a:themeElements>
    <a:clrScheme name="默认设计模板 13">
      <a:dk1>
        <a:srgbClr val="000000"/>
      </a:dk1>
      <a:lt1>
        <a:srgbClr val="FFFFFF"/>
      </a:lt1>
      <a:dk2>
        <a:srgbClr val="000000"/>
      </a:dk2>
      <a:lt2>
        <a:srgbClr val="808080"/>
      </a:lt2>
      <a:accent1>
        <a:srgbClr val="E70303"/>
      </a:accent1>
      <a:accent2>
        <a:srgbClr val="333399"/>
      </a:accent2>
      <a:accent3>
        <a:srgbClr val="FFFFFF"/>
      </a:accent3>
      <a:accent4>
        <a:srgbClr val="000000"/>
      </a:accent4>
      <a:accent5>
        <a:srgbClr val="F1AAAA"/>
      </a:accent5>
      <a:accent6>
        <a:srgbClr val="2D2D8A"/>
      </a:accent6>
      <a:hlink>
        <a:srgbClr val="009999"/>
      </a:hlink>
      <a:folHlink>
        <a:srgbClr val="99CC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默认设计模板 13">
        <a:dk1>
          <a:srgbClr val="000000"/>
        </a:dk1>
        <a:lt1>
          <a:srgbClr val="FFFFFF"/>
        </a:lt1>
        <a:dk2>
          <a:srgbClr val="000000"/>
        </a:dk2>
        <a:lt2>
          <a:srgbClr val="808080"/>
        </a:lt2>
        <a:accent1>
          <a:srgbClr val="E70303"/>
        </a:accent1>
        <a:accent2>
          <a:srgbClr val="333399"/>
        </a:accent2>
        <a:accent3>
          <a:srgbClr val="FFFFFF"/>
        </a:accent3>
        <a:accent4>
          <a:srgbClr val="000000"/>
        </a:accent4>
        <a:accent5>
          <a:srgbClr val="F1AAAA"/>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主题1" id="{CBBCF338-E9C6-411B-9CD4-D63697720D6D}" vid="{3C9D972D-53F0-48D8-886D-5B1C4DD1BF08}"/>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主题1</Template>
  <TotalTime>43905</TotalTime>
  <Words>10545</Words>
  <Application>Microsoft Macintosh PowerPoint</Application>
  <PresentationFormat>全屏显示(4:3)</PresentationFormat>
  <Paragraphs>4036</Paragraphs>
  <Slides>133</Slides>
  <Notes>91</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3</vt:i4>
      </vt:variant>
      <vt:variant>
        <vt:lpstr>幻灯片标题</vt:lpstr>
      </vt:variant>
      <vt:variant>
        <vt:i4>133</vt:i4>
      </vt:variant>
    </vt:vector>
  </HeadingPairs>
  <TitlesOfParts>
    <vt:vector size="150" baseType="lpstr">
      <vt:lpstr>黑体</vt:lpstr>
      <vt:lpstr>黑体</vt:lpstr>
      <vt:lpstr>宋体</vt:lpstr>
      <vt:lpstr>Microsoft Yahei</vt:lpstr>
      <vt:lpstr>Arial</vt:lpstr>
      <vt:lpstr>Arial Black</vt:lpstr>
      <vt:lpstr>Calibri</vt:lpstr>
      <vt:lpstr>Cambria Math</vt:lpstr>
      <vt:lpstr>Garamond</vt:lpstr>
      <vt:lpstr>Tahoma</vt:lpstr>
      <vt:lpstr>Times New Roman</vt:lpstr>
      <vt:lpstr>Verdana</vt:lpstr>
      <vt:lpstr>Wingdings</vt:lpstr>
      <vt:lpstr>主题1</vt:lpstr>
      <vt:lpstr>Visio</vt:lpstr>
      <vt:lpstr>Equation</vt:lpstr>
      <vt:lpstr>Photo Editor 照片</vt:lpstr>
      <vt:lpstr>PowerPoint 演示文稿</vt:lpstr>
      <vt:lpstr>习题课通知</vt:lpstr>
      <vt:lpstr>PowerPoint 演示文稿</vt:lpstr>
      <vt:lpstr>A Follow-up: Workout Example</vt:lpstr>
      <vt:lpstr>PowerPoint 演示文稿</vt:lpstr>
      <vt:lpstr>Synchronized computing</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为什么需要时序?</vt:lpstr>
      <vt:lpstr>建立时间约束</vt:lpstr>
      <vt:lpstr>保持时间约束</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作业</vt:lpstr>
      <vt:lpstr>谢谢大家！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luorong</dc:creator>
  <cp:keywords/>
  <dc:description/>
  <cp:lastModifiedBy>Xueqing Li</cp:lastModifiedBy>
  <cp:revision>2220</cp:revision>
  <cp:lastPrinted>2021-03-22T06:05:49Z</cp:lastPrinted>
  <dcterms:created xsi:type="dcterms:W3CDTF">1601-01-01T00:00:00Z</dcterms:created>
  <dcterms:modified xsi:type="dcterms:W3CDTF">2024-03-26T06:32:07Z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